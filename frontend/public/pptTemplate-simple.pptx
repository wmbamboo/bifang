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9" r:id="rId4"/>
    <p:sldId id="333" r:id="rId5"/>
    <p:sldId id="332" r:id="rId6"/>
    <p:sldId id="259" r:id="rId7"/>
    <p:sldId id="334" r:id="rId8"/>
    <p:sldId id="335" r:id="rId9"/>
    <p:sldId id="282" r:id="rId10"/>
    <p:sldId id="337" r:id="rId11"/>
    <p:sldId id="336" r:id="rId12"/>
    <p:sldId id="294" r:id="rId13"/>
    <p:sldId id="338" r:id="rId14"/>
    <p:sldId id="339" r:id="rId15"/>
    <p:sldId id="320" r:id="rId16"/>
    <p:sldId id="342" r:id="rId17"/>
    <p:sldId id="341" r:id="rId18"/>
    <p:sldId id="304" r:id="rId19"/>
    <p:sldId id="301" r:id="rId20"/>
    <p:sldId id="340" r:id="rId21"/>
    <p:sldId id="368" r:id="rId22"/>
    <p:sldId id="369" r:id="rId23"/>
    <p:sldId id="367" r:id="rId24"/>
    <p:sldId id="322" r:id="rId25"/>
    <p:sldId id="344" r:id="rId26"/>
    <p:sldId id="345" r:id="rId27"/>
    <p:sldId id="346" r:id="rId28"/>
    <p:sldId id="347" r:id="rId29"/>
    <p:sldId id="348" r:id="rId30"/>
    <p:sldId id="349" r:id="rId31"/>
    <p:sldId id="355" r:id="rId32"/>
    <p:sldId id="354" r:id="rId33"/>
    <p:sldId id="351" r:id="rId34"/>
    <p:sldId id="352" r:id="rId35"/>
    <p:sldId id="350" r:id="rId36"/>
    <p:sldId id="359" r:id="rId37"/>
    <p:sldId id="357" r:id="rId38"/>
    <p:sldId id="358" r:id="rId39"/>
    <p:sldId id="356" r:id="rId40"/>
    <p:sldId id="362" r:id="rId41"/>
    <p:sldId id="363" r:id="rId42"/>
    <p:sldId id="364" r:id="rId43"/>
    <p:sldId id="360" r:id="rId44"/>
    <p:sldId id="361" r:id="rId45"/>
    <p:sldId id="319" r:id="rId46"/>
    <p:sldId id="326" r:id="rId47"/>
    <p:sldId id="329" r:id="rId48"/>
    <p:sldId id="331" r:id="rId49"/>
    <p:sldId id="323" r:id="rId50"/>
    <p:sldId id="277" r:id="rId51"/>
  </p:sldIdLst>
  <p:sldSz cx="12192000" cy="6858000"/>
  <p:notesSz cx="6858000" cy="9144000"/>
  <p:custDataLst>
    <p:tags r:id="rId5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DBEA"/>
    <a:srgbClr val="D1CFE9"/>
    <a:srgbClr val="E0D7E7"/>
    <a:srgbClr val="CFC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86483" autoAdjust="0"/>
  </p:normalViewPr>
  <p:slideViewPr>
    <p:cSldViewPr snapToGrid="0">
      <p:cViewPr varScale="1">
        <p:scale>
          <a:sx n="115" d="100"/>
          <a:sy n="115" d="100"/>
        </p:scale>
        <p:origin x="90" y="3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/>
          <p:cNvGrpSpPr/>
          <p:nvPr/>
        </p:nvGrpSpPr>
        <p:grpSpPr>
          <a:xfrm>
            <a:off x="0" y="0"/>
            <a:ext cx="12192002" cy="6858001"/>
            <a:chOff x="0" y="0"/>
            <a:chExt cx="12192002" cy="6858001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2686866" y="1184307"/>
            <a:ext cx="6818269" cy="2350279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193080" y="3731375"/>
            <a:ext cx="5805840" cy="619847"/>
          </a:xfrm>
          <a:prstGeom prst="roundRect">
            <a:avLst>
              <a:gd name="adj" fmla="val 48065"/>
            </a:avLst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0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537323"/>
            <a:ext cx="5705470" cy="342899"/>
          </a:xfrm>
          <a:prstGeom prst="rect">
            <a:avLst/>
          </a:prstGeom>
          <a:noFill/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194424"/>
            <a:ext cx="5705470" cy="342899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 flipH="1">
            <a:off x="-1" y="26291"/>
            <a:ext cx="12192001" cy="6831709"/>
            <a:chOff x="-1" y="26291"/>
            <a:chExt cx="12192001" cy="6831709"/>
          </a:xfrm>
        </p:grpSpPr>
        <p:sp>
          <p:nvSpPr>
            <p:cNvPr id="12" name="任意多边形: 形状 11"/>
            <p:cNvSpPr/>
            <p:nvPr/>
          </p:nvSpPr>
          <p:spPr>
            <a:xfrm flipH="1" flipV="1">
              <a:off x="-1" y="5573488"/>
              <a:ext cx="1118294" cy="1284512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9886449" y="26291"/>
              <a:ext cx="2305551" cy="12074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130300"/>
            <a:ext cx="2082800" cy="5003800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743200" y="1130300"/>
            <a:ext cx="8775687" cy="5003800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任意多边形: 形状 9"/>
          <p:cNvSpPr>
            <a:spLocks noChangeAspect="1"/>
          </p:cNvSpPr>
          <p:nvPr/>
        </p:nvSpPr>
        <p:spPr bwMode="auto">
          <a:xfrm>
            <a:off x="2906656" y="5089886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 flipV="1">
            <a:off x="0" y="0"/>
            <a:ext cx="12192002" cy="6858001"/>
            <a:chOff x="0" y="0"/>
            <a:chExt cx="12192002" cy="6858001"/>
          </a:xfrm>
        </p:grpSpPr>
        <p:sp>
          <p:nvSpPr>
            <p:cNvPr id="38" name="任意多边形: 形状 37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964781" y="1622003"/>
            <a:ext cx="6262439" cy="186043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2964781" y="3482434"/>
            <a:ext cx="6262439" cy="20265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2026/9/28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0" y="0"/>
            <a:ext cx="12192002" cy="6858001"/>
            <a:chOff x="0" y="0"/>
            <a:chExt cx="12192002" cy="6858001"/>
          </a:xfrm>
        </p:grpSpPr>
        <p:sp>
          <p:nvSpPr>
            <p:cNvPr id="30" name="任意多边形: 形状 29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243265" y="1130301"/>
            <a:ext cx="5705470" cy="2785402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648175"/>
            <a:ext cx="5705470" cy="342899"/>
          </a:xfrm>
          <a:prstGeom prst="rect">
            <a:avLst/>
          </a:prstGeom>
          <a:noFill/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305276"/>
            <a:ext cx="5705470" cy="342899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0" y="26291"/>
            <a:ext cx="12191999" cy="6831709"/>
            <a:chOff x="0" y="26291"/>
            <a:chExt cx="12191999" cy="6831709"/>
          </a:xfrm>
        </p:grpSpPr>
        <p:sp>
          <p:nvSpPr>
            <p:cNvPr id="20" name="任意多边形: 形状 19"/>
            <p:cNvSpPr/>
            <p:nvPr/>
          </p:nvSpPr>
          <p:spPr>
            <a:xfrm flipV="1">
              <a:off x="10765699" y="5219699"/>
              <a:ext cx="1426300" cy="1638299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0" y="6262032"/>
              <a:ext cx="1155700" cy="595967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277918" y="26291"/>
              <a:ext cx="1914081" cy="1002409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 flipH="1">
              <a:off x="0" y="6118888"/>
              <a:ext cx="1015999" cy="739112"/>
            </a:xfrm>
            <a:custGeom>
              <a:avLst/>
              <a:gdLst>
                <a:gd name="connsiteX0" fmla="*/ 1015999 w 1015999"/>
                <a:gd name="connsiteY0" fmla="*/ 511394 h 739112"/>
                <a:gd name="connsiteX1" fmla="*/ 985677 w 1015999"/>
                <a:gd name="connsiteY1" fmla="*/ 519813 h 739112"/>
                <a:gd name="connsiteX2" fmla="*/ 910041 w 1015999"/>
                <a:gd name="connsiteY2" fmla="*/ 529635 h 739112"/>
                <a:gd name="connsiteX3" fmla="*/ 774040 w 1015999"/>
                <a:gd name="connsiteY3" fmla="*/ 571062 h 739112"/>
                <a:gd name="connsiteX4" fmla="*/ 659337 w 1015999"/>
                <a:gd name="connsiteY4" fmla="*/ 718103 h 739112"/>
                <a:gd name="connsiteX5" fmla="*/ 651184 w 1015999"/>
                <a:gd name="connsiteY5" fmla="*/ 739112 h 739112"/>
                <a:gd name="connsiteX6" fmla="*/ 726988 w 1015999"/>
                <a:gd name="connsiteY6" fmla="*/ 739112 h 739112"/>
                <a:gd name="connsiteX7" fmla="*/ 732909 w 1015999"/>
                <a:gd name="connsiteY7" fmla="*/ 735458 h 739112"/>
                <a:gd name="connsiteX8" fmla="*/ 769013 w 1015999"/>
                <a:gd name="connsiteY8" fmla="*/ 723559 h 739112"/>
                <a:gd name="connsiteX9" fmla="*/ 893420 w 1015999"/>
                <a:gd name="connsiteY9" fmla="*/ 691024 h 739112"/>
                <a:gd name="connsiteX10" fmla="*/ 994683 w 1015999"/>
                <a:gd name="connsiteY10" fmla="*/ 611711 h 739112"/>
                <a:gd name="connsiteX11" fmla="*/ 1015999 w 1015999"/>
                <a:gd name="connsiteY11" fmla="*/ 581199 h 739112"/>
                <a:gd name="connsiteX12" fmla="*/ 500397 w 1015999"/>
                <a:gd name="connsiteY12" fmla="*/ 331 h 739112"/>
                <a:gd name="connsiteX13" fmla="*/ 491609 w 1015999"/>
                <a:gd name="connsiteY13" fmla="*/ 11685 h 739112"/>
                <a:gd name="connsiteX14" fmla="*/ 441248 w 1015999"/>
                <a:gd name="connsiteY14" fmla="*/ 256428 h 739112"/>
                <a:gd name="connsiteX15" fmla="*/ 450680 w 1015999"/>
                <a:gd name="connsiteY15" fmla="*/ 379755 h 739112"/>
                <a:gd name="connsiteX16" fmla="*/ 477980 w 1015999"/>
                <a:gd name="connsiteY16" fmla="*/ 492320 h 739112"/>
                <a:gd name="connsiteX17" fmla="*/ 462315 w 1015999"/>
                <a:gd name="connsiteY17" fmla="*/ 480063 h 739112"/>
                <a:gd name="connsiteX18" fmla="*/ 441580 w 1015999"/>
                <a:gd name="connsiteY18" fmla="*/ 458954 h 739112"/>
                <a:gd name="connsiteX19" fmla="*/ 431650 w 1015999"/>
                <a:gd name="connsiteY19" fmla="*/ 434895 h 739112"/>
                <a:gd name="connsiteX20" fmla="*/ 418851 w 1015999"/>
                <a:gd name="connsiteY20" fmla="*/ 401404 h 739112"/>
                <a:gd name="connsiteX21" fmla="*/ 395166 w 1015999"/>
                <a:gd name="connsiteY21" fmla="*/ 333258 h 739112"/>
                <a:gd name="connsiteX22" fmla="*/ 326813 w 1015999"/>
                <a:gd name="connsiteY22" fmla="*/ 213671 h 739112"/>
                <a:gd name="connsiteX23" fmla="*/ 229290 w 1015999"/>
                <a:gd name="connsiteY23" fmla="*/ 115233 h 739112"/>
                <a:gd name="connsiteX24" fmla="*/ 120880 w 1015999"/>
                <a:gd name="connsiteY24" fmla="*/ 19953 h 739112"/>
                <a:gd name="connsiteX25" fmla="*/ 104383 w 1015999"/>
                <a:gd name="connsiteY25" fmla="*/ 26228 h 739112"/>
                <a:gd name="connsiteX26" fmla="*/ 114356 w 1015999"/>
                <a:gd name="connsiteY26" fmla="*/ 97241 h 739112"/>
                <a:gd name="connsiteX27" fmla="*/ 134010 w 1015999"/>
                <a:gd name="connsiteY27" fmla="*/ 168752 h 739112"/>
                <a:gd name="connsiteX28" fmla="*/ 199621 w 1015999"/>
                <a:gd name="connsiteY28" fmla="*/ 288589 h 739112"/>
                <a:gd name="connsiteX29" fmla="*/ 293156 w 1015999"/>
                <a:gd name="connsiteY29" fmla="*/ 381168 h 739112"/>
                <a:gd name="connsiteX30" fmla="*/ 410417 w 1015999"/>
                <a:gd name="connsiteY30" fmla="*/ 457292 h 739112"/>
                <a:gd name="connsiteX31" fmla="*/ 511679 w 1015999"/>
                <a:gd name="connsiteY31" fmla="*/ 543139 h 739112"/>
                <a:gd name="connsiteX32" fmla="*/ 556763 w 1015999"/>
                <a:gd name="connsiteY32" fmla="*/ 602310 h 739112"/>
                <a:gd name="connsiteX33" fmla="*/ 596196 w 1015999"/>
                <a:gd name="connsiteY33" fmla="*/ 692852 h 739112"/>
                <a:gd name="connsiteX34" fmla="*/ 591626 w 1015999"/>
                <a:gd name="connsiteY34" fmla="*/ 690857 h 739112"/>
                <a:gd name="connsiteX35" fmla="*/ 480266 w 1015999"/>
                <a:gd name="connsiteY35" fmla="*/ 607628 h 739112"/>
                <a:gd name="connsiteX36" fmla="*/ 339486 w 1015999"/>
                <a:gd name="connsiteY36" fmla="*/ 516379 h 739112"/>
                <a:gd name="connsiteX37" fmla="*/ 193763 w 1015999"/>
                <a:gd name="connsiteY37" fmla="*/ 487958 h 739112"/>
                <a:gd name="connsiteX38" fmla="*/ 111281 w 1015999"/>
                <a:gd name="connsiteY38" fmla="*/ 488622 h 739112"/>
                <a:gd name="connsiteX39" fmla="*/ 12844 w 1015999"/>
                <a:gd name="connsiteY39" fmla="*/ 473414 h 739112"/>
                <a:gd name="connsiteX40" fmla="*/ 6985 w 1015999"/>
                <a:gd name="connsiteY40" fmla="*/ 493235 h 739112"/>
                <a:gd name="connsiteX41" fmla="*/ 272836 w 1015999"/>
                <a:gd name="connsiteY41" fmla="*/ 666965 h 739112"/>
                <a:gd name="connsiteX42" fmla="*/ 430445 w 1015999"/>
                <a:gd name="connsiteY42" fmla="*/ 676480 h 739112"/>
                <a:gd name="connsiteX43" fmla="*/ 517912 w 1015999"/>
                <a:gd name="connsiteY43" fmla="*/ 679098 h 739112"/>
                <a:gd name="connsiteX44" fmla="*/ 598399 w 1015999"/>
                <a:gd name="connsiteY44" fmla="*/ 711467 h 739112"/>
                <a:gd name="connsiteX45" fmla="*/ 603011 w 1015999"/>
                <a:gd name="connsiteY45" fmla="*/ 715207 h 739112"/>
                <a:gd name="connsiteX46" fmla="*/ 609525 w 1015999"/>
                <a:gd name="connsiteY46" fmla="*/ 739112 h 739112"/>
                <a:gd name="connsiteX47" fmla="*/ 626394 w 1015999"/>
                <a:gd name="connsiteY47" fmla="*/ 739112 h 739112"/>
                <a:gd name="connsiteX48" fmla="*/ 622208 w 1015999"/>
                <a:gd name="connsiteY48" fmla="*/ 723227 h 739112"/>
                <a:gd name="connsiteX49" fmla="*/ 612443 w 1015999"/>
                <a:gd name="connsiteY49" fmla="*/ 690774 h 739112"/>
                <a:gd name="connsiteX50" fmla="*/ 720687 w 1015999"/>
                <a:gd name="connsiteY50" fmla="*/ 552571 h 739112"/>
                <a:gd name="connsiteX51" fmla="*/ 777905 w 1015999"/>
                <a:gd name="connsiteY51" fmla="*/ 400615 h 739112"/>
                <a:gd name="connsiteX52" fmla="*/ 787379 w 1015999"/>
                <a:gd name="connsiteY52" fmla="*/ 260541 h 739112"/>
                <a:gd name="connsiteX53" fmla="*/ 723471 w 1015999"/>
                <a:gd name="connsiteY53" fmla="*/ 90593 h 739112"/>
                <a:gd name="connsiteX54" fmla="*/ 707681 w 1015999"/>
                <a:gd name="connsiteY54" fmla="*/ 88099 h 739112"/>
                <a:gd name="connsiteX55" fmla="*/ 632887 w 1015999"/>
                <a:gd name="connsiteY55" fmla="*/ 221150 h 739112"/>
                <a:gd name="connsiteX56" fmla="*/ 613565 w 1015999"/>
                <a:gd name="connsiteY56" fmla="*/ 361182 h 739112"/>
                <a:gd name="connsiteX57" fmla="*/ 624535 w 1015999"/>
                <a:gd name="connsiteY57" fmla="*/ 524648 h 739112"/>
                <a:gd name="connsiteX58" fmla="*/ 602720 w 1015999"/>
                <a:gd name="connsiteY58" fmla="*/ 663059 h 739112"/>
                <a:gd name="connsiteX59" fmla="*/ 552649 w 1015999"/>
                <a:gd name="connsiteY59" fmla="*/ 567281 h 739112"/>
                <a:gd name="connsiteX60" fmla="*/ 496014 w 1015999"/>
                <a:gd name="connsiteY60" fmla="*/ 506490 h 739112"/>
                <a:gd name="connsiteX61" fmla="*/ 490487 w 1015999"/>
                <a:gd name="connsiteY61" fmla="*/ 502002 h 739112"/>
                <a:gd name="connsiteX62" fmla="*/ 514131 w 1015999"/>
                <a:gd name="connsiteY62" fmla="*/ 380628 h 739112"/>
                <a:gd name="connsiteX63" fmla="*/ 544838 w 1015999"/>
                <a:gd name="connsiteY63" fmla="*/ 251359 h 739112"/>
                <a:gd name="connsiteX64" fmla="*/ 537483 w 1015999"/>
                <a:gd name="connsiteY64" fmla="*/ 133558 h 739112"/>
                <a:gd name="connsiteX65" fmla="*/ 512676 w 1015999"/>
                <a:gd name="connsiteY65" fmla="*/ 6989 h 739112"/>
                <a:gd name="connsiteX66" fmla="*/ 500397 w 1015999"/>
                <a:gd name="connsiteY66" fmla="*/ 331 h 73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015999" h="739112">
                  <a:moveTo>
                    <a:pt x="1015999" y="511394"/>
                  </a:moveTo>
                  <a:lnTo>
                    <a:pt x="985677" y="519813"/>
                  </a:lnTo>
                  <a:cubicBezTo>
                    <a:pt x="961005" y="524815"/>
                    <a:pt x="935513" y="526955"/>
                    <a:pt x="910041" y="529635"/>
                  </a:cubicBezTo>
                  <a:cubicBezTo>
                    <a:pt x="861799" y="534704"/>
                    <a:pt x="815426" y="544843"/>
                    <a:pt x="774040" y="571062"/>
                  </a:cubicBezTo>
                  <a:cubicBezTo>
                    <a:pt x="718193" y="606496"/>
                    <a:pt x="684552" y="660044"/>
                    <a:pt x="659337" y="718103"/>
                  </a:cubicBezTo>
                  <a:lnTo>
                    <a:pt x="651184" y="739112"/>
                  </a:lnTo>
                  <a:lnTo>
                    <a:pt x="726988" y="739112"/>
                  </a:lnTo>
                  <a:lnTo>
                    <a:pt x="732909" y="735458"/>
                  </a:lnTo>
                  <a:cubicBezTo>
                    <a:pt x="743790" y="730197"/>
                    <a:pt x="755633" y="726073"/>
                    <a:pt x="769013" y="723559"/>
                  </a:cubicBezTo>
                  <a:cubicBezTo>
                    <a:pt x="812933" y="715291"/>
                    <a:pt x="852657" y="710927"/>
                    <a:pt x="893420" y="691024"/>
                  </a:cubicBezTo>
                  <a:cubicBezTo>
                    <a:pt x="932646" y="671910"/>
                    <a:pt x="965929" y="644038"/>
                    <a:pt x="994683" y="611711"/>
                  </a:cubicBezTo>
                  <a:lnTo>
                    <a:pt x="1015999" y="581199"/>
                  </a:lnTo>
                  <a:close/>
                  <a:moveTo>
                    <a:pt x="500397" y="331"/>
                  </a:moveTo>
                  <a:cubicBezTo>
                    <a:pt x="495484" y="1495"/>
                    <a:pt x="491152" y="5660"/>
                    <a:pt x="491609" y="11685"/>
                  </a:cubicBezTo>
                  <a:cubicBezTo>
                    <a:pt x="498008" y="97116"/>
                    <a:pt x="445278" y="171994"/>
                    <a:pt x="441248" y="256428"/>
                  </a:cubicBezTo>
                  <a:cubicBezTo>
                    <a:pt x="439253" y="298188"/>
                    <a:pt x="444697" y="338577"/>
                    <a:pt x="450680" y="379755"/>
                  </a:cubicBezTo>
                  <a:cubicBezTo>
                    <a:pt x="456248" y="418108"/>
                    <a:pt x="471914" y="454757"/>
                    <a:pt x="477980" y="492320"/>
                  </a:cubicBezTo>
                  <a:cubicBezTo>
                    <a:pt x="472661" y="488332"/>
                    <a:pt x="467384" y="484342"/>
                    <a:pt x="462315" y="480063"/>
                  </a:cubicBezTo>
                  <a:cubicBezTo>
                    <a:pt x="455749" y="474536"/>
                    <a:pt x="446151" y="466018"/>
                    <a:pt x="441580" y="458954"/>
                  </a:cubicBezTo>
                  <a:cubicBezTo>
                    <a:pt x="437342" y="452347"/>
                    <a:pt x="434725" y="442250"/>
                    <a:pt x="431650" y="434895"/>
                  </a:cubicBezTo>
                  <a:cubicBezTo>
                    <a:pt x="427037" y="423884"/>
                    <a:pt x="422840" y="412665"/>
                    <a:pt x="418851" y="401404"/>
                  </a:cubicBezTo>
                  <a:cubicBezTo>
                    <a:pt x="410790" y="378758"/>
                    <a:pt x="403518" y="355821"/>
                    <a:pt x="395166" y="333258"/>
                  </a:cubicBezTo>
                  <a:cubicBezTo>
                    <a:pt x="379252" y="290210"/>
                    <a:pt x="354195" y="250278"/>
                    <a:pt x="326813" y="213671"/>
                  </a:cubicBezTo>
                  <a:cubicBezTo>
                    <a:pt x="299139" y="176648"/>
                    <a:pt x="265233" y="144112"/>
                    <a:pt x="229290" y="115233"/>
                  </a:cubicBezTo>
                  <a:cubicBezTo>
                    <a:pt x="192017" y="85316"/>
                    <a:pt x="141698" y="65495"/>
                    <a:pt x="120880" y="19953"/>
                  </a:cubicBezTo>
                  <a:cubicBezTo>
                    <a:pt x="116724" y="10895"/>
                    <a:pt x="101018" y="16754"/>
                    <a:pt x="104383" y="26228"/>
                  </a:cubicBezTo>
                  <a:cubicBezTo>
                    <a:pt x="111905" y="47544"/>
                    <a:pt x="110782" y="74595"/>
                    <a:pt x="114356" y="97241"/>
                  </a:cubicBezTo>
                  <a:cubicBezTo>
                    <a:pt x="118221" y="121590"/>
                    <a:pt x="125700" y="145608"/>
                    <a:pt x="134010" y="168752"/>
                  </a:cubicBezTo>
                  <a:cubicBezTo>
                    <a:pt x="149343" y="211510"/>
                    <a:pt x="172197" y="252439"/>
                    <a:pt x="199621" y="288589"/>
                  </a:cubicBezTo>
                  <a:cubicBezTo>
                    <a:pt x="226423" y="323909"/>
                    <a:pt x="257171" y="355157"/>
                    <a:pt x="293156" y="381168"/>
                  </a:cubicBezTo>
                  <a:cubicBezTo>
                    <a:pt x="330926" y="408510"/>
                    <a:pt x="372936" y="429410"/>
                    <a:pt x="410417" y="457292"/>
                  </a:cubicBezTo>
                  <a:cubicBezTo>
                    <a:pt x="445570" y="483428"/>
                    <a:pt x="481720" y="511102"/>
                    <a:pt x="511679" y="543139"/>
                  </a:cubicBezTo>
                  <a:cubicBezTo>
                    <a:pt x="528466" y="561090"/>
                    <a:pt x="543965" y="581325"/>
                    <a:pt x="556763" y="602310"/>
                  </a:cubicBezTo>
                  <a:cubicBezTo>
                    <a:pt x="574008" y="630607"/>
                    <a:pt x="586141" y="661356"/>
                    <a:pt x="596196" y="692852"/>
                  </a:cubicBezTo>
                  <a:cubicBezTo>
                    <a:pt x="594659" y="692229"/>
                    <a:pt x="593163" y="691522"/>
                    <a:pt x="591626" y="690857"/>
                  </a:cubicBezTo>
                  <a:cubicBezTo>
                    <a:pt x="556722" y="660898"/>
                    <a:pt x="516790" y="634471"/>
                    <a:pt x="480266" y="607628"/>
                  </a:cubicBezTo>
                  <a:cubicBezTo>
                    <a:pt x="435057" y="574428"/>
                    <a:pt x="390679" y="540023"/>
                    <a:pt x="339486" y="516379"/>
                  </a:cubicBezTo>
                  <a:cubicBezTo>
                    <a:pt x="293322" y="495063"/>
                    <a:pt x="244123" y="488788"/>
                    <a:pt x="193763" y="487958"/>
                  </a:cubicBezTo>
                  <a:cubicBezTo>
                    <a:pt x="166296" y="487500"/>
                    <a:pt x="138747" y="488539"/>
                    <a:pt x="111281" y="488622"/>
                  </a:cubicBezTo>
                  <a:cubicBezTo>
                    <a:pt x="77748" y="488747"/>
                    <a:pt x="45379" y="480478"/>
                    <a:pt x="12844" y="473414"/>
                  </a:cubicBezTo>
                  <a:cubicBezTo>
                    <a:pt x="-370" y="470547"/>
                    <a:pt x="-5149" y="488124"/>
                    <a:pt x="6985" y="493235"/>
                  </a:cubicBezTo>
                  <a:cubicBezTo>
                    <a:pt x="106170" y="534787"/>
                    <a:pt x="172363" y="627574"/>
                    <a:pt x="272836" y="666965"/>
                  </a:cubicBezTo>
                  <a:cubicBezTo>
                    <a:pt x="323738" y="686952"/>
                    <a:pt x="377382" y="681550"/>
                    <a:pt x="430445" y="676480"/>
                  </a:cubicBezTo>
                  <a:cubicBezTo>
                    <a:pt x="459780" y="673696"/>
                    <a:pt x="488950" y="672907"/>
                    <a:pt x="517912" y="679098"/>
                  </a:cubicBezTo>
                  <a:cubicBezTo>
                    <a:pt x="546251" y="685165"/>
                    <a:pt x="571057" y="702035"/>
                    <a:pt x="598399" y="711467"/>
                  </a:cubicBezTo>
                  <a:cubicBezTo>
                    <a:pt x="599936" y="712672"/>
                    <a:pt x="601473" y="713919"/>
                    <a:pt x="603011" y="715207"/>
                  </a:cubicBezTo>
                  <a:lnTo>
                    <a:pt x="609525" y="739112"/>
                  </a:lnTo>
                  <a:lnTo>
                    <a:pt x="626394" y="739112"/>
                  </a:lnTo>
                  <a:lnTo>
                    <a:pt x="622208" y="723227"/>
                  </a:lnTo>
                  <a:cubicBezTo>
                    <a:pt x="619175" y="712299"/>
                    <a:pt x="615934" y="701495"/>
                    <a:pt x="612443" y="690774"/>
                  </a:cubicBezTo>
                  <a:cubicBezTo>
                    <a:pt x="638787" y="637546"/>
                    <a:pt x="686406" y="600357"/>
                    <a:pt x="720687" y="552571"/>
                  </a:cubicBezTo>
                  <a:cubicBezTo>
                    <a:pt x="752391" y="508401"/>
                    <a:pt x="766187" y="452763"/>
                    <a:pt x="777905" y="400615"/>
                  </a:cubicBezTo>
                  <a:cubicBezTo>
                    <a:pt x="788376" y="354117"/>
                    <a:pt x="795107" y="308036"/>
                    <a:pt x="787379" y="260541"/>
                  </a:cubicBezTo>
                  <a:cubicBezTo>
                    <a:pt x="777531" y="200207"/>
                    <a:pt x="735604" y="150761"/>
                    <a:pt x="723471" y="90593"/>
                  </a:cubicBezTo>
                  <a:cubicBezTo>
                    <a:pt x="721934" y="82947"/>
                    <a:pt x="711587" y="81908"/>
                    <a:pt x="707681" y="88099"/>
                  </a:cubicBezTo>
                  <a:cubicBezTo>
                    <a:pt x="680547" y="130982"/>
                    <a:pt x="651170" y="173531"/>
                    <a:pt x="632887" y="221150"/>
                  </a:cubicBezTo>
                  <a:cubicBezTo>
                    <a:pt x="615892" y="265403"/>
                    <a:pt x="610116" y="314144"/>
                    <a:pt x="613565" y="361182"/>
                  </a:cubicBezTo>
                  <a:cubicBezTo>
                    <a:pt x="617555" y="415864"/>
                    <a:pt x="626779" y="469632"/>
                    <a:pt x="624535" y="524648"/>
                  </a:cubicBezTo>
                  <a:cubicBezTo>
                    <a:pt x="622624" y="571602"/>
                    <a:pt x="609659" y="616853"/>
                    <a:pt x="602720" y="663059"/>
                  </a:cubicBezTo>
                  <a:cubicBezTo>
                    <a:pt x="589964" y="629360"/>
                    <a:pt x="574008" y="597198"/>
                    <a:pt x="552649" y="567281"/>
                  </a:cubicBezTo>
                  <a:cubicBezTo>
                    <a:pt x="536485" y="544635"/>
                    <a:pt x="517080" y="524565"/>
                    <a:pt x="496014" y="506490"/>
                  </a:cubicBezTo>
                  <a:cubicBezTo>
                    <a:pt x="494227" y="504952"/>
                    <a:pt x="492358" y="503498"/>
                    <a:pt x="490487" y="502002"/>
                  </a:cubicBezTo>
                  <a:cubicBezTo>
                    <a:pt x="496471" y="490368"/>
                    <a:pt x="506693" y="415573"/>
                    <a:pt x="514131" y="380628"/>
                  </a:cubicBezTo>
                  <a:cubicBezTo>
                    <a:pt x="523355" y="337289"/>
                    <a:pt x="539020" y="295404"/>
                    <a:pt x="544838" y="251359"/>
                  </a:cubicBezTo>
                  <a:cubicBezTo>
                    <a:pt x="549990" y="212383"/>
                    <a:pt x="542885" y="172118"/>
                    <a:pt x="537483" y="133558"/>
                  </a:cubicBezTo>
                  <a:cubicBezTo>
                    <a:pt x="531499" y="90759"/>
                    <a:pt x="525516" y="48334"/>
                    <a:pt x="512676" y="6989"/>
                  </a:cubicBezTo>
                  <a:cubicBezTo>
                    <a:pt x="510806" y="1006"/>
                    <a:pt x="505311" y="-834"/>
                    <a:pt x="500397" y="331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2.xml"/><Relationship Id="rId9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2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slideLayout" Target="../slideLayouts/slideLayout5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18" Type="http://schemas.openxmlformats.org/officeDocument/2006/relationships/tags" Target="../tags/tag56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openxmlformats.org/officeDocument/2006/relationships/tags" Target="../tags/tag55.xml"/><Relationship Id="rId2" Type="http://schemas.openxmlformats.org/officeDocument/2006/relationships/tags" Target="../tags/tag40.xml"/><Relationship Id="rId16" Type="http://schemas.openxmlformats.org/officeDocument/2006/relationships/tags" Target="../tags/tag54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5" Type="http://schemas.openxmlformats.org/officeDocument/2006/relationships/tags" Target="../tags/tag43.xml"/><Relationship Id="rId15" Type="http://schemas.openxmlformats.org/officeDocument/2006/relationships/tags" Target="../tags/tag53.xml"/><Relationship Id="rId10" Type="http://schemas.openxmlformats.org/officeDocument/2006/relationships/tags" Target="../tags/tag48.xml"/><Relationship Id="rId19" Type="http://schemas.openxmlformats.org/officeDocument/2006/relationships/slideLayout" Target="../slideLayouts/slideLayout5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26" Type="http://schemas.openxmlformats.org/officeDocument/2006/relationships/tags" Target="../tags/tag82.xml"/><Relationship Id="rId3" Type="http://schemas.openxmlformats.org/officeDocument/2006/relationships/tags" Target="../tags/tag59.xml"/><Relationship Id="rId21" Type="http://schemas.openxmlformats.org/officeDocument/2006/relationships/tags" Target="../tags/tag77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5" Type="http://schemas.openxmlformats.org/officeDocument/2006/relationships/tags" Target="../tags/tag81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tags" Target="../tags/tag76.xml"/><Relationship Id="rId29" Type="http://schemas.openxmlformats.org/officeDocument/2006/relationships/slideLayout" Target="../slideLayouts/slideLayout5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24" Type="http://schemas.openxmlformats.org/officeDocument/2006/relationships/tags" Target="../tags/tag80.xml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23" Type="http://schemas.openxmlformats.org/officeDocument/2006/relationships/tags" Target="../tags/tag79.xml"/><Relationship Id="rId28" Type="http://schemas.openxmlformats.org/officeDocument/2006/relationships/tags" Target="../tags/tag84.xml"/><Relationship Id="rId10" Type="http://schemas.openxmlformats.org/officeDocument/2006/relationships/tags" Target="../tags/tag66.xml"/><Relationship Id="rId19" Type="http://schemas.openxmlformats.org/officeDocument/2006/relationships/tags" Target="../tags/tag75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Relationship Id="rId22" Type="http://schemas.openxmlformats.org/officeDocument/2006/relationships/tags" Target="../tags/tag78.xml"/><Relationship Id="rId27" Type="http://schemas.openxmlformats.org/officeDocument/2006/relationships/tags" Target="../tags/tag8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tags" Target="../tags/tag97.xml"/><Relationship Id="rId18" Type="http://schemas.openxmlformats.org/officeDocument/2006/relationships/tags" Target="../tags/tag102.xml"/><Relationship Id="rId3" Type="http://schemas.openxmlformats.org/officeDocument/2006/relationships/tags" Target="../tags/tag87.xml"/><Relationship Id="rId21" Type="http://schemas.openxmlformats.org/officeDocument/2006/relationships/tags" Target="../tags/tag105.xml"/><Relationship Id="rId7" Type="http://schemas.openxmlformats.org/officeDocument/2006/relationships/tags" Target="../tags/tag91.xml"/><Relationship Id="rId12" Type="http://schemas.openxmlformats.org/officeDocument/2006/relationships/tags" Target="../tags/tag96.xml"/><Relationship Id="rId17" Type="http://schemas.openxmlformats.org/officeDocument/2006/relationships/tags" Target="../tags/tag101.xml"/><Relationship Id="rId2" Type="http://schemas.openxmlformats.org/officeDocument/2006/relationships/tags" Target="../tags/tag86.xml"/><Relationship Id="rId16" Type="http://schemas.openxmlformats.org/officeDocument/2006/relationships/tags" Target="../tags/tag100.xml"/><Relationship Id="rId20" Type="http://schemas.openxmlformats.org/officeDocument/2006/relationships/tags" Target="../tags/tag104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5" Type="http://schemas.openxmlformats.org/officeDocument/2006/relationships/tags" Target="../tags/tag89.xml"/><Relationship Id="rId15" Type="http://schemas.openxmlformats.org/officeDocument/2006/relationships/tags" Target="../tags/tag99.xml"/><Relationship Id="rId23" Type="http://schemas.openxmlformats.org/officeDocument/2006/relationships/slideLayout" Target="../slideLayouts/slideLayout5.xml"/><Relationship Id="rId10" Type="http://schemas.openxmlformats.org/officeDocument/2006/relationships/tags" Target="../tags/tag94.xml"/><Relationship Id="rId19" Type="http://schemas.openxmlformats.org/officeDocument/2006/relationships/tags" Target="../tags/tag103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tags" Target="../tags/tag98.xml"/><Relationship Id="rId22" Type="http://schemas.openxmlformats.org/officeDocument/2006/relationships/tags" Target="../tags/tag10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13" Type="http://schemas.openxmlformats.org/officeDocument/2006/relationships/tags" Target="../tags/tag119.xml"/><Relationship Id="rId18" Type="http://schemas.openxmlformats.org/officeDocument/2006/relationships/tags" Target="../tags/tag124.xml"/><Relationship Id="rId26" Type="http://schemas.openxmlformats.org/officeDocument/2006/relationships/tags" Target="../tags/tag132.xml"/><Relationship Id="rId3" Type="http://schemas.openxmlformats.org/officeDocument/2006/relationships/tags" Target="../tags/tag109.xml"/><Relationship Id="rId21" Type="http://schemas.openxmlformats.org/officeDocument/2006/relationships/tags" Target="../tags/tag127.xml"/><Relationship Id="rId7" Type="http://schemas.openxmlformats.org/officeDocument/2006/relationships/tags" Target="../tags/tag113.xml"/><Relationship Id="rId12" Type="http://schemas.openxmlformats.org/officeDocument/2006/relationships/tags" Target="../tags/tag118.xml"/><Relationship Id="rId17" Type="http://schemas.openxmlformats.org/officeDocument/2006/relationships/tags" Target="../tags/tag123.xml"/><Relationship Id="rId25" Type="http://schemas.openxmlformats.org/officeDocument/2006/relationships/tags" Target="../tags/tag131.xml"/><Relationship Id="rId2" Type="http://schemas.openxmlformats.org/officeDocument/2006/relationships/tags" Target="../tags/tag108.xml"/><Relationship Id="rId16" Type="http://schemas.openxmlformats.org/officeDocument/2006/relationships/tags" Target="../tags/tag122.xml"/><Relationship Id="rId20" Type="http://schemas.openxmlformats.org/officeDocument/2006/relationships/tags" Target="../tags/tag126.xml"/><Relationship Id="rId29" Type="http://schemas.openxmlformats.org/officeDocument/2006/relationships/tags" Target="../tags/tag135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tags" Target="../tags/tag117.xml"/><Relationship Id="rId24" Type="http://schemas.openxmlformats.org/officeDocument/2006/relationships/tags" Target="../tags/tag130.xml"/><Relationship Id="rId5" Type="http://schemas.openxmlformats.org/officeDocument/2006/relationships/tags" Target="../tags/tag111.xml"/><Relationship Id="rId15" Type="http://schemas.openxmlformats.org/officeDocument/2006/relationships/tags" Target="../tags/tag121.xml"/><Relationship Id="rId23" Type="http://schemas.openxmlformats.org/officeDocument/2006/relationships/tags" Target="../tags/tag129.xml"/><Relationship Id="rId28" Type="http://schemas.openxmlformats.org/officeDocument/2006/relationships/tags" Target="../tags/tag134.xml"/><Relationship Id="rId10" Type="http://schemas.openxmlformats.org/officeDocument/2006/relationships/tags" Target="../tags/tag116.xml"/><Relationship Id="rId19" Type="http://schemas.openxmlformats.org/officeDocument/2006/relationships/tags" Target="../tags/tag125.xml"/><Relationship Id="rId4" Type="http://schemas.openxmlformats.org/officeDocument/2006/relationships/tags" Target="../tags/tag110.xml"/><Relationship Id="rId9" Type="http://schemas.openxmlformats.org/officeDocument/2006/relationships/tags" Target="../tags/tag115.xml"/><Relationship Id="rId14" Type="http://schemas.openxmlformats.org/officeDocument/2006/relationships/tags" Target="../tags/tag120.xml"/><Relationship Id="rId22" Type="http://schemas.openxmlformats.org/officeDocument/2006/relationships/tags" Target="../tags/tag128.xml"/><Relationship Id="rId27" Type="http://schemas.openxmlformats.org/officeDocument/2006/relationships/tags" Target="../tags/tag133.xml"/><Relationship Id="rId30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3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tags" Target="../tags/tag160.xml"/><Relationship Id="rId18" Type="http://schemas.openxmlformats.org/officeDocument/2006/relationships/tags" Target="../tags/tag165.xml"/><Relationship Id="rId26" Type="http://schemas.openxmlformats.org/officeDocument/2006/relationships/tags" Target="../tags/tag173.xml"/><Relationship Id="rId39" Type="http://schemas.openxmlformats.org/officeDocument/2006/relationships/tags" Target="../tags/tag186.xml"/><Relationship Id="rId21" Type="http://schemas.openxmlformats.org/officeDocument/2006/relationships/tags" Target="../tags/tag168.xml"/><Relationship Id="rId34" Type="http://schemas.openxmlformats.org/officeDocument/2006/relationships/tags" Target="../tags/tag181.xml"/><Relationship Id="rId42" Type="http://schemas.openxmlformats.org/officeDocument/2006/relationships/tags" Target="../tags/tag189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6" Type="http://schemas.openxmlformats.org/officeDocument/2006/relationships/tags" Target="../tags/tag163.xml"/><Relationship Id="rId20" Type="http://schemas.openxmlformats.org/officeDocument/2006/relationships/tags" Target="../tags/tag167.xml"/><Relationship Id="rId29" Type="http://schemas.openxmlformats.org/officeDocument/2006/relationships/tags" Target="../tags/tag176.xml"/><Relationship Id="rId41" Type="http://schemas.openxmlformats.org/officeDocument/2006/relationships/tags" Target="../tags/tag188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24" Type="http://schemas.openxmlformats.org/officeDocument/2006/relationships/tags" Target="../tags/tag171.xml"/><Relationship Id="rId32" Type="http://schemas.openxmlformats.org/officeDocument/2006/relationships/tags" Target="../tags/tag179.xml"/><Relationship Id="rId37" Type="http://schemas.openxmlformats.org/officeDocument/2006/relationships/tags" Target="../tags/tag184.xml"/><Relationship Id="rId40" Type="http://schemas.openxmlformats.org/officeDocument/2006/relationships/tags" Target="../tags/tag187.xml"/><Relationship Id="rId5" Type="http://schemas.openxmlformats.org/officeDocument/2006/relationships/tags" Target="../tags/tag152.xml"/><Relationship Id="rId15" Type="http://schemas.openxmlformats.org/officeDocument/2006/relationships/tags" Target="../tags/tag162.xml"/><Relationship Id="rId23" Type="http://schemas.openxmlformats.org/officeDocument/2006/relationships/tags" Target="../tags/tag170.xml"/><Relationship Id="rId28" Type="http://schemas.openxmlformats.org/officeDocument/2006/relationships/tags" Target="../tags/tag175.xml"/><Relationship Id="rId36" Type="http://schemas.openxmlformats.org/officeDocument/2006/relationships/tags" Target="../tags/tag183.xml"/><Relationship Id="rId10" Type="http://schemas.openxmlformats.org/officeDocument/2006/relationships/tags" Target="../tags/tag157.xml"/><Relationship Id="rId19" Type="http://schemas.openxmlformats.org/officeDocument/2006/relationships/tags" Target="../tags/tag166.xml"/><Relationship Id="rId31" Type="http://schemas.openxmlformats.org/officeDocument/2006/relationships/tags" Target="../tags/tag178.xml"/><Relationship Id="rId44" Type="http://schemas.openxmlformats.org/officeDocument/2006/relationships/image" Target="../media/image13.jpeg"/><Relationship Id="rId4" Type="http://schemas.openxmlformats.org/officeDocument/2006/relationships/tags" Target="../tags/tag151.xml"/><Relationship Id="rId9" Type="http://schemas.openxmlformats.org/officeDocument/2006/relationships/tags" Target="../tags/tag156.xml"/><Relationship Id="rId14" Type="http://schemas.openxmlformats.org/officeDocument/2006/relationships/tags" Target="../tags/tag161.xml"/><Relationship Id="rId22" Type="http://schemas.openxmlformats.org/officeDocument/2006/relationships/tags" Target="../tags/tag169.xml"/><Relationship Id="rId27" Type="http://schemas.openxmlformats.org/officeDocument/2006/relationships/tags" Target="../tags/tag174.xml"/><Relationship Id="rId30" Type="http://schemas.openxmlformats.org/officeDocument/2006/relationships/tags" Target="../tags/tag177.xml"/><Relationship Id="rId35" Type="http://schemas.openxmlformats.org/officeDocument/2006/relationships/tags" Target="../tags/tag182.xml"/><Relationship Id="rId43" Type="http://schemas.openxmlformats.org/officeDocument/2006/relationships/slideLayout" Target="../slideLayouts/slideLayout5.xml"/><Relationship Id="rId8" Type="http://schemas.openxmlformats.org/officeDocument/2006/relationships/tags" Target="../tags/tag155.xml"/><Relationship Id="rId3" Type="http://schemas.openxmlformats.org/officeDocument/2006/relationships/tags" Target="../tags/tag150.xml"/><Relationship Id="rId12" Type="http://schemas.openxmlformats.org/officeDocument/2006/relationships/tags" Target="../tags/tag159.xml"/><Relationship Id="rId17" Type="http://schemas.openxmlformats.org/officeDocument/2006/relationships/tags" Target="../tags/tag164.xml"/><Relationship Id="rId25" Type="http://schemas.openxmlformats.org/officeDocument/2006/relationships/tags" Target="../tags/tag172.xml"/><Relationship Id="rId33" Type="http://schemas.openxmlformats.org/officeDocument/2006/relationships/tags" Target="../tags/tag180.xml"/><Relationship Id="rId38" Type="http://schemas.openxmlformats.org/officeDocument/2006/relationships/tags" Target="../tags/tag18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9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9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20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20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208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2548505" y="1184275"/>
            <a:ext cx="7094991" cy="2117272"/>
          </a:xfrm>
        </p:spPr>
        <p:txBody>
          <a:bodyPr>
            <a:normAutofit/>
          </a:bodyPr>
          <a:lstStyle/>
          <a:p>
            <a:r>
              <a:rPr lang="en-US" altLang="zh-CN" sz="4800" dirty="0">
                <a:solidFill>
                  <a:schemeClr val="accent1">
                    <a:lumMod val="50000"/>
                  </a:schemeClr>
                </a:solidFill>
              </a:rPr>
              <a:t>{title}</a:t>
            </a:r>
            <a:endParaRPr lang="en-US" sz="4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192463" y="3644447"/>
            <a:ext cx="5807075" cy="620713"/>
          </a:xfrm>
        </p:spPr>
        <p:txBody>
          <a:bodyPr/>
          <a:lstStyle/>
          <a:p>
            <a:r>
              <a:rPr lang="en-US" altLang="zh-CN" dirty="0"/>
              <a:t>{subtitle}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537323"/>
            <a:ext cx="5705470" cy="342899"/>
          </a:xfrm>
        </p:spPr>
        <p:txBody>
          <a:bodyPr/>
          <a:lstStyle/>
          <a:p>
            <a:r>
              <a:rPr lang="en-US" altLang="zh-CN" dirty="0"/>
              <a:t>{author}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194424"/>
            <a:ext cx="5705470" cy="342899"/>
          </a:xfrm>
        </p:spPr>
        <p:txBody>
          <a:bodyPr/>
          <a:lstStyle/>
          <a:p>
            <a:r>
              <a:rPr lang="en-US" altLang="zh-CN" dirty="0"/>
              <a:t>{company}</a:t>
            </a:r>
            <a:r>
              <a:rPr lang="en-US" dirty="0"/>
              <a:t> </a:t>
            </a:r>
            <a:r>
              <a:rPr lang="en-US" altLang="zh-CN" dirty="0"/>
              <a:t>- {department}</a:t>
            </a:r>
            <a:endParaRPr lang="en-US" dirty="0"/>
          </a:p>
        </p:txBody>
      </p:sp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9120" y="6505120"/>
            <a:ext cx="352880" cy="35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964781" y="1622003"/>
            <a:ext cx="6262439" cy="1860430"/>
          </a:xfrm>
        </p:spPr>
        <p:txBody>
          <a:bodyPr/>
          <a:lstStyle/>
          <a:p>
            <a:r>
              <a:rPr lang="zh-CN" altLang="en-US" sz="2800" dirty="0"/>
              <a:t>{chapterTitle}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2964781" y="3482434"/>
            <a:ext cx="6262439" cy="2026551"/>
          </a:xfrm>
        </p:spPr>
        <p:txBody>
          <a:bodyPr/>
          <a:lstStyle/>
          <a:p>
            <a:r>
              <a:rPr lang="zh-CN" altLang="en-US" sz="2000" dirty="0"/>
              <a:t>{chapterSubTitle}</a:t>
            </a:r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>
            <p:custDataLst>
              <p:tags r:id="rId1"/>
            </p:custDataLst>
          </p:nvPr>
        </p:nvGrpSpPr>
        <p:grpSpPr>
          <a:xfrm>
            <a:off x="-1" y="26291"/>
            <a:ext cx="12192001" cy="6831709"/>
            <a:chOff x="-1" y="26291"/>
            <a:chExt cx="12192001" cy="6831709"/>
          </a:xfrm>
        </p:grpSpPr>
        <p:grpSp>
          <p:nvGrpSpPr>
            <p:cNvPr id="35" name="组合 34"/>
            <p:cNvGrpSpPr/>
            <p:nvPr/>
          </p:nvGrpSpPr>
          <p:grpSpPr>
            <a:xfrm flipH="1">
              <a:off x="-1" y="26291"/>
              <a:ext cx="12192001" cy="6831709"/>
              <a:chOff x="-1" y="26291"/>
              <a:chExt cx="12192001" cy="6831709"/>
            </a:xfrm>
          </p:grpSpPr>
          <p:sp>
            <p:nvSpPr>
              <p:cNvPr id="36" name="任意多边形: 形状 35"/>
              <p:cNvSpPr/>
              <p:nvPr userDrawn="1"/>
            </p:nvSpPr>
            <p:spPr>
              <a:xfrm flipH="1" flipV="1">
                <a:off x="-1" y="5573488"/>
                <a:ext cx="1118294" cy="1284512"/>
              </a:xfrm>
              <a:custGeom>
                <a:avLst/>
                <a:gdLst>
                  <a:gd name="connsiteX0" fmla="*/ 1307581 w 1413600"/>
                  <a:gd name="connsiteY0" fmla="*/ 1638010 h 1638300"/>
                  <a:gd name="connsiteX1" fmla="*/ 1387184 w 1413600"/>
                  <a:gd name="connsiteY1" fmla="*/ 1629077 h 1638300"/>
                  <a:gd name="connsiteX2" fmla="*/ 1413600 w 1413600"/>
                  <a:gd name="connsiteY2" fmla="*/ 1622665 h 1638300"/>
                  <a:gd name="connsiteX3" fmla="*/ 1413600 w 1413600"/>
                  <a:gd name="connsiteY3" fmla="*/ 0 h 1638300"/>
                  <a:gd name="connsiteX4" fmla="*/ 0 w 1413600"/>
                  <a:gd name="connsiteY4" fmla="*/ 0 h 1638300"/>
                  <a:gd name="connsiteX5" fmla="*/ 45049 w 1413600"/>
                  <a:gd name="connsiteY5" fmla="*/ 37022 h 1638300"/>
                  <a:gd name="connsiteX6" fmla="*/ 319157 w 1413600"/>
                  <a:gd name="connsiteY6" fmla="*/ 136752 h 1638300"/>
                  <a:gd name="connsiteX7" fmla="*/ 688943 w 1413600"/>
                  <a:gd name="connsiteY7" fmla="*/ 326478 h 1638300"/>
                  <a:gd name="connsiteX8" fmla="*/ 699962 w 1413600"/>
                  <a:gd name="connsiteY8" fmla="*/ 705787 h 1638300"/>
                  <a:gd name="connsiteX9" fmla="*/ 992210 w 1413600"/>
                  <a:gd name="connsiteY9" fmla="*/ 910997 h 1638300"/>
                  <a:gd name="connsiteX10" fmla="*/ 932815 w 1413600"/>
                  <a:gd name="connsiteY10" fmla="*/ 1332198 h 1638300"/>
                  <a:gd name="connsiteX11" fmla="*/ 1307581 w 1413600"/>
                  <a:gd name="connsiteY11" fmla="*/ 163801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13600" h="1638300">
                    <a:moveTo>
                      <a:pt x="1307581" y="1638010"/>
                    </a:moveTo>
                    <a:cubicBezTo>
                      <a:pt x="1334228" y="1637108"/>
                      <a:pt x="1360934" y="1634114"/>
                      <a:pt x="1387184" y="1629077"/>
                    </a:cubicBezTo>
                    <a:lnTo>
                      <a:pt x="1413600" y="1622665"/>
                    </a:lnTo>
                    <a:lnTo>
                      <a:pt x="1413600" y="0"/>
                    </a:lnTo>
                    <a:lnTo>
                      <a:pt x="0" y="0"/>
                    </a:lnTo>
                    <a:lnTo>
                      <a:pt x="45049" y="37022"/>
                    </a:lnTo>
                    <a:cubicBezTo>
                      <a:pt x="126243" y="88549"/>
                      <a:pt x="227652" y="115833"/>
                      <a:pt x="319157" y="136752"/>
                    </a:cubicBezTo>
                    <a:cubicBezTo>
                      <a:pt x="441461" y="164728"/>
                      <a:pt x="656787" y="173800"/>
                      <a:pt x="688943" y="326478"/>
                    </a:cubicBezTo>
                    <a:cubicBezTo>
                      <a:pt x="715636" y="453318"/>
                      <a:pt x="627886" y="583174"/>
                      <a:pt x="699962" y="705787"/>
                    </a:cubicBezTo>
                    <a:cubicBezTo>
                      <a:pt x="765745" y="817666"/>
                      <a:pt x="927282" y="810755"/>
                      <a:pt x="992210" y="910997"/>
                    </a:cubicBezTo>
                    <a:cubicBezTo>
                      <a:pt x="1060700" y="1016725"/>
                      <a:pt x="930321" y="1213837"/>
                      <a:pt x="932815" y="1332198"/>
                    </a:cubicBezTo>
                    <a:cubicBezTo>
                      <a:pt x="937356" y="1548089"/>
                      <a:pt x="1121046" y="1644320"/>
                      <a:pt x="1307581" y="16380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9886449" y="26291"/>
                <a:ext cx="2305551" cy="1207423"/>
              </a:xfrm>
              <a:custGeom>
                <a:avLst/>
                <a:gdLst>
                  <a:gd name="connsiteX0" fmla="*/ 2327548 w 2327548"/>
                  <a:gd name="connsiteY0" fmla="*/ 379583 h 1218943"/>
                  <a:gd name="connsiteX1" fmla="*/ 2327548 w 2327548"/>
                  <a:gd name="connsiteY1" fmla="*/ 493956 h 1218943"/>
                  <a:gd name="connsiteX2" fmla="*/ 2297176 w 2327548"/>
                  <a:gd name="connsiteY2" fmla="*/ 550647 h 1218943"/>
                  <a:gd name="connsiteX3" fmla="*/ 2265717 w 2327548"/>
                  <a:gd name="connsiteY3" fmla="*/ 664310 h 1218943"/>
                  <a:gd name="connsiteX4" fmla="*/ 2283857 w 2327548"/>
                  <a:gd name="connsiteY4" fmla="*/ 713006 h 1218943"/>
                  <a:gd name="connsiteX5" fmla="*/ 2294042 w 2327548"/>
                  <a:gd name="connsiteY5" fmla="*/ 789424 h 1218943"/>
                  <a:gd name="connsiteX6" fmla="*/ 2209186 w 2327548"/>
                  <a:gd name="connsiteY6" fmla="*/ 968297 h 1218943"/>
                  <a:gd name="connsiteX7" fmla="*/ 2062918 w 2327548"/>
                  <a:gd name="connsiteY7" fmla="*/ 1073041 h 1218943"/>
                  <a:gd name="connsiteX8" fmla="*/ 2045380 w 2327548"/>
                  <a:gd name="connsiteY8" fmla="*/ 1053996 h 1218943"/>
                  <a:gd name="connsiteX9" fmla="*/ 2127042 w 2327548"/>
                  <a:gd name="connsiteY9" fmla="*/ 828297 h 1218943"/>
                  <a:gd name="connsiteX10" fmla="*/ 2155669 w 2327548"/>
                  <a:gd name="connsiteY10" fmla="*/ 618990 h 1218943"/>
                  <a:gd name="connsiteX11" fmla="*/ 2279108 w 2327548"/>
                  <a:gd name="connsiteY11" fmla="*/ 426479 h 1218943"/>
                  <a:gd name="connsiteX12" fmla="*/ 1387046 w 2327548"/>
                  <a:gd name="connsiteY12" fmla="*/ 47461 h 1218943"/>
                  <a:gd name="connsiteX13" fmla="*/ 1706801 w 2327548"/>
                  <a:gd name="connsiteY13" fmla="*/ 219721 h 1218943"/>
                  <a:gd name="connsiteX14" fmla="*/ 1828781 w 2327548"/>
                  <a:gd name="connsiteY14" fmla="*/ 297707 h 1218943"/>
                  <a:gd name="connsiteX15" fmla="*/ 1955463 w 2327548"/>
                  <a:gd name="connsiteY15" fmla="*/ 301744 h 1218943"/>
                  <a:gd name="connsiteX16" fmla="*/ 2057374 w 2327548"/>
                  <a:gd name="connsiteY16" fmla="*/ 337965 h 1218943"/>
                  <a:gd name="connsiteX17" fmla="*/ 2057494 w 2327548"/>
                  <a:gd name="connsiteY17" fmla="*/ 338206 h 1218943"/>
                  <a:gd name="connsiteX18" fmla="*/ 2167662 w 2327548"/>
                  <a:gd name="connsiteY18" fmla="*/ 402571 h 1218943"/>
                  <a:gd name="connsiteX19" fmla="*/ 2171338 w 2327548"/>
                  <a:gd name="connsiteY19" fmla="*/ 404319 h 1218943"/>
                  <a:gd name="connsiteX20" fmla="*/ 2185561 w 2327548"/>
                  <a:gd name="connsiteY20" fmla="*/ 399980 h 1218943"/>
                  <a:gd name="connsiteX21" fmla="*/ 2191046 w 2327548"/>
                  <a:gd name="connsiteY21" fmla="*/ 399919 h 1218943"/>
                  <a:gd name="connsiteX22" fmla="*/ 2327548 w 2327548"/>
                  <a:gd name="connsiteY22" fmla="*/ 350872 h 1218943"/>
                  <a:gd name="connsiteX23" fmla="*/ 2327548 w 2327548"/>
                  <a:gd name="connsiteY23" fmla="*/ 373761 h 1218943"/>
                  <a:gd name="connsiteX24" fmla="*/ 2130598 w 2327548"/>
                  <a:gd name="connsiteY24" fmla="*/ 443553 h 1218943"/>
                  <a:gd name="connsiteX25" fmla="*/ 2088471 w 2327548"/>
                  <a:gd name="connsiteY25" fmla="*/ 554986 h 1218943"/>
                  <a:gd name="connsiteX26" fmla="*/ 2016573 w 2327548"/>
                  <a:gd name="connsiteY26" fmla="*/ 656897 h 1218943"/>
                  <a:gd name="connsiteX27" fmla="*/ 1956969 w 2327548"/>
                  <a:gd name="connsiteY27" fmla="*/ 862347 h 1218943"/>
                  <a:gd name="connsiteX28" fmla="*/ 1940275 w 2327548"/>
                  <a:gd name="connsiteY28" fmla="*/ 987823 h 1218943"/>
                  <a:gd name="connsiteX29" fmla="*/ 1555772 w 2327548"/>
                  <a:gd name="connsiteY29" fmla="*/ 1218103 h 1218943"/>
                  <a:gd name="connsiteX30" fmla="*/ 1540284 w 2327548"/>
                  <a:gd name="connsiteY30" fmla="*/ 1196166 h 1218943"/>
                  <a:gd name="connsiteX31" fmla="*/ 1591571 w 2327548"/>
                  <a:gd name="connsiteY31" fmla="*/ 1150182 h 1218943"/>
                  <a:gd name="connsiteX32" fmla="*/ 1638097 w 2327548"/>
                  <a:gd name="connsiteY32" fmla="*/ 1073824 h 1218943"/>
                  <a:gd name="connsiteX33" fmla="*/ 1713732 w 2327548"/>
                  <a:gd name="connsiteY33" fmla="*/ 985654 h 1218943"/>
                  <a:gd name="connsiteX34" fmla="*/ 1793706 w 2327548"/>
                  <a:gd name="connsiteY34" fmla="*/ 841495 h 1218943"/>
                  <a:gd name="connsiteX35" fmla="*/ 1820344 w 2327548"/>
                  <a:gd name="connsiteY35" fmla="*/ 722528 h 1218943"/>
                  <a:gd name="connsiteX36" fmla="*/ 1987705 w 2327548"/>
                  <a:gd name="connsiteY36" fmla="*/ 523949 h 1218943"/>
                  <a:gd name="connsiteX37" fmla="*/ 2060628 w 2327548"/>
                  <a:gd name="connsiteY37" fmla="*/ 467780 h 1218943"/>
                  <a:gd name="connsiteX38" fmla="*/ 1803530 w 2327548"/>
                  <a:gd name="connsiteY38" fmla="*/ 551008 h 1218943"/>
                  <a:gd name="connsiteX39" fmla="*/ 1802565 w 2327548"/>
                  <a:gd name="connsiteY39" fmla="*/ 556372 h 1218943"/>
                  <a:gd name="connsiteX40" fmla="*/ 1655514 w 2327548"/>
                  <a:gd name="connsiteY40" fmla="*/ 827212 h 1218943"/>
                  <a:gd name="connsiteX41" fmla="*/ 1509065 w 2327548"/>
                  <a:gd name="connsiteY41" fmla="*/ 913213 h 1218943"/>
                  <a:gd name="connsiteX42" fmla="*/ 1382806 w 2327548"/>
                  <a:gd name="connsiteY42" fmla="*/ 1027961 h 1218943"/>
                  <a:gd name="connsiteX43" fmla="*/ 1102806 w 2327548"/>
                  <a:gd name="connsiteY43" fmla="*/ 1146144 h 1218943"/>
                  <a:gd name="connsiteX44" fmla="*/ 717278 w 2327548"/>
                  <a:gd name="connsiteY44" fmla="*/ 1209304 h 1218943"/>
                  <a:gd name="connsiteX45" fmla="*/ 711855 w 2327548"/>
                  <a:gd name="connsiteY45" fmla="*/ 1185378 h 1218943"/>
                  <a:gd name="connsiteX46" fmla="*/ 1005475 w 2327548"/>
                  <a:gd name="connsiteY46" fmla="*/ 1007952 h 1218943"/>
                  <a:gd name="connsiteX47" fmla="*/ 1238949 w 2327548"/>
                  <a:gd name="connsiteY47" fmla="*/ 846437 h 1218943"/>
                  <a:gd name="connsiteX48" fmla="*/ 1545045 w 2327548"/>
                  <a:gd name="connsiteY48" fmla="*/ 731809 h 1218943"/>
                  <a:gd name="connsiteX49" fmla="*/ 1745251 w 2327548"/>
                  <a:gd name="connsiteY49" fmla="*/ 567823 h 1218943"/>
                  <a:gd name="connsiteX50" fmla="*/ 1307593 w 2327548"/>
                  <a:gd name="connsiteY50" fmla="*/ 647857 h 1218943"/>
                  <a:gd name="connsiteX51" fmla="*/ 1274988 w 2327548"/>
                  <a:gd name="connsiteY51" fmla="*/ 649726 h 1218943"/>
                  <a:gd name="connsiteX52" fmla="*/ 1262574 w 2327548"/>
                  <a:gd name="connsiteY52" fmla="*/ 650630 h 1218943"/>
                  <a:gd name="connsiteX53" fmla="*/ 1261910 w 2327548"/>
                  <a:gd name="connsiteY53" fmla="*/ 650328 h 1218943"/>
                  <a:gd name="connsiteX54" fmla="*/ 1212552 w 2327548"/>
                  <a:gd name="connsiteY54" fmla="*/ 651775 h 1218943"/>
                  <a:gd name="connsiteX55" fmla="*/ 1131131 w 2327548"/>
                  <a:gd name="connsiteY55" fmla="*/ 716803 h 1218943"/>
                  <a:gd name="connsiteX56" fmla="*/ 1030907 w 2327548"/>
                  <a:gd name="connsiteY56" fmla="*/ 784724 h 1218943"/>
                  <a:gd name="connsiteX57" fmla="*/ 850046 w 2327548"/>
                  <a:gd name="connsiteY57" fmla="*/ 911887 h 1218943"/>
                  <a:gd name="connsiteX58" fmla="*/ 630132 w 2327548"/>
                  <a:gd name="connsiteY58" fmla="*/ 922313 h 1218943"/>
                  <a:gd name="connsiteX59" fmla="*/ 489951 w 2327548"/>
                  <a:gd name="connsiteY59" fmla="*/ 910079 h 1218943"/>
                  <a:gd name="connsiteX60" fmla="*/ 375263 w 2327548"/>
                  <a:gd name="connsiteY60" fmla="*/ 937380 h 1218943"/>
                  <a:gd name="connsiteX61" fmla="*/ 368031 w 2327548"/>
                  <a:gd name="connsiteY61" fmla="*/ 917673 h 1218943"/>
                  <a:gd name="connsiteX62" fmla="*/ 558535 w 2327548"/>
                  <a:gd name="connsiteY62" fmla="*/ 815701 h 1218943"/>
                  <a:gd name="connsiteX63" fmla="*/ 746568 w 2327548"/>
                  <a:gd name="connsiteY63" fmla="*/ 745128 h 1218943"/>
                  <a:gd name="connsiteX64" fmla="*/ 870899 w 2327548"/>
                  <a:gd name="connsiteY64" fmla="*/ 739945 h 1218943"/>
                  <a:gd name="connsiteX65" fmla="*/ 999328 w 2327548"/>
                  <a:gd name="connsiteY65" fmla="*/ 692576 h 1218943"/>
                  <a:gd name="connsiteX66" fmla="*/ 1100576 w 2327548"/>
                  <a:gd name="connsiteY66" fmla="*/ 647677 h 1218943"/>
                  <a:gd name="connsiteX67" fmla="*/ 929177 w 2327548"/>
                  <a:gd name="connsiteY67" fmla="*/ 608262 h 1218943"/>
                  <a:gd name="connsiteX68" fmla="*/ 923994 w 2327548"/>
                  <a:gd name="connsiteY68" fmla="*/ 606996 h 1218943"/>
                  <a:gd name="connsiteX69" fmla="*/ 918027 w 2327548"/>
                  <a:gd name="connsiteY69" fmla="*/ 603863 h 1218943"/>
                  <a:gd name="connsiteX70" fmla="*/ 902840 w 2327548"/>
                  <a:gd name="connsiteY70" fmla="*/ 596872 h 1218943"/>
                  <a:gd name="connsiteX71" fmla="*/ 694256 w 2327548"/>
                  <a:gd name="connsiteY71" fmla="*/ 596751 h 1218943"/>
                  <a:gd name="connsiteX72" fmla="*/ 476512 w 2327548"/>
                  <a:gd name="connsiteY72" fmla="*/ 578008 h 1218943"/>
                  <a:gd name="connsiteX73" fmla="*/ 225922 w 2327548"/>
                  <a:gd name="connsiteY73" fmla="*/ 487306 h 1218943"/>
                  <a:gd name="connsiteX74" fmla="*/ 16977 w 2327548"/>
                  <a:gd name="connsiteY74" fmla="*/ 417276 h 1218943"/>
                  <a:gd name="connsiteX75" fmla="*/ 12095 w 2327548"/>
                  <a:gd name="connsiteY75" fmla="*/ 419506 h 1218943"/>
                  <a:gd name="connsiteX76" fmla="*/ 3778 w 2327548"/>
                  <a:gd name="connsiteY76" fmla="*/ 403776 h 1218943"/>
                  <a:gd name="connsiteX77" fmla="*/ 301316 w 2327548"/>
                  <a:gd name="connsiteY77" fmla="*/ 357853 h 1218943"/>
                  <a:gd name="connsiteX78" fmla="*/ 652069 w 2327548"/>
                  <a:gd name="connsiteY78" fmla="*/ 378404 h 1218943"/>
                  <a:gd name="connsiteX79" fmla="*/ 974979 w 2327548"/>
                  <a:gd name="connsiteY79" fmla="*/ 481159 h 1218943"/>
                  <a:gd name="connsiteX80" fmla="*/ 1146680 w 2327548"/>
                  <a:gd name="connsiteY80" fmla="*/ 554745 h 1218943"/>
                  <a:gd name="connsiteX81" fmla="*/ 1273663 w 2327548"/>
                  <a:gd name="connsiteY81" fmla="*/ 627186 h 1218943"/>
                  <a:gd name="connsiteX82" fmla="*/ 1277279 w 2327548"/>
                  <a:gd name="connsiteY82" fmla="*/ 629657 h 1218943"/>
                  <a:gd name="connsiteX83" fmla="*/ 1358398 w 2327548"/>
                  <a:gd name="connsiteY83" fmla="*/ 622485 h 1218943"/>
                  <a:gd name="connsiteX84" fmla="*/ 1641833 w 2327548"/>
                  <a:gd name="connsiteY84" fmla="*/ 572283 h 1218943"/>
                  <a:gd name="connsiteX85" fmla="*/ 1477245 w 2327548"/>
                  <a:gd name="connsiteY85" fmla="*/ 547814 h 1218943"/>
                  <a:gd name="connsiteX86" fmla="*/ 1290357 w 2327548"/>
                  <a:gd name="connsiteY86" fmla="*/ 457715 h 1218943"/>
                  <a:gd name="connsiteX87" fmla="*/ 1026810 w 2327548"/>
                  <a:gd name="connsiteY87" fmla="*/ 360685 h 1218943"/>
                  <a:gd name="connsiteX88" fmla="*/ 769892 w 2327548"/>
                  <a:gd name="connsiteY88" fmla="*/ 264078 h 1218943"/>
                  <a:gd name="connsiteX89" fmla="*/ 770916 w 2327548"/>
                  <a:gd name="connsiteY89" fmla="*/ 242683 h 1218943"/>
                  <a:gd name="connsiteX90" fmla="*/ 1069478 w 2327548"/>
                  <a:gd name="connsiteY90" fmla="*/ 210380 h 1218943"/>
                  <a:gd name="connsiteX91" fmla="*/ 1293189 w 2327548"/>
                  <a:gd name="connsiteY91" fmla="*/ 289450 h 1218943"/>
                  <a:gd name="connsiteX92" fmla="*/ 1546792 w 2327548"/>
                  <a:gd name="connsiteY92" fmla="*/ 435356 h 1218943"/>
                  <a:gd name="connsiteX93" fmla="*/ 1725665 w 2327548"/>
                  <a:gd name="connsiteY93" fmla="*/ 550828 h 1218943"/>
                  <a:gd name="connsiteX94" fmla="*/ 1845957 w 2327548"/>
                  <a:gd name="connsiteY94" fmla="*/ 514969 h 1218943"/>
                  <a:gd name="connsiteX95" fmla="*/ 2106853 w 2327548"/>
                  <a:gd name="connsiteY95" fmla="*/ 428847 h 1218943"/>
                  <a:gd name="connsiteX96" fmla="*/ 2078045 w 2327548"/>
                  <a:gd name="connsiteY96" fmla="*/ 431198 h 1218943"/>
                  <a:gd name="connsiteX97" fmla="*/ 1930090 w 2327548"/>
                  <a:gd name="connsiteY97" fmla="*/ 453677 h 1218943"/>
                  <a:gd name="connsiteX98" fmla="*/ 1681851 w 2327548"/>
                  <a:gd name="connsiteY98" fmla="*/ 417397 h 1218943"/>
                  <a:gd name="connsiteX99" fmla="*/ 1519250 w 2327548"/>
                  <a:gd name="connsiteY99" fmla="*/ 272093 h 1218943"/>
                  <a:gd name="connsiteX100" fmla="*/ 1452113 w 2327548"/>
                  <a:gd name="connsiteY100" fmla="*/ 166566 h 1218943"/>
                  <a:gd name="connsiteX101" fmla="*/ 1332363 w 2327548"/>
                  <a:gd name="connsiteY101" fmla="*/ 74418 h 1218943"/>
                  <a:gd name="connsiteX102" fmla="*/ 1333146 w 2327548"/>
                  <a:gd name="connsiteY102" fmla="*/ 56518 h 1218943"/>
                  <a:gd name="connsiteX103" fmla="*/ 1387046 w 2327548"/>
                  <a:gd name="connsiteY103" fmla="*/ 47461 h 1218943"/>
                  <a:gd name="connsiteX104" fmla="*/ 1945518 w 2327548"/>
                  <a:gd name="connsiteY104" fmla="*/ 349 h 1218943"/>
                  <a:gd name="connsiteX105" fmla="*/ 2098416 w 2327548"/>
                  <a:gd name="connsiteY105" fmla="*/ 45068 h 1218943"/>
                  <a:gd name="connsiteX106" fmla="*/ 2212200 w 2327548"/>
                  <a:gd name="connsiteY106" fmla="*/ 197001 h 1218943"/>
                  <a:gd name="connsiteX107" fmla="*/ 2291518 w 2327548"/>
                  <a:gd name="connsiteY107" fmla="*/ 273720 h 1218943"/>
                  <a:gd name="connsiteX108" fmla="*/ 2327548 w 2327548"/>
                  <a:gd name="connsiteY108" fmla="*/ 295960 h 1218943"/>
                  <a:gd name="connsiteX109" fmla="*/ 2327548 w 2327548"/>
                  <a:gd name="connsiteY109" fmla="*/ 342551 h 1218943"/>
                  <a:gd name="connsiteX110" fmla="*/ 2273737 w 2327548"/>
                  <a:gd name="connsiteY110" fmla="*/ 339100 h 1218943"/>
                  <a:gd name="connsiteX111" fmla="*/ 2067921 w 2327548"/>
                  <a:gd name="connsiteY111" fmla="*/ 269562 h 1218943"/>
                  <a:gd name="connsiteX112" fmla="*/ 1948351 w 2327548"/>
                  <a:gd name="connsiteY112" fmla="*/ 140892 h 1218943"/>
                  <a:gd name="connsiteX113" fmla="*/ 1775023 w 2327548"/>
                  <a:gd name="connsiteY113" fmla="*/ 37233 h 1218943"/>
                  <a:gd name="connsiteX114" fmla="*/ 1781050 w 2327548"/>
                  <a:gd name="connsiteY114" fmla="*/ 18188 h 1218943"/>
                  <a:gd name="connsiteX115" fmla="*/ 1945518 w 2327548"/>
                  <a:gd name="connsiteY115" fmla="*/ 349 h 1218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2327548" h="1218943">
                    <a:moveTo>
                      <a:pt x="2327548" y="379583"/>
                    </a:moveTo>
                    <a:lnTo>
                      <a:pt x="2327548" y="493956"/>
                    </a:lnTo>
                    <a:lnTo>
                      <a:pt x="2297176" y="550647"/>
                    </a:lnTo>
                    <a:cubicBezTo>
                      <a:pt x="2274154" y="585602"/>
                      <a:pt x="2250168" y="619833"/>
                      <a:pt x="2265717" y="664310"/>
                    </a:cubicBezTo>
                    <a:cubicBezTo>
                      <a:pt x="2271442" y="680582"/>
                      <a:pt x="2278674" y="696553"/>
                      <a:pt x="2283857" y="713006"/>
                    </a:cubicBezTo>
                    <a:cubicBezTo>
                      <a:pt x="2291692" y="738077"/>
                      <a:pt x="2296392" y="762847"/>
                      <a:pt x="2294042" y="789424"/>
                    </a:cubicBezTo>
                    <a:cubicBezTo>
                      <a:pt x="2287895" y="859515"/>
                      <a:pt x="2258545" y="918456"/>
                      <a:pt x="2209186" y="968297"/>
                    </a:cubicBezTo>
                    <a:cubicBezTo>
                      <a:pt x="2167542" y="1010363"/>
                      <a:pt x="2122281" y="1058516"/>
                      <a:pt x="2062918" y="1073041"/>
                    </a:cubicBezTo>
                    <a:cubicBezTo>
                      <a:pt x="2050564" y="1076054"/>
                      <a:pt x="2041102" y="1066170"/>
                      <a:pt x="2045380" y="1053996"/>
                    </a:cubicBezTo>
                    <a:cubicBezTo>
                      <a:pt x="2072802" y="976372"/>
                      <a:pt x="2118364" y="912610"/>
                      <a:pt x="2127042" y="828297"/>
                    </a:cubicBezTo>
                    <a:cubicBezTo>
                      <a:pt x="2134154" y="759170"/>
                      <a:pt x="2126018" y="683716"/>
                      <a:pt x="2155669" y="618990"/>
                    </a:cubicBezTo>
                    <a:cubicBezTo>
                      <a:pt x="2185773" y="553268"/>
                      <a:pt x="2227402" y="484123"/>
                      <a:pt x="2279108" y="426479"/>
                    </a:cubicBezTo>
                    <a:close/>
                    <a:moveTo>
                      <a:pt x="1387046" y="47461"/>
                    </a:moveTo>
                    <a:cubicBezTo>
                      <a:pt x="1512280" y="40348"/>
                      <a:pt x="1631919" y="127174"/>
                      <a:pt x="1706801" y="219721"/>
                    </a:cubicBezTo>
                    <a:cubicBezTo>
                      <a:pt x="1737899" y="258111"/>
                      <a:pt x="1777554" y="292041"/>
                      <a:pt x="1828781" y="297707"/>
                    </a:cubicBezTo>
                    <a:cubicBezTo>
                      <a:pt x="1870848" y="302407"/>
                      <a:pt x="1913457" y="295899"/>
                      <a:pt x="1955463" y="301744"/>
                    </a:cubicBezTo>
                    <a:cubicBezTo>
                      <a:pt x="1993672" y="307108"/>
                      <a:pt x="2024770" y="317414"/>
                      <a:pt x="2057374" y="337965"/>
                    </a:cubicBezTo>
                    <a:lnTo>
                      <a:pt x="2057494" y="338206"/>
                    </a:lnTo>
                    <a:cubicBezTo>
                      <a:pt x="2094197" y="361348"/>
                      <a:pt x="2124210" y="391783"/>
                      <a:pt x="2167662" y="402571"/>
                    </a:cubicBezTo>
                    <a:cubicBezTo>
                      <a:pt x="2169109" y="402933"/>
                      <a:pt x="2170254" y="403596"/>
                      <a:pt x="2171338" y="404319"/>
                    </a:cubicBezTo>
                    <a:cubicBezTo>
                      <a:pt x="2176100" y="403113"/>
                      <a:pt x="2180861" y="401667"/>
                      <a:pt x="2185561" y="399980"/>
                    </a:cubicBezTo>
                    <a:cubicBezTo>
                      <a:pt x="2187611" y="399256"/>
                      <a:pt x="2189419" y="399437"/>
                      <a:pt x="2191046" y="399919"/>
                    </a:cubicBezTo>
                    <a:lnTo>
                      <a:pt x="2327548" y="350872"/>
                    </a:lnTo>
                    <a:lnTo>
                      <a:pt x="2327548" y="373761"/>
                    </a:lnTo>
                    <a:lnTo>
                      <a:pt x="2130598" y="443553"/>
                    </a:lnTo>
                    <a:cubicBezTo>
                      <a:pt x="2105647" y="474289"/>
                      <a:pt x="2103960" y="518766"/>
                      <a:pt x="2088471" y="554986"/>
                    </a:cubicBezTo>
                    <a:cubicBezTo>
                      <a:pt x="2071838" y="594039"/>
                      <a:pt x="2041162" y="622967"/>
                      <a:pt x="2016573" y="656897"/>
                    </a:cubicBezTo>
                    <a:cubicBezTo>
                      <a:pt x="1974085" y="715417"/>
                      <a:pt x="1958837" y="791052"/>
                      <a:pt x="1956969" y="862347"/>
                    </a:cubicBezTo>
                    <a:cubicBezTo>
                      <a:pt x="1955884" y="904354"/>
                      <a:pt x="1956005" y="948107"/>
                      <a:pt x="1940275" y="987823"/>
                    </a:cubicBezTo>
                    <a:cubicBezTo>
                      <a:pt x="1877839" y="1145421"/>
                      <a:pt x="1695290" y="1164405"/>
                      <a:pt x="1555772" y="1218103"/>
                    </a:cubicBezTo>
                    <a:cubicBezTo>
                      <a:pt x="1543297" y="1222864"/>
                      <a:pt x="1530279" y="1206291"/>
                      <a:pt x="1540284" y="1196166"/>
                    </a:cubicBezTo>
                    <a:cubicBezTo>
                      <a:pt x="1555531" y="1180677"/>
                      <a:pt x="1578975" y="1166876"/>
                      <a:pt x="1591571" y="1150182"/>
                    </a:cubicBezTo>
                    <a:cubicBezTo>
                      <a:pt x="1610072" y="1125835"/>
                      <a:pt x="1622367" y="1099679"/>
                      <a:pt x="1638097" y="1073824"/>
                    </a:cubicBezTo>
                    <a:cubicBezTo>
                      <a:pt x="1658769" y="1039834"/>
                      <a:pt x="1685647" y="1013497"/>
                      <a:pt x="1713732" y="985654"/>
                    </a:cubicBezTo>
                    <a:cubicBezTo>
                      <a:pt x="1756220" y="943406"/>
                      <a:pt x="1781653" y="901400"/>
                      <a:pt x="1793706" y="841495"/>
                    </a:cubicBezTo>
                    <a:cubicBezTo>
                      <a:pt x="1801661" y="801900"/>
                      <a:pt x="1806965" y="760798"/>
                      <a:pt x="1820344" y="722528"/>
                    </a:cubicBezTo>
                    <a:cubicBezTo>
                      <a:pt x="1850296" y="636588"/>
                      <a:pt x="1913939" y="574693"/>
                      <a:pt x="1987705" y="523949"/>
                    </a:cubicBezTo>
                    <a:cubicBezTo>
                      <a:pt x="2011631" y="507496"/>
                      <a:pt x="2035677" y="487005"/>
                      <a:pt x="2060628" y="467780"/>
                    </a:cubicBezTo>
                    <a:cubicBezTo>
                      <a:pt x="1975411" y="497190"/>
                      <a:pt x="1889771" y="525395"/>
                      <a:pt x="1803530" y="551008"/>
                    </a:cubicBezTo>
                    <a:cubicBezTo>
                      <a:pt x="1803650" y="552696"/>
                      <a:pt x="1803409" y="554444"/>
                      <a:pt x="1802565" y="556372"/>
                    </a:cubicBezTo>
                    <a:cubicBezTo>
                      <a:pt x="1759414" y="652558"/>
                      <a:pt x="1741636" y="757001"/>
                      <a:pt x="1655514" y="827212"/>
                    </a:cubicBezTo>
                    <a:cubicBezTo>
                      <a:pt x="1610193" y="864216"/>
                      <a:pt x="1556254" y="880247"/>
                      <a:pt x="1509065" y="913213"/>
                    </a:cubicBezTo>
                    <a:cubicBezTo>
                      <a:pt x="1461816" y="946239"/>
                      <a:pt x="1424571" y="988787"/>
                      <a:pt x="1382806" y="1027961"/>
                    </a:cubicBezTo>
                    <a:cubicBezTo>
                      <a:pt x="1300843" y="1104862"/>
                      <a:pt x="1212552" y="1131982"/>
                      <a:pt x="1102806" y="1146144"/>
                    </a:cubicBezTo>
                    <a:cubicBezTo>
                      <a:pt x="973593" y="1162778"/>
                      <a:pt x="845767" y="1187909"/>
                      <a:pt x="717278" y="1209304"/>
                    </a:cubicBezTo>
                    <a:cubicBezTo>
                      <a:pt x="702453" y="1211775"/>
                      <a:pt x="700223" y="1191104"/>
                      <a:pt x="711855" y="1185378"/>
                    </a:cubicBezTo>
                    <a:cubicBezTo>
                      <a:pt x="815393" y="1134694"/>
                      <a:pt x="917063" y="1082744"/>
                      <a:pt x="1005475" y="1007952"/>
                    </a:cubicBezTo>
                    <a:cubicBezTo>
                      <a:pt x="1076710" y="947685"/>
                      <a:pt x="1148669" y="877113"/>
                      <a:pt x="1238949" y="846437"/>
                    </a:cubicBezTo>
                    <a:cubicBezTo>
                      <a:pt x="1343391" y="810940"/>
                      <a:pt x="1458441" y="807083"/>
                      <a:pt x="1545045" y="731809"/>
                    </a:cubicBezTo>
                    <a:cubicBezTo>
                      <a:pt x="1610193" y="675158"/>
                      <a:pt x="1677993" y="621943"/>
                      <a:pt x="1745251" y="567823"/>
                    </a:cubicBezTo>
                    <a:cubicBezTo>
                      <a:pt x="1602238" y="607780"/>
                      <a:pt x="1456031" y="638215"/>
                      <a:pt x="1307593" y="647857"/>
                    </a:cubicBezTo>
                    <a:cubicBezTo>
                      <a:pt x="1296745" y="648581"/>
                      <a:pt x="1285897" y="649183"/>
                      <a:pt x="1274988" y="649726"/>
                    </a:cubicBezTo>
                    <a:cubicBezTo>
                      <a:pt x="1271734" y="652016"/>
                      <a:pt x="1267334" y="652860"/>
                      <a:pt x="1262574" y="650630"/>
                    </a:cubicBezTo>
                    <a:cubicBezTo>
                      <a:pt x="1262333" y="650509"/>
                      <a:pt x="1262152" y="650449"/>
                      <a:pt x="1261910" y="650328"/>
                    </a:cubicBezTo>
                    <a:cubicBezTo>
                      <a:pt x="1245518" y="651112"/>
                      <a:pt x="1229065" y="651534"/>
                      <a:pt x="1212552" y="651775"/>
                    </a:cubicBezTo>
                    <a:cubicBezTo>
                      <a:pt x="1179465" y="665335"/>
                      <a:pt x="1160843" y="697096"/>
                      <a:pt x="1131131" y="716803"/>
                    </a:cubicBezTo>
                    <a:cubicBezTo>
                      <a:pt x="1097442" y="739102"/>
                      <a:pt x="1063271" y="760376"/>
                      <a:pt x="1030907" y="784724"/>
                    </a:cubicBezTo>
                    <a:cubicBezTo>
                      <a:pt x="973714" y="827694"/>
                      <a:pt x="917123" y="884465"/>
                      <a:pt x="850046" y="911887"/>
                    </a:cubicBezTo>
                    <a:cubicBezTo>
                      <a:pt x="779172" y="940875"/>
                      <a:pt x="704201" y="932920"/>
                      <a:pt x="630132" y="922313"/>
                    </a:cubicBezTo>
                    <a:cubicBezTo>
                      <a:pt x="585836" y="915925"/>
                      <a:pt x="534489" y="903208"/>
                      <a:pt x="489951" y="910079"/>
                    </a:cubicBezTo>
                    <a:cubicBezTo>
                      <a:pt x="450898" y="916166"/>
                      <a:pt x="414075" y="930268"/>
                      <a:pt x="375263" y="937380"/>
                    </a:cubicBezTo>
                    <a:cubicBezTo>
                      <a:pt x="363873" y="939429"/>
                      <a:pt x="360257" y="923820"/>
                      <a:pt x="368031" y="917673"/>
                    </a:cubicBezTo>
                    <a:cubicBezTo>
                      <a:pt x="425647" y="872412"/>
                      <a:pt x="495978" y="852464"/>
                      <a:pt x="558535" y="815701"/>
                    </a:cubicBezTo>
                    <a:cubicBezTo>
                      <a:pt x="616211" y="781771"/>
                      <a:pt x="679792" y="754530"/>
                      <a:pt x="746568" y="745128"/>
                    </a:cubicBezTo>
                    <a:cubicBezTo>
                      <a:pt x="788092" y="739282"/>
                      <a:pt x="829495" y="744465"/>
                      <a:pt x="870899" y="739945"/>
                    </a:cubicBezTo>
                    <a:cubicBezTo>
                      <a:pt x="918449" y="734762"/>
                      <a:pt x="957804" y="714452"/>
                      <a:pt x="999328" y="692576"/>
                    </a:cubicBezTo>
                    <a:cubicBezTo>
                      <a:pt x="1032776" y="674917"/>
                      <a:pt x="1066043" y="659368"/>
                      <a:pt x="1100576" y="647677"/>
                    </a:cubicBezTo>
                    <a:cubicBezTo>
                      <a:pt x="1041695" y="642072"/>
                      <a:pt x="983900" y="630139"/>
                      <a:pt x="929177" y="608262"/>
                    </a:cubicBezTo>
                    <a:cubicBezTo>
                      <a:pt x="927549" y="608322"/>
                      <a:pt x="925802" y="608081"/>
                      <a:pt x="923994" y="606996"/>
                    </a:cubicBezTo>
                    <a:cubicBezTo>
                      <a:pt x="922066" y="605851"/>
                      <a:pt x="920016" y="604947"/>
                      <a:pt x="918027" y="603863"/>
                    </a:cubicBezTo>
                    <a:cubicBezTo>
                      <a:pt x="912905" y="601693"/>
                      <a:pt x="907902" y="599282"/>
                      <a:pt x="902840" y="596872"/>
                    </a:cubicBezTo>
                    <a:cubicBezTo>
                      <a:pt x="839379" y="572102"/>
                      <a:pt x="758561" y="590544"/>
                      <a:pt x="694256" y="596751"/>
                    </a:cubicBezTo>
                    <a:cubicBezTo>
                      <a:pt x="617114" y="604224"/>
                      <a:pt x="550339" y="603863"/>
                      <a:pt x="476512" y="578008"/>
                    </a:cubicBezTo>
                    <a:cubicBezTo>
                      <a:pt x="392680" y="548658"/>
                      <a:pt x="309934" y="515993"/>
                      <a:pt x="225922" y="487306"/>
                    </a:cubicBezTo>
                    <a:cubicBezTo>
                      <a:pt x="156495" y="463621"/>
                      <a:pt x="85078" y="444637"/>
                      <a:pt x="16977" y="417276"/>
                    </a:cubicBezTo>
                    <a:cubicBezTo>
                      <a:pt x="15349" y="418060"/>
                      <a:pt x="13722" y="418723"/>
                      <a:pt x="12095" y="419506"/>
                    </a:cubicBezTo>
                    <a:cubicBezTo>
                      <a:pt x="2995" y="424026"/>
                      <a:pt x="-4961" y="408839"/>
                      <a:pt x="3778" y="403776"/>
                    </a:cubicBezTo>
                    <a:cubicBezTo>
                      <a:pt x="96107" y="350320"/>
                      <a:pt x="198380" y="361228"/>
                      <a:pt x="301316" y="357853"/>
                    </a:cubicBezTo>
                    <a:cubicBezTo>
                      <a:pt x="418173" y="354056"/>
                      <a:pt x="537864" y="348150"/>
                      <a:pt x="652069" y="378404"/>
                    </a:cubicBezTo>
                    <a:cubicBezTo>
                      <a:pt x="760671" y="407212"/>
                      <a:pt x="868729" y="444698"/>
                      <a:pt x="974979" y="481159"/>
                    </a:cubicBezTo>
                    <a:cubicBezTo>
                      <a:pt x="1033499" y="501228"/>
                      <a:pt x="1094308" y="521176"/>
                      <a:pt x="1146680" y="554745"/>
                    </a:cubicBezTo>
                    <a:cubicBezTo>
                      <a:pt x="1188867" y="581745"/>
                      <a:pt x="1228040" y="606092"/>
                      <a:pt x="1273663" y="627186"/>
                    </a:cubicBezTo>
                    <a:cubicBezTo>
                      <a:pt x="1275109" y="627849"/>
                      <a:pt x="1276254" y="628693"/>
                      <a:pt x="1277279" y="629657"/>
                    </a:cubicBezTo>
                    <a:cubicBezTo>
                      <a:pt x="1304580" y="627849"/>
                      <a:pt x="1331700" y="625378"/>
                      <a:pt x="1358398" y="622485"/>
                    </a:cubicBezTo>
                    <a:cubicBezTo>
                      <a:pt x="1454222" y="612059"/>
                      <a:pt x="1548540" y="594702"/>
                      <a:pt x="1641833" y="572283"/>
                    </a:cubicBezTo>
                    <a:cubicBezTo>
                      <a:pt x="1586448" y="570595"/>
                      <a:pt x="1531123" y="560531"/>
                      <a:pt x="1477245" y="547814"/>
                    </a:cubicBezTo>
                    <a:cubicBezTo>
                      <a:pt x="1405527" y="530879"/>
                      <a:pt x="1353154" y="493454"/>
                      <a:pt x="1290357" y="457715"/>
                    </a:cubicBezTo>
                    <a:cubicBezTo>
                      <a:pt x="1210141" y="412033"/>
                      <a:pt x="1113112" y="393230"/>
                      <a:pt x="1026810" y="360685"/>
                    </a:cubicBezTo>
                    <a:cubicBezTo>
                      <a:pt x="941351" y="328443"/>
                      <a:pt x="858303" y="287823"/>
                      <a:pt x="769892" y="264078"/>
                    </a:cubicBezTo>
                    <a:cubicBezTo>
                      <a:pt x="758802" y="261064"/>
                      <a:pt x="758018" y="243044"/>
                      <a:pt x="770916" y="242683"/>
                    </a:cubicBezTo>
                    <a:cubicBezTo>
                      <a:pt x="872104" y="240091"/>
                      <a:pt x="966964" y="206221"/>
                      <a:pt x="1069478" y="210380"/>
                    </a:cubicBezTo>
                    <a:cubicBezTo>
                      <a:pt x="1153550" y="213755"/>
                      <a:pt x="1223943" y="243768"/>
                      <a:pt x="1293189" y="289450"/>
                    </a:cubicBezTo>
                    <a:cubicBezTo>
                      <a:pt x="1374007" y="342786"/>
                      <a:pt x="1453982" y="404198"/>
                      <a:pt x="1546792" y="435356"/>
                    </a:cubicBezTo>
                    <a:cubicBezTo>
                      <a:pt x="1622307" y="460668"/>
                      <a:pt x="1675884" y="487547"/>
                      <a:pt x="1725665" y="550828"/>
                    </a:cubicBezTo>
                    <a:cubicBezTo>
                      <a:pt x="1765923" y="539739"/>
                      <a:pt x="1806061" y="527745"/>
                      <a:pt x="1845957" y="514969"/>
                    </a:cubicBezTo>
                    <a:cubicBezTo>
                      <a:pt x="1932923" y="487065"/>
                      <a:pt x="2020008" y="458438"/>
                      <a:pt x="2106853" y="428847"/>
                    </a:cubicBezTo>
                    <a:cubicBezTo>
                      <a:pt x="2097331" y="429330"/>
                      <a:pt x="2087748" y="429992"/>
                      <a:pt x="2078045" y="431198"/>
                    </a:cubicBezTo>
                    <a:cubicBezTo>
                      <a:pt x="2028566" y="437466"/>
                      <a:pt x="1979630" y="447771"/>
                      <a:pt x="1930090" y="453677"/>
                    </a:cubicBezTo>
                    <a:cubicBezTo>
                      <a:pt x="1842884" y="464164"/>
                      <a:pt x="1761765" y="456209"/>
                      <a:pt x="1681851" y="417397"/>
                    </a:cubicBezTo>
                    <a:cubicBezTo>
                      <a:pt x="1609952" y="382502"/>
                      <a:pt x="1559750" y="341641"/>
                      <a:pt x="1519250" y="272093"/>
                    </a:cubicBezTo>
                    <a:cubicBezTo>
                      <a:pt x="1498518" y="236536"/>
                      <a:pt x="1480258" y="197061"/>
                      <a:pt x="1452113" y="166566"/>
                    </a:cubicBezTo>
                    <a:cubicBezTo>
                      <a:pt x="1417218" y="128718"/>
                      <a:pt x="1376117" y="101056"/>
                      <a:pt x="1332363" y="74418"/>
                    </a:cubicBezTo>
                    <a:cubicBezTo>
                      <a:pt x="1325974" y="70500"/>
                      <a:pt x="1324166" y="59049"/>
                      <a:pt x="1333146" y="56518"/>
                    </a:cubicBezTo>
                    <a:cubicBezTo>
                      <a:pt x="1351151" y="51410"/>
                      <a:pt x="1369155" y="48477"/>
                      <a:pt x="1387046" y="47461"/>
                    </a:cubicBezTo>
                    <a:close/>
                    <a:moveTo>
                      <a:pt x="1945518" y="349"/>
                    </a:moveTo>
                    <a:cubicBezTo>
                      <a:pt x="2001989" y="-1926"/>
                      <a:pt x="2056530" y="6226"/>
                      <a:pt x="2098416" y="45068"/>
                    </a:cubicBezTo>
                    <a:cubicBezTo>
                      <a:pt x="2146087" y="89243"/>
                      <a:pt x="2172062" y="147160"/>
                      <a:pt x="2212200" y="197001"/>
                    </a:cubicBezTo>
                    <a:cubicBezTo>
                      <a:pt x="2231545" y="221017"/>
                      <a:pt x="2259976" y="250051"/>
                      <a:pt x="2291518" y="273720"/>
                    </a:cubicBezTo>
                    <a:lnTo>
                      <a:pt x="2327548" y="295960"/>
                    </a:lnTo>
                    <a:lnTo>
                      <a:pt x="2327548" y="342551"/>
                    </a:lnTo>
                    <a:lnTo>
                      <a:pt x="2273737" y="339100"/>
                    </a:lnTo>
                    <a:cubicBezTo>
                      <a:pt x="2199657" y="329972"/>
                      <a:pt x="2125551" y="307394"/>
                      <a:pt x="2067921" y="269562"/>
                    </a:cubicBezTo>
                    <a:cubicBezTo>
                      <a:pt x="2016030" y="235511"/>
                      <a:pt x="1994877" y="179041"/>
                      <a:pt x="1948351" y="140892"/>
                    </a:cubicBezTo>
                    <a:cubicBezTo>
                      <a:pt x="1896039" y="97982"/>
                      <a:pt x="1828118" y="80022"/>
                      <a:pt x="1775023" y="37233"/>
                    </a:cubicBezTo>
                    <a:cubicBezTo>
                      <a:pt x="1767791" y="31447"/>
                      <a:pt x="1771648" y="18731"/>
                      <a:pt x="1781050" y="18188"/>
                    </a:cubicBezTo>
                    <a:cubicBezTo>
                      <a:pt x="1830650" y="15326"/>
                      <a:pt x="1889049" y="2624"/>
                      <a:pt x="1945518" y="349"/>
                    </a:cubicBezTo>
                    <a:close/>
                  </a:path>
                </a:pathLst>
              </a:custGeom>
              <a:solidFill>
                <a:schemeClr val="accent2">
                  <a:alpha val="4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5" name="矩形: 圆角 14"/>
            <p:cNvSpPr/>
            <p:nvPr>
              <p:custDataLst>
                <p:tags r:id="rId2"/>
              </p:custDataLst>
            </p:nvPr>
          </p:nvSpPr>
          <p:spPr>
            <a:xfrm>
              <a:off x="2945253" y="3790918"/>
              <a:ext cx="5030845" cy="757398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{chapterTitle2}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956309" y="3705481"/>
              <a:ext cx="1070610" cy="757555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2"/>
                      </a:gs>
                      <a:gs pos="100000">
                        <a:schemeClr val="accent2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02</a:t>
              </a:r>
            </a:p>
          </p:txBody>
        </p:sp>
        <p:sp>
          <p:nvSpPr>
            <p:cNvPr id="13" name="矩形: 圆角 12"/>
            <p:cNvSpPr/>
            <p:nvPr>
              <p:custDataLst>
                <p:tags r:id="rId4"/>
              </p:custDataLst>
            </p:nvPr>
          </p:nvSpPr>
          <p:spPr>
            <a:xfrm>
              <a:off x="2945251" y="5150553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{chapterTitle3}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993774" y="5045331"/>
              <a:ext cx="995680" cy="756285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03</a:t>
              </a:r>
            </a:p>
          </p:txBody>
        </p:sp>
        <p:sp>
          <p:nvSpPr>
            <p:cNvPr id="11" name="矩形: 圆角 10"/>
            <p:cNvSpPr/>
            <p:nvPr>
              <p:custDataLst>
                <p:tags r:id="rId6"/>
              </p:custDataLst>
            </p:nvPr>
          </p:nvSpPr>
          <p:spPr>
            <a:xfrm>
              <a:off x="2945253" y="2503569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{chapterTitle1}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956309" y="2472311"/>
              <a:ext cx="1070610" cy="75692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01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5121551" y="337268"/>
              <a:ext cx="1840286" cy="1089415"/>
            </a:xfrm>
            <a:prstGeom prst="rect">
              <a:avLst/>
            </a:prstGeom>
          </p:spPr>
          <p:txBody>
            <a:bodyPr wrap="square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sz="4400" b="1" dirty="0">
                  <a:solidFill>
                    <a:schemeClr val="accent1"/>
                  </a:solidFill>
                </a:rPr>
                <a:t>目录</a:t>
              </a:r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6418579" y="747016"/>
              <a:ext cx="5773420" cy="578485"/>
            </a:xfrm>
            <a:prstGeom prst="roundRect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>
            <p:custDataLst>
              <p:tags r:id="rId1"/>
            </p:custDataLst>
          </p:nvPr>
        </p:nvGrpSpPr>
        <p:grpSpPr>
          <a:xfrm>
            <a:off x="-1" y="26291"/>
            <a:ext cx="12192001" cy="6831709"/>
            <a:chOff x="-1" y="26291"/>
            <a:chExt cx="12192001" cy="6831709"/>
          </a:xfrm>
        </p:grpSpPr>
        <p:grpSp>
          <p:nvGrpSpPr>
            <p:cNvPr id="35" name="组合 34"/>
            <p:cNvGrpSpPr/>
            <p:nvPr/>
          </p:nvGrpSpPr>
          <p:grpSpPr>
            <a:xfrm flipH="1">
              <a:off x="-1" y="26291"/>
              <a:ext cx="12192001" cy="6831709"/>
              <a:chOff x="-1" y="26291"/>
              <a:chExt cx="12192001" cy="6831709"/>
            </a:xfrm>
          </p:grpSpPr>
          <p:sp>
            <p:nvSpPr>
              <p:cNvPr id="36" name="任意多边形: 形状 35"/>
              <p:cNvSpPr/>
              <p:nvPr userDrawn="1"/>
            </p:nvSpPr>
            <p:spPr>
              <a:xfrm flipH="1" flipV="1">
                <a:off x="-1" y="5573488"/>
                <a:ext cx="1118294" cy="1284512"/>
              </a:xfrm>
              <a:custGeom>
                <a:avLst/>
                <a:gdLst>
                  <a:gd name="connsiteX0" fmla="*/ 1307581 w 1413600"/>
                  <a:gd name="connsiteY0" fmla="*/ 1638010 h 1638300"/>
                  <a:gd name="connsiteX1" fmla="*/ 1387184 w 1413600"/>
                  <a:gd name="connsiteY1" fmla="*/ 1629077 h 1638300"/>
                  <a:gd name="connsiteX2" fmla="*/ 1413600 w 1413600"/>
                  <a:gd name="connsiteY2" fmla="*/ 1622665 h 1638300"/>
                  <a:gd name="connsiteX3" fmla="*/ 1413600 w 1413600"/>
                  <a:gd name="connsiteY3" fmla="*/ 0 h 1638300"/>
                  <a:gd name="connsiteX4" fmla="*/ 0 w 1413600"/>
                  <a:gd name="connsiteY4" fmla="*/ 0 h 1638300"/>
                  <a:gd name="connsiteX5" fmla="*/ 45049 w 1413600"/>
                  <a:gd name="connsiteY5" fmla="*/ 37022 h 1638300"/>
                  <a:gd name="connsiteX6" fmla="*/ 319157 w 1413600"/>
                  <a:gd name="connsiteY6" fmla="*/ 136752 h 1638300"/>
                  <a:gd name="connsiteX7" fmla="*/ 688943 w 1413600"/>
                  <a:gd name="connsiteY7" fmla="*/ 326478 h 1638300"/>
                  <a:gd name="connsiteX8" fmla="*/ 699962 w 1413600"/>
                  <a:gd name="connsiteY8" fmla="*/ 705787 h 1638300"/>
                  <a:gd name="connsiteX9" fmla="*/ 992210 w 1413600"/>
                  <a:gd name="connsiteY9" fmla="*/ 910997 h 1638300"/>
                  <a:gd name="connsiteX10" fmla="*/ 932815 w 1413600"/>
                  <a:gd name="connsiteY10" fmla="*/ 1332198 h 1638300"/>
                  <a:gd name="connsiteX11" fmla="*/ 1307581 w 1413600"/>
                  <a:gd name="connsiteY11" fmla="*/ 163801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13600" h="1638300">
                    <a:moveTo>
                      <a:pt x="1307581" y="1638010"/>
                    </a:moveTo>
                    <a:cubicBezTo>
                      <a:pt x="1334228" y="1637108"/>
                      <a:pt x="1360934" y="1634114"/>
                      <a:pt x="1387184" y="1629077"/>
                    </a:cubicBezTo>
                    <a:lnTo>
                      <a:pt x="1413600" y="1622665"/>
                    </a:lnTo>
                    <a:lnTo>
                      <a:pt x="1413600" y="0"/>
                    </a:lnTo>
                    <a:lnTo>
                      <a:pt x="0" y="0"/>
                    </a:lnTo>
                    <a:lnTo>
                      <a:pt x="45049" y="37022"/>
                    </a:lnTo>
                    <a:cubicBezTo>
                      <a:pt x="126243" y="88549"/>
                      <a:pt x="227652" y="115833"/>
                      <a:pt x="319157" y="136752"/>
                    </a:cubicBezTo>
                    <a:cubicBezTo>
                      <a:pt x="441461" y="164728"/>
                      <a:pt x="656787" y="173800"/>
                      <a:pt x="688943" y="326478"/>
                    </a:cubicBezTo>
                    <a:cubicBezTo>
                      <a:pt x="715636" y="453318"/>
                      <a:pt x="627886" y="583174"/>
                      <a:pt x="699962" y="705787"/>
                    </a:cubicBezTo>
                    <a:cubicBezTo>
                      <a:pt x="765745" y="817666"/>
                      <a:pt x="927282" y="810755"/>
                      <a:pt x="992210" y="910997"/>
                    </a:cubicBezTo>
                    <a:cubicBezTo>
                      <a:pt x="1060700" y="1016725"/>
                      <a:pt x="930321" y="1213837"/>
                      <a:pt x="932815" y="1332198"/>
                    </a:cubicBezTo>
                    <a:cubicBezTo>
                      <a:pt x="937356" y="1548089"/>
                      <a:pt x="1121046" y="1644320"/>
                      <a:pt x="1307581" y="16380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9886449" y="26291"/>
                <a:ext cx="2305551" cy="1207423"/>
              </a:xfrm>
              <a:custGeom>
                <a:avLst/>
                <a:gdLst>
                  <a:gd name="connsiteX0" fmla="*/ 2327548 w 2327548"/>
                  <a:gd name="connsiteY0" fmla="*/ 379583 h 1218943"/>
                  <a:gd name="connsiteX1" fmla="*/ 2327548 w 2327548"/>
                  <a:gd name="connsiteY1" fmla="*/ 493956 h 1218943"/>
                  <a:gd name="connsiteX2" fmla="*/ 2297176 w 2327548"/>
                  <a:gd name="connsiteY2" fmla="*/ 550647 h 1218943"/>
                  <a:gd name="connsiteX3" fmla="*/ 2265717 w 2327548"/>
                  <a:gd name="connsiteY3" fmla="*/ 664310 h 1218943"/>
                  <a:gd name="connsiteX4" fmla="*/ 2283857 w 2327548"/>
                  <a:gd name="connsiteY4" fmla="*/ 713006 h 1218943"/>
                  <a:gd name="connsiteX5" fmla="*/ 2294042 w 2327548"/>
                  <a:gd name="connsiteY5" fmla="*/ 789424 h 1218943"/>
                  <a:gd name="connsiteX6" fmla="*/ 2209186 w 2327548"/>
                  <a:gd name="connsiteY6" fmla="*/ 968297 h 1218943"/>
                  <a:gd name="connsiteX7" fmla="*/ 2062918 w 2327548"/>
                  <a:gd name="connsiteY7" fmla="*/ 1073041 h 1218943"/>
                  <a:gd name="connsiteX8" fmla="*/ 2045380 w 2327548"/>
                  <a:gd name="connsiteY8" fmla="*/ 1053996 h 1218943"/>
                  <a:gd name="connsiteX9" fmla="*/ 2127042 w 2327548"/>
                  <a:gd name="connsiteY9" fmla="*/ 828297 h 1218943"/>
                  <a:gd name="connsiteX10" fmla="*/ 2155669 w 2327548"/>
                  <a:gd name="connsiteY10" fmla="*/ 618990 h 1218943"/>
                  <a:gd name="connsiteX11" fmla="*/ 2279108 w 2327548"/>
                  <a:gd name="connsiteY11" fmla="*/ 426479 h 1218943"/>
                  <a:gd name="connsiteX12" fmla="*/ 1387046 w 2327548"/>
                  <a:gd name="connsiteY12" fmla="*/ 47461 h 1218943"/>
                  <a:gd name="connsiteX13" fmla="*/ 1706801 w 2327548"/>
                  <a:gd name="connsiteY13" fmla="*/ 219721 h 1218943"/>
                  <a:gd name="connsiteX14" fmla="*/ 1828781 w 2327548"/>
                  <a:gd name="connsiteY14" fmla="*/ 297707 h 1218943"/>
                  <a:gd name="connsiteX15" fmla="*/ 1955463 w 2327548"/>
                  <a:gd name="connsiteY15" fmla="*/ 301744 h 1218943"/>
                  <a:gd name="connsiteX16" fmla="*/ 2057374 w 2327548"/>
                  <a:gd name="connsiteY16" fmla="*/ 337965 h 1218943"/>
                  <a:gd name="connsiteX17" fmla="*/ 2057494 w 2327548"/>
                  <a:gd name="connsiteY17" fmla="*/ 338206 h 1218943"/>
                  <a:gd name="connsiteX18" fmla="*/ 2167662 w 2327548"/>
                  <a:gd name="connsiteY18" fmla="*/ 402571 h 1218943"/>
                  <a:gd name="connsiteX19" fmla="*/ 2171338 w 2327548"/>
                  <a:gd name="connsiteY19" fmla="*/ 404319 h 1218943"/>
                  <a:gd name="connsiteX20" fmla="*/ 2185561 w 2327548"/>
                  <a:gd name="connsiteY20" fmla="*/ 399980 h 1218943"/>
                  <a:gd name="connsiteX21" fmla="*/ 2191046 w 2327548"/>
                  <a:gd name="connsiteY21" fmla="*/ 399919 h 1218943"/>
                  <a:gd name="connsiteX22" fmla="*/ 2327548 w 2327548"/>
                  <a:gd name="connsiteY22" fmla="*/ 350872 h 1218943"/>
                  <a:gd name="connsiteX23" fmla="*/ 2327548 w 2327548"/>
                  <a:gd name="connsiteY23" fmla="*/ 373761 h 1218943"/>
                  <a:gd name="connsiteX24" fmla="*/ 2130598 w 2327548"/>
                  <a:gd name="connsiteY24" fmla="*/ 443553 h 1218943"/>
                  <a:gd name="connsiteX25" fmla="*/ 2088471 w 2327548"/>
                  <a:gd name="connsiteY25" fmla="*/ 554986 h 1218943"/>
                  <a:gd name="connsiteX26" fmla="*/ 2016573 w 2327548"/>
                  <a:gd name="connsiteY26" fmla="*/ 656897 h 1218943"/>
                  <a:gd name="connsiteX27" fmla="*/ 1956969 w 2327548"/>
                  <a:gd name="connsiteY27" fmla="*/ 862347 h 1218943"/>
                  <a:gd name="connsiteX28" fmla="*/ 1940275 w 2327548"/>
                  <a:gd name="connsiteY28" fmla="*/ 987823 h 1218943"/>
                  <a:gd name="connsiteX29" fmla="*/ 1555772 w 2327548"/>
                  <a:gd name="connsiteY29" fmla="*/ 1218103 h 1218943"/>
                  <a:gd name="connsiteX30" fmla="*/ 1540284 w 2327548"/>
                  <a:gd name="connsiteY30" fmla="*/ 1196166 h 1218943"/>
                  <a:gd name="connsiteX31" fmla="*/ 1591571 w 2327548"/>
                  <a:gd name="connsiteY31" fmla="*/ 1150182 h 1218943"/>
                  <a:gd name="connsiteX32" fmla="*/ 1638097 w 2327548"/>
                  <a:gd name="connsiteY32" fmla="*/ 1073824 h 1218943"/>
                  <a:gd name="connsiteX33" fmla="*/ 1713732 w 2327548"/>
                  <a:gd name="connsiteY33" fmla="*/ 985654 h 1218943"/>
                  <a:gd name="connsiteX34" fmla="*/ 1793706 w 2327548"/>
                  <a:gd name="connsiteY34" fmla="*/ 841495 h 1218943"/>
                  <a:gd name="connsiteX35" fmla="*/ 1820344 w 2327548"/>
                  <a:gd name="connsiteY35" fmla="*/ 722528 h 1218943"/>
                  <a:gd name="connsiteX36" fmla="*/ 1987705 w 2327548"/>
                  <a:gd name="connsiteY36" fmla="*/ 523949 h 1218943"/>
                  <a:gd name="connsiteX37" fmla="*/ 2060628 w 2327548"/>
                  <a:gd name="connsiteY37" fmla="*/ 467780 h 1218943"/>
                  <a:gd name="connsiteX38" fmla="*/ 1803530 w 2327548"/>
                  <a:gd name="connsiteY38" fmla="*/ 551008 h 1218943"/>
                  <a:gd name="connsiteX39" fmla="*/ 1802565 w 2327548"/>
                  <a:gd name="connsiteY39" fmla="*/ 556372 h 1218943"/>
                  <a:gd name="connsiteX40" fmla="*/ 1655514 w 2327548"/>
                  <a:gd name="connsiteY40" fmla="*/ 827212 h 1218943"/>
                  <a:gd name="connsiteX41" fmla="*/ 1509065 w 2327548"/>
                  <a:gd name="connsiteY41" fmla="*/ 913213 h 1218943"/>
                  <a:gd name="connsiteX42" fmla="*/ 1382806 w 2327548"/>
                  <a:gd name="connsiteY42" fmla="*/ 1027961 h 1218943"/>
                  <a:gd name="connsiteX43" fmla="*/ 1102806 w 2327548"/>
                  <a:gd name="connsiteY43" fmla="*/ 1146144 h 1218943"/>
                  <a:gd name="connsiteX44" fmla="*/ 717278 w 2327548"/>
                  <a:gd name="connsiteY44" fmla="*/ 1209304 h 1218943"/>
                  <a:gd name="connsiteX45" fmla="*/ 711855 w 2327548"/>
                  <a:gd name="connsiteY45" fmla="*/ 1185378 h 1218943"/>
                  <a:gd name="connsiteX46" fmla="*/ 1005475 w 2327548"/>
                  <a:gd name="connsiteY46" fmla="*/ 1007952 h 1218943"/>
                  <a:gd name="connsiteX47" fmla="*/ 1238949 w 2327548"/>
                  <a:gd name="connsiteY47" fmla="*/ 846437 h 1218943"/>
                  <a:gd name="connsiteX48" fmla="*/ 1545045 w 2327548"/>
                  <a:gd name="connsiteY48" fmla="*/ 731809 h 1218943"/>
                  <a:gd name="connsiteX49" fmla="*/ 1745251 w 2327548"/>
                  <a:gd name="connsiteY49" fmla="*/ 567823 h 1218943"/>
                  <a:gd name="connsiteX50" fmla="*/ 1307593 w 2327548"/>
                  <a:gd name="connsiteY50" fmla="*/ 647857 h 1218943"/>
                  <a:gd name="connsiteX51" fmla="*/ 1274988 w 2327548"/>
                  <a:gd name="connsiteY51" fmla="*/ 649726 h 1218943"/>
                  <a:gd name="connsiteX52" fmla="*/ 1262574 w 2327548"/>
                  <a:gd name="connsiteY52" fmla="*/ 650630 h 1218943"/>
                  <a:gd name="connsiteX53" fmla="*/ 1261910 w 2327548"/>
                  <a:gd name="connsiteY53" fmla="*/ 650328 h 1218943"/>
                  <a:gd name="connsiteX54" fmla="*/ 1212552 w 2327548"/>
                  <a:gd name="connsiteY54" fmla="*/ 651775 h 1218943"/>
                  <a:gd name="connsiteX55" fmla="*/ 1131131 w 2327548"/>
                  <a:gd name="connsiteY55" fmla="*/ 716803 h 1218943"/>
                  <a:gd name="connsiteX56" fmla="*/ 1030907 w 2327548"/>
                  <a:gd name="connsiteY56" fmla="*/ 784724 h 1218943"/>
                  <a:gd name="connsiteX57" fmla="*/ 850046 w 2327548"/>
                  <a:gd name="connsiteY57" fmla="*/ 911887 h 1218943"/>
                  <a:gd name="connsiteX58" fmla="*/ 630132 w 2327548"/>
                  <a:gd name="connsiteY58" fmla="*/ 922313 h 1218943"/>
                  <a:gd name="connsiteX59" fmla="*/ 489951 w 2327548"/>
                  <a:gd name="connsiteY59" fmla="*/ 910079 h 1218943"/>
                  <a:gd name="connsiteX60" fmla="*/ 375263 w 2327548"/>
                  <a:gd name="connsiteY60" fmla="*/ 937380 h 1218943"/>
                  <a:gd name="connsiteX61" fmla="*/ 368031 w 2327548"/>
                  <a:gd name="connsiteY61" fmla="*/ 917673 h 1218943"/>
                  <a:gd name="connsiteX62" fmla="*/ 558535 w 2327548"/>
                  <a:gd name="connsiteY62" fmla="*/ 815701 h 1218943"/>
                  <a:gd name="connsiteX63" fmla="*/ 746568 w 2327548"/>
                  <a:gd name="connsiteY63" fmla="*/ 745128 h 1218943"/>
                  <a:gd name="connsiteX64" fmla="*/ 870899 w 2327548"/>
                  <a:gd name="connsiteY64" fmla="*/ 739945 h 1218943"/>
                  <a:gd name="connsiteX65" fmla="*/ 999328 w 2327548"/>
                  <a:gd name="connsiteY65" fmla="*/ 692576 h 1218943"/>
                  <a:gd name="connsiteX66" fmla="*/ 1100576 w 2327548"/>
                  <a:gd name="connsiteY66" fmla="*/ 647677 h 1218943"/>
                  <a:gd name="connsiteX67" fmla="*/ 929177 w 2327548"/>
                  <a:gd name="connsiteY67" fmla="*/ 608262 h 1218943"/>
                  <a:gd name="connsiteX68" fmla="*/ 923994 w 2327548"/>
                  <a:gd name="connsiteY68" fmla="*/ 606996 h 1218943"/>
                  <a:gd name="connsiteX69" fmla="*/ 918027 w 2327548"/>
                  <a:gd name="connsiteY69" fmla="*/ 603863 h 1218943"/>
                  <a:gd name="connsiteX70" fmla="*/ 902840 w 2327548"/>
                  <a:gd name="connsiteY70" fmla="*/ 596872 h 1218943"/>
                  <a:gd name="connsiteX71" fmla="*/ 694256 w 2327548"/>
                  <a:gd name="connsiteY71" fmla="*/ 596751 h 1218943"/>
                  <a:gd name="connsiteX72" fmla="*/ 476512 w 2327548"/>
                  <a:gd name="connsiteY72" fmla="*/ 578008 h 1218943"/>
                  <a:gd name="connsiteX73" fmla="*/ 225922 w 2327548"/>
                  <a:gd name="connsiteY73" fmla="*/ 487306 h 1218943"/>
                  <a:gd name="connsiteX74" fmla="*/ 16977 w 2327548"/>
                  <a:gd name="connsiteY74" fmla="*/ 417276 h 1218943"/>
                  <a:gd name="connsiteX75" fmla="*/ 12095 w 2327548"/>
                  <a:gd name="connsiteY75" fmla="*/ 419506 h 1218943"/>
                  <a:gd name="connsiteX76" fmla="*/ 3778 w 2327548"/>
                  <a:gd name="connsiteY76" fmla="*/ 403776 h 1218943"/>
                  <a:gd name="connsiteX77" fmla="*/ 301316 w 2327548"/>
                  <a:gd name="connsiteY77" fmla="*/ 357853 h 1218943"/>
                  <a:gd name="connsiteX78" fmla="*/ 652069 w 2327548"/>
                  <a:gd name="connsiteY78" fmla="*/ 378404 h 1218943"/>
                  <a:gd name="connsiteX79" fmla="*/ 974979 w 2327548"/>
                  <a:gd name="connsiteY79" fmla="*/ 481159 h 1218943"/>
                  <a:gd name="connsiteX80" fmla="*/ 1146680 w 2327548"/>
                  <a:gd name="connsiteY80" fmla="*/ 554745 h 1218943"/>
                  <a:gd name="connsiteX81" fmla="*/ 1273663 w 2327548"/>
                  <a:gd name="connsiteY81" fmla="*/ 627186 h 1218943"/>
                  <a:gd name="connsiteX82" fmla="*/ 1277279 w 2327548"/>
                  <a:gd name="connsiteY82" fmla="*/ 629657 h 1218943"/>
                  <a:gd name="connsiteX83" fmla="*/ 1358398 w 2327548"/>
                  <a:gd name="connsiteY83" fmla="*/ 622485 h 1218943"/>
                  <a:gd name="connsiteX84" fmla="*/ 1641833 w 2327548"/>
                  <a:gd name="connsiteY84" fmla="*/ 572283 h 1218943"/>
                  <a:gd name="connsiteX85" fmla="*/ 1477245 w 2327548"/>
                  <a:gd name="connsiteY85" fmla="*/ 547814 h 1218943"/>
                  <a:gd name="connsiteX86" fmla="*/ 1290357 w 2327548"/>
                  <a:gd name="connsiteY86" fmla="*/ 457715 h 1218943"/>
                  <a:gd name="connsiteX87" fmla="*/ 1026810 w 2327548"/>
                  <a:gd name="connsiteY87" fmla="*/ 360685 h 1218943"/>
                  <a:gd name="connsiteX88" fmla="*/ 769892 w 2327548"/>
                  <a:gd name="connsiteY88" fmla="*/ 264078 h 1218943"/>
                  <a:gd name="connsiteX89" fmla="*/ 770916 w 2327548"/>
                  <a:gd name="connsiteY89" fmla="*/ 242683 h 1218943"/>
                  <a:gd name="connsiteX90" fmla="*/ 1069478 w 2327548"/>
                  <a:gd name="connsiteY90" fmla="*/ 210380 h 1218943"/>
                  <a:gd name="connsiteX91" fmla="*/ 1293189 w 2327548"/>
                  <a:gd name="connsiteY91" fmla="*/ 289450 h 1218943"/>
                  <a:gd name="connsiteX92" fmla="*/ 1546792 w 2327548"/>
                  <a:gd name="connsiteY92" fmla="*/ 435356 h 1218943"/>
                  <a:gd name="connsiteX93" fmla="*/ 1725665 w 2327548"/>
                  <a:gd name="connsiteY93" fmla="*/ 550828 h 1218943"/>
                  <a:gd name="connsiteX94" fmla="*/ 1845957 w 2327548"/>
                  <a:gd name="connsiteY94" fmla="*/ 514969 h 1218943"/>
                  <a:gd name="connsiteX95" fmla="*/ 2106853 w 2327548"/>
                  <a:gd name="connsiteY95" fmla="*/ 428847 h 1218943"/>
                  <a:gd name="connsiteX96" fmla="*/ 2078045 w 2327548"/>
                  <a:gd name="connsiteY96" fmla="*/ 431198 h 1218943"/>
                  <a:gd name="connsiteX97" fmla="*/ 1930090 w 2327548"/>
                  <a:gd name="connsiteY97" fmla="*/ 453677 h 1218943"/>
                  <a:gd name="connsiteX98" fmla="*/ 1681851 w 2327548"/>
                  <a:gd name="connsiteY98" fmla="*/ 417397 h 1218943"/>
                  <a:gd name="connsiteX99" fmla="*/ 1519250 w 2327548"/>
                  <a:gd name="connsiteY99" fmla="*/ 272093 h 1218943"/>
                  <a:gd name="connsiteX100" fmla="*/ 1452113 w 2327548"/>
                  <a:gd name="connsiteY100" fmla="*/ 166566 h 1218943"/>
                  <a:gd name="connsiteX101" fmla="*/ 1332363 w 2327548"/>
                  <a:gd name="connsiteY101" fmla="*/ 74418 h 1218943"/>
                  <a:gd name="connsiteX102" fmla="*/ 1333146 w 2327548"/>
                  <a:gd name="connsiteY102" fmla="*/ 56518 h 1218943"/>
                  <a:gd name="connsiteX103" fmla="*/ 1387046 w 2327548"/>
                  <a:gd name="connsiteY103" fmla="*/ 47461 h 1218943"/>
                  <a:gd name="connsiteX104" fmla="*/ 1945518 w 2327548"/>
                  <a:gd name="connsiteY104" fmla="*/ 349 h 1218943"/>
                  <a:gd name="connsiteX105" fmla="*/ 2098416 w 2327548"/>
                  <a:gd name="connsiteY105" fmla="*/ 45068 h 1218943"/>
                  <a:gd name="connsiteX106" fmla="*/ 2212200 w 2327548"/>
                  <a:gd name="connsiteY106" fmla="*/ 197001 h 1218943"/>
                  <a:gd name="connsiteX107" fmla="*/ 2291518 w 2327548"/>
                  <a:gd name="connsiteY107" fmla="*/ 273720 h 1218943"/>
                  <a:gd name="connsiteX108" fmla="*/ 2327548 w 2327548"/>
                  <a:gd name="connsiteY108" fmla="*/ 295960 h 1218943"/>
                  <a:gd name="connsiteX109" fmla="*/ 2327548 w 2327548"/>
                  <a:gd name="connsiteY109" fmla="*/ 342551 h 1218943"/>
                  <a:gd name="connsiteX110" fmla="*/ 2273737 w 2327548"/>
                  <a:gd name="connsiteY110" fmla="*/ 339100 h 1218943"/>
                  <a:gd name="connsiteX111" fmla="*/ 2067921 w 2327548"/>
                  <a:gd name="connsiteY111" fmla="*/ 269562 h 1218943"/>
                  <a:gd name="connsiteX112" fmla="*/ 1948351 w 2327548"/>
                  <a:gd name="connsiteY112" fmla="*/ 140892 h 1218943"/>
                  <a:gd name="connsiteX113" fmla="*/ 1775023 w 2327548"/>
                  <a:gd name="connsiteY113" fmla="*/ 37233 h 1218943"/>
                  <a:gd name="connsiteX114" fmla="*/ 1781050 w 2327548"/>
                  <a:gd name="connsiteY114" fmla="*/ 18188 h 1218943"/>
                  <a:gd name="connsiteX115" fmla="*/ 1945518 w 2327548"/>
                  <a:gd name="connsiteY115" fmla="*/ 349 h 1218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2327548" h="1218943">
                    <a:moveTo>
                      <a:pt x="2327548" y="379583"/>
                    </a:moveTo>
                    <a:lnTo>
                      <a:pt x="2327548" y="493956"/>
                    </a:lnTo>
                    <a:lnTo>
                      <a:pt x="2297176" y="550647"/>
                    </a:lnTo>
                    <a:cubicBezTo>
                      <a:pt x="2274154" y="585602"/>
                      <a:pt x="2250168" y="619833"/>
                      <a:pt x="2265717" y="664310"/>
                    </a:cubicBezTo>
                    <a:cubicBezTo>
                      <a:pt x="2271442" y="680582"/>
                      <a:pt x="2278674" y="696553"/>
                      <a:pt x="2283857" y="713006"/>
                    </a:cubicBezTo>
                    <a:cubicBezTo>
                      <a:pt x="2291692" y="738077"/>
                      <a:pt x="2296392" y="762847"/>
                      <a:pt x="2294042" y="789424"/>
                    </a:cubicBezTo>
                    <a:cubicBezTo>
                      <a:pt x="2287895" y="859515"/>
                      <a:pt x="2258545" y="918456"/>
                      <a:pt x="2209186" y="968297"/>
                    </a:cubicBezTo>
                    <a:cubicBezTo>
                      <a:pt x="2167542" y="1010363"/>
                      <a:pt x="2122281" y="1058516"/>
                      <a:pt x="2062918" y="1073041"/>
                    </a:cubicBezTo>
                    <a:cubicBezTo>
                      <a:pt x="2050564" y="1076054"/>
                      <a:pt x="2041102" y="1066170"/>
                      <a:pt x="2045380" y="1053996"/>
                    </a:cubicBezTo>
                    <a:cubicBezTo>
                      <a:pt x="2072802" y="976372"/>
                      <a:pt x="2118364" y="912610"/>
                      <a:pt x="2127042" y="828297"/>
                    </a:cubicBezTo>
                    <a:cubicBezTo>
                      <a:pt x="2134154" y="759170"/>
                      <a:pt x="2126018" y="683716"/>
                      <a:pt x="2155669" y="618990"/>
                    </a:cubicBezTo>
                    <a:cubicBezTo>
                      <a:pt x="2185773" y="553268"/>
                      <a:pt x="2227402" y="484123"/>
                      <a:pt x="2279108" y="426479"/>
                    </a:cubicBezTo>
                    <a:close/>
                    <a:moveTo>
                      <a:pt x="1387046" y="47461"/>
                    </a:moveTo>
                    <a:cubicBezTo>
                      <a:pt x="1512280" y="40348"/>
                      <a:pt x="1631919" y="127174"/>
                      <a:pt x="1706801" y="219721"/>
                    </a:cubicBezTo>
                    <a:cubicBezTo>
                      <a:pt x="1737899" y="258111"/>
                      <a:pt x="1777554" y="292041"/>
                      <a:pt x="1828781" y="297707"/>
                    </a:cubicBezTo>
                    <a:cubicBezTo>
                      <a:pt x="1870848" y="302407"/>
                      <a:pt x="1913457" y="295899"/>
                      <a:pt x="1955463" y="301744"/>
                    </a:cubicBezTo>
                    <a:cubicBezTo>
                      <a:pt x="1993672" y="307108"/>
                      <a:pt x="2024770" y="317414"/>
                      <a:pt x="2057374" y="337965"/>
                    </a:cubicBezTo>
                    <a:lnTo>
                      <a:pt x="2057494" y="338206"/>
                    </a:lnTo>
                    <a:cubicBezTo>
                      <a:pt x="2094197" y="361348"/>
                      <a:pt x="2124210" y="391783"/>
                      <a:pt x="2167662" y="402571"/>
                    </a:cubicBezTo>
                    <a:cubicBezTo>
                      <a:pt x="2169109" y="402933"/>
                      <a:pt x="2170254" y="403596"/>
                      <a:pt x="2171338" y="404319"/>
                    </a:cubicBezTo>
                    <a:cubicBezTo>
                      <a:pt x="2176100" y="403113"/>
                      <a:pt x="2180861" y="401667"/>
                      <a:pt x="2185561" y="399980"/>
                    </a:cubicBezTo>
                    <a:cubicBezTo>
                      <a:pt x="2187611" y="399256"/>
                      <a:pt x="2189419" y="399437"/>
                      <a:pt x="2191046" y="399919"/>
                    </a:cubicBezTo>
                    <a:lnTo>
                      <a:pt x="2327548" y="350872"/>
                    </a:lnTo>
                    <a:lnTo>
                      <a:pt x="2327548" y="373761"/>
                    </a:lnTo>
                    <a:lnTo>
                      <a:pt x="2130598" y="443553"/>
                    </a:lnTo>
                    <a:cubicBezTo>
                      <a:pt x="2105647" y="474289"/>
                      <a:pt x="2103960" y="518766"/>
                      <a:pt x="2088471" y="554986"/>
                    </a:cubicBezTo>
                    <a:cubicBezTo>
                      <a:pt x="2071838" y="594039"/>
                      <a:pt x="2041162" y="622967"/>
                      <a:pt x="2016573" y="656897"/>
                    </a:cubicBezTo>
                    <a:cubicBezTo>
                      <a:pt x="1974085" y="715417"/>
                      <a:pt x="1958837" y="791052"/>
                      <a:pt x="1956969" y="862347"/>
                    </a:cubicBezTo>
                    <a:cubicBezTo>
                      <a:pt x="1955884" y="904354"/>
                      <a:pt x="1956005" y="948107"/>
                      <a:pt x="1940275" y="987823"/>
                    </a:cubicBezTo>
                    <a:cubicBezTo>
                      <a:pt x="1877839" y="1145421"/>
                      <a:pt x="1695290" y="1164405"/>
                      <a:pt x="1555772" y="1218103"/>
                    </a:cubicBezTo>
                    <a:cubicBezTo>
                      <a:pt x="1543297" y="1222864"/>
                      <a:pt x="1530279" y="1206291"/>
                      <a:pt x="1540284" y="1196166"/>
                    </a:cubicBezTo>
                    <a:cubicBezTo>
                      <a:pt x="1555531" y="1180677"/>
                      <a:pt x="1578975" y="1166876"/>
                      <a:pt x="1591571" y="1150182"/>
                    </a:cubicBezTo>
                    <a:cubicBezTo>
                      <a:pt x="1610072" y="1125835"/>
                      <a:pt x="1622367" y="1099679"/>
                      <a:pt x="1638097" y="1073824"/>
                    </a:cubicBezTo>
                    <a:cubicBezTo>
                      <a:pt x="1658769" y="1039834"/>
                      <a:pt x="1685647" y="1013497"/>
                      <a:pt x="1713732" y="985654"/>
                    </a:cubicBezTo>
                    <a:cubicBezTo>
                      <a:pt x="1756220" y="943406"/>
                      <a:pt x="1781653" y="901400"/>
                      <a:pt x="1793706" y="841495"/>
                    </a:cubicBezTo>
                    <a:cubicBezTo>
                      <a:pt x="1801661" y="801900"/>
                      <a:pt x="1806965" y="760798"/>
                      <a:pt x="1820344" y="722528"/>
                    </a:cubicBezTo>
                    <a:cubicBezTo>
                      <a:pt x="1850296" y="636588"/>
                      <a:pt x="1913939" y="574693"/>
                      <a:pt x="1987705" y="523949"/>
                    </a:cubicBezTo>
                    <a:cubicBezTo>
                      <a:pt x="2011631" y="507496"/>
                      <a:pt x="2035677" y="487005"/>
                      <a:pt x="2060628" y="467780"/>
                    </a:cubicBezTo>
                    <a:cubicBezTo>
                      <a:pt x="1975411" y="497190"/>
                      <a:pt x="1889771" y="525395"/>
                      <a:pt x="1803530" y="551008"/>
                    </a:cubicBezTo>
                    <a:cubicBezTo>
                      <a:pt x="1803650" y="552696"/>
                      <a:pt x="1803409" y="554444"/>
                      <a:pt x="1802565" y="556372"/>
                    </a:cubicBezTo>
                    <a:cubicBezTo>
                      <a:pt x="1759414" y="652558"/>
                      <a:pt x="1741636" y="757001"/>
                      <a:pt x="1655514" y="827212"/>
                    </a:cubicBezTo>
                    <a:cubicBezTo>
                      <a:pt x="1610193" y="864216"/>
                      <a:pt x="1556254" y="880247"/>
                      <a:pt x="1509065" y="913213"/>
                    </a:cubicBezTo>
                    <a:cubicBezTo>
                      <a:pt x="1461816" y="946239"/>
                      <a:pt x="1424571" y="988787"/>
                      <a:pt x="1382806" y="1027961"/>
                    </a:cubicBezTo>
                    <a:cubicBezTo>
                      <a:pt x="1300843" y="1104862"/>
                      <a:pt x="1212552" y="1131982"/>
                      <a:pt x="1102806" y="1146144"/>
                    </a:cubicBezTo>
                    <a:cubicBezTo>
                      <a:pt x="973593" y="1162778"/>
                      <a:pt x="845767" y="1187909"/>
                      <a:pt x="717278" y="1209304"/>
                    </a:cubicBezTo>
                    <a:cubicBezTo>
                      <a:pt x="702453" y="1211775"/>
                      <a:pt x="700223" y="1191104"/>
                      <a:pt x="711855" y="1185378"/>
                    </a:cubicBezTo>
                    <a:cubicBezTo>
                      <a:pt x="815393" y="1134694"/>
                      <a:pt x="917063" y="1082744"/>
                      <a:pt x="1005475" y="1007952"/>
                    </a:cubicBezTo>
                    <a:cubicBezTo>
                      <a:pt x="1076710" y="947685"/>
                      <a:pt x="1148669" y="877113"/>
                      <a:pt x="1238949" y="846437"/>
                    </a:cubicBezTo>
                    <a:cubicBezTo>
                      <a:pt x="1343391" y="810940"/>
                      <a:pt x="1458441" y="807083"/>
                      <a:pt x="1545045" y="731809"/>
                    </a:cubicBezTo>
                    <a:cubicBezTo>
                      <a:pt x="1610193" y="675158"/>
                      <a:pt x="1677993" y="621943"/>
                      <a:pt x="1745251" y="567823"/>
                    </a:cubicBezTo>
                    <a:cubicBezTo>
                      <a:pt x="1602238" y="607780"/>
                      <a:pt x="1456031" y="638215"/>
                      <a:pt x="1307593" y="647857"/>
                    </a:cubicBezTo>
                    <a:cubicBezTo>
                      <a:pt x="1296745" y="648581"/>
                      <a:pt x="1285897" y="649183"/>
                      <a:pt x="1274988" y="649726"/>
                    </a:cubicBezTo>
                    <a:cubicBezTo>
                      <a:pt x="1271734" y="652016"/>
                      <a:pt x="1267334" y="652860"/>
                      <a:pt x="1262574" y="650630"/>
                    </a:cubicBezTo>
                    <a:cubicBezTo>
                      <a:pt x="1262333" y="650509"/>
                      <a:pt x="1262152" y="650449"/>
                      <a:pt x="1261910" y="650328"/>
                    </a:cubicBezTo>
                    <a:cubicBezTo>
                      <a:pt x="1245518" y="651112"/>
                      <a:pt x="1229065" y="651534"/>
                      <a:pt x="1212552" y="651775"/>
                    </a:cubicBezTo>
                    <a:cubicBezTo>
                      <a:pt x="1179465" y="665335"/>
                      <a:pt x="1160843" y="697096"/>
                      <a:pt x="1131131" y="716803"/>
                    </a:cubicBezTo>
                    <a:cubicBezTo>
                      <a:pt x="1097442" y="739102"/>
                      <a:pt x="1063271" y="760376"/>
                      <a:pt x="1030907" y="784724"/>
                    </a:cubicBezTo>
                    <a:cubicBezTo>
                      <a:pt x="973714" y="827694"/>
                      <a:pt x="917123" y="884465"/>
                      <a:pt x="850046" y="911887"/>
                    </a:cubicBezTo>
                    <a:cubicBezTo>
                      <a:pt x="779172" y="940875"/>
                      <a:pt x="704201" y="932920"/>
                      <a:pt x="630132" y="922313"/>
                    </a:cubicBezTo>
                    <a:cubicBezTo>
                      <a:pt x="585836" y="915925"/>
                      <a:pt x="534489" y="903208"/>
                      <a:pt x="489951" y="910079"/>
                    </a:cubicBezTo>
                    <a:cubicBezTo>
                      <a:pt x="450898" y="916166"/>
                      <a:pt x="414075" y="930268"/>
                      <a:pt x="375263" y="937380"/>
                    </a:cubicBezTo>
                    <a:cubicBezTo>
                      <a:pt x="363873" y="939429"/>
                      <a:pt x="360257" y="923820"/>
                      <a:pt x="368031" y="917673"/>
                    </a:cubicBezTo>
                    <a:cubicBezTo>
                      <a:pt x="425647" y="872412"/>
                      <a:pt x="495978" y="852464"/>
                      <a:pt x="558535" y="815701"/>
                    </a:cubicBezTo>
                    <a:cubicBezTo>
                      <a:pt x="616211" y="781771"/>
                      <a:pt x="679792" y="754530"/>
                      <a:pt x="746568" y="745128"/>
                    </a:cubicBezTo>
                    <a:cubicBezTo>
                      <a:pt x="788092" y="739282"/>
                      <a:pt x="829495" y="744465"/>
                      <a:pt x="870899" y="739945"/>
                    </a:cubicBezTo>
                    <a:cubicBezTo>
                      <a:pt x="918449" y="734762"/>
                      <a:pt x="957804" y="714452"/>
                      <a:pt x="999328" y="692576"/>
                    </a:cubicBezTo>
                    <a:cubicBezTo>
                      <a:pt x="1032776" y="674917"/>
                      <a:pt x="1066043" y="659368"/>
                      <a:pt x="1100576" y="647677"/>
                    </a:cubicBezTo>
                    <a:cubicBezTo>
                      <a:pt x="1041695" y="642072"/>
                      <a:pt x="983900" y="630139"/>
                      <a:pt x="929177" y="608262"/>
                    </a:cubicBezTo>
                    <a:cubicBezTo>
                      <a:pt x="927549" y="608322"/>
                      <a:pt x="925802" y="608081"/>
                      <a:pt x="923994" y="606996"/>
                    </a:cubicBezTo>
                    <a:cubicBezTo>
                      <a:pt x="922066" y="605851"/>
                      <a:pt x="920016" y="604947"/>
                      <a:pt x="918027" y="603863"/>
                    </a:cubicBezTo>
                    <a:cubicBezTo>
                      <a:pt x="912905" y="601693"/>
                      <a:pt x="907902" y="599282"/>
                      <a:pt x="902840" y="596872"/>
                    </a:cubicBezTo>
                    <a:cubicBezTo>
                      <a:pt x="839379" y="572102"/>
                      <a:pt x="758561" y="590544"/>
                      <a:pt x="694256" y="596751"/>
                    </a:cubicBezTo>
                    <a:cubicBezTo>
                      <a:pt x="617114" y="604224"/>
                      <a:pt x="550339" y="603863"/>
                      <a:pt x="476512" y="578008"/>
                    </a:cubicBezTo>
                    <a:cubicBezTo>
                      <a:pt x="392680" y="548658"/>
                      <a:pt x="309934" y="515993"/>
                      <a:pt x="225922" y="487306"/>
                    </a:cubicBezTo>
                    <a:cubicBezTo>
                      <a:pt x="156495" y="463621"/>
                      <a:pt x="85078" y="444637"/>
                      <a:pt x="16977" y="417276"/>
                    </a:cubicBezTo>
                    <a:cubicBezTo>
                      <a:pt x="15349" y="418060"/>
                      <a:pt x="13722" y="418723"/>
                      <a:pt x="12095" y="419506"/>
                    </a:cubicBezTo>
                    <a:cubicBezTo>
                      <a:pt x="2995" y="424026"/>
                      <a:pt x="-4961" y="408839"/>
                      <a:pt x="3778" y="403776"/>
                    </a:cubicBezTo>
                    <a:cubicBezTo>
                      <a:pt x="96107" y="350320"/>
                      <a:pt x="198380" y="361228"/>
                      <a:pt x="301316" y="357853"/>
                    </a:cubicBezTo>
                    <a:cubicBezTo>
                      <a:pt x="418173" y="354056"/>
                      <a:pt x="537864" y="348150"/>
                      <a:pt x="652069" y="378404"/>
                    </a:cubicBezTo>
                    <a:cubicBezTo>
                      <a:pt x="760671" y="407212"/>
                      <a:pt x="868729" y="444698"/>
                      <a:pt x="974979" y="481159"/>
                    </a:cubicBezTo>
                    <a:cubicBezTo>
                      <a:pt x="1033499" y="501228"/>
                      <a:pt x="1094308" y="521176"/>
                      <a:pt x="1146680" y="554745"/>
                    </a:cubicBezTo>
                    <a:cubicBezTo>
                      <a:pt x="1188867" y="581745"/>
                      <a:pt x="1228040" y="606092"/>
                      <a:pt x="1273663" y="627186"/>
                    </a:cubicBezTo>
                    <a:cubicBezTo>
                      <a:pt x="1275109" y="627849"/>
                      <a:pt x="1276254" y="628693"/>
                      <a:pt x="1277279" y="629657"/>
                    </a:cubicBezTo>
                    <a:cubicBezTo>
                      <a:pt x="1304580" y="627849"/>
                      <a:pt x="1331700" y="625378"/>
                      <a:pt x="1358398" y="622485"/>
                    </a:cubicBezTo>
                    <a:cubicBezTo>
                      <a:pt x="1454222" y="612059"/>
                      <a:pt x="1548540" y="594702"/>
                      <a:pt x="1641833" y="572283"/>
                    </a:cubicBezTo>
                    <a:cubicBezTo>
                      <a:pt x="1586448" y="570595"/>
                      <a:pt x="1531123" y="560531"/>
                      <a:pt x="1477245" y="547814"/>
                    </a:cubicBezTo>
                    <a:cubicBezTo>
                      <a:pt x="1405527" y="530879"/>
                      <a:pt x="1353154" y="493454"/>
                      <a:pt x="1290357" y="457715"/>
                    </a:cubicBezTo>
                    <a:cubicBezTo>
                      <a:pt x="1210141" y="412033"/>
                      <a:pt x="1113112" y="393230"/>
                      <a:pt x="1026810" y="360685"/>
                    </a:cubicBezTo>
                    <a:cubicBezTo>
                      <a:pt x="941351" y="328443"/>
                      <a:pt x="858303" y="287823"/>
                      <a:pt x="769892" y="264078"/>
                    </a:cubicBezTo>
                    <a:cubicBezTo>
                      <a:pt x="758802" y="261064"/>
                      <a:pt x="758018" y="243044"/>
                      <a:pt x="770916" y="242683"/>
                    </a:cubicBezTo>
                    <a:cubicBezTo>
                      <a:pt x="872104" y="240091"/>
                      <a:pt x="966964" y="206221"/>
                      <a:pt x="1069478" y="210380"/>
                    </a:cubicBezTo>
                    <a:cubicBezTo>
                      <a:pt x="1153550" y="213755"/>
                      <a:pt x="1223943" y="243768"/>
                      <a:pt x="1293189" y="289450"/>
                    </a:cubicBezTo>
                    <a:cubicBezTo>
                      <a:pt x="1374007" y="342786"/>
                      <a:pt x="1453982" y="404198"/>
                      <a:pt x="1546792" y="435356"/>
                    </a:cubicBezTo>
                    <a:cubicBezTo>
                      <a:pt x="1622307" y="460668"/>
                      <a:pt x="1675884" y="487547"/>
                      <a:pt x="1725665" y="550828"/>
                    </a:cubicBezTo>
                    <a:cubicBezTo>
                      <a:pt x="1765923" y="539739"/>
                      <a:pt x="1806061" y="527745"/>
                      <a:pt x="1845957" y="514969"/>
                    </a:cubicBezTo>
                    <a:cubicBezTo>
                      <a:pt x="1932923" y="487065"/>
                      <a:pt x="2020008" y="458438"/>
                      <a:pt x="2106853" y="428847"/>
                    </a:cubicBezTo>
                    <a:cubicBezTo>
                      <a:pt x="2097331" y="429330"/>
                      <a:pt x="2087748" y="429992"/>
                      <a:pt x="2078045" y="431198"/>
                    </a:cubicBezTo>
                    <a:cubicBezTo>
                      <a:pt x="2028566" y="437466"/>
                      <a:pt x="1979630" y="447771"/>
                      <a:pt x="1930090" y="453677"/>
                    </a:cubicBezTo>
                    <a:cubicBezTo>
                      <a:pt x="1842884" y="464164"/>
                      <a:pt x="1761765" y="456209"/>
                      <a:pt x="1681851" y="417397"/>
                    </a:cubicBezTo>
                    <a:cubicBezTo>
                      <a:pt x="1609952" y="382502"/>
                      <a:pt x="1559750" y="341641"/>
                      <a:pt x="1519250" y="272093"/>
                    </a:cubicBezTo>
                    <a:cubicBezTo>
                      <a:pt x="1498518" y="236536"/>
                      <a:pt x="1480258" y="197061"/>
                      <a:pt x="1452113" y="166566"/>
                    </a:cubicBezTo>
                    <a:cubicBezTo>
                      <a:pt x="1417218" y="128718"/>
                      <a:pt x="1376117" y="101056"/>
                      <a:pt x="1332363" y="74418"/>
                    </a:cubicBezTo>
                    <a:cubicBezTo>
                      <a:pt x="1325974" y="70500"/>
                      <a:pt x="1324166" y="59049"/>
                      <a:pt x="1333146" y="56518"/>
                    </a:cubicBezTo>
                    <a:cubicBezTo>
                      <a:pt x="1351151" y="51410"/>
                      <a:pt x="1369155" y="48477"/>
                      <a:pt x="1387046" y="47461"/>
                    </a:cubicBezTo>
                    <a:close/>
                    <a:moveTo>
                      <a:pt x="1945518" y="349"/>
                    </a:moveTo>
                    <a:cubicBezTo>
                      <a:pt x="2001989" y="-1926"/>
                      <a:pt x="2056530" y="6226"/>
                      <a:pt x="2098416" y="45068"/>
                    </a:cubicBezTo>
                    <a:cubicBezTo>
                      <a:pt x="2146087" y="89243"/>
                      <a:pt x="2172062" y="147160"/>
                      <a:pt x="2212200" y="197001"/>
                    </a:cubicBezTo>
                    <a:cubicBezTo>
                      <a:pt x="2231545" y="221017"/>
                      <a:pt x="2259976" y="250051"/>
                      <a:pt x="2291518" y="273720"/>
                    </a:cubicBezTo>
                    <a:lnTo>
                      <a:pt x="2327548" y="295960"/>
                    </a:lnTo>
                    <a:lnTo>
                      <a:pt x="2327548" y="342551"/>
                    </a:lnTo>
                    <a:lnTo>
                      <a:pt x="2273737" y="339100"/>
                    </a:lnTo>
                    <a:cubicBezTo>
                      <a:pt x="2199657" y="329972"/>
                      <a:pt x="2125551" y="307394"/>
                      <a:pt x="2067921" y="269562"/>
                    </a:cubicBezTo>
                    <a:cubicBezTo>
                      <a:pt x="2016030" y="235511"/>
                      <a:pt x="1994877" y="179041"/>
                      <a:pt x="1948351" y="140892"/>
                    </a:cubicBezTo>
                    <a:cubicBezTo>
                      <a:pt x="1896039" y="97982"/>
                      <a:pt x="1828118" y="80022"/>
                      <a:pt x="1775023" y="37233"/>
                    </a:cubicBezTo>
                    <a:cubicBezTo>
                      <a:pt x="1767791" y="31447"/>
                      <a:pt x="1771648" y="18731"/>
                      <a:pt x="1781050" y="18188"/>
                    </a:cubicBezTo>
                    <a:cubicBezTo>
                      <a:pt x="1830650" y="15326"/>
                      <a:pt x="1889049" y="2624"/>
                      <a:pt x="1945518" y="349"/>
                    </a:cubicBezTo>
                    <a:close/>
                  </a:path>
                </a:pathLst>
              </a:custGeom>
              <a:solidFill>
                <a:schemeClr val="accent2">
                  <a:alpha val="4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7" name="矩形: 圆角 16"/>
            <p:cNvSpPr/>
            <p:nvPr>
              <p:custDataLst>
                <p:tags r:id="rId2"/>
              </p:custDataLst>
            </p:nvPr>
          </p:nvSpPr>
          <p:spPr>
            <a:xfrm>
              <a:off x="6488053" y="5145562"/>
              <a:ext cx="5030847" cy="757398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{chapterTitle4}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3"/>
              </p:custDataLst>
            </p:nvPr>
          </p:nvSpPr>
          <p:spPr>
            <a:xfrm>
              <a:off x="6449443" y="4379177"/>
              <a:ext cx="1210588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2"/>
                      </a:gs>
                      <a:gs pos="100000">
                        <a:schemeClr val="accent2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04</a:t>
              </a:r>
            </a:p>
          </p:txBody>
        </p:sp>
        <p:sp>
          <p:nvSpPr>
            <p:cNvPr id="15" name="矩形: 圆角 14"/>
            <p:cNvSpPr/>
            <p:nvPr>
              <p:custDataLst>
                <p:tags r:id="rId4"/>
              </p:custDataLst>
            </p:nvPr>
          </p:nvSpPr>
          <p:spPr>
            <a:xfrm>
              <a:off x="699012" y="5145562"/>
              <a:ext cx="5030845" cy="757398"/>
            </a:xfrm>
            <a:prstGeom prst="roundRect">
              <a:avLst>
                <a:gd name="adj" fmla="val 14331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{chapterTitle2}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5"/>
              </p:custDataLst>
            </p:nvPr>
          </p:nvSpPr>
          <p:spPr>
            <a:xfrm>
              <a:off x="660400" y="4379177"/>
              <a:ext cx="2158868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2"/>
                      </a:gs>
                      <a:gs pos="100000">
                        <a:schemeClr val="accent2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02</a:t>
              </a:r>
            </a:p>
          </p:txBody>
        </p:sp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6488053" y="3204423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{chapterTitle3}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7"/>
              </p:custDataLst>
            </p:nvPr>
          </p:nvSpPr>
          <p:spPr>
            <a:xfrm>
              <a:off x="6449443" y="2438038"/>
              <a:ext cx="2028931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03</a:t>
              </a:r>
            </a:p>
          </p:txBody>
        </p:sp>
        <p:sp>
          <p:nvSpPr>
            <p:cNvPr id="11" name="矩形: 圆角 10"/>
            <p:cNvSpPr/>
            <p:nvPr>
              <p:custDataLst>
                <p:tags r:id="rId8"/>
              </p:custDataLst>
            </p:nvPr>
          </p:nvSpPr>
          <p:spPr>
            <a:xfrm>
              <a:off x="699010" y="3204423"/>
              <a:ext cx="5030847" cy="757398"/>
            </a:xfrm>
            <a:prstGeom prst="roundRect">
              <a:avLst>
                <a:gd name="adj" fmla="val 1433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{chapterTitle1}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9"/>
              </p:custDataLst>
            </p:nvPr>
          </p:nvSpPr>
          <p:spPr>
            <a:xfrm>
              <a:off x="660400" y="2438038"/>
              <a:ext cx="2028931" cy="120032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GB" sz="5400" b="1" dirty="0">
                  <a:gradFill flip="none" rotWithShape="1">
                    <a:gsLst>
                      <a:gs pos="56000">
                        <a:schemeClr val="accent1"/>
                      </a:gs>
                      <a:gs pos="100000">
                        <a:schemeClr val="accent1">
                          <a:alpha val="20000"/>
                        </a:schemeClr>
                      </a:gs>
                    </a:gsLst>
                    <a:lin ang="5400000" scaled="1"/>
                    <a:tileRect/>
                  </a:gradFill>
                </a:rPr>
                <a:t>01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5387616" y="438868"/>
              <a:ext cx="1840286" cy="1089415"/>
            </a:xfrm>
            <a:prstGeom prst="rect">
              <a:avLst/>
            </a:prstGeom>
          </p:spPr>
          <p:txBody>
            <a:bodyPr wrap="square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sz="4000" b="1" dirty="0">
                  <a:solidFill>
                    <a:schemeClr val="accent1"/>
                  </a:solidFill>
                </a:rPr>
                <a:t>目录</a:t>
              </a:r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6803389" y="901956"/>
              <a:ext cx="5388610" cy="578485"/>
            </a:xfrm>
            <a:prstGeom prst="roundRect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 flipH="1">
            <a:off x="-1" y="26291"/>
            <a:ext cx="12192001" cy="6831709"/>
            <a:chOff x="-1" y="26291"/>
            <a:chExt cx="12192001" cy="6831709"/>
          </a:xfrm>
        </p:grpSpPr>
        <p:sp>
          <p:nvSpPr>
            <p:cNvPr id="36" name="任意多边形: 形状 35"/>
            <p:cNvSpPr/>
            <p:nvPr userDrawn="1"/>
          </p:nvSpPr>
          <p:spPr>
            <a:xfrm flipH="1" flipV="1">
              <a:off x="-1" y="5573488"/>
              <a:ext cx="1118294" cy="1284512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 userDrawn="1"/>
          </p:nvSpPr>
          <p:spPr>
            <a:xfrm>
              <a:off x="9886449" y="26291"/>
              <a:ext cx="2305551" cy="12074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7" name="矩形: 圆角 16"/>
          <p:cNvSpPr/>
          <p:nvPr>
            <p:custDataLst>
              <p:tags r:id="rId1"/>
            </p:custDataLst>
          </p:nvPr>
        </p:nvSpPr>
        <p:spPr>
          <a:xfrm>
            <a:off x="6825983" y="2673776"/>
            <a:ext cx="5030847" cy="757398"/>
          </a:xfrm>
          <a:prstGeom prst="roundRect">
            <a:avLst>
              <a:gd name="adj" fmla="val 143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7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{chapterTitle4}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787373" y="1880721"/>
            <a:ext cx="1210588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2"/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04</a:t>
            </a:r>
          </a:p>
        </p:txBody>
      </p:sp>
      <p:sp>
        <p:nvSpPr>
          <p:cNvPr id="15" name="矩形: 圆角 14"/>
          <p:cNvSpPr/>
          <p:nvPr>
            <p:custDataLst>
              <p:tags r:id="rId3"/>
            </p:custDataLst>
          </p:nvPr>
        </p:nvSpPr>
        <p:spPr>
          <a:xfrm>
            <a:off x="1458367" y="3571744"/>
            <a:ext cx="5030845" cy="757398"/>
          </a:xfrm>
          <a:prstGeom prst="roundRect">
            <a:avLst>
              <a:gd name="adj" fmla="val 143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7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{chapterTitle2}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1431683" y="2778689"/>
            <a:ext cx="2158868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2"/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02</a:t>
            </a:r>
          </a:p>
        </p:txBody>
      </p:sp>
      <p:sp>
        <p:nvSpPr>
          <p:cNvPr id="13" name="矩形: 圆角 12"/>
          <p:cNvSpPr/>
          <p:nvPr>
            <p:custDataLst>
              <p:tags r:id="rId5"/>
            </p:custDataLst>
          </p:nvPr>
        </p:nvSpPr>
        <p:spPr>
          <a:xfrm>
            <a:off x="6825983" y="4533529"/>
            <a:ext cx="5030847" cy="757398"/>
          </a:xfrm>
          <a:prstGeom prst="roundRect">
            <a:avLst>
              <a:gd name="adj" fmla="val 1433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{chapterTitle5}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6787373" y="3740474"/>
            <a:ext cx="2028931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05</a:t>
            </a:r>
          </a:p>
        </p:txBody>
      </p:sp>
      <p:sp>
        <p:nvSpPr>
          <p:cNvPr id="11" name="矩形: 圆角 10"/>
          <p:cNvSpPr/>
          <p:nvPr>
            <p:custDataLst>
              <p:tags r:id="rId7"/>
            </p:custDataLst>
          </p:nvPr>
        </p:nvSpPr>
        <p:spPr>
          <a:xfrm>
            <a:off x="1470293" y="1777707"/>
            <a:ext cx="5030847" cy="757398"/>
          </a:xfrm>
          <a:prstGeom prst="roundRect">
            <a:avLst>
              <a:gd name="adj" fmla="val 1433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{chapterTitle1}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1431683" y="984652"/>
            <a:ext cx="2028931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01</a:t>
            </a:r>
          </a:p>
        </p:txBody>
      </p:sp>
      <p:sp>
        <p:nvSpPr>
          <p:cNvPr id="9" name="矩形 8"/>
          <p:cNvSpPr/>
          <p:nvPr/>
        </p:nvSpPr>
        <p:spPr>
          <a:xfrm>
            <a:off x="9450040" y="144349"/>
            <a:ext cx="1840286" cy="1089415"/>
          </a:xfrm>
          <a:prstGeom prst="rect">
            <a:avLst/>
          </a:prstGeom>
        </p:spPr>
        <p:txBody>
          <a:bodyPr wrap="square" anchor="b" anchorCtr="0">
            <a:normAutofit/>
          </a:bodyPr>
          <a:lstStyle/>
          <a:p>
            <a:pPr>
              <a:buSzPct val="25000"/>
            </a:pPr>
            <a:r>
              <a:rPr lang="zh-CN" altLang="en-US" sz="5400" b="1" dirty="0">
                <a:solidFill>
                  <a:schemeClr val="accent1"/>
                </a:solidFill>
              </a:rPr>
              <a:t>目录</a:t>
            </a:r>
            <a:endParaRPr lang="en-US" altLang="zh-CN" sz="5400" b="1" dirty="0">
              <a:solidFill>
                <a:schemeClr val="accent1"/>
              </a:solidFill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1337290" y="438150"/>
            <a:ext cx="854710" cy="578485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矩形: 圆角 1"/>
          <p:cNvSpPr/>
          <p:nvPr>
            <p:custDataLst>
              <p:tags r:id="rId9"/>
            </p:custDataLst>
          </p:nvPr>
        </p:nvSpPr>
        <p:spPr>
          <a:xfrm>
            <a:off x="1431683" y="5375043"/>
            <a:ext cx="5030847" cy="757398"/>
          </a:xfrm>
          <a:prstGeom prst="roundRect">
            <a:avLst>
              <a:gd name="adj" fmla="val 1433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{chapterTitle3}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0"/>
            </p:custDataLst>
          </p:nvPr>
        </p:nvSpPr>
        <p:spPr>
          <a:xfrm>
            <a:off x="1393073" y="4581988"/>
            <a:ext cx="2028931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sz="5400" b="1" dirty="0">
                <a:gradFill flip="none" rotWithShape="1">
                  <a:gsLst>
                    <a:gs pos="56000">
                      <a:schemeClr val="accent1"/>
                    </a:gs>
                    <a:gs pos="100000">
                      <a:schemeClr val="accent1">
                        <a:alpha val="20000"/>
                      </a:schemeClr>
                    </a:gs>
                  </a:gsLst>
                  <a:lin ang="5400000" scaled="1"/>
                  <a:tileRect/>
                </a:gradFill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33" name="组合 32"/>
          <p:cNvGrpSpPr/>
          <p:nvPr>
            <p:custDataLst>
              <p:tags r:id="rId1"/>
            </p:custDataLst>
          </p:nvPr>
        </p:nvGrpSpPr>
        <p:grpSpPr>
          <a:xfrm>
            <a:off x="1058334" y="1421391"/>
            <a:ext cx="10075332" cy="4438720"/>
            <a:chOff x="1051984" y="1723651"/>
            <a:chExt cx="10075332" cy="4438720"/>
          </a:xfrm>
        </p:grpSpPr>
        <p:sp>
          <p:nvSpPr>
            <p:cNvPr id="7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2140502" y="3797907"/>
              <a:ext cx="7935402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椭圆 4"/>
            <p:cNvSpPr/>
            <p:nvPr>
              <p:custDataLst>
                <p:tags r:id="rId3"/>
              </p:custDataLst>
            </p:nvPr>
          </p:nvSpPr>
          <p:spPr>
            <a:xfrm>
              <a:off x="5636637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051984" y="1723651"/>
              <a:ext cx="2401444" cy="2701200"/>
              <a:chOff x="1051984" y="1723651"/>
              <a:chExt cx="2401444" cy="2701200"/>
            </a:xfrm>
          </p:grpSpPr>
          <p:sp>
            <p:nvSpPr>
              <p:cNvPr id="13" name="矩形 12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1051984" y="1975652"/>
                <a:ext cx="2401444" cy="1074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10"/>
                </p:custDataLst>
              </p:nvPr>
            </p:nvSpPr>
            <p:spPr bwMode="auto">
              <a:xfrm>
                <a:off x="1051984" y="1723651"/>
                <a:ext cx="2401444" cy="25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sz="1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{vItem.item1}</a:t>
                </a:r>
                <a:endParaRPr 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椭圆 24"/>
              <p:cNvSpPr/>
              <p:nvPr>
                <p:custDataLst>
                  <p:tags r:id="rId11"/>
                </p:custDataLst>
              </p:nvPr>
            </p:nvSpPr>
            <p:spPr>
              <a:xfrm>
                <a:off x="2012710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725872" y="1723651"/>
              <a:ext cx="2401444" cy="1326999"/>
              <a:chOff x="8725872" y="1723651"/>
              <a:chExt cx="2401444" cy="1326999"/>
            </a:xfrm>
          </p:grpSpPr>
          <p:sp>
            <p:nvSpPr>
              <p:cNvPr id="17" name="矩形 16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8725872" y="1975652"/>
                <a:ext cx="2401444" cy="1074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sz="1200" dirty="0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 bwMode="auto">
              <a:xfrm>
                <a:off x="8725872" y="1723651"/>
                <a:ext cx="2401444" cy="25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{vItem.item3}</a:t>
                </a:r>
                <a:endParaRPr 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912358" y="4480960"/>
              <a:ext cx="2401444" cy="1681411"/>
              <a:chOff x="4912358" y="4480960"/>
              <a:chExt cx="2401444" cy="1681411"/>
            </a:xfrm>
          </p:grpSpPr>
          <p:sp>
            <p:nvSpPr>
              <p:cNvPr id="19" name="矩形 18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4912358" y="4695354"/>
                <a:ext cx="2401444" cy="1467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6"/>
                </p:custDataLst>
              </p:nvPr>
            </p:nvSpPr>
            <p:spPr bwMode="auto">
              <a:xfrm>
                <a:off x="4912358" y="4480960"/>
                <a:ext cx="2401444" cy="25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{vItem.item2}</a:t>
                </a:r>
                <a:endParaRPr 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2" name="椭圆 11"/>
            <p:cNvSpPr/>
            <p:nvPr>
              <p:custDataLst>
                <p:tags r:id="rId4"/>
              </p:custDataLst>
            </p:nvPr>
          </p:nvSpPr>
          <p:spPr>
            <a:xfrm>
              <a:off x="9284421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1531443" y="1509910"/>
            <a:ext cx="9483098" cy="4421763"/>
            <a:chOff x="1525093" y="1775340"/>
            <a:chExt cx="9483098" cy="4421763"/>
          </a:xfrm>
        </p:grpSpPr>
        <p:sp>
          <p:nvSpPr>
            <p:cNvPr id="7" name="矩形: 圆角 6"/>
            <p:cNvSpPr/>
            <p:nvPr/>
          </p:nvSpPr>
          <p:spPr>
            <a:xfrm>
              <a:off x="2303503" y="3797907"/>
              <a:ext cx="7763699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" name="椭圆 3"/>
            <p:cNvSpPr/>
            <p:nvPr/>
          </p:nvSpPr>
          <p:spPr>
            <a:xfrm>
              <a:off x="9351367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976441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4601516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525093" y="1775340"/>
              <a:ext cx="2401444" cy="2649511"/>
              <a:chOff x="1525093" y="1775340"/>
              <a:chExt cx="2401444" cy="2649511"/>
            </a:xfrm>
          </p:grpSpPr>
          <p:sp>
            <p:nvSpPr>
              <p:cNvPr id="13" name="矩形 12"/>
              <p:cNvSpPr/>
              <p:nvPr/>
            </p:nvSpPr>
            <p:spPr bwMode="auto">
              <a:xfrm>
                <a:off x="1525093" y="1994837"/>
                <a:ext cx="2401444" cy="1193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/>
            </p:nvSpPr>
            <p:spPr bwMode="auto">
              <a:xfrm>
                <a:off x="1525093" y="1775340"/>
                <a:ext cx="2401444" cy="25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b="1" dirty="0"/>
                  <a:t>{vItem.item1}</a:t>
                </a:r>
                <a:endParaRPr lang="en-US" dirty="0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2112098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6227735" y="1775340"/>
              <a:ext cx="2401444" cy="1413233"/>
              <a:chOff x="6227735" y="1775340"/>
              <a:chExt cx="2401444" cy="1413233"/>
            </a:xfrm>
          </p:grpSpPr>
          <p:sp>
            <p:nvSpPr>
              <p:cNvPr id="15" name="矩形 14"/>
              <p:cNvSpPr/>
              <p:nvPr/>
            </p:nvSpPr>
            <p:spPr bwMode="auto">
              <a:xfrm>
                <a:off x="6227735" y="1994836"/>
                <a:ext cx="2401444" cy="11937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dirty="0"/>
              </a:p>
            </p:txBody>
          </p:sp>
          <p:sp>
            <p:nvSpPr>
              <p:cNvPr id="16" name="文本框 15"/>
              <p:cNvSpPr txBox="1"/>
              <p:nvPr/>
            </p:nvSpPr>
            <p:spPr bwMode="auto">
              <a:xfrm>
                <a:off x="6227735" y="1775340"/>
                <a:ext cx="2401444" cy="25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{vItem.item3}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851691" y="4459159"/>
              <a:ext cx="2401444" cy="1698188"/>
              <a:chOff x="3851691" y="4459159"/>
              <a:chExt cx="2401444" cy="1698188"/>
            </a:xfrm>
          </p:grpSpPr>
          <p:sp>
            <p:nvSpPr>
              <p:cNvPr id="19" name="矩形 18"/>
              <p:cNvSpPr/>
              <p:nvPr/>
            </p:nvSpPr>
            <p:spPr bwMode="auto">
              <a:xfrm>
                <a:off x="3851691" y="4658527"/>
                <a:ext cx="2401444" cy="14988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/>
            </p:nvSpPr>
            <p:spPr bwMode="auto">
              <a:xfrm>
                <a:off x="3851691" y="4459159"/>
                <a:ext cx="2401444" cy="25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{vItem.item2}</a:t>
                </a:r>
                <a:endParaRPr lang="en-US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606747" y="4456992"/>
              <a:ext cx="2401444" cy="1740111"/>
              <a:chOff x="8606747" y="4456992"/>
              <a:chExt cx="2401444" cy="1740111"/>
            </a:xfrm>
          </p:grpSpPr>
          <p:sp>
            <p:nvSpPr>
              <p:cNvPr id="21" name="矩形 20"/>
              <p:cNvSpPr/>
              <p:nvPr/>
            </p:nvSpPr>
            <p:spPr bwMode="auto">
              <a:xfrm>
                <a:off x="8606747" y="4658527"/>
                <a:ext cx="2401444" cy="15385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  <a:endParaRPr lang="en-US" sz="1200" dirty="0"/>
              </a:p>
            </p:txBody>
          </p:sp>
          <p:sp>
            <p:nvSpPr>
              <p:cNvPr id="22" name="文本框 21"/>
              <p:cNvSpPr txBox="1"/>
              <p:nvPr/>
            </p:nvSpPr>
            <p:spPr bwMode="auto">
              <a:xfrm>
                <a:off x="8606747" y="4456992"/>
                <a:ext cx="2401444" cy="25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{vItem.item4}</a:t>
                </a:r>
                <a:endParaRPr lang="en-US" dirty="0"/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B84CB1AD-6803-DC0F-680F-FD05AE8E3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778644" y="1487131"/>
            <a:ext cx="10634712" cy="4345151"/>
            <a:chOff x="772294" y="1731606"/>
            <a:chExt cx="10634712" cy="4345151"/>
          </a:xfrm>
        </p:grpSpPr>
        <p:sp>
          <p:nvSpPr>
            <p:cNvPr id="7" name="矩形: 圆角 6"/>
            <p:cNvSpPr/>
            <p:nvPr/>
          </p:nvSpPr>
          <p:spPr>
            <a:xfrm>
              <a:off x="1167469" y="3797907"/>
              <a:ext cx="9671334" cy="36349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" name="椭圆 3"/>
            <p:cNvSpPr/>
            <p:nvPr/>
          </p:nvSpPr>
          <p:spPr>
            <a:xfrm>
              <a:off x="8011563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636637" y="3526644"/>
              <a:ext cx="906025" cy="9060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3261712" y="3526644"/>
              <a:ext cx="906025" cy="906024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772294" y="1747888"/>
              <a:ext cx="2681134" cy="2676963"/>
              <a:chOff x="772294" y="1747888"/>
              <a:chExt cx="2681134" cy="2676963"/>
            </a:xfrm>
          </p:grpSpPr>
          <p:sp>
            <p:nvSpPr>
              <p:cNvPr id="13" name="矩形 12"/>
              <p:cNvSpPr/>
              <p:nvPr/>
            </p:nvSpPr>
            <p:spPr bwMode="auto">
              <a:xfrm>
                <a:off x="1051984" y="1950405"/>
                <a:ext cx="2401444" cy="15140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dirty="0"/>
              </a:p>
            </p:txBody>
          </p:sp>
          <p:sp>
            <p:nvSpPr>
              <p:cNvPr id="14" name="文本框 13"/>
              <p:cNvSpPr txBox="1"/>
              <p:nvPr/>
            </p:nvSpPr>
            <p:spPr bwMode="auto">
              <a:xfrm>
                <a:off x="1051984" y="1747888"/>
                <a:ext cx="2401444" cy="25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b="1" dirty="0"/>
                  <a:t>{vItem.item1}</a:t>
                </a:r>
                <a:endParaRPr lang="en-US" dirty="0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772294" y="3518827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887931" y="1747888"/>
              <a:ext cx="2401444" cy="1700334"/>
              <a:chOff x="4887931" y="1747888"/>
              <a:chExt cx="2401444" cy="1700334"/>
            </a:xfrm>
          </p:grpSpPr>
          <p:sp>
            <p:nvSpPr>
              <p:cNvPr id="15" name="矩形 14"/>
              <p:cNvSpPr/>
              <p:nvPr/>
            </p:nvSpPr>
            <p:spPr bwMode="auto">
              <a:xfrm>
                <a:off x="4887931" y="1934123"/>
                <a:ext cx="2401444" cy="15140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  <a:endParaRPr lang="en-US" dirty="0"/>
              </a:p>
            </p:txBody>
          </p:sp>
          <p:sp>
            <p:nvSpPr>
              <p:cNvPr id="16" name="文本框 15"/>
              <p:cNvSpPr txBox="1"/>
              <p:nvPr/>
            </p:nvSpPr>
            <p:spPr bwMode="auto">
              <a:xfrm>
                <a:off x="4887931" y="1747888"/>
                <a:ext cx="2401444" cy="25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{vItem.item3}</a:t>
                </a:r>
                <a:endParaRPr lang="en-US" dirty="0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725872" y="1731606"/>
              <a:ext cx="2401444" cy="1787221"/>
              <a:chOff x="8725872" y="1731606"/>
              <a:chExt cx="2401444" cy="1787221"/>
            </a:xfrm>
          </p:grpSpPr>
          <p:sp>
            <p:nvSpPr>
              <p:cNvPr id="17" name="矩形 16"/>
              <p:cNvSpPr/>
              <p:nvPr/>
            </p:nvSpPr>
            <p:spPr bwMode="auto">
              <a:xfrm>
                <a:off x="8725872" y="1934123"/>
                <a:ext cx="2401444" cy="1584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{vItem.item5_Desc}</a:t>
                </a:r>
                <a:endParaRPr lang="en-US" sz="1200" dirty="0"/>
              </a:p>
            </p:txBody>
          </p:sp>
          <p:sp>
            <p:nvSpPr>
              <p:cNvPr id="18" name="文本框 17"/>
              <p:cNvSpPr txBox="1"/>
              <p:nvPr/>
            </p:nvSpPr>
            <p:spPr bwMode="auto">
              <a:xfrm>
                <a:off x="8725872" y="1731606"/>
                <a:ext cx="2401444" cy="25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{vItem.item5}</a:t>
                </a:r>
                <a:endParaRPr lang="en-US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2511887" y="4486991"/>
              <a:ext cx="2401444" cy="1589766"/>
              <a:chOff x="2511887" y="4486991"/>
              <a:chExt cx="2401444" cy="1589766"/>
            </a:xfrm>
          </p:grpSpPr>
          <p:sp>
            <p:nvSpPr>
              <p:cNvPr id="19" name="矩形 18"/>
              <p:cNvSpPr/>
              <p:nvPr/>
            </p:nvSpPr>
            <p:spPr bwMode="auto">
              <a:xfrm>
                <a:off x="2511887" y="4701181"/>
                <a:ext cx="2401444" cy="13755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  <a:endParaRPr lang="en-US" sz="1200" dirty="0"/>
              </a:p>
            </p:txBody>
          </p:sp>
          <p:sp>
            <p:nvSpPr>
              <p:cNvPr id="20" name="文本框 19"/>
              <p:cNvSpPr txBox="1"/>
              <p:nvPr/>
            </p:nvSpPr>
            <p:spPr bwMode="auto">
              <a:xfrm>
                <a:off x="2511887" y="4486991"/>
                <a:ext cx="2401444" cy="25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{vItem.item2}</a:t>
                </a:r>
                <a:endParaRPr lang="en-US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7266943" y="3526644"/>
              <a:ext cx="4140063" cy="2550112"/>
              <a:chOff x="7266943" y="3526644"/>
              <a:chExt cx="4140063" cy="2550112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10500981" y="3526644"/>
                <a:ext cx="906025" cy="9060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05</a:t>
                </a:r>
              </a:p>
            </p:txBody>
          </p:sp>
          <p:sp>
            <p:nvSpPr>
              <p:cNvPr id="21" name="矩形 20"/>
              <p:cNvSpPr/>
              <p:nvPr/>
            </p:nvSpPr>
            <p:spPr bwMode="auto">
              <a:xfrm>
                <a:off x="7266943" y="4701180"/>
                <a:ext cx="2401444" cy="13755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  <a:endParaRPr lang="en-US" sz="1200" dirty="0"/>
              </a:p>
            </p:txBody>
          </p:sp>
          <p:sp>
            <p:nvSpPr>
              <p:cNvPr id="22" name="文本框 21"/>
              <p:cNvSpPr txBox="1"/>
              <p:nvPr/>
            </p:nvSpPr>
            <p:spPr bwMode="auto">
              <a:xfrm>
                <a:off x="7266943" y="4484824"/>
                <a:ext cx="2401444" cy="25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{vItem.item4}</a:t>
                </a:r>
                <a:endParaRPr lang="en-US" dirty="0"/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A3C58BDC-A26C-A3B6-9EE2-443B0FCF2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59C5A-5873-8C19-EE4C-B3C26FABE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0E13432-C989-8AFD-ED83-B5E4383CE349}"/>
              </a:ext>
            </a:extLst>
          </p:cNvPr>
          <p:cNvGrpSpPr/>
          <p:nvPr/>
        </p:nvGrpSpPr>
        <p:grpSpPr>
          <a:xfrm>
            <a:off x="1029613" y="1285505"/>
            <a:ext cx="2880000" cy="3999333"/>
            <a:chOff x="1399349" y="1818243"/>
            <a:chExt cx="2880000" cy="3999333"/>
          </a:xfrm>
        </p:grpSpPr>
        <p:grpSp>
          <p:nvGrpSpPr>
            <p:cNvPr id="6" name="组合 5"/>
            <p:cNvGrpSpPr/>
            <p:nvPr/>
          </p:nvGrpSpPr>
          <p:grpSpPr>
            <a:xfrm>
              <a:off x="1399349" y="1818243"/>
              <a:ext cx="2880000" cy="3999333"/>
              <a:chOff x="660398" y="2637644"/>
              <a:chExt cx="2880000" cy="3999333"/>
            </a:xfrm>
          </p:grpSpPr>
          <p:sp>
            <p:nvSpPr>
              <p:cNvPr id="36" name="矩形: 圆角 35"/>
              <p:cNvSpPr/>
              <p:nvPr>
                <p:custDataLst>
                  <p:tags r:id="rId13"/>
                </p:custDataLst>
              </p:nvPr>
            </p:nvSpPr>
            <p:spPr>
              <a:xfrm flipH="1">
                <a:off x="660398" y="3396977"/>
                <a:ext cx="2880000" cy="3240000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7" name="文本框 36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947643" y="3537548"/>
                <a:ext cx="2101881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7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82342" y="3855623"/>
                <a:ext cx="2800850" cy="24908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9" name="矩形: 圆角 38"/>
              <p:cNvSpPr/>
              <p:nvPr>
                <p:custDataLst>
                  <p:tags r:id="rId16"/>
                </p:custDataLst>
              </p:nvPr>
            </p:nvSpPr>
            <p:spPr>
              <a:xfrm>
                <a:off x="1542929" y="6365733"/>
                <a:ext cx="900000" cy="252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01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文本框 39"/>
              <p:cNvSpPr txBox="1">
                <a:spLocks noChangeAspec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1770820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41" name="任意多边形: 形状 40"/>
              <p:cNvSpPr/>
              <p:nvPr>
                <p:custDataLst>
                  <p:tags r:id="rId18"/>
                </p:custDataLst>
              </p:nvPr>
            </p:nvSpPr>
            <p:spPr>
              <a:xfrm>
                <a:off x="1904340" y="2761909"/>
                <a:ext cx="192536" cy="211046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5305351-29C1-1174-0816-DBA7E37B56C7}"/>
                </a:ext>
              </a:extLst>
            </p:cNvPr>
            <p:cNvCxnSpPr/>
            <p:nvPr/>
          </p:nvCxnSpPr>
          <p:spPr>
            <a:xfrm>
              <a:off x="1789304" y="3003730"/>
              <a:ext cx="2152822" cy="0"/>
            </a:xfrm>
            <a:prstGeom prst="line">
              <a:avLst/>
            </a:prstGeom>
            <a:ln w="12700"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BE226D1-936D-0AED-ED1B-D55EAC9DDA46}"/>
              </a:ext>
            </a:extLst>
          </p:cNvPr>
          <p:cNvGrpSpPr/>
          <p:nvPr/>
        </p:nvGrpSpPr>
        <p:grpSpPr>
          <a:xfrm>
            <a:off x="4664350" y="1285505"/>
            <a:ext cx="2880000" cy="3999333"/>
            <a:chOff x="5034086" y="1818243"/>
            <a:chExt cx="2880000" cy="3999333"/>
          </a:xfrm>
        </p:grpSpPr>
        <p:grpSp>
          <p:nvGrpSpPr>
            <p:cNvPr id="5" name="组合 4"/>
            <p:cNvGrpSpPr/>
            <p:nvPr/>
          </p:nvGrpSpPr>
          <p:grpSpPr>
            <a:xfrm>
              <a:off x="5034086" y="1818243"/>
              <a:ext cx="2880000" cy="3999333"/>
              <a:chOff x="2841756" y="2637644"/>
              <a:chExt cx="2880000" cy="3999333"/>
            </a:xfrm>
          </p:grpSpPr>
          <p:sp>
            <p:nvSpPr>
              <p:cNvPr id="30" name="矩形: 圆角 29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2841756" y="3396977"/>
                <a:ext cx="2880000" cy="3240000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185834" y="3532365"/>
                <a:ext cx="2101881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7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2" name="文本框 31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863700" y="3855622"/>
                <a:ext cx="2856618" cy="24908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3" name="矩形: 圆角 32"/>
              <p:cNvSpPr/>
              <p:nvPr>
                <p:custDataLst>
                  <p:tags r:id="rId10"/>
                </p:custDataLst>
              </p:nvPr>
            </p:nvSpPr>
            <p:spPr>
              <a:xfrm>
                <a:off x="3836354" y="6365732"/>
                <a:ext cx="900000" cy="25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02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文本框 33"/>
              <p:cNvSpPr txBox="1">
                <a:spLocks noChangeAspec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4103255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5" name="任意多边形: 形状 34"/>
              <p:cNvSpPr/>
              <p:nvPr>
                <p:custDataLst>
                  <p:tags r:id="rId12"/>
                </p:custDataLst>
              </p:nvPr>
            </p:nvSpPr>
            <p:spPr>
              <a:xfrm>
                <a:off x="4236775" y="2765612"/>
                <a:ext cx="192536" cy="203643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8366652E-F59D-FD7F-5CE9-FA3EE0B609CF}"/>
                </a:ext>
              </a:extLst>
            </p:cNvPr>
            <p:cNvCxnSpPr/>
            <p:nvPr/>
          </p:nvCxnSpPr>
          <p:spPr>
            <a:xfrm>
              <a:off x="5522218" y="3019313"/>
              <a:ext cx="2152822" cy="0"/>
            </a:xfrm>
            <a:prstGeom prst="line">
              <a:avLst/>
            </a:prstGeom>
            <a:ln w="12700">
              <a:solidFill>
                <a:schemeClr val="accent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58AF768-A7ED-F331-02B7-3B1D0158C5B9}"/>
              </a:ext>
            </a:extLst>
          </p:cNvPr>
          <p:cNvGrpSpPr/>
          <p:nvPr/>
        </p:nvGrpSpPr>
        <p:grpSpPr>
          <a:xfrm>
            <a:off x="8299087" y="1285505"/>
            <a:ext cx="2880000" cy="3999333"/>
            <a:chOff x="8668823" y="1818243"/>
            <a:chExt cx="2880000" cy="3999333"/>
          </a:xfrm>
        </p:grpSpPr>
        <p:grpSp>
          <p:nvGrpSpPr>
            <p:cNvPr id="4" name="组合 3"/>
            <p:cNvGrpSpPr/>
            <p:nvPr/>
          </p:nvGrpSpPr>
          <p:grpSpPr>
            <a:xfrm>
              <a:off x="8668823" y="1818243"/>
              <a:ext cx="2880000" cy="3999333"/>
              <a:chOff x="5023114" y="2637644"/>
              <a:chExt cx="2880000" cy="3999333"/>
            </a:xfrm>
          </p:grpSpPr>
          <p:sp>
            <p:nvSpPr>
              <p:cNvPr id="24" name="矩形: 圆角 23"/>
              <p:cNvSpPr/>
              <p:nvPr>
                <p:custDataLst>
                  <p:tags r:id="rId1"/>
                </p:custDataLst>
              </p:nvPr>
            </p:nvSpPr>
            <p:spPr>
              <a:xfrm flipH="1">
                <a:off x="5023114" y="3396977"/>
                <a:ext cx="2880000" cy="3240000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25" name="文本框 24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386702" y="3532365"/>
                <a:ext cx="2101881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7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045058" y="3852457"/>
                <a:ext cx="2828133" cy="2494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7" name="矩形: 圆角 26"/>
              <p:cNvSpPr/>
              <p:nvPr>
                <p:custDataLst>
                  <p:tags r:id="rId4"/>
                </p:custDataLst>
              </p:nvPr>
            </p:nvSpPr>
            <p:spPr>
              <a:xfrm>
                <a:off x="6066697" y="6365731"/>
                <a:ext cx="900000" cy="252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03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文本框 27"/>
              <p:cNvSpPr txBox="1">
                <a:spLocks noChangeAspec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6308466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29" name="任意多边形: 形状 28"/>
              <p:cNvSpPr/>
              <p:nvPr>
                <p:custDataLst>
                  <p:tags r:id="rId6"/>
                </p:custDataLst>
              </p:nvPr>
            </p:nvSpPr>
            <p:spPr>
              <a:xfrm>
                <a:off x="6441987" y="2772885"/>
                <a:ext cx="192536" cy="189096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2AAA6DC6-E062-6A08-C3BE-78F42B4D0AB8}"/>
                </a:ext>
              </a:extLst>
            </p:cNvPr>
            <p:cNvCxnSpPr/>
            <p:nvPr/>
          </p:nvCxnSpPr>
          <p:spPr>
            <a:xfrm>
              <a:off x="9006940" y="2968035"/>
              <a:ext cx="2152822" cy="0"/>
            </a:xfrm>
            <a:prstGeom prst="line">
              <a:avLst/>
            </a:prstGeom>
            <a:ln w="12700"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9213944" y="1714749"/>
            <a:ext cx="2123827" cy="3242455"/>
            <a:chOff x="7204473" y="2637645"/>
            <a:chExt cx="2123827" cy="3242455"/>
          </a:xfrm>
        </p:grpSpPr>
        <p:sp>
          <p:nvSpPr>
            <p:cNvPr id="42" name="矩形: 圆角 41"/>
            <p:cNvSpPr/>
            <p:nvPr>
              <p:custDataLst>
                <p:tags r:id="rId23"/>
              </p:custDataLst>
            </p:nvPr>
          </p:nvSpPr>
          <p:spPr>
            <a:xfrm flipH="1">
              <a:off x="7204473" y="3396977"/>
              <a:ext cx="2123827" cy="2483123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3" name="文本框 42"/>
            <p:cNvSpPr txBox="1"/>
            <p:nvPr>
              <p:custDataLst>
                <p:tags r:id="rId24"/>
              </p:custDataLst>
            </p:nvPr>
          </p:nvSpPr>
          <p:spPr>
            <a:xfrm>
              <a:off x="7226416" y="3668606"/>
              <a:ext cx="2101881" cy="25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</a:rPr>
                <a:t>{vItem.item4}</a:t>
              </a:r>
              <a:endParaRPr kumimoji="0" lang="de-DE" sz="12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25"/>
              </p:custDataLst>
            </p:nvPr>
          </p:nvSpPr>
          <p:spPr>
            <a:xfrm>
              <a:off x="7226416" y="3884758"/>
              <a:ext cx="2101881" cy="16777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5" name="矩形: 圆角 44"/>
            <p:cNvSpPr/>
            <p:nvPr>
              <p:custDataLst>
                <p:tags r:id="rId26"/>
              </p:custDataLst>
            </p:nvPr>
          </p:nvSpPr>
          <p:spPr>
            <a:xfrm>
              <a:off x="7816386" y="5595291"/>
              <a:ext cx="900000" cy="25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04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文本框 45"/>
            <p:cNvSpPr txBox="1"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8036600" y="2637645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50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7" name="任意多边形: 形状 46"/>
            <p:cNvSpPr/>
            <p:nvPr>
              <p:custDataLst>
                <p:tags r:id="rId28"/>
              </p:custDataLst>
            </p:nvPr>
          </p:nvSpPr>
          <p:spPr>
            <a:xfrm>
              <a:off x="8170121" y="2786726"/>
              <a:ext cx="192536" cy="161414"/>
            </a:xfrm>
            <a:custGeom>
              <a:avLst/>
              <a:gdLst>
                <a:gd name="T0" fmla="*/ 2623 w 2768"/>
                <a:gd name="T1" fmla="*/ 1207 h 2324"/>
                <a:gd name="T2" fmla="*/ 2529 w 2768"/>
                <a:gd name="T3" fmla="*/ 2116 h 2324"/>
                <a:gd name="T4" fmla="*/ 2298 w 2768"/>
                <a:gd name="T5" fmla="*/ 2324 h 2324"/>
                <a:gd name="T6" fmla="*/ 470 w 2768"/>
                <a:gd name="T7" fmla="*/ 2324 h 2324"/>
                <a:gd name="T8" fmla="*/ 239 w 2768"/>
                <a:gd name="T9" fmla="*/ 2116 h 2324"/>
                <a:gd name="T10" fmla="*/ 145 w 2768"/>
                <a:gd name="T11" fmla="*/ 1207 h 2324"/>
                <a:gd name="T12" fmla="*/ 170 w 2768"/>
                <a:gd name="T13" fmla="*/ 1130 h 2324"/>
                <a:gd name="T14" fmla="*/ 244 w 2768"/>
                <a:gd name="T15" fmla="*/ 1097 h 2324"/>
                <a:gd name="T16" fmla="*/ 2524 w 2768"/>
                <a:gd name="T17" fmla="*/ 1097 h 2324"/>
                <a:gd name="T18" fmla="*/ 2598 w 2768"/>
                <a:gd name="T19" fmla="*/ 1130 h 2324"/>
                <a:gd name="T20" fmla="*/ 2623 w 2768"/>
                <a:gd name="T21" fmla="*/ 1207 h 2324"/>
                <a:gd name="T22" fmla="*/ 2762 w 2768"/>
                <a:gd name="T23" fmla="*/ 588 h 2324"/>
                <a:gd name="T24" fmla="*/ 2722 w 2768"/>
                <a:gd name="T25" fmla="*/ 814 h 2324"/>
                <a:gd name="T26" fmla="*/ 2624 w 2768"/>
                <a:gd name="T27" fmla="*/ 897 h 2324"/>
                <a:gd name="T28" fmla="*/ 157 w 2768"/>
                <a:gd name="T29" fmla="*/ 897 h 2324"/>
                <a:gd name="T30" fmla="*/ 60 w 2768"/>
                <a:gd name="T31" fmla="*/ 820 h 2324"/>
                <a:gd name="T32" fmla="*/ 7 w 2768"/>
                <a:gd name="T33" fmla="*/ 593 h 2324"/>
                <a:gd name="T34" fmla="*/ 26 w 2768"/>
                <a:gd name="T35" fmla="*/ 508 h 2324"/>
                <a:gd name="T36" fmla="*/ 104 w 2768"/>
                <a:gd name="T37" fmla="*/ 470 h 2324"/>
                <a:gd name="T38" fmla="*/ 904 w 2768"/>
                <a:gd name="T39" fmla="*/ 470 h 2324"/>
                <a:gd name="T40" fmla="*/ 904 w 2768"/>
                <a:gd name="T41" fmla="*/ 100 h 2324"/>
                <a:gd name="T42" fmla="*/ 1004 w 2768"/>
                <a:gd name="T43" fmla="*/ 0 h 2324"/>
                <a:gd name="T44" fmla="*/ 1764 w 2768"/>
                <a:gd name="T45" fmla="*/ 0 h 2324"/>
                <a:gd name="T46" fmla="*/ 1864 w 2768"/>
                <a:gd name="T47" fmla="*/ 100 h 2324"/>
                <a:gd name="T48" fmla="*/ 1864 w 2768"/>
                <a:gd name="T49" fmla="*/ 470 h 2324"/>
                <a:gd name="T50" fmla="*/ 2664 w 2768"/>
                <a:gd name="T51" fmla="*/ 470 h 2324"/>
                <a:gd name="T52" fmla="*/ 2741 w 2768"/>
                <a:gd name="T53" fmla="*/ 506 h 2324"/>
                <a:gd name="T54" fmla="*/ 2762 w 2768"/>
                <a:gd name="T55" fmla="*/ 588 h 2324"/>
                <a:gd name="T56" fmla="*/ 1104 w 2768"/>
                <a:gd name="T57" fmla="*/ 470 h 2324"/>
                <a:gd name="T58" fmla="*/ 1664 w 2768"/>
                <a:gd name="T59" fmla="*/ 470 h 2324"/>
                <a:gd name="T60" fmla="*/ 1664 w 2768"/>
                <a:gd name="T61" fmla="*/ 200 h 2324"/>
                <a:gd name="T62" fmla="*/ 1104 w 2768"/>
                <a:gd name="T63" fmla="*/ 200 h 2324"/>
                <a:gd name="T64" fmla="*/ 1104 w 2768"/>
                <a:gd name="T65" fmla="*/ 470 h 2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68" h="2324">
                  <a:moveTo>
                    <a:pt x="2623" y="1207"/>
                  </a:moveTo>
                  <a:lnTo>
                    <a:pt x="2529" y="2116"/>
                  </a:lnTo>
                  <a:cubicBezTo>
                    <a:pt x="2517" y="2234"/>
                    <a:pt x="2418" y="2324"/>
                    <a:pt x="2298" y="2324"/>
                  </a:cubicBezTo>
                  <a:lnTo>
                    <a:pt x="470" y="2324"/>
                  </a:lnTo>
                  <a:cubicBezTo>
                    <a:pt x="350" y="2324"/>
                    <a:pt x="251" y="2234"/>
                    <a:pt x="239" y="2116"/>
                  </a:cubicBezTo>
                  <a:lnTo>
                    <a:pt x="145" y="1207"/>
                  </a:lnTo>
                  <a:cubicBezTo>
                    <a:pt x="142" y="1179"/>
                    <a:pt x="151" y="1151"/>
                    <a:pt x="170" y="1130"/>
                  </a:cubicBezTo>
                  <a:cubicBezTo>
                    <a:pt x="189" y="1109"/>
                    <a:pt x="216" y="1097"/>
                    <a:pt x="244" y="1097"/>
                  </a:cubicBezTo>
                  <a:lnTo>
                    <a:pt x="2524" y="1097"/>
                  </a:lnTo>
                  <a:cubicBezTo>
                    <a:pt x="2552" y="1097"/>
                    <a:pt x="2579" y="1109"/>
                    <a:pt x="2598" y="1130"/>
                  </a:cubicBezTo>
                  <a:cubicBezTo>
                    <a:pt x="2617" y="1151"/>
                    <a:pt x="2626" y="1179"/>
                    <a:pt x="2623" y="1207"/>
                  </a:cubicBezTo>
                  <a:close/>
                  <a:moveTo>
                    <a:pt x="2762" y="588"/>
                  </a:moveTo>
                  <a:lnTo>
                    <a:pt x="2722" y="814"/>
                  </a:lnTo>
                  <a:cubicBezTo>
                    <a:pt x="2714" y="862"/>
                    <a:pt x="2673" y="897"/>
                    <a:pt x="2624" y="897"/>
                  </a:cubicBezTo>
                  <a:lnTo>
                    <a:pt x="157" y="897"/>
                  </a:lnTo>
                  <a:cubicBezTo>
                    <a:pt x="111" y="897"/>
                    <a:pt x="71" y="865"/>
                    <a:pt x="60" y="820"/>
                  </a:cubicBezTo>
                  <a:lnTo>
                    <a:pt x="7" y="593"/>
                  </a:lnTo>
                  <a:cubicBezTo>
                    <a:pt x="0" y="564"/>
                    <a:pt x="7" y="532"/>
                    <a:pt x="26" y="508"/>
                  </a:cubicBezTo>
                  <a:cubicBezTo>
                    <a:pt x="45" y="484"/>
                    <a:pt x="73" y="470"/>
                    <a:pt x="104" y="470"/>
                  </a:cubicBezTo>
                  <a:lnTo>
                    <a:pt x="904" y="470"/>
                  </a:lnTo>
                  <a:lnTo>
                    <a:pt x="904" y="100"/>
                  </a:lnTo>
                  <a:cubicBezTo>
                    <a:pt x="904" y="45"/>
                    <a:pt x="949" y="0"/>
                    <a:pt x="1004" y="0"/>
                  </a:cubicBezTo>
                  <a:lnTo>
                    <a:pt x="1764" y="0"/>
                  </a:lnTo>
                  <a:cubicBezTo>
                    <a:pt x="1819" y="0"/>
                    <a:pt x="1864" y="45"/>
                    <a:pt x="1864" y="100"/>
                  </a:cubicBezTo>
                  <a:lnTo>
                    <a:pt x="1864" y="470"/>
                  </a:lnTo>
                  <a:lnTo>
                    <a:pt x="2664" y="470"/>
                  </a:lnTo>
                  <a:cubicBezTo>
                    <a:pt x="2694" y="470"/>
                    <a:pt x="2722" y="483"/>
                    <a:pt x="2741" y="506"/>
                  </a:cubicBezTo>
                  <a:cubicBezTo>
                    <a:pt x="2760" y="529"/>
                    <a:pt x="2768" y="559"/>
                    <a:pt x="2762" y="588"/>
                  </a:cubicBezTo>
                  <a:close/>
                  <a:moveTo>
                    <a:pt x="1104" y="470"/>
                  </a:moveTo>
                  <a:lnTo>
                    <a:pt x="1664" y="470"/>
                  </a:lnTo>
                  <a:lnTo>
                    <a:pt x="1664" y="200"/>
                  </a:lnTo>
                  <a:lnTo>
                    <a:pt x="1104" y="200"/>
                  </a:lnTo>
                  <a:lnTo>
                    <a:pt x="1104" y="47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904681" y="1714749"/>
            <a:ext cx="2123827" cy="3242457"/>
            <a:chOff x="660399" y="2637644"/>
            <a:chExt cx="2123827" cy="3242457"/>
          </a:xfrm>
        </p:grpSpPr>
        <p:sp>
          <p:nvSpPr>
            <p:cNvPr id="36" name="矩形: 圆角 35"/>
            <p:cNvSpPr/>
            <p:nvPr>
              <p:custDataLst>
                <p:tags r:id="rId17"/>
              </p:custDataLst>
            </p:nvPr>
          </p:nvSpPr>
          <p:spPr>
            <a:xfrm flipH="1">
              <a:off x="660399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7" name="文本框 36"/>
            <p:cNvSpPr txBox="1"/>
            <p:nvPr>
              <p:custDataLst>
                <p:tags r:id="rId18"/>
              </p:custDataLst>
            </p:nvPr>
          </p:nvSpPr>
          <p:spPr>
            <a:xfrm>
              <a:off x="682340" y="3668605"/>
              <a:ext cx="2101881" cy="25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</a:rPr>
                <a:t>{vItem.item1}</a:t>
              </a:r>
              <a:endParaRPr kumimoji="0" lang="de-DE" sz="12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19"/>
              </p:custDataLst>
            </p:nvPr>
          </p:nvSpPr>
          <p:spPr>
            <a:xfrm>
              <a:off x="682342" y="3920605"/>
              <a:ext cx="2101881" cy="15146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9" name="矩形: 圆角 38"/>
            <p:cNvSpPr/>
            <p:nvPr>
              <p:custDataLst>
                <p:tags r:id="rId20"/>
              </p:custDataLst>
            </p:nvPr>
          </p:nvSpPr>
          <p:spPr>
            <a:xfrm>
              <a:off x="1272312" y="5581232"/>
              <a:ext cx="900000" cy="252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01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文本框 39"/>
            <p:cNvSpPr txBox="1">
              <a:spLocks noChangeAspect="1"/>
            </p:cNvSpPr>
            <p:nvPr>
              <p:custDataLst>
                <p:tags r:id="rId21"/>
              </p:custDataLst>
            </p:nvPr>
          </p:nvSpPr>
          <p:spPr>
            <a:xfrm>
              <a:off x="1492525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50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1" name="任意多边形: 形状 40"/>
            <p:cNvSpPr/>
            <p:nvPr>
              <p:custDataLst>
                <p:tags r:id="rId22"/>
              </p:custDataLst>
            </p:nvPr>
          </p:nvSpPr>
          <p:spPr>
            <a:xfrm>
              <a:off x="1626045" y="2761909"/>
              <a:ext cx="192536" cy="211046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3674435" y="1714749"/>
            <a:ext cx="2123827" cy="3242457"/>
            <a:chOff x="2841757" y="2637644"/>
            <a:chExt cx="2123827" cy="3242457"/>
          </a:xfrm>
        </p:grpSpPr>
        <p:sp>
          <p:nvSpPr>
            <p:cNvPr id="30" name="矩形: 圆角 29"/>
            <p:cNvSpPr/>
            <p:nvPr>
              <p:custDataLst>
                <p:tags r:id="rId11"/>
              </p:custDataLst>
            </p:nvPr>
          </p:nvSpPr>
          <p:spPr>
            <a:xfrm flipH="1">
              <a:off x="2841757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1" name="文本框 30"/>
            <p:cNvSpPr txBox="1"/>
            <p:nvPr>
              <p:custDataLst>
                <p:tags r:id="rId12"/>
              </p:custDataLst>
            </p:nvPr>
          </p:nvSpPr>
          <p:spPr>
            <a:xfrm>
              <a:off x="2863700" y="3668605"/>
              <a:ext cx="2101881" cy="25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</a:rPr>
                <a:t>{vItem.item2}</a:t>
              </a:r>
              <a:endParaRPr kumimoji="0" lang="de-DE" sz="12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3"/>
              </p:custDataLst>
            </p:nvPr>
          </p:nvSpPr>
          <p:spPr>
            <a:xfrm>
              <a:off x="2863700" y="3884757"/>
              <a:ext cx="2101881" cy="16777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3" name="矩形: 圆角 32"/>
            <p:cNvSpPr/>
            <p:nvPr>
              <p:custDataLst>
                <p:tags r:id="rId14"/>
              </p:custDataLst>
            </p:nvPr>
          </p:nvSpPr>
          <p:spPr>
            <a:xfrm>
              <a:off x="3464640" y="5581232"/>
              <a:ext cx="900000" cy="25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02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文本框 33"/>
            <p:cNvSpPr txBox="1">
              <a:spLocks noChangeAspect="1"/>
            </p:cNvSpPr>
            <p:nvPr>
              <p:custDataLst>
                <p:tags r:id="rId15"/>
              </p:custDataLst>
            </p:nvPr>
          </p:nvSpPr>
          <p:spPr>
            <a:xfrm>
              <a:off x="3673883" y="2637644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50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35" name="任意多边形: 形状 34"/>
            <p:cNvSpPr/>
            <p:nvPr>
              <p:custDataLst>
                <p:tags r:id="rId16"/>
              </p:custDataLst>
            </p:nvPr>
          </p:nvSpPr>
          <p:spPr>
            <a:xfrm>
              <a:off x="3807403" y="2765612"/>
              <a:ext cx="192536" cy="203643"/>
            </a:xfrm>
            <a:custGeom>
              <a:avLst/>
              <a:gdLst>
                <a:gd name="connsiteX0" fmla="*/ 371955 w 495300"/>
                <a:gd name="connsiteY0" fmla="*/ 621 h 523875"/>
                <a:gd name="connsiteX1" fmla="*/ 400530 w 495300"/>
                <a:gd name="connsiteY1" fmla="*/ 29196 h 523875"/>
                <a:gd name="connsiteX2" fmla="*/ 400530 w 495300"/>
                <a:gd name="connsiteY2" fmla="*/ 133971 h 523875"/>
                <a:gd name="connsiteX3" fmla="*/ 371955 w 495300"/>
                <a:gd name="connsiteY3" fmla="*/ 162546 h 523875"/>
                <a:gd name="connsiteX4" fmla="*/ 257655 w 495300"/>
                <a:gd name="connsiteY4" fmla="*/ 162546 h 523875"/>
                <a:gd name="connsiteX5" fmla="*/ 257655 w 495300"/>
                <a:gd name="connsiteY5" fmla="*/ 286371 h 523875"/>
                <a:gd name="connsiteX6" fmla="*/ 419580 w 495300"/>
                <a:gd name="connsiteY6" fmla="*/ 286371 h 523875"/>
                <a:gd name="connsiteX7" fmla="*/ 457680 w 495300"/>
                <a:gd name="connsiteY7" fmla="*/ 322566 h 523875"/>
                <a:gd name="connsiteX8" fmla="*/ 457680 w 495300"/>
                <a:gd name="connsiteY8" fmla="*/ 324471 h 523875"/>
                <a:gd name="connsiteX9" fmla="*/ 457680 w 495300"/>
                <a:gd name="connsiteY9" fmla="*/ 429246 h 523875"/>
                <a:gd name="connsiteX10" fmla="*/ 476730 w 495300"/>
                <a:gd name="connsiteY10" fmla="*/ 429246 h 523875"/>
                <a:gd name="connsiteX11" fmla="*/ 495780 w 495300"/>
                <a:gd name="connsiteY11" fmla="*/ 448296 h 523875"/>
                <a:gd name="connsiteX12" fmla="*/ 495780 w 495300"/>
                <a:gd name="connsiteY12" fmla="*/ 505446 h 523875"/>
                <a:gd name="connsiteX13" fmla="*/ 476730 w 495300"/>
                <a:gd name="connsiteY13" fmla="*/ 524496 h 523875"/>
                <a:gd name="connsiteX14" fmla="*/ 419580 w 495300"/>
                <a:gd name="connsiteY14" fmla="*/ 524496 h 523875"/>
                <a:gd name="connsiteX15" fmla="*/ 400530 w 495300"/>
                <a:gd name="connsiteY15" fmla="*/ 505446 h 523875"/>
                <a:gd name="connsiteX16" fmla="*/ 400530 w 495300"/>
                <a:gd name="connsiteY16" fmla="*/ 448296 h 523875"/>
                <a:gd name="connsiteX17" fmla="*/ 419580 w 495300"/>
                <a:gd name="connsiteY17" fmla="*/ 429246 h 523875"/>
                <a:gd name="connsiteX18" fmla="*/ 438630 w 495300"/>
                <a:gd name="connsiteY18" fmla="*/ 429246 h 523875"/>
                <a:gd name="connsiteX19" fmla="*/ 438630 w 495300"/>
                <a:gd name="connsiteY19" fmla="*/ 324471 h 523875"/>
                <a:gd name="connsiteX20" fmla="*/ 420533 w 495300"/>
                <a:gd name="connsiteY20" fmla="*/ 305421 h 523875"/>
                <a:gd name="connsiteX21" fmla="*/ 419580 w 495300"/>
                <a:gd name="connsiteY21" fmla="*/ 305421 h 523875"/>
                <a:gd name="connsiteX22" fmla="*/ 257655 w 495300"/>
                <a:gd name="connsiteY22" fmla="*/ 305421 h 523875"/>
                <a:gd name="connsiteX23" fmla="*/ 257655 w 495300"/>
                <a:gd name="connsiteY23" fmla="*/ 429246 h 523875"/>
                <a:gd name="connsiteX24" fmla="*/ 276705 w 495300"/>
                <a:gd name="connsiteY24" fmla="*/ 429246 h 523875"/>
                <a:gd name="connsiteX25" fmla="*/ 295755 w 495300"/>
                <a:gd name="connsiteY25" fmla="*/ 448296 h 523875"/>
                <a:gd name="connsiteX26" fmla="*/ 295755 w 495300"/>
                <a:gd name="connsiteY26" fmla="*/ 505446 h 523875"/>
                <a:gd name="connsiteX27" fmla="*/ 276705 w 495300"/>
                <a:gd name="connsiteY27" fmla="*/ 524496 h 523875"/>
                <a:gd name="connsiteX28" fmla="*/ 219555 w 495300"/>
                <a:gd name="connsiteY28" fmla="*/ 524496 h 523875"/>
                <a:gd name="connsiteX29" fmla="*/ 200505 w 495300"/>
                <a:gd name="connsiteY29" fmla="*/ 505446 h 523875"/>
                <a:gd name="connsiteX30" fmla="*/ 200505 w 495300"/>
                <a:gd name="connsiteY30" fmla="*/ 448296 h 523875"/>
                <a:gd name="connsiteX31" fmla="*/ 219555 w 495300"/>
                <a:gd name="connsiteY31" fmla="*/ 429246 h 523875"/>
                <a:gd name="connsiteX32" fmla="*/ 238605 w 495300"/>
                <a:gd name="connsiteY32" fmla="*/ 429246 h 523875"/>
                <a:gd name="connsiteX33" fmla="*/ 238605 w 495300"/>
                <a:gd name="connsiteY33" fmla="*/ 305421 h 523875"/>
                <a:gd name="connsiteX34" fmla="*/ 76680 w 495300"/>
                <a:gd name="connsiteY34" fmla="*/ 305421 h 523875"/>
                <a:gd name="connsiteX35" fmla="*/ 57630 w 495300"/>
                <a:gd name="connsiteY35" fmla="*/ 323519 h 523875"/>
                <a:gd name="connsiteX36" fmla="*/ 57630 w 495300"/>
                <a:gd name="connsiteY36" fmla="*/ 324471 h 523875"/>
                <a:gd name="connsiteX37" fmla="*/ 57630 w 495300"/>
                <a:gd name="connsiteY37" fmla="*/ 429246 h 523875"/>
                <a:gd name="connsiteX38" fmla="*/ 76680 w 495300"/>
                <a:gd name="connsiteY38" fmla="*/ 429246 h 523875"/>
                <a:gd name="connsiteX39" fmla="*/ 95730 w 495300"/>
                <a:gd name="connsiteY39" fmla="*/ 448296 h 523875"/>
                <a:gd name="connsiteX40" fmla="*/ 95730 w 495300"/>
                <a:gd name="connsiteY40" fmla="*/ 505446 h 523875"/>
                <a:gd name="connsiteX41" fmla="*/ 76680 w 495300"/>
                <a:gd name="connsiteY41" fmla="*/ 524496 h 523875"/>
                <a:gd name="connsiteX42" fmla="*/ 19530 w 495300"/>
                <a:gd name="connsiteY42" fmla="*/ 524496 h 523875"/>
                <a:gd name="connsiteX43" fmla="*/ 480 w 495300"/>
                <a:gd name="connsiteY43" fmla="*/ 505446 h 523875"/>
                <a:gd name="connsiteX44" fmla="*/ 480 w 495300"/>
                <a:gd name="connsiteY44" fmla="*/ 448296 h 523875"/>
                <a:gd name="connsiteX45" fmla="*/ 19530 w 495300"/>
                <a:gd name="connsiteY45" fmla="*/ 429246 h 523875"/>
                <a:gd name="connsiteX46" fmla="*/ 38580 w 495300"/>
                <a:gd name="connsiteY46" fmla="*/ 429246 h 523875"/>
                <a:gd name="connsiteX47" fmla="*/ 38580 w 495300"/>
                <a:gd name="connsiteY47" fmla="*/ 324471 h 523875"/>
                <a:gd name="connsiteX48" fmla="*/ 74775 w 495300"/>
                <a:gd name="connsiteY48" fmla="*/ 286371 h 523875"/>
                <a:gd name="connsiteX49" fmla="*/ 76680 w 495300"/>
                <a:gd name="connsiteY49" fmla="*/ 286371 h 523875"/>
                <a:gd name="connsiteX50" fmla="*/ 238605 w 495300"/>
                <a:gd name="connsiteY50" fmla="*/ 286371 h 523875"/>
                <a:gd name="connsiteX51" fmla="*/ 238605 w 495300"/>
                <a:gd name="connsiteY51" fmla="*/ 162546 h 523875"/>
                <a:gd name="connsiteX52" fmla="*/ 124305 w 495300"/>
                <a:gd name="connsiteY52" fmla="*/ 162546 h 523875"/>
                <a:gd name="connsiteX53" fmla="*/ 95730 w 495300"/>
                <a:gd name="connsiteY53" fmla="*/ 133971 h 523875"/>
                <a:gd name="connsiteX54" fmla="*/ 95730 w 495300"/>
                <a:gd name="connsiteY54" fmla="*/ 29196 h 523875"/>
                <a:gd name="connsiteX55" fmla="*/ 124305 w 495300"/>
                <a:gd name="connsiteY55" fmla="*/ 621 h 523875"/>
                <a:gd name="connsiteX56" fmla="*/ 371955 w 495300"/>
                <a:gd name="connsiteY56" fmla="*/ 621 h 523875"/>
                <a:gd name="connsiteX57" fmla="*/ 148118 w 495300"/>
                <a:gd name="connsiteY57" fmla="*/ 95871 h 523875"/>
                <a:gd name="connsiteX58" fmla="*/ 133830 w 495300"/>
                <a:gd name="connsiteY58" fmla="*/ 110159 h 523875"/>
                <a:gd name="connsiteX59" fmla="*/ 148118 w 495300"/>
                <a:gd name="connsiteY59" fmla="*/ 124446 h 523875"/>
                <a:gd name="connsiteX60" fmla="*/ 162405 w 495300"/>
                <a:gd name="connsiteY60" fmla="*/ 110159 h 523875"/>
                <a:gd name="connsiteX61" fmla="*/ 148118 w 495300"/>
                <a:gd name="connsiteY61" fmla="*/ 9587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6444189" y="1714749"/>
            <a:ext cx="2123827" cy="3242457"/>
            <a:chOff x="5023115" y="2637644"/>
            <a:chExt cx="2123827" cy="3242457"/>
          </a:xfrm>
        </p:grpSpPr>
        <p:sp>
          <p:nvSpPr>
            <p:cNvPr id="24" name="矩形: 圆角 23"/>
            <p:cNvSpPr/>
            <p:nvPr>
              <p:custDataLst>
                <p:tags r:id="rId5"/>
              </p:custDataLst>
            </p:nvPr>
          </p:nvSpPr>
          <p:spPr>
            <a:xfrm flipH="1">
              <a:off x="5023115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5045058" y="3668605"/>
              <a:ext cx="2101881" cy="25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</a:rPr>
                <a:t>{vItem.item3}</a:t>
              </a:r>
              <a:endParaRPr kumimoji="0" lang="de-DE" sz="12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7"/>
              </p:custDataLst>
            </p:nvPr>
          </p:nvSpPr>
          <p:spPr>
            <a:xfrm>
              <a:off x="5045058" y="3884757"/>
              <a:ext cx="2101881" cy="16777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7" name="矩形: 圆角 26"/>
            <p:cNvSpPr/>
            <p:nvPr>
              <p:custDataLst>
                <p:tags r:id="rId8"/>
              </p:custDataLst>
            </p:nvPr>
          </p:nvSpPr>
          <p:spPr>
            <a:xfrm>
              <a:off x="5630275" y="5595290"/>
              <a:ext cx="900000" cy="252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文本框 27"/>
            <p:cNvSpPr txBox="1"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5855242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50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9" name="任意多边形: 形状 28"/>
            <p:cNvSpPr/>
            <p:nvPr>
              <p:custDataLst>
                <p:tags r:id="rId10"/>
              </p:custDataLst>
            </p:nvPr>
          </p:nvSpPr>
          <p:spPr>
            <a:xfrm>
              <a:off x="5988763" y="2772885"/>
              <a:ext cx="192536" cy="189096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599 h 523875"/>
                <a:gd name="connsiteX30" fmla="*/ 11342 w 533400"/>
                <a:gd name="connsiteY30" fmla="*/ 175881 h 523875"/>
                <a:gd name="connsiteX31" fmla="*/ 56109 w 533400"/>
                <a:gd name="connsiteY31" fmla="*/ 127304 h 523875"/>
                <a:gd name="connsiteX32" fmla="*/ 8373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957" y="276846"/>
                    <a:pt x="372339" y="289229"/>
                    <a:pt x="372339" y="305421"/>
                  </a:cubicBezTo>
                  <a:lnTo>
                    <a:pt x="372339" y="495921"/>
                  </a:lnTo>
                  <a:cubicBezTo>
                    <a:pt x="372339" y="512114"/>
                    <a:pt x="359957" y="524496"/>
                    <a:pt x="343764" y="524496"/>
                  </a:cubicBezTo>
                  <a:lnTo>
                    <a:pt x="191364" y="524496"/>
                  </a:lnTo>
                  <a:cubicBezTo>
                    <a:pt x="175171" y="524496"/>
                    <a:pt x="162789" y="512114"/>
                    <a:pt x="162789" y="495921"/>
                  </a:cubicBezTo>
                  <a:lnTo>
                    <a:pt x="162789" y="305421"/>
                  </a:lnTo>
                  <a:cubicBezTo>
                    <a:pt x="162789" y="289229"/>
                    <a:pt x="175171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4924"/>
                    <a:pt x="159932" y="152069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292" y="153021"/>
                    <a:pt x="390436" y="13682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882" y="114921"/>
                    <a:pt x="534264" y="127304"/>
                    <a:pt x="534264" y="143496"/>
                  </a:cubicBezTo>
                  <a:lnTo>
                    <a:pt x="534264" y="381621"/>
                  </a:lnTo>
                  <a:cubicBezTo>
                    <a:pt x="534264" y="397814"/>
                    <a:pt x="521882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894"/>
                    <a:pt x="375196" y="258749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836" y="257796"/>
                    <a:pt x="144692" y="273989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246" y="410196"/>
                    <a:pt x="864" y="397814"/>
                    <a:pt x="864" y="381621"/>
                  </a:cubicBezTo>
                  <a:lnTo>
                    <a:pt x="864" y="201599"/>
                  </a:lnTo>
                  <a:cubicBezTo>
                    <a:pt x="864" y="192074"/>
                    <a:pt x="4674" y="182549"/>
                    <a:pt x="11342" y="175881"/>
                  </a:cubicBezTo>
                  <a:lnTo>
                    <a:pt x="56109" y="127304"/>
                  </a:lnTo>
                  <a:cubicBezTo>
                    <a:pt x="63729" y="119684"/>
                    <a:pt x="73254" y="114921"/>
                    <a:pt x="8373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5207" y="172071"/>
                    <a:pt x="448539" y="178739"/>
                    <a:pt x="448539" y="186359"/>
                  </a:cubicBezTo>
                  <a:cubicBezTo>
                    <a:pt x="448539" y="193979"/>
                    <a:pt x="455207" y="200646"/>
                    <a:pt x="462827" y="200646"/>
                  </a:cubicBezTo>
                  <a:cubicBezTo>
                    <a:pt x="470446" y="200646"/>
                    <a:pt x="477114" y="193979"/>
                    <a:pt x="477114" y="186359"/>
                  </a:cubicBezTo>
                  <a:cubicBezTo>
                    <a:pt x="477114" y="178739"/>
                    <a:pt x="470446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957" y="621"/>
                    <a:pt x="372339" y="13004"/>
                    <a:pt x="372339" y="29196"/>
                  </a:cubicBezTo>
                  <a:lnTo>
                    <a:pt x="372339" y="105396"/>
                  </a:lnTo>
                  <a:cubicBezTo>
                    <a:pt x="372339" y="121589"/>
                    <a:pt x="359957" y="133971"/>
                    <a:pt x="343764" y="133971"/>
                  </a:cubicBezTo>
                  <a:lnTo>
                    <a:pt x="191364" y="133971"/>
                  </a:lnTo>
                  <a:cubicBezTo>
                    <a:pt x="175171" y="133971"/>
                    <a:pt x="162789" y="121589"/>
                    <a:pt x="162789" y="105396"/>
                  </a:cubicBezTo>
                  <a:lnTo>
                    <a:pt x="162789" y="29196"/>
                  </a:lnTo>
                  <a:cubicBezTo>
                    <a:pt x="162789" y="13004"/>
                    <a:pt x="175171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8F0098A-9794-694A-4778-8E3A141F0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CE7D8B8A-C0DC-4225-EAED-2E9CDF76478E}"/>
              </a:ext>
            </a:extLst>
          </p:cNvPr>
          <p:cNvGrpSpPr/>
          <p:nvPr/>
        </p:nvGrpSpPr>
        <p:grpSpPr>
          <a:xfrm>
            <a:off x="7114303" y="1781030"/>
            <a:ext cx="2123827" cy="3242455"/>
            <a:chOff x="7114303" y="1781030"/>
            <a:chExt cx="2123827" cy="3242455"/>
          </a:xfrm>
        </p:grpSpPr>
        <p:sp>
          <p:nvSpPr>
            <p:cNvPr id="42" name="矩形: 圆角 41"/>
            <p:cNvSpPr/>
            <p:nvPr/>
          </p:nvSpPr>
          <p:spPr>
            <a:xfrm flipH="1">
              <a:off x="7114303" y="2540362"/>
              <a:ext cx="2123827" cy="2483123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136246" y="2581402"/>
              <a:ext cx="2101881" cy="25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 fontScale="70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136246" y="2788387"/>
              <a:ext cx="2101881" cy="1656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{vItem.item4_Desc}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5" name="矩形: 圆角 44"/>
            <p:cNvSpPr/>
            <p:nvPr/>
          </p:nvSpPr>
          <p:spPr>
            <a:xfrm>
              <a:off x="7724538" y="4744140"/>
              <a:ext cx="900000" cy="25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04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文本框 45"/>
            <p:cNvSpPr txBox="1">
              <a:spLocks noChangeAspect="1"/>
            </p:cNvSpPr>
            <p:nvPr/>
          </p:nvSpPr>
          <p:spPr>
            <a:xfrm>
              <a:off x="7946430" y="1781030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8079951" y="1930111"/>
              <a:ext cx="192536" cy="161414"/>
            </a:xfrm>
            <a:custGeom>
              <a:avLst/>
              <a:gdLst>
                <a:gd name="T0" fmla="*/ 2623 w 2768"/>
                <a:gd name="T1" fmla="*/ 1207 h 2324"/>
                <a:gd name="T2" fmla="*/ 2529 w 2768"/>
                <a:gd name="T3" fmla="*/ 2116 h 2324"/>
                <a:gd name="T4" fmla="*/ 2298 w 2768"/>
                <a:gd name="T5" fmla="*/ 2324 h 2324"/>
                <a:gd name="T6" fmla="*/ 470 w 2768"/>
                <a:gd name="T7" fmla="*/ 2324 h 2324"/>
                <a:gd name="T8" fmla="*/ 239 w 2768"/>
                <a:gd name="T9" fmla="*/ 2116 h 2324"/>
                <a:gd name="T10" fmla="*/ 145 w 2768"/>
                <a:gd name="T11" fmla="*/ 1207 h 2324"/>
                <a:gd name="T12" fmla="*/ 170 w 2768"/>
                <a:gd name="T13" fmla="*/ 1130 h 2324"/>
                <a:gd name="T14" fmla="*/ 244 w 2768"/>
                <a:gd name="T15" fmla="*/ 1097 h 2324"/>
                <a:gd name="T16" fmla="*/ 2524 w 2768"/>
                <a:gd name="T17" fmla="*/ 1097 h 2324"/>
                <a:gd name="T18" fmla="*/ 2598 w 2768"/>
                <a:gd name="T19" fmla="*/ 1130 h 2324"/>
                <a:gd name="T20" fmla="*/ 2623 w 2768"/>
                <a:gd name="T21" fmla="*/ 1207 h 2324"/>
                <a:gd name="T22" fmla="*/ 2762 w 2768"/>
                <a:gd name="T23" fmla="*/ 588 h 2324"/>
                <a:gd name="T24" fmla="*/ 2722 w 2768"/>
                <a:gd name="T25" fmla="*/ 814 h 2324"/>
                <a:gd name="T26" fmla="*/ 2624 w 2768"/>
                <a:gd name="T27" fmla="*/ 897 h 2324"/>
                <a:gd name="T28" fmla="*/ 157 w 2768"/>
                <a:gd name="T29" fmla="*/ 897 h 2324"/>
                <a:gd name="T30" fmla="*/ 60 w 2768"/>
                <a:gd name="T31" fmla="*/ 820 h 2324"/>
                <a:gd name="T32" fmla="*/ 7 w 2768"/>
                <a:gd name="T33" fmla="*/ 593 h 2324"/>
                <a:gd name="T34" fmla="*/ 26 w 2768"/>
                <a:gd name="T35" fmla="*/ 508 h 2324"/>
                <a:gd name="T36" fmla="*/ 104 w 2768"/>
                <a:gd name="T37" fmla="*/ 470 h 2324"/>
                <a:gd name="T38" fmla="*/ 904 w 2768"/>
                <a:gd name="T39" fmla="*/ 470 h 2324"/>
                <a:gd name="T40" fmla="*/ 904 w 2768"/>
                <a:gd name="T41" fmla="*/ 100 h 2324"/>
                <a:gd name="T42" fmla="*/ 1004 w 2768"/>
                <a:gd name="T43" fmla="*/ 0 h 2324"/>
                <a:gd name="T44" fmla="*/ 1764 w 2768"/>
                <a:gd name="T45" fmla="*/ 0 h 2324"/>
                <a:gd name="T46" fmla="*/ 1864 w 2768"/>
                <a:gd name="T47" fmla="*/ 100 h 2324"/>
                <a:gd name="T48" fmla="*/ 1864 w 2768"/>
                <a:gd name="T49" fmla="*/ 470 h 2324"/>
                <a:gd name="T50" fmla="*/ 2664 w 2768"/>
                <a:gd name="T51" fmla="*/ 470 h 2324"/>
                <a:gd name="T52" fmla="*/ 2741 w 2768"/>
                <a:gd name="T53" fmla="*/ 506 h 2324"/>
                <a:gd name="T54" fmla="*/ 2762 w 2768"/>
                <a:gd name="T55" fmla="*/ 588 h 2324"/>
                <a:gd name="T56" fmla="*/ 1104 w 2768"/>
                <a:gd name="T57" fmla="*/ 470 h 2324"/>
                <a:gd name="T58" fmla="*/ 1664 w 2768"/>
                <a:gd name="T59" fmla="*/ 470 h 2324"/>
                <a:gd name="T60" fmla="*/ 1664 w 2768"/>
                <a:gd name="T61" fmla="*/ 200 h 2324"/>
                <a:gd name="T62" fmla="*/ 1104 w 2768"/>
                <a:gd name="T63" fmla="*/ 200 h 2324"/>
                <a:gd name="T64" fmla="*/ 1104 w 2768"/>
                <a:gd name="T65" fmla="*/ 470 h 2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68" h="2324">
                  <a:moveTo>
                    <a:pt x="2623" y="1207"/>
                  </a:moveTo>
                  <a:lnTo>
                    <a:pt x="2529" y="2116"/>
                  </a:lnTo>
                  <a:cubicBezTo>
                    <a:pt x="2517" y="2234"/>
                    <a:pt x="2418" y="2324"/>
                    <a:pt x="2298" y="2324"/>
                  </a:cubicBezTo>
                  <a:lnTo>
                    <a:pt x="470" y="2324"/>
                  </a:lnTo>
                  <a:cubicBezTo>
                    <a:pt x="350" y="2324"/>
                    <a:pt x="251" y="2234"/>
                    <a:pt x="239" y="2116"/>
                  </a:cubicBezTo>
                  <a:lnTo>
                    <a:pt x="145" y="1207"/>
                  </a:lnTo>
                  <a:cubicBezTo>
                    <a:pt x="142" y="1179"/>
                    <a:pt x="151" y="1151"/>
                    <a:pt x="170" y="1130"/>
                  </a:cubicBezTo>
                  <a:cubicBezTo>
                    <a:pt x="189" y="1109"/>
                    <a:pt x="216" y="1097"/>
                    <a:pt x="244" y="1097"/>
                  </a:cubicBezTo>
                  <a:lnTo>
                    <a:pt x="2524" y="1097"/>
                  </a:lnTo>
                  <a:cubicBezTo>
                    <a:pt x="2552" y="1097"/>
                    <a:pt x="2579" y="1109"/>
                    <a:pt x="2598" y="1130"/>
                  </a:cubicBezTo>
                  <a:cubicBezTo>
                    <a:pt x="2617" y="1151"/>
                    <a:pt x="2626" y="1179"/>
                    <a:pt x="2623" y="1207"/>
                  </a:cubicBezTo>
                  <a:close/>
                  <a:moveTo>
                    <a:pt x="2762" y="588"/>
                  </a:moveTo>
                  <a:lnTo>
                    <a:pt x="2722" y="814"/>
                  </a:lnTo>
                  <a:cubicBezTo>
                    <a:pt x="2714" y="862"/>
                    <a:pt x="2673" y="897"/>
                    <a:pt x="2624" y="897"/>
                  </a:cubicBezTo>
                  <a:lnTo>
                    <a:pt x="157" y="897"/>
                  </a:lnTo>
                  <a:cubicBezTo>
                    <a:pt x="111" y="897"/>
                    <a:pt x="71" y="865"/>
                    <a:pt x="60" y="820"/>
                  </a:cubicBezTo>
                  <a:lnTo>
                    <a:pt x="7" y="593"/>
                  </a:lnTo>
                  <a:cubicBezTo>
                    <a:pt x="0" y="564"/>
                    <a:pt x="7" y="532"/>
                    <a:pt x="26" y="508"/>
                  </a:cubicBezTo>
                  <a:cubicBezTo>
                    <a:pt x="45" y="484"/>
                    <a:pt x="73" y="470"/>
                    <a:pt x="104" y="470"/>
                  </a:cubicBezTo>
                  <a:lnTo>
                    <a:pt x="904" y="470"/>
                  </a:lnTo>
                  <a:lnTo>
                    <a:pt x="904" y="100"/>
                  </a:lnTo>
                  <a:cubicBezTo>
                    <a:pt x="904" y="45"/>
                    <a:pt x="949" y="0"/>
                    <a:pt x="1004" y="0"/>
                  </a:cubicBezTo>
                  <a:lnTo>
                    <a:pt x="1764" y="0"/>
                  </a:lnTo>
                  <a:cubicBezTo>
                    <a:pt x="1819" y="0"/>
                    <a:pt x="1864" y="45"/>
                    <a:pt x="1864" y="100"/>
                  </a:cubicBezTo>
                  <a:lnTo>
                    <a:pt x="1864" y="470"/>
                  </a:lnTo>
                  <a:lnTo>
                    <a:pt x="2664" y="470"/>
                  </a:lnTo>
                  <a:cubicBezTo>
                    <a:pt x="2694" y="470"/>
                    <a:pt x="2722" y="483"/>
                    <a:pt x="2741" y="506"/>
                  </a:cubicBezTo>
                  <a:cubicBezTo>
                    <a:pt x="2760" y="529"/>
                    <a:pt x="2768" y="559"/>
                    <a:pt x="2762" y="588"/>
                  </a:cubicBezTo>
                  <a:close/>
                  <a:moveTo>
                    <a:pt x="1104" y="470"/>
                  </a:moveTo>
                  <a:lnTo>
                    <a:pt x="1664" y="470"/>
                  </a:lnTo>
                  <a:lnTo>
                    <a:pt x="1664" y="200"/>
                  </a:lnTo>
                  <a:lnTo>
                    <a:pt x="1104" y="200"/>
                  </a:lnTo>
                  <a:lnTo>
                    <a:pt x="1104" y="47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E3AF3BD-46D8-C295-DFA8-D8930BC3D2C1}"/>
              </a:ext>
            </a:extLst>
          </p:cNvPr>
          <p:cNvGrpSpPr/>
          <p:nvPr/>
        </p:nvGrpSpPr>
        <p:grpSpPr>
          <a:xfrm>
            <a:off x="570229" y="1781029"/>
            <a:ext cx="2123827" cy="3242457"/>
            <a:chOff x="570229" y="1781029"/>
            <a:chExt cx="2123827" cy="3242457"/>
          </a:xfrm>
        </p:grpSpPr>
        <p:sp>
          <p:nvSpPr>
            <p:cNvPr id="36" name="矩形: 圆角 35"/>
            <p:cNvSpPr/>
            <p:nvPr/>
          </p:nvSpPr>
          <p:spPr>
            <a:xfrm flipH="1">
              <a:off x="570229" y="2540362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92170" y="2581401"/>
              <a:ext cx="2101881" cy="25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 fontScale="70000" lnSpcReduction="20000"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592172" y="2788385"/>
              <a:ext cx="2101881" cy="1656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9" name="矩形: 圆角 38"/>
            <p:cNvSpPr/>
            <p:nvPr/>
          </p:nvSpPr>
          <p:spPr>
            <a:xfrm>
              <a:off x="1180464" y="4744140"/>
              <a:ext cx="900000" cy="252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01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文本框 39"/>
            <p:cNvSpPr txBox="1">
              <a:spLocks noChangeAspect="1"/>
            </p:cNvSpPr>
            <p:nvPr/>
          </p:nvSpPr>
          <p:spPr>
            <a:xfrm>
              <a:off x="1402355" y="1781029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535875" y="1905294"/>
              <a:ext cx="192536" cy="211046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4FB84495-7615-8206-D234-7C6B32B2BB1C}"/>
              </a:ext>
            </a:extLst>
          </p:cNvPr>
          <p:cNvGrpSpPr/>
          <p:nvPr/>
        </p:nvGrpSpPr>
        <p:grpSpPr>
          <a:xfrm>
            <a:off x="2751587" y="1781029"/>
            <a:ext cx="2123827" cy="3242457"/>
            <a:chOff x="2751587" y="1781029"/>
            <a:chExt cx="2123827" cy="3242457"/>
          </a:xfrm>
        </p:grpSpPr>
        <p:sp>
          <p:nvSpPr>
            <p:cNvPr id="30" name="矩形: 圆角 29"/>
            <p:cNvSpPr/>
            <p:nvPr/>
          </p:nvSpPr>
          <p:spPr>
            <a:xfrm flipH="1">
              <a:off x="2751587" y="2540362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773530" y="2581401"/>
              <a:ext cx="2101881" cy="25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 fontScale="70000" lnSpcReduction="20000"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773530" y="2788385"/>
              <a:ext cx="2101881" cy="1656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3" name="矩形: 圆角 32"/>
            <p:cNvSpPr/>
            <p:nvPr/>
          </p:nvSpPr>
          <p:spPr>
            <a:xfrm>
              <a:off x="3361822" y="4744140"/>
              <a:ext cx="900000" cy="25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02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文本框 33"/>
            <p:cNvSpPr txBox="1">
              <a:spLocks noChangeAspect="1"/>
            </p:cNvSpPr>
            <p:nvPr/>
          </p:nvSpPr>
          <p:spPr>
            <a:xfrm>
              <a:off x="3583713" y="1781029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3717233" y="1908997"/>
              <a:ext cx="192536" cy="203643"/>
            </a:xfrm>
            <a:custGeom>
              <a:avLst/>
              <a:gdLst>
                <a:gd name="connsiteX0" fmla="*/ 371955 w 495300"/>
                <a:gd name="connsiteY0" fmla="*/ 621 h 523875"/>
                <a:gd name="connsiteX1" fmla="*/ 400530 w 495300"/>
                <a:gd name="connsiteY1" fmla="*/ 29196 h 523875"/>
                <a:gd name="connsiteX2" fmla="*/ 400530 w 495300"/>
                <a:gd name="connsiteY2" fmla="*/ 133971 h 523875"/>
                <a:gd name="connsiteX3" fmla="*/ 371955 w 495300"/>
                <a:gd name="connsiteY3" fmla="*/ 162546 h 523875"/>
                <a:gd name="connsiteX4" fmla="*/ 257655 w 495300"/>
                <a:gd name="connsiteY4" fmla="*/ 162546 h 523875"/>
                <a:gd name="connsiteX5" fmla="*/ 257655 w 495300"/>
                <a:gd name="connsiteY5" fmla="*/ 286371 h 523875"/>
                <a:gd name="connsiteX6" fmla="*/ 419580 w 495300"/>
                <a:gd name="connsiteY6" fmla="*/ 286371 h 523875"/>
                <a:gd name="connsiteX7" fmla="*/ 457680 w 495300"/>
                <a:gd name="connsiteY7" fmla="*/ 322566 h 523875"/>
                <a:gd name="connsiteX8" fmla="*/ 457680 w 495300"/>
                <a:gd name="connsiteY8" fmla="*/ 324471 h 523875"/>
                <a:gd name="connsiteX9" fmla="*/ 457680 w 495300"/>
                <a:gd name="connsiteY9" fmla="*/ 429246 h 523875"/>
                <a:gd name="connsiteX10" fmla="*/ 476730 w 495300"/>
                <a:gd name="connsiteY10" fmla="*/ 429246 h 523875"/>
                <a:gd name="connsiteX11" fmla="*/ 495780 w 495300"/>
                <a:gd name="connsiteY11" fmla="*/ 448296 h 523875"/>
                <a:gd name="connsiteX12" fmla="*/ 495780 w 495300"/>
                <a:gd name="connsiteY12" fmla="*/ 505446 h 523875"/>
                <a:gd name="connsiteX13" fmla="*/ 476730 w 495300"/>
                <a:gd name="connsiteY13" fmla="*/ 524496 h 523875"/>
                <a:gd name="connsiteX14" fmla="*/ 419580 w 495300"/>
                <a:gd name="connsiteY14" fmla="*/ 524496 h 523875"/>
                <a:gd name="connsiteX15" fmla="*/ 400530 w 495300"/>
                <a:gd name="connsiteY15" fmla="*/ 505446 h 523875"/>
                <a:gd name="connsiteX16" fmla="*/ 400530 w 495300"/>
                <a:gd name="connsiteY16" fmla="*/ 448296 h 523875"/>
                <a:gd name="connsiteX17" fmla="*/ 419580 w 495300"/>
                <a:gd name="connsiteY17" fmla="*/ 429246 h 523875"/>
                <a:gd name="connsiteX18" fmla="*/ 438630 w 495300"/>
                <a:gd name="connsiteY18" fmla="*/ 429246 h 523875"/>
                <a:gd name="connsiteX19" fmla="*/ 438630 w 495300"/>
                <a:gd name="connsiteY19" fmla="*/ 324471 h 523875"/>
                <a:gd name="connsiteX20" fmla="*/ 420533 w 495300"/>
                <a:gd name="connsiteY20" fmla="*/ 305421 h 523875"/>
                <a:gd name="connsiteX21" fmla="*/ 419580 w 495300"/>
                <a:gd name="connsiteY21" fmla="*/ 305421 h 523875"/>
                <a:gd name="connsiteX22" fmla="*/ 257655 w 495300"/>
                <a:gd name="connsiteY22" fmla="*/ 305421 h 523875"/>
                <a:gd name="connsiteX23" fmla="*/ 257655 w 495300"/>
                <a:gd name="connsiteY23" fmla="*/ 429246 h 523875"/>
                <a:gd name="connsiteX24" fmla="*/ 276705 w 495300"/>
                <a:gd name="connsiteY24" fmla="*/ 429246 h 523875"/>
                <a:gd name="connsiteX25" fmla="*/ 295755 w 495300"/>
                <a:gd name="connsiteY25" fmla="*/ 448296 h 523875"/>
                <a:gd name="connsiteX26" fmla="*/ 295755 w 495300"/>
                <a:gd name="connsiteY26" fmla="*/ 505446 h 523875"/>
                <a:gd name="connsiteX27" fmla="*/ 276705 w 495300"/>
                <a:gd name="connsiteY27" fmla="*/ 524496 h 523875"/>
                <a:gd name="connsiteX28" fmla="*/ 219555 w 495300"/>
                <a:gd name="connsiteY28" fmla="*/ 524496 h 523875"/>
                <a:gd name="connsiteX29" fmla="*/ 200505 w 495300"/>
                <a:gd name="connsiteY29" fmla="*/ 505446 h 523875"/>
                <a:gd name="connsiteX30" fmla="*/ 200505 w 495300"/>
                <a:gd name="connsiteY30" fmla="*/ 448296 h 523875"/>
                <a:gd name="connsiteX31" fmla="*/ 219555 w 495300"/>
                <a:gd name="connsiteY31" fmla="*/ 429246 h 523875"/>
                <a:gd name="connsiteX32" fmla="*/ 238605 w 495300"/>
                <a:gd name="connsiteY32" fmla="*/ 429246 h 523875"/>
                <a:gd name="connsiteX33" fmla="*/ 238605 w 495300"/>
                <a:gd name="connsiteY33" fmla="*/ 305421 h 523875"/>
                <a:gd name="connsiteX34" fmla="*/ 76680 w 495300"/>
                <a:gd name="connsiteY34" fmla="*/ 305421 h 523875"/>
                <a:gd name="connsiteX35" fmla="*/ 57630 w 495300"/>
                <a:gd name="connsiteY35" fmla="*/ 323519 h 523875"/>
                <a:gd name="connsiteX36" fmla="*/ 57630 w 495300"/>
                <a:gd name="connsiteY36" fmla="*/ 324471 h 523875"/>
                <a:gd name="connsiteX37" fmla="*/ 57630 w 495300"/>
                <a:gd name="connsiteY37" fmla="*/ 429246 h 523875"/>
                <a:gd name="connsiteX38" fmla="*/ 76680 w 495300"/>
                <a:gd name="connsiteY38" fmla="*/ 429246 h 523875"/>
                <a:gd name="connsiteX39" fmla="*/ 95730 w 495300"/>
                <a:gd name="connsiteY39" fmla="*/ 448296 h 523875"/>
                <a:gd name="connsiteX40" fmla="*/ 95730 w 495300"/>
                <a:gd name="connsiteY40" fmla="*/ 505446 h 523875"/>
                <a:gd name="connsiteX41" fmla="*/ 76680 w 495300"/>
                <a:gd name="connsiteY41" fmla="*/ 524496 h 523875"/>
                <a:gd name="connsiteX42" fmla="*/ 19530 w 495300"/>
                <a:gd name="connsiteY42" fmla="*/ 524496 h 523875"/>
                <a:gd name="connsiteX43" fmla="*/ 480 w 495300"/>
                <a:gd name="connsiteY43" fmla="*/ 505446 h 523875"/>
                <a:gd name="connsiteX44" fmla="*/ 480 w 495300"/>
                <a:gd name="connsiteY44" fmla="*/ 448296 h 523875"/>
                <a:gd name="connsiteX45" fmla="*/ 19530 w 495300"/>
                <a:gd name="connsiteY45" fmla="*/ 429246 h 523875"/>
                <a:gd name="connsiteX46" fmla="*/ 38580 w 495300"/>
                <a:gd name="connsiteY46" fmla="*/ 429246 h 523875"/>
                <a:gd name="connsiteX47" fmla="*/ 38580 w 495300"/>
                <a:gd name="connsiteY47" fmla="*/ 324471 h 523875"/>
                <a:gd name="connsiteX48" fmla="*/ 74775 w 495300"/>
                <a:gd name="connsiteY48" fmla="*/ 286371 h 523875"/>
                <a:gd name="connsiteX49" fmla="*/ 76680 w 495300"/>
                <a:gd name="connsiteY49" fmla="*/ 286371 h 523875"/>
                <a:gd name="connsiteX50" fmla="*/ 238605 w 495300"/>
                <a:gd name="connsiteY50" fmla="*/ 286371 h 523875"/>
                <a:gd name="connsiteX51" fmla="*/ 238605 w 495300"/>
                <a:gd name="connsiteY51" fmla="*/ 162546 h 523875"/>
                <a:gd name="connsiteX52" fmla="*/ 124305 w 495300"/>
                <a:gd name="connsiteY52" fmla="*/ 162546 h 523875"/>
                <a:gd name="connsiteX53" fmla="*/ 95730 w 495300"/>
                <a:gd name="connsiteY53" fmla="*/ 133971 h 523875"/>
                <a:gd name="connsiteX54" fmla="*/ 95730 w 495300"/>
                <a:gd name="connsiteY54" fmla="*/ 29196 h 523875"/>
                <a:gd name="connsiteX55" fmla="*/ 124305 w 495300"/>
                <a:gd name="connsiteY55" fmla="*/ 621 h 523875"/>
                <a:gd name="connsiteX56" fmla="*/ 371955 w 495300"/>
                <a:gd name="connsiteY56" fmla="*/ 621 h 523875"/>
                <a:gd name="connsiteX57" fmla="*/ 148118 w 495300"/>
                <a:gd name="connsiteY57" fmla="*/ 95871 h 523875"/>
                <a:gd name="connsiteX58" fmla="*/ 133830 w 495300"/>
                <a:gd name="connsiteY58" fmla="*/ 110159 h 523875"/>
                <a:gd name="connsiteX59" fmla="*/ 148118 w 495300"/>
                <a:gd name="connsiteY59" fmla="*/ 124446 h 523875"/>
                <a:gd name="connsiteX60" fmla="*/ 162405 w 495300"/>
                <a:gd name="connsiteY60" fmla="*/ 110159 h 523875"/>
                <a:gd name="connsiteX61" fmla="*/ 148118 w 495300"/>
                <a:gd name="connsiteY61" fmla="*/ 9587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EC5BE39-CE9A-743D-B012-6955D691B7C6}"/>
              </a:ext>
            </a:extLst>
          </p:cNvPr>
          <p:cNvGrpSpPr/>
          <p:nvPr/>
        </p:nvGrpSpPr>
        <p:grpSpPr>
          <a:xfrm>
            <a:off x="4932945" y="1781029"/>
            <a:ext cx="2123827" cy="3242457"/>
            <a:chOff x="4932945" y="1781029"/>
            <a:chExt cx="2123827" cy="3242457"/>
          </a:xfrm>
        </p:grpSpPr>
        <p:sp>
          <p:nvSpPr>
            <p:cNvPr id="24" name="矩形: 圆角 23"/>
            <p:cNvSpPr/>
            <p:nvPr/>
          </p:nvSpPr>
          <p:spPr>
            <a:xfrm flipH="1">
              <a:off x="4932945" y="2540362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954888" y="2581401"/>
              <a:ext cx="2101881" cy="25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 fontScale="70000" lnSpcReduction="20000"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954888" y="2788385"/>
              <a:ext cx="2101881" cy="1656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5543180" y="4744140"/>
              <a:ext cx="900000" cy="252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文本框 27"/>
            <p:cNvSpPr txBox="1">
              <a:spLocks noChangeAspect="1"/>
            </p:cNvSpPr>
            <p:nvPr/>
          </p:nvSpPr>
          <p:spPr>
            <a:xfrm>
              <a:off x="5765072" y="1781029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5898593" y="1916270"/>
              <a:ext cx="192536" cy="189096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599 h 523875"/>
                <a:gd name="connsiteX30" fmla="*/ 11342 w 533400"/>
                <a:gd name="connsiteY30" fmla="*/ 175881 h 523875"/>
                <a:gd name="connsiteX31" fmla="*/ 56109 w 533400"/>
                <a:gd name="connsiteY31" fmla="*/ 127304 h 523875"/>
                <a:gd name="connsiteX32" fmla="*/ 8373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957" y="276846"/>
                    <a:pt x="372339" y="289229"/>
                    <a:pt x="372339" y="305421"/>
                  </a:cubicBezTo>
                  <a:lnTo>
                    <a:pt x="372339" y="495921"/>
                  </a:lnTo>
                  <a:cubicBezTo>
                    <a:pt x="372339" y="512114"/>
                    <a:pt x="359957" y="524496"/>
                    <a:pt x="343764" y="524496"/>
                  </a:cubicBezTo>
                  <a:lnTo>
                    <a:pt x="191364" y="524496"/>
                  </a:lnTo>
                  <a:cubicBezTo>
                    <a:pt x="175171" y="524496"/>
                    <a:pt x="162789" y="512114"/>
                    <a:pt x="162789" y="495921"/>
                  </a:cubicBezTo>
                  <a:lnTo>
                    <a:pt x="162789" y="305421"/>
                  </a:lnTo>
                  <a:cubicBezTo>
                    <a:pt x="162789" y="289229"/>
                    <a:pt x="175171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4924"/>
                    <a:pt x="159932" y="152069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292" y="153021"/>
                    <a:pt x="390436" y="13682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882" y="114921"/>
                    <a:pt x="534264" y="127304"/>
                    <a:pt x="534264" y="143496"/>
                  </a:cubicBezTo>
                  <a:lnTo>
                    <a:pt x="534264" y="381621"/>
                  </a:lnTo>
                  <a:cubicBezTo>
                    <a:pt x="534264" y="397814"/>
                    <a:pt x="521882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894"/>
                    <a:pt x="375196" y="258749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836" y="257796"/>
                    <a:pt x="144692" y="273989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246" y="410196"/>
                    <a:pt x="864" y="397814"/>
                    <a:pt x="864" y="381621"/>
                  </a:cubicBezTo>
                  <a:lnTo>
                    <a:pt x="864" y="201599"/>
                  </a:lnTo>
                  <a:cubicBezTo>
                    <a:pt x="864" y="192074"/>
                    <a:pt x="4674" y="182549"/>
                    <a:pt x="11342" y="175881"/>
                  </a:cubicBezTo>
                  <a:lnTo>
                    <a:pt x="56109" y="127304"/>
                  </a:lnTo>
                  <a:cubicBezTo>
                    <a:pt x="63729" y="119684"/>
                    <a:pt x="73254" y="114921"/>
                    <a:pt x="8373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5207" y="172071"/>
                    <a:pt x="448539" y="178739"/>
                    <a:pt x="448539" y="186359"/>
                  </a:cubicBezTo>
                  <a:cubicBezTo>
                    <a:pt x="448539" y="193979"/>
                    <a:pt x="455207" y="200646"/>
                    <a:pt x="462827" y="200646"/>
                  </a:cubicBezTo>
                  <a:cubicBezTo>
                    <a:pt x="470446" y="200646"/>
                    <a:pt x="477114" y="193979"/>
                    <a:pt x="477114" y="186359"/>
                  </a:cubicBezTo>
                  <a:cubicBezTo>
                    <a:pt x="477114" y="178739"/>
                    <a:pt x="470446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957" y="621"/>
                    <a:pt x="372339" y="13004"/>
                    <a:pt x="372339" y="29196"/>
                  </a:cubicBezTo>
                  <a:lnTo>
                    <a:pt x="372339" y="105396"/>
                  </a:lnTo>
                  <a:cubicBezTo>
                    <a:pt x="372339" y="121589"/>
                    <a:pt x="359957" y="133971"/>
                    <a:pt x="343764" y="133971"/>
                  </a:cubicBezTo>
                  <a:lnTo>
                    <a:pt x="191364" y="133971"/>
                  </a:lnTo>
                  <a:cubicBezTo>
                    <a:pt x="175171" y="133971"/>
                    <a:pt x="162789" y="121589"/>
                    <a:pt x="162789" y="105396"/>
                  </a:cubicBezTo>
                  <a:lnTo>
                    <a:pt x="162789" y="29196"/>
                  </a:lnTo>
                  <a:cubicBezTo>
                    <a:pt x="162789" y="13004"/>
                    <a:pt x="175171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6" name="标题 1">
            <a:extLst>
              <a:ext uri="{FF2B5EF4-FFF2-40B4-BE49-F238E27FC236}">
                <a16:creationId xmlns:a16="http://schemas.microsoft.com/office/drawing/2014/main" id="{816F5C64-61EA-74CD-5D59-3B1B7E40154D}"/>
              </a:ext>
            </a:extLst>
          </p:cNvPr>
          <p:cNvSpPr txBox="1">
            <a:spLocks/>
          </p:cNvSpPr>
          <p:nvPr/>
        </p:nvSpPr>
        <p:spPr>
          <a:xfrm>
            <a:off x="660400" y="128270"/>
            <a:ext cx="10858500" cy="606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{slideTitle}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106A0BB-8706-CFA9-7BAB-61FF9BFCD49C}"/>
              </a:ext>
            </a:extLst>
          </p:cNvPr>
          <p:cNvGrpSpPr/>
          <p:nvPr/>
        </p:nvGrpSpPr>
        <p:grpSpPr>
          <a:xfrm>
            <a:off x="9295663" y="1781030"/>
            <a:ext cx="2123827" cy="3242455"/>
            <a:chOff x="9295663" y="1781030"/>
            <a:chExt cx="2123827" cy="3242455"/>
          </a:xfrm>
        </p:grpSpPr>
        <p:sp>
          <p:nvSpPr>
            <p:cNvPr id="18" name="矩形: 圆角 17"/>
            <p:cNvSpPr/>
            <p:nvPr/>
          </p:nvSpPr>
          <p:spPr>
            <a:xfrm flipH="1">
              <a:off x="9295663" y="2540362"/>
              <a:ext cx="2123827" cy="2483123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317606" y="2581402"/>
              <a:ext cx="2101881" cy="25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 fontScale="70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{vItem.item5}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317606" y="2788387"/>
              <a:ext cx="2101881" cy="1656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{vItem.item5_Desc}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9905898" y="4744140"/>
              <a:ext cx="900000" cy="252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05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文本框 21"/>
            <p:cNvSpPr txBox="1">
              <a:spLocks noChangeAspect="1"/>
            </p:cNvSpPr>
            <p:nvPr/>
          </p:nvSpPr>
          <p:spPr>
            <a:xfrm>
              <a:off x="10127790" y="1781030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AD012B4A-05CA-C3C2-84DB-54E4610628E4}"/>
                </a:ext>
              </a:extLst>
            </p:cNvPr>
            <p:cNvSpPr/>
            <p:nvPr/>
          </p:nvSpPr>
          <p:spPr>
            <a:xfrm>
              <a:off x="10259878" y="1914567"/>
              <a:ext cx="192536" cy="211046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1"/>
            </p:custDataLst>
          </p:nvPr>
        </p:nvCxnSpPr>
        <p:spPr>
          <a:xfrm>
            <a:off x="0" y="2582255"/>
            <a:ext cx="12192000" cy="0"/>
          </a:xfrm>
          <a:prstGeom prst="line">
            <a:avLst/>
          </a:prstGeom>
          <a:ln w="25400">
            <a:solidFill>
              <a:schemeClr val="accent1">
                <a:alpha val="50000"/>
              </a:schemeClr>
            </a:solidFill>
            <a:headEnd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09419D63-2E0E-A251-F290-AD3503ECE59F}"/>
              </a:ext>
            </a:extLst>
          </p:cNvPr>
          <p:cNvGrpSpPr/>
          <p:nvPr/>
        </p:nvGrpSpPr>
        <p:grpSpPr>
          <a:xfrm>
            <a:off x="1697090" y="1563590"/>
            <a:ext cx="2123832" cy="3786531"/>
            <a:chOff x="1697090" y="1563590"/>
            <a:chExt cx="2123832" cy="3786531"/>
          </a:xfrm>
        </p:grpSpPr>
        <p:cxnSp>
          <p:nvCxnSpPr>
            <p:cNvPr id="47" name="直接连接符 46"/>
            <p:cNvCxnSpPr>
              <a:endCxn id="53" idx="0"/>
            </p:cNvCxnSpPr>
            <p:nvPr>
              <p:custDataLst>
                <p:tags r:id="rId16"/>
              </p:custDataLst>
            </p:nvPr>
          </p:nvCxnSpPr>
          <p:spPr>
            <a:xfrm flipH="1">
              <a:off x="2759012" y="1877623"/>
              <a:ext cx="3577" cy="494025"/>
            </a:xfrm>
            <a:prstGeom prst="line">
              <a:avLst/>
            </a:prstGeom>
            <a:ln w="31750">
              <a:solidFill>
                <a:schemeClr val="accent1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: 圆角 48"/>
            <p:cNvSpPr/>
            <p:nvPr>
              <p:custDataLst>
                <p:tags r:id="rId17"/>
              </p:custDataLst>
            </p:nvPr>
          </p:nvSpPr>
          <p:spPr>
            <a:xfrm flipH="1">
              <a:off x="1697095" y="2862963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50" name="文本框 49"/>
            <p:cNvSpPr txBox="1"/>
            <p:nvPr>
              <p:custDataLst>
                <p:tags r:id="rId18"/>
              </p:custDataLst>
            </p:nvPr>
          </p:nvSpPr>
          <p:spPr>
            <a:xfrm>
              <a:off x="1697090" y="2953291"/>
              <a:ext cx="2122102" cy="25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 fontScale="70000" lnSpcReduction="20000"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19"/>
              </p:custDataLst>
            </p:nvPr>
          </p:nvSpPr>
          <p:spPr>
            <a:xfrm>
              <a:off x="1697093" y="3267616"/>
              <a:ext cx="2122102" cy="172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{vItem.item1_Desc}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52" name="箭头: V 形 51"/>
            <p:cNvSpPr/>
            <p:nvPr>
              <p:custDataLst>
                <p:tags r:id="rId20"/>
              </p:custDataLst>
            </p:nvPr>
          </p:nvSpPr>
          <p:spPr>
            <a:xfrm>
              <a:off x="1815803" y="1563590"/>
              <a:ext cx="1919076" cy="605035"/>
            </a:xfrm>
            <a:prstGeom prst="chevron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3" name="文本框 52"/>
            <p:cNvSpPr txBox="1">
              <a:spLocks noChangeAspect="1"/>
            </p:cNvSpPr>
            <p:nvPr>
              <p:custDataLst>
                <p:tags r:id="rId21"/>
              </p:custDataLst>
            </p:nvPr>
          </p:nvSpPr>
          <p:spPr>
            <a:xfrm>
              <a:off x="2529223" y="2371648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54" name="任意多边形: 形状 53"/>
            <p:cNvSpPr/>
            <p:nvPr>
              <p:custDataLst>
                <p:tags r:id="rId22"/>
              </p:custDataLst>
            </p:nvPr>
          </p:nvSpPr>
          <p:spPr>
            <a:xfrm>
              <a:off x="2662742" y="2495914"/>
              <a:ext cx="192536" cy="211046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358B7E9-95B0-6628-ADD6-C27D18A75F35}"/>
              </a:ext>
            </a:extLst>
          </p:cNvPr>
          <p:cNvGrpSpPr/>
          <p:nvPr/>
        </p:nvGrpSpPr>
        <p:grpSpPr>
          <a:xfrm>
            <a:off x="5129270" y="1563590"/>
            <a:ext cx="2123830" cy="3786531"/>
            <a:chOff x="5129270" y="1563590"/>
            <a:chExt cx="2123830" cy="3786531"/>
          </a:xfrm>
        </p:grpSpPr>
        <p:cxnSp>
          <p:nvCxnSpPr>
            <p:cNvPr id="40" name="直接连接符 39"/>
            <p:cNvCxnSpPr/>
            <p:nvPr>
              <p:custDataLst>
                <p:tags r:id="rId9"/>
              </p:custDataLst>
            </p:nvPr>
          </p:nvCxnSpPr>
          <p:spPr>
            <a:xfrm>
              <a:off x="6217813" y="2215556"/>
              <a:ext cx="0" cy="494025"/>
            </a:xfrm>
            <a:prstGeom prst="line">
              <a:avLst/>
            </a:prstGeom>
            <a:ln w="31750">
              <a:solidFill>
                <a:schemeClr val="accent2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: 圆角 40"/>
            <p:cNvSpPr/>
            <p:nvPr>
              <p:custDataLst>
                <p:tags r:id="rId10"/>
              </p:custDataLst>
            </p:nvPr>
          </p:nvSpPr>
          <p:spPr>
            <a:xfrm flipH="1">
              <a:off x="5129273" y="2862963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42" name="文本框 41"/>
            <p:cNvSpPr txBox="1"/>
            <p:nvPr>
              <p:custDataLst>
                <p:tags r:id="rId11"/>
              </p:custDataLst>
            </p:nvPr>
          </p:nvSpPr>
          <p:spPr>
            <a:xfrm>
              <a:off x="5129271" y="2953290"/>
              <a:ext cx="2122102" cy="25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 fontScale="70000" lnSpcReduction="20000"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12"/>
              </p:custDataLst>
            </p:nvPr>
          </p:nvSpPr>
          <p:spPr>
            <a:xfrm>
              <a:off x="5129270" y="3267616"/>
              <a:ext cx="2122102" cy="172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{vItem.item2_Desc}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4" name="箭头: V 形 43"/>
            <p:cNvSpPr/>
            <p:nvPr>
              <p:custDataLst>
                <p:tags r:id="rId13"/>
              </p:custDataLst>
            </p:nvPr>
          </p:nvSpPr>
          <p:spPr>
            <a:xfrm>
              <a:off x="5231651" y="1563590"/>
              <a:ext cx="1919076" cy="605035"/>
            </a:xfrm>
            <a:prstGeom prst="chevron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02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/>
            <p:cNvSpPr txBox="1">
              <a:spLocks noChangeAspect="1"/>
            </p:cNvSpPr>
            <p:nvPr>
              <p:custDataLst>
                <p:tags r:id="rId14"/>
              </p:custDataLst>
            </p:nvPr>
          </p:nvSpPr>
          <p:spPr>
            <a:xfrm>
              <a:off x="5961400" y="2371648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6" name="任意多边形: 形状 45"/>
            <p:cNvSpPr/>
            <p:nvPr>
              <p:custDataLst>
                <p:tags r:id="rId15"/>
              </p:custDataLst>
            </p:nvPr>
          </p:nvSpPr>
          <p:spPr>
            <a:xfrm>
              <a:off x="6094920" y="2499617"/>
              <a:ext cx="192536" cy="203643"/>
            </a:xfrm>
            <a:custGeom>
              <a:avLst/>
              <a:gdLst>
                <a:gd name="connsiteX0" fmla="*/ 371955 w 495300"/>
                <a:gd name="connsiteY0" fmla="*/ 621 h 523875"/>
                <a:gd name="connsiteX1" fmla="*/ 400530 w 495300"/>
                <a:gd name="connsiteY1" fmla="*/ 29196 h 523875"/>
                <a:gd name="connsiteX2" fmla="*/ 400530 w 495300"/>
                <a:gd name="connsiteY2" fmla="*/ 133971 h 523875"/>
                <a:gd name="connsiteX3" fmla="*/ 371955 w 495300"/>
                <a:gd name="connsiteY3" fmla="*/ 162546 h 523875"/>
                <a:gd name="connsiteX4" fmla="*/ 257655 w 495300"/>
                <a:gd name="connsiteY4" fmla="*/ 162546 h 523875"/>
                <a:gd name="connsiteX5" fmla="*/ 257655 w 495300"/>
                <a:gd name="connsiteY5" fmla="*/ 286371 h 523875"/>
                <a:gd name="connsiteX6" fmla="*/ 419580 w 495300"/>
                <a:gd name="connsiteY6" fmla="*/ 286371 h 523875"/>
                <a:gd name="connsiteX7" fmla="*/ 457680 w 495300"/>
                <a:gd name="connsiteY7" fmla="*/ 322566 h 523875"/>
                <a:gd name="connsiteX8" fmla="*/ 457680 w 495300"/>
                <a:gd name="connsiteY8" fmla="*/ 324471 h 523875"/>
                <a:gd name="connsiteX9" fmla="*/ 457680 w 495300"/>
                <a:gd name="connsiteY9" fmla="*/ 429246 h 523875"/>
                <a:gd name="connsiteX10" fmla="*/ 476730 w 495300"/>
                <a:gd name="connsiteY10" fmla="*/ 429246 h 523875"/>
                <a:gd name="connsiteX11" fmla="*/ 495780 w 495300"/>
                <a:gd name="connsiteY11" fmla="*/ 448296 h 523875"/>
                <a:gd name="connsiteX12" fmla="*/ 495780 w 495300"/>
                <a:gd name="connsiteY12" fmla="*/ 505446 h 523875"/>
                <a:gd name="connsiteX13" fmla="*/ 476730 w 495300"/>
                <a:gd name="connsiteY13" fmla="*/ 524496 h 523875"/>
                <a:gd name="connsiteX14" fmla="*/ 419580 w 495300"/>
                <a:gd name="connsiteY14" fmla="*/ 524496 h 523875"/>
                <a:gd name="connsiteX15" fmla="*/ 400530 w 495300"/>
                <a:gd name="connsiteY15" fmla="*/ 505446 h 523875"/>
                <a:gd name="connsiteX16" fmla="*/ 400530 w 495300"/>
                <a:gd name="connsiteY16" fmla="*/ 448296 h 523875"/>
                <a:gd name="connsiteX17" fmla="*/ 419580 w 495300"/>
                <a:gd name="connsiteY17" fmla="*/ 429246 h 523875"/>
                <a:gd name="connsiteX18" fmla="*/ 438630 w 495300"/>
                <a:gd name="connsiteY18" fmla="*/ 429246 h 523875"/>
                <a:gd name="connsiteX19" fmla="*/ 438630 w 495300"/>
                <a:gd name="connsiteY19" fmla="*/ 324471 h 523875"/>
                <a:gd name="connsiteX20" fmla="*/ 420533 w 495300"/>
                <a:gd name="connsiteY20" fmla="*/ 305421 h 523875"/>
                <a:gd name="connsiteX21" fmla="*/ 419580 w 495300"/>
                <a:gd name="connsiteY21" fmla="*/ 305421 h 523875"/>
                <a:gd name="connsiteX22" fmla="*/ 257655 w 495300"/>
                <a:gd name="connsiteY22" fmla="*/ 305421 h 523875"/>
                <a:gd name="connsiteX23" fmla="*/ 257655 w 495300"/>
                <a:gd name="connsiteY23" fmla="*/ 429246 h 523875"/>
                <a:gd name="connsiteX24" fmla="*/ 276705 w 495300"/>
                <a:gd name="connsiteY24" fmla="*/ 429246 h 523875"/>
                <a:gd name="connsiteX25" fmla="*/ 295755 w 495300"/>
                <a:gd name="connsiteY25" fmla="*/ 448296 h 523875"/>
                <a:gd name="connsiteX26" fmla="*/ 295755 w 495300"/>
                <a:gd name="connsiteY26" fmla="*/ 505446 h 523875"/>
                <a:gd name="connsiteX27" fmla="*/ 276705 w 495300"/>
                <a:gd name="connsiteY27" fmla="*/ 524496 h 523875"/>
                <a:gd name="connsiteX28" fmla="*/ 219555 w 495300"/>
                <a:gd name="connsiteY28" fmla="*/ 524496 h 523875"/>
                <a:gd name="connsiteX29" fmla="*/ 200505 w 495300"/>
                <a:gd name="connsiteY29" fmla="*/ 505446 h 523875"/>
                <a:gd name="connsiteX30" fmla="*/ 200505 w 495300"/>
                <a:gd name="connsiteY30" fmla="*/ 448296 h 523875"/>
                <a:gd name="connsiteX31" fmla="*/ 219555 w 495300"/>
                <a:gd name="connsiteY31" fmla="*/ 429246 h 523875"/>
                <a:gd name="connsiteX32" fmla="*/ 238605 w 495300"/>
                <a:gd name="connsiteY32" fmla="*/ 429246 h 523875"/>
                <a:gd name="connsiteX33" fmla="*/ 238605 w 495300"/>
                <a:gd name="connsiteY33" fmla="*/ 305421 h 523875"/>
                <a:gd name="connsiteX34" fmla="*/ 76680 w 495300"/>
                <a:gd name="connsiteY34" fmla="*/ 305421 h 523875"/>
                <a:gd name="connsiteX35" fmla="*/ 57630 w 495300"/>
                <a:gd name="connsiteY35" fmla="*/ 323519 h 523875"/>
                <a:gd name="connsiteX36" fmla="*/ 57630 w 495300"/>
                <a:gd name="connsiteY36" fmla="*/ 324471 h 523875"/>
                <a:gd name="connsiteX37" fmla="*/ 57630 w 495300"/>
                <a:gd name="connsiteY37" fmla="*/ 429246 h 523875"/>
                <a:gd name="connsiteX38" fmla="*/ 76680 w 495300"/>
                <a:gd name="connsiteY38" fmla="*/ 429246 h 523875"/>
                <a:gd name="connsiteX39" fmla="*/ 95730 w 495300"/>
                <a:gd name="connsiteY39" fmla="*/ 448296 h 523875"/>
                <a:gd name="connsiteX40" fmla="*/ 95730 w 495300"/>
                <a:gd name="connsiteY40" fmla="*/ 505446 h 523875"/>
                <a:gd name="connsiteX41" fmla="*/ 76680 w 495300"/>
                <a:gd name="connsiteY41" fmla="*/ 524496 h 523875"/>
                <a:gd name="connsiteX42" fmla="*/ 19530 w 495300"/>
                <a:gd name="connsiteY42" fmla="*/ 524496 h 523875"/>
                <a:gd name="connsiteX43" fmla="*/ 480 w 495300"/>
                <a:gd name="connsiteY43" fmla="*/ 505446 h 523875"/>
                <a:gd name="connsiteX44" fmla="*/ 480 w 495300"/>
                <a:gd name="connsiteY44" fmla="*/ 448296 h 523875"/>
                <a:gd name="connsiteX45" fmla="*/ 19530 w 495300"/>
                <a:gd name="connsiteY45" fmla="*/ 429246 h 523875"/>
                <a:gd name="connsiteX46" fmla="*/ 38580 w 495300"/>
                <a:gd name="connsiteY46" fmla="*/ 429246 h 523875"/>
                <a:gd name="connsiteX47" fmla="*/ 38580 w 495300"/>
                <a:gd name="connsiteY47" fmla="*/ 324471 h 523875"/>
                <a:gd name="connsiteX48" fmla="*/ 74775 w 495300"/>
                <a:gd name="connsiteY48" fmla="*/ 286371 h 523875"/>
                <a:gd name="connsiteX49" fmla="*/ 76680 w 495300"/>
                <a:gd name="connsiteY49" fmla="*/ 286371 h 523875"/>
                <a:gd name="connsiteX50" fmla="*/ 238605 w 495300"/>
                <a:gd name="connsiteY50" fmla="*/ 286371 h 523875"/>
                <a:gd name="connsiteX51" fmla="*/ 238605 w 495300"/>
                <a:gd name="connsiteY51" fmla="*/ 162546 h 523875"/>
                <a:gd name="connsiteX52" fmla="*/ 124305 w 495300"/>
                <a:gd name="connsiteY52" fmla="*/ 162546 h 523875"/>
                <a:gd name="connsiteX53" fmla="*/ 95730 w 495300"/>
                <a:gd name="connsiteY53" fmla="*/ 133971 h 523875"/>
                <a:gd name="connsiteX54" fmla="*/ 95730 w 495300"/>
                <a:gd name="connsiteY54" fmla="*/ 29196 h 523875"/>
                <a:gd name="connsiteX55" fmla="*/ 124305 w 495300"/>
                <a:gd name="connsiteY55" fmla="*/ 621 h 523875"/>
                <a:gd name="connsiteX56" fmla="*/ 371955 w 495300"/>
                <a:gd name="connsiteY56" fmla="*/ 621 h 523875"/>
                <a:gd name="connsiteX57" fmla="*/ 148118 w 495300"/>
                <a:gd name="connsiteY57" fmla="*/ 95871 h 523875"/>
                <a:gd name="connsiteX58" fmla="*/ 133830 w 495300"/>
                <a:gd name="connsiteY58" fmla="*/ 110159 h 523875"/>
                <a:gd name="connsiteX59" fmla="*/ 148118 w 495300"/>
                <a:gd name="connsiteY59" fmla="*/ 124446 h 523875"/>
                <a:gd name="connsiteX60" fmla="*/ 162405 w 495300"/>
                <a:gd name="connsiteY60" fmla="*/ 110159 h 523875"/>
                <a:gd name="connsiteX61" fmla="*/ 148118 w 495300"/>
                <a:gd name="connsiteY61" fmla="*/ 9587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FA5068B-D1C7-EDA8-412F-A760219F10CA}"/>
              </a:ext>
            </a:extLst>
          </p:cNvPr>
          <p:cNvGrpSpPr/>
          <p:nvPr/>
        </p:nvGrpSpPr>
        <p:grpSpPr>
          <a:xfrm>
            <a:off x="8561448" y="1563590"/>
            <a:ext cx="2123830" cy="3786533"/>
            <a:chOff x="8561448" y="1563590"/>
            <a:chExt cx="2123830" cy="3786533"/>
          </a:xfrm>
        </p:grpSpPr>
        <p:cxnSp>
          <p:nvCxnSpPr>
            <p:cNvPr id="32" name="直接连接符 31"/>
            <p:cNvCxnSpPr/>
            <p:nvPr>
              <p:custDataLst>
                <p:tags r:id="rId2"/>
              </p:custDataLst>
            </p:nvPr>
          </p:nvCxnSpPr>
          <p:spPr>
            <a:xfrm flipH="1">
              <a:off x="9640380" y="2215556"/>
              <a:ext cx="1104" cy="494025"/>
            </a:xfrm>
            <a:prstGeom prst="line">
              <a:avLst/>
            </a:prstGeom>
            <a:ln w="31750">
              <a:solidFill>
                <a:schemeClr val="accent1"/>
              </a:solidFill>
              <a:prstDash val="sysDot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: 圆角 32"/>
            <p:cNvSpPr/>
            <p:nvPr>
              <p:custDataLst>
                <p:tags r:id="rId3"/>
              </p:custDataLst>
            </p:nvPr>
          </p:nvSpPr>
          <p:spPr>
            <a:xfrm flipH="1">
              <a:off x="8561451" y="2862965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4" name="文本框 33"/>
            <p:cNvSpPr txBox="1"/>
            <p:nvPr>
              <p:custDataLst>
                <p:tags r:id="rId4"/>
              </p:custDataLst>
            </p:nvPr>
          </p:nvSpPr>
          <p:spPr>
            <a:xfrm>
              <a:off x="8561449" y="2953290"/>
              <a:ext cx="2122102" cy="25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 fontScale="70000" lnSpcReduction="20000"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5"/>
              </p:custDataLst>
            </p:nvPr>
          </p:nvSpPr>
          <p:spPr>
            <a:xfrm>
              <a:off x="8561448" y="3267616"/>
              <a:ext cx="2122102" cy="172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{vItem.item3_Desc}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6" name="箭头: V 形 35"/>
            <p:cNvSpPr/>
            <p:nvPr>
              <p:custDataLst>
                <p:tags r:id="rId6"/>
              </p:custDataLst>
            </p:nvPr>
          </p:nvSpPr>
          <p:spPr>
            <a:xfrm>
              <a:off x="8663829" y="1563590"/>
              <a:ext cx="1919076" cy="605035"/>
            </a:xfrm>
            <a:prstGeom prst="chevron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文本框 36"/>
            <p:cNvSpPr txBox="1"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9393580" y="2371648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38" name="任意多边形: 形状 37"/>
            <p:cNvSpPr/>
            <p:nvPr>
              <p:custDataLst>
                <p:tags r:id="rId8"/>
              </p:custDataLst>
            </p:nvPr>
          </p:nvSpPr>
          <p:spPr>
            <a:xfrm>
              <a:off x="9527101" y="2506889"/>
              <a:ext cx="192536" cy="189096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599 h 523875"/>
                <a:gd name="connsiteX30" fmla="*/ 11342 w 533400"/>
                <a:gd name="connsiteY30" fmla="*/ 175881 h 523875"/>
                <a:gd name="connsiteX31" fmla="*/ 56109 w 533400"/>
                <a:gd name="connsiteY31" fmla="*/ 127304 h 523875"/>
                <a:gd name="connsiteX32" fmla="*/ 8373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957" y="276846"/>
                    <a:pt x="372339" y="289229"/>
                    <a:pt x="372339" y="305421"/>
                  </a:cubicBezTo>
                  <a:lnTo>
                    <a:pt x="372339" y="495921"/>
                  </a:lnTo>
                  <a:cubicBezTo>
                    <a:pt x="372339" y="512114"/>
                    <a:pt x="359957" y="524496"/>
                    <a:pt x="343764" y="524496"/>
                  </a:cubicBezTo>
                  <a:lnTo>
                    <a:pt x="191364" y="524496"/>
                  </a:lnTo>
                  <a:cubicBezTo>
                    <a:pt x="175171" y="524496"/>
                    <a:pt x="162789" y="512114"/>
                    <a:pt x="162789" y="495921"/>
                  </a:cubicBezTo>
                  <a:lnTo>
                    <a:pt x="162789" y="305421"/>
                  </a:lnTo>
                  <a:cubicBezTo>
                    <a:pt x="162789" y="289229"/>
                    <a:pt x="175171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4924"/>
                    <a:pt x="159932" y="152069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292" y="153021"/>
                    <a:pt x="390436" y="13682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882" y="114921"/>
                    <a:pt x="534264" y="127304"/>
                    <a:pt x="534264" y="143496"/>
                  </a:cubicBezTo>
                  <a:lnTo>
                    <a:pt x="534264" y="381621"/>
                  </a:lnTo>
                  <a:cubicBezTo>
                    <a:pt x="534264" y="397814"/>
                    <a:pt x="521882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894"/>
                    <a:pt x="375196" y="258749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836" y="257796"/>
                    <a:pt x="144692" y="273989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246" y="410196"/>
                    <a:pt x="864" y="397814"/>
                    <a:pt x="864" y="381621"/>
                  </a:cubicBezTo>
                  <a:lnTo>
                    <a:pt x="864" y="201599"/>
                  </a:lnTo>
                  <a:cubicBezTo>
                    <a:pt x="864" y="192074"/>
                    <a:pt x="4674" y="182549"/>
                    <a:pt x="11342" y="175881"/>
                  </a:cubicBezTo>
                  <a:lnTo>
                    <a:pt x="56109" y="127304"/>
                  </a:lnTo>
                  <a:cubicBezTo>
                    <a:pt x="63729" y="119684"/>
                    <a:pt x="73254" y="114921"/>
                    <a:pt x="8373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5207" y="172071"/>
                    <a:pt x="448539" y="178739"/>
                    <a:pt x="448539" y="186359"/>
                  </a:cubicBezTo>
                  <a:cubicBezTo>
                    <a:pt x="448539" y="193979"/>
                    <a:pt x="455207" y="200646"/>
                    <a:pt x="462827" y="200646"/>
                  </a:cubicBezTo>
                  <a:cubicBezTo>
                    <a:pt x="470446" y="200646"/>
                    <a:pt x="477114" y="193979"/>
                    <a:pt x="477114" y="186359"/>
                  </a:cubicBezTo>
                  <a:cubicBezTo>
                    <a:pt x="477114" y="178739"/>
                    <a:pt x="470446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957" y="621"/>
                    <a:pt x="372339" y="13004"/>
                    <a:pt x="372339" y="29196"/>
                  </a:cubicBezTo>
                  <a:lnTo>
                    <a:pt x="372339" y="105396"/>
                  </a:lnTo>
                  <a:cubicBezTo>
                    <a:pt x="372339" y="121589"/>
                    <a:pt x="359957" y="133971"/>
                    <a:pt x="343764" y="133971"/>
                  </a:cubicBezTo>
                  <a:lnTo>
                    <a:pt x="191364" y="133971"/>
                  </a:lnTo>
                  <a:cubicBezTo>
                    <a:pt x="175171" y="133971"/>
                    <a:pt x="162789" y="121589"/>
                    <a:pt x="162789" y="105396"/>
                  </a:cubicBezTo>
                  <a:lnTo>
                    <a:pt x="162789" y="29196"/>
                  </a:lnTo>
                  <a:cubicBezTo>
                    <a:pt x="162789" y="13004"/>
                    <a:pt x="175171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A01B8F70-3A1B-23A1-B3C9-246DAA8D8A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B0104F66-A5D8-C69E-98E7-2B135EEC5A6F}"/>
              </a:ext>
            </a:extLst>
          </p:cNvPr>
          <p:cNvGrpSpPr/>
          <p:nvPr/>
        </p:nvGrpSpPr>
        <p:grpSpPr>
          <a:xfrm>
            <a:off x="0" y="1195732"/>
            <a:ext cx="12192000" cy="3726898"/>
            <a:chOff x="0" y="1028753"/>
            <a:chExt cx="12192000" cy="3726898"/>
          </a:xfrm>
        </p:grpSpPr>
        <p:cxnSp>
          <p:nvCxnSpPr>
            <p:cNvPr id="8" name="直接连接符 7"/>
            <p:cNvCxnSpPr/>
            <p:nvPr>
              <p:custDataLst>
                <p:tags r:id="rId1"/>
              </p:custDataLst>
            </p:nvPr>
          </p:nvCxnSpPr>
          <p:spPr>
            <a:xfrm>
              <a:off x="0" y="2154761"/>
              <a:ext cx="12192000" cy="0"/>
            </a:xfrm>
            <a:prstGeom prst="line">
              <a:avLst/>
            </a:prstGeom>
            <a:ln w="25400">
              <a:solidFill>
                <a:schemeClr val="accent1">
                  <a:alpha val="50000"/>
                </a:schemeClr>
              </a:solidFill>
              <a:headEnd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34C54DA-B62F-794A-CE87-D4FE3713339D}"/>
                </a:ext>
              </a:extLst>
            </p:cNvPr>
            <p:cNvGrpSpPr/>
            <p:nvPr/>
          </p:nvGrpSpPr>
          <p:grpSpPr>
            <a:xfrm>
              <a:off x="758828" y="1028754"/>
              <a:ext cx="2123832" cy="3726895"/>
              <a:chOff x="758828" y="1028754"/>
              <a:chExt cx="2123832" cy="3726895"/>
            </a:xfrm>
          </p:grpSpPr>
          <p:cxnSp>
            <p:nvCxnSpPr>
              <p:cNvPr id="47" name="直接连接符 46"/>
              <p:cNvCxnSpPr>
                <a:endCxn id="53" idx="0"/>
              </p:cNvCxnSpPr>
              <p:nvPr>
                <p:custDataLst>
                  <p:tags r:id="rId23"/>
                </p:custDataLst>
              </p:nvPr>
            </p:nvCxnSpPr>
            <p:spPr>
              <a:xfrm flipH="1">
                <a:off x="1820750" y="1450129"/>
                <a:ext cx="3577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矩形: 圆角 48"/>
              <p:cNvSpPr/>
              <p:nvPr>
                <p:custDataLst>
                  <p:tags r:id="rId24"/>
                </p:custDataLst>
              </p:nvPr>
            </p:nvSpPr>
            <p:spPr>
              <a:xfrm flipH="1">
                <a:off x="758833" y="2268491"/>
                <a:ext cx="2123827" cy="2487158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50" name="文本框 49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758828" y="2402548"/>
                <a:ext cx="2122102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7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758831" y="2685075"/>
                <a:ext cx="2122102" cy="18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2" name="箭头: V 形 51"/>
              <p:cNvSpPr/>
              <p:nvPr>
                <p:custDataLst>
                  <p:tags r:id="rId27"/>
                </p:custDataLst>
              </p:nvPr>
            </p:nvSpPr>
            <p:spPr>
              <a:xfrm>
                <a:off x="877541" y="1028754"/>
                <a:ext cx="1919076" cy="605035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文本框 52"/>
              <p:cNvSpPr txBox="1">
                <a:spLocks noChangeAspect="1"/>
              </p:cNvSpPr>
              <p:nvPr>
                <p:custDataLst>
                  <p:tags r:id="rId28"/>
                </p:custDataLst>
              </p:nvPr>
            </p:nvSpPr>
            <p:spPr>
              <a:xfrm>
                <a:off x="1590961" y="194415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54" name="任意多边形: 形状 53"/>
              <p:cNvSpPr/>
              <p:nvPr>
                <p:custDataLst>
                  <p:tags r:id="rId29"/>
                </p:custDataLst>
              </p:nvPr>
            </p:nvSpPr>
            <p:spPr>
              <a:xfrm>
                <a:off x="1724480" y="2068420"/>
                <a:ext cx="192536" cy="211046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66EA244-3B76-9984-885E-A1B8AD0AF42A}"/>
                </a:ext>
              </a:extLst>
            </p:cNvPr>
            <p:cNvGrpSpPr/>
            <p:nvPr/>
          </p:nvGrpSpPr>
          <p:grpSpPr>
            <a:xfrm>
              <a:off x="3549794" y="1028754"/>
              <a:ext cx="2123830" cy="3726895"/>
              <a:chOff x="3549794" y="1028754"/>
              <a:chExt cx="2123830" cy="3726895"/>
            </a:xfrm>
          </p:grpSpPr>
          <p:sp>
            <p:nvSpPr>
              <p:cNvPr id="41" name="矩形: 圆角 40"/>
              <p:cNvSpPr/>
              <p:nvPr>
                <p:custDataLst>
                  <p:tags r:id="rId16"/>
                </p:custDataLst>
              </p:nvPr>
            </p:nvSpPr>
            <p:spPr>
              <a:xfrm flipH="1">
                <a:off x="3549797" y="2268491"/>
                <a:ext cx="2123827" cy="2487158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42" name="文本框 41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3549795" y="2402548"/>
                <a:ext cx="2122102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7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3549794" y="2685075"/>
                <a:ext cx="2122102" cy="18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44" name="箭头: V 形 43"/>
              <p:cNvSpPr/>
              <p:nvPr>
                <p:custDataLst>
                  <p:tags r:id="rId19"/>
                </p:custDataLst>
              </p:nvPr>
            </p:nvSpPr>
            <p:spPr>
              <a:xfrm>
                <a:off x="3652175" y="1028754"/>
                <a:ext cx="1919076" cy="605035"/>
              </a:xfrm>
              <a:prstGeom prst="chevron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02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文本框 44"/>
              <p:cNvSpPr txBox="1">
                <a:spLocks noChangeAspec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4381924" y="194415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46" name="任意多边形: 形状 45"/>
              <p:cNvSpPr/>
              <p:nvPr>
                <p:custDataLst>
                  <p:tags r:id="rId21"/>
                </p:custDataLst>
              </p:nvPr>
            </p:nvSpPr>
            <p:spPr>
              <a:xfrm>
                <a:off x="4515444" y="2072123"/>
                <a:ext cx="192536" cy="203643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cxnSp>
            <p:nvCxnSpPr>
              <p:cNvPr id="40" name="直接连接符 39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4638337" y="1450129"/>
                <a:ext cx="0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0DAA77C-4BD8-BAD3-D93D-4A4BB139BD9F}"/>
                </a:ext>
              </a:extLst>
            </p:cNvPr>
            <p:cNvGrpSpPr/>
            <p:nvPr/>
          </p:nvGrpSpPr>
          <p:grpSpPr>
            <a:xfrm>
              <a:off x="6340758" y="1028754"/>
              <a:ext cx="2123830" cy="3726897"/>
              <a:chOff x="6340758" y="1028754"/>
              <a:chExt cx="2123830" cy="3726897"/>
            </a:xfrm>
          </p:grpSpPr>
          <p:sp>
            <p:nvSpPr>
              <p:cNvPr id="33" name="矩形: 圆角 32"/>
              <p:cNvSpPr/>
              <p:nvPr>
                <p:custDataLst>
                  <p:tags r:id="rId9"/>
                </p:custDataLst>
              </p:nvPr>
            </p:nvSpPr>
            <p:spPr>
              <a:xfrm flipH="1">
                <a:off x="6340761" y="2268493"/>
                <a:ext cx="2123827" cy="2487158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340759" y="2402548"/>
                <a:ext cx="2122102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7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5" name="文本框 3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340758" y="2685075"/>
                <a:ext cx="2122102" cy="18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6" name="箭头: V 形 35"/>
              <p:cNvSpPr/>
              <p:nvPr>
                <p:custDataLst>
                  <p:tags r:id="rId12"/>
                </p:custDataLst>
              </p:nvPr>
            </p:nvSpPr>
            <p:spPr>
              <a:xfrm>
                <a:off x="6443139" y="1028754"/>
                <a:ext cx="1919076" cy="605035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03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文本框 36"/>
              <p:cNvSpPr txBox="1">
                <a:spLocks noChangeAspec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7172890" y="194415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8" name="任意多边形: 形状 37"/>
              <p:cNvSpPr/>
              <p:nvPr>
                <p:custDataLst>
                  <p:tags r:id="rId14"/>
                </p:custDataLst>
              </p:nvPr>
            </p:nvSpPr>
            <p:spPr>
              <a:xfrm>
                <a:off x="7306411" y="2079395"/>
                <a:ext cx="192536" cy="189096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cxnSp>
            <p:nvCxnSpPr>
              <p:cNvPr id="32" name="直接连接符 31"/>
              <p:cNvCxnSpPr/>
              <p:nvPr>
                <p:custDataLst>
                  <p:tags r:id="rId15"/>
                </p:custDataLst>
              </p:nvPr>
            </p:nvCxnSpPr>
            <p:spPr>
              <a:xfrm flipH="1">
                <a:off x="7419690" y="1450129"/>
                <a:ext cx="1104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465687E-F7F0-C4BA-FE95-FF4B2CFFB4EB}"/>
                </a:ext>
              </a:extLst>
            </p:cNvPr>
            <p:cNvGrpSpPr/>
            <p:nvPr/>
          </p:nvGrpSpPr>
          <p:grpSpPr>
            <a:xfrm>
              <a:off x="9131723" y="1028753"/>
              <a:ext cx="2123830" cy="3726894"/>
              <a:chOff x="9131723" y="1028753"/>
              <a:chExt cx="2123830" cy="3726894"/>
            </a:xfrm>
          </p:grpSpPr>
          <p:sp>
            <p:nvSpPr>
              <p:cNvPr id="25" name="矩形: 圆角 24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9131726" y="2268490"/>
                <a:ext cx="2123827" cy="2487157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131724" y="2402549"/>
                <a:ext cx="2122102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70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7" name="文本框 2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131723" y="2685076"/>
                <a:ext cx="2122102" cy="18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8" name="箭头: V 形 27"/>
              <p:cNvSpPr/>
              <p:nvPr>
                <p:custDataLst>
                  <p:tags r:id="rId5"/>
                </p:custDataLst>
              </p:nvPr>
            </p:nvSpPr>
            <p:spPr>
              <a:xfrm>
                <a:off x="9236313" y="1028753"/>
                <a:ext cx="1914660" cy="605035"/>
              </a:xfrm>
              <a:prstGeom prst="chevron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04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文本框 28"/>
              <p:cNvSpPr txBox="1">
                <a:spLocks noChangeAspec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9963855" y="1944155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7"/>
                </p:custDataLst>
              </p:nvPr>
            </p:nvSpPr>
            <p:spPr>
              <a:xfrm>
                <a:off x="10097376" y="2093236"/>
                <a:ext cx="192536" cy="161414"/>
              </a:xfrm>
              <a:custGeom>
                <a:avLst/>
                <a:gdLst>
                  <a:gd name="T0" fmla="*/ 2623 w 2768"/>
                  <a:gd name="T1" fmla="*/ 1207 h 2324"/>
                  <a:gd name="T2" fmla="*/ 2529 w 2768"/>
                  <a:gd name="T3" fmla="*/ 2116 h 2324"/>
                  <a:gd name="T4" fmla="*/ 2298 w 2768"/>
                  <a:gd name="T5" fmla="*/ 2324 h 2324"/>
                  <a:gd name="T6" fmla="*/ 470 w 2768"/>
                  <a:gd name="T7" fmla="*/ 2324 h 2324"/>
                  <a:gd name="T8" fmla="*/ 239 w 2768"/>
                  <a:gd name="T9" fmla="*/ 2116 h 2324"/>
                  <a:gd name="T10" fmla="*/ 145 w 2768"/>
                  <a:gd name="T11" fmla="*/ 1207 h 2324"/>
                  <a:gd name="T12" fmla="*/ 170 w 2768"/>
                  <a:gd name="T13" fmla="*/ 1130 h 2324"/>
                  <a:gd name="T14" fmla="*/ 244 w 2768"/>
                  <a:gd name="T15" fmla="*/ 1097 h 2324"/>
                  <a:gd name="T16" fmla="*/ 2524 w 2768"/>
                  <a:gd name="T17" fmla="*/ 1097 h 2324"/>
                  <a:gd name="T18" fmla="*/ 2598 w 2768"/>
                  <a:gd name="T19" fmla="*/ 1130 h 2324"/>
                  <a:gd name="T20" fmla="*/ 2623 w 2768"/>
                  <a:gd name="T21" fmla="*/ 1207 h 2324"/>
                  <a:gd name="T22" fmla="*/ 2762 w 2768"/>
                  <a:gd name="T23" fmla="*/ 588 h 2324"/>
                  <a:gd name="T24" fmla="*/ 2722 w 2768"/>
                  <a:gd name="T25" fmla="*/ 814 h 2324"/>
                  <a:gd name="T26" fmla="*/ 2624 w 2768"/>
                  <a:gd name="T27" fmla="*/ 897 h 2324"/>
                  <a:gd name="T28" fmla="*/ 157 w 2768"/>
                  <a:gd name="T29" fmla="*/ 897 h 2324"/>
                  <a:gd name="T30" fmla="*/ 60 w 2768"/>
                  <a:gd name="T31" fmla="*/ 820 h 2324"/>
                  <a:gd name="T32" fmla="*/ 7 w 2768"/>
                  <a:gd name="T33" fmla="*/ 593 h 2324"/>
                  <a:gd name="T34" fmla="*/ 26 w 2768"/>
                  <a:gd name="T35" fmla="*/ 508 h 2324"/>
                  <a:gd name="T36" fmla="*/ 104 w 2768"/>
                  <a:gd name="T37" fmla="*/ 470 h 2324"/>
                  <a:gd name="T38" fmla="*/ 904 w 2768"/>
                  <a:gd name="T39" fmla="*/ 470 h 2324"/>
                  <a:gd name="T40" fmla="*/ 904 w 2768"/>
                  <a:gd name="T41" fmla="*/ 100 h 2324"/>
                  <a:gd name="T42" fmla="*/ 1004 w 2768"/>
                  <a:gd name="T43" fmla="*/ 0 h 2324"/>
                  <a:gd name="T44" fmla="*/ 1764 w 2768"/>
                  <a:gd name="T45" fmla="*/ 0 h 2324"/>
                  <a:gd name="T46" fmla="*/ 1864 w 2768"/>
                  <a:gd name="T47" fmla="*/ 100 h 2324"/>
                  <a:gd name="T48" fmla="*/ 1864 w 2768"/>
                  <a:gd name="T49" fmla="*/ 470 h 2324"/>
                  <a:gd name="T50" fmla="*/ 2664 w 2768"/>
                  <a:gd name="T51" fmla="*/ 470 h 2324"/>
                  <a:gd name="T52" fmla="*/ 2741 w 2768"/>
                  <a:gd name="T53" fmla="*/ 506 h 2324"/>
                  <a:gd name="T54" fmla="*/ 2762 w 2768"/>
                  <a:gd name="T55" fmla="*/ 588 h 2324"/>
                  <a:gd name="T56" fmla="*/ 1104 w 2768"/>
                  <a:gd name="T57" fmla="*/ 470 h 2324"/>
                  <a:gd name="T58" fmla="*/ 1664 w 2768"/>
                  <a:gd name="T59" fmla="*/ 470 h 2324"/>
                  <a:gd name="T60" fmla="*/ 1664 w 2768"/>
                  <a:gd name="T61" fmla="*/ 200 h 2324"/>
                  <a:gd name="T62" fmla="*/ 1104 w 2768"/>
                  <a:gd name="T63" fmla="*/ 200 h 2324"/>
                  <a:gd name="T64" fmla="*/ 1104 w 2768"/>
                  <a:gd name="T65" fmla="*/ 470 h 2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68" h="2324">
                    <a:moveTo>
                      <a:pt x="2623" y="1207"/>
                    </a:moveTo>
                    <a:lnTo>
                      <a:pt x="2529" y="2116"/>
                    </a:lnTo>
                    <a:cubicBezTo>
                      <a:pt x="2517" y="2234"/>
                      <a:pt x="2418" y="2324"/>
                      <a:pt x="2298" y="2324"/>
                    </a:cubicBezTo>
                    <a:lnTo>
                      <a:pt x="470" y="2324"/>
                    </a:lnTo>
                    <a:cubicBezTo>
                      <a:pt x="350" y="2324"/>
                      <a:pt x="251" y="2234"/>
                      <a:pt x="239" y="2116"/>
                    </a:cubicBezTo>
                    <a:lnTo>
                      <a:pt x="145" y="1207"/>
                    </a:lnTo>
                    <a:cubicBezTo>
                      <a:pt x="142" y="1179"/>
                      <a:pt x="151" y="1151"/>
                      <a:pt x="170" y="1130"/>
                    </a:cubicBezTo>
                    <a:cubicBezTo>
                      <a:pt x="189" y="1109"/>
                      <a:pt x="216" y="1097"/>
                      <a:pt x="244" y="1097"/>
                    </a:cubicBezTo>
                    <a:lnTo>
                      <a:pt x="2524" y="1097"/>
                    </a:lnTo>
                    <a:cubicBezTo>
                      <a:pt x="2552" y="1097"/>
                      <a:pt x="2579" y="1109"/>
                      <a:pt x="2598" y="1130"/>
                    </a:cubicBezTo>
                    <a:cubicBezTo>
                      <a:pt x="2617" y="1151"/>
                      <a:pt x="2626" y="1179"/>
                      <a:pt x="2623" y="1207"/>
                    </a:cubicBezTo>
                    <a:close/>
                    <a:moveTo>
                      <a:pt x="2762" y="588"/>
                    </a:moveTo>
                    <a:lnTo>
                      <a:pt x="2722" y="814"/>
                    </a:lnTo>
                    <a:cubicBezTo>
                      <a:pt x="2714" y="862"/>
                      <a:pt x="2673" y="897"/>
                      <a:pt x="2624" y="897"/>
                    </a:cubicBezTo>
                    <a:lnTo>
                      <a:pt x="157" y="897"/>
                    </a:lnTo>
                    <a:cubicBezTo>
                      <a:pt x="111" y="897"/>
                      <a:pt x="71" y="865"/>
                      <a:pt x="60" y="820"/>
                    </a:cubicBezTo>
                    <a:lnTo>
                      <a:pt x="7" y="593"/>
                    </a:lnTo>
                    <a:cubicBezTo>
                      <a:pt x="0" y="564"/>
                      <a:pt x="7" y="532"/>
                      <a:pt x="26" y="508"/>
                    </a:cubicBezTo>
                    <a:cubicBezTo>
                      <a:pt x="45" y="484"/>
                      <a:pt x="73" y="470"/>
                      <a:pt x="104" y="470"/>
                    </a:cubicBezTo>
                    <a:lnTo>
                      <a:pt x="904" y="470"/>
                    </a:lnTo>
                    <a:lnTo>
                      <a:pt x="904" y="100"/>
                    </a:lnTo>
                    <a:cubicBezTo>
                      <a:pt x="904" y="45"/>
                      <a:pt x="949" y="0"/>
                      <a:pt x="1004" y="0"/>
                    </a:cubicBezTo>
                    <a:lnTo>
                      <a:pt x="1764" y="0"/>
                    </a:lnTo>
                    <a:cubicBezTo>
                      <a:pt x="1819" y="0"/>
                      <a:pt x="1864" y="45"/>
                      <a:pt x="1864" y="100"/>
                    </a:cubicBezTo>
                    <a:lnTo>
                      <a:pt x="1864" y="470"/>
                    </a:lnTo>
                    <a:lnTo>
                      <a:pt x="2664" y="470"/>
                    </a:lnTo>
                    <a:cubicBezTo>
                      <a:pt x="2694" y="470"/>
                      <a:pt x="2722" y="483"/>
                      <a:pt x="2741" y="506"/>
                    </a:cubicBezTo>
                    <a:cubicBezTo>
                      <a:pt x="2760" y="529"/>
                      <a:pt x="2768" y="559"/>
                      <a:pt x="2762" y="588"/>
                    </a:cubicBezTo>
                    <a:close/>
                    <a:moveTo>
                      <a:pt x="1104" y="470"/>
                    </a:moveTo>
                    <a:lnTo>
                      <a:pt x="1664" y="470"/>
                    </a:lnTo>
                    <a:lnTo>
                      <a:pt x="1664" y="200"/>
                    </a:lnTo>
                    <a:lnTo>
                      <a:pt x="1104" y="200"/>
                    </a:lnTo>
                    <a:lnTo>
                      <a:pt x="1104" y="47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cxnSp>
            <p:nvCxnSpPr>
              <p:cNvPr id="24" name="直接连接符 23"/>
              <p:cNvCxnSpPr/>
              <p:nvPr>
                <p:custDataLst>
                  <p:tags r:id="rId8"/>
                </p:custDataLst>
              </p:nvPr>
            </p:nvCxnSpPr>
            <p:spPr>
              <a:xfrm flipH="1">
                <a:off x="10202148" y="1450129"/>
                <a:ext cx="1104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8BAFF723-AFD2-C99B-4A20-A4FABBDEF7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E7C16-634D-2CE1-9A1C-607D2A261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A9E1E431-5CF7-BE23-2AB1-7DFE702EAF96}"/>
              </a:ext>
            </a:extLst>
          </p:cNvPr>
          <p:cNvGrpSpPr/>
          <p:nvPr/>
        </p:nvGrpSpPr>
        <p:grpSpPr>
          <a:xfrm>
            <a:off x="0" y="1329582"/>
            <a:ext cx="12192000" cy="3766654"/>
            <a:chOff x="0" y="1762930"/>
            <a:chExt cx="12192000" cy="3766654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0" y="2928694"/>
              <a:ext cx="12192000" cy="0"/>
            </a:xfrm>
            <a:prstGeom prst="line">
              <a:avLst/>
            </a:prstGeom>
            <a:ln w="25400">
              <a:solidFill>
                <a:schemeClr val="accent1">
                  <a:alpha val="50000"/>
                </a:schemeClr>
              </a:solidFill>
              <a:headEnd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C8CADFE7-C317-1921-0F4D-B3F1013500EE}"/>
                </a:ext>
              </a:extLst>
            </p:cNvPr>
            <p:cNvGrpSpPr/>
            <p:nvPr/>
          </p:nvGrpSpPr>
          <p:grpSpPr>
            <a:xfrm>
              <a:off x="671361" y="1762931"/>
              <a:ext cx="2123832" cy="3766651"/>
              <a:chOff x="671361" y="1762931"/>
              <a:chExt cx="2123832" cy="3766651"/>
            </a:xfrm>
          </p:grpSpPr>
          <p:cxnSp>
            <p:nvCxnSpPr>
              <p:cNvPr id="47" name="直接连接符 46"/>
              <p:cNvCxnSpPr>
                <a:endCxn id="53" idx="0"/>
              </p:cNvCxnSpPr>
              <p:nvPr/>
            </p:nvCxnSpPr>
            <p:spPr>
              <a:xfrm flipH="1">
                <a:off x="1733283" y="2224062"/>
                <a:ext cx="3577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矩形: 圆角 48"/>
              <p:cNvSpPr/>
              <p:nvPr/>
            </p:nvSpPr>
            <p:spPr>
              <a:xfrm flipH="1">
                <a:off x="671366" y="3042424"/>
                <a:ext cx="2123827" cy="2487158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671361" y="3180459"/>
                <a:ext cx="2122102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7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671364" y="3391417"/>
                <a:ext cx="2122102" cy="18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3" name="文本框 52"/>
              <p:cNvSpPr txBox="1">
                <a:spLocks noChangeAspect="1"/>
              </p:cNvSpPr>
              <p:nvPr/>
            </p:nvSpPr>
            <p:spPr>
              <a:xfrm>
                <a:off x="1503494" y="2718087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1637013" y="2842353"/>
                <a:ext cx="192536" cy="211046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2" name="箭头: V 形 51"/>
              <p:cNvSpPr/>
              <p:nvPr/>
            </p:nvSpPr>
            <p:spPr>
              <a:xfrm>
                <a:off x="790074" y="1762931"/>
                <a:ext cx="1919076" cy="605035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B92B3D69-9214-8A89-8C9E-8FDD1E966E9C}"/>
                </a:ext>
              </a:extLst>
            </p:cNvPr>
            <p:cNvGrpSpPr/>
            <p:nvPr/>
          </p:nvGrpSpPr>
          <p:grpSpPr>
            <a:xfrm>
              <a:off x="2852722" y="1762931"/>
              <a:ext cx="2123830" cy="3766651"/>
              <a:chOff x="2852722" y="1762931"/>
              <a:chExt cx="2123830" cy="3766651"/>
            </a:xfrm>
          </p:grpSpPr>
          <p:sp>
            <p:nvSpPr>
              <p:cNvPr id="41" name="矩形: 圆角 40"/>
              <p:cNvSpPr/>
              <p:nvPr/>
            </p:nvSpPr>
            <p:spPr>
              <a:xfrm flipH="1">
                <a:off x="2852725" y="3042424"/>
                <a:ext cx="2123827" cy="2487158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2852723" y="3180459"/>
                <a:ext cx="2122102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7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2852722" y="3391417"/>
                <a:ext cx="2122102" cy="18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45" name="文本框 44"/>
              <p:cNvSpPr txBox="1">
                <a:spLocks noChangeAspect="1"/>
              </p:cNvSpPr>
              <p:nvPr/>
            </p:nvSpPr>
            <p:spPr>
              <a:xfrm>
                <a:off x="3684852" y="2718087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3818372" y="2846056"/>
                <a:ext cx="192536" cy="203643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3941265" y="2224062"/>
                <a:ext cx="0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箭头: V 形 43"/>
              <p:cNvSpPr/>
              <p:nvPr/>
            </p:nvSpPr>
            <p:spPr>
              <a:xfrm>
                <a:off x="2955103" y="1762931"/>
                <a:ext cx="1919076" cy="605035"/>
              </a:xfrm>
              <a:prstGeom prst="chevron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02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16868384-ADA8-1B44-BF0E-5AADF35D5D98}"/>
                </a:ext>
              </a:extLst>
            </p:cNvPr>
            <p:cNvGrpSpPr/>
            <p:nvPr/>
          </p:nvGrpSpPr>
          <p:grpSpPr>
            <a:xfrm>
              <a:off x="7215438" y="1762930"/>
              <a:ext cx="2123830" cy="3766650"/>
              <a:chOff x="7215438" y="1762930"/>
              <a:chExt cx="2123830" cy="3766650"/>
            </a:xfrm>
          </p:grpSpPr>
          <p:sp>
            <p:nvSpPr>
              <p:cNvPr id="25" name="矩形: 圆角 24"/>
              <p:cNvSpPr/>
              <p:nvPr/>
            </p:nvSpPr>
            <p:spPr>
              <a:xfrm flipH="1">
                <a:off x="7215441" y="3042423"/>
                <a:ext cx="2123827" cy="2487157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7215439" y="3180460"/>
                <a:ext cx="2122102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70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7215438" y="3391418"/>
                <a:ext cx="2122102" cy="18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9" name="文本框 28"/>
              <p:cNvSpPr txBox="1">
                <a:spLocks noChangeAspect="1"/>
              </p:cNvSpPr>
              <p:nvPr/>
            </p:nvSpPr>
            <p:spPr>
              <a:xfrm>
                <a:off x="8047570" y="2718088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8181091" y="2867169"/>
                <a:ext cx="192536" cy="161414"/>
              </a:xfrm>
              <a:custGeom>
                <a:avLst/>
                <a:gdLst>
                  <a:gd name="T0" fmla="*/ 2623 w 2768"/>
                  <a:gd name="T1" fmla="*/ 1207 h 2324"/>
                  <a:gd name="T2" fmla="*/ 2529 w 2768"/>
                  <a:gd name="T3" fmla="*/ 2116 h 2324"/>
                  <a:gd name="T4" fmla="*/ 2298 w 2768"/>
                  <a:gd name="T5" fmla="*/ 2324 h 2324"/>
                  <a:gd name="T6" fmla="*/ 470 w 2768"/>
                  <a:gd name="T7" fmla="*/ 2324 h 2324"/>
                  <a:gd name="T8" fmla="*/ 239 w 2768"/>
                  <a:gd name="T9" fmla="*/ 2116 h 2324"/>
                  <a:gd name="T10" fmla="*/ 145 w 2768"/>
                  <a:gd name="T11" fmla="*/ 1207 h 2324"/>
                  <a:gd name="T12" fmla="*/ 170 w 2768"/>
                  <a:gd name="T13" fmla="*/ 1130 h 2324"/>
                  <a:gd name="T14" fmla="*/ 244 w 2768"/>
                  <a:gd name="T15" fmla="*/ 1097 h 2324"/>
                  <a:gd name="T16" fmla="*/ 2524 w 2768"/>
                  <a:gd name="T17" fmla="*/ 1097 h 2324"/>
                  <a:gd name="T18" fmla="*/ 2598 w 2768"/>
                  <a:gd name="T19" fmla="*/ 1130 h 2324"/>
                  <a:gd name="T20" fmla="*/ 2623 w 2768"/>
                  <a:gd name="T21" fmla="*/ 1207 h 2324"/>
                  <a:gd name="T22" fmla="*/ 2762 w 2768"/>
                  <a:gd name="T23" fmla="*/ 588 h 2324"/>
                  <a:gd name="T24" fmla="*/ 2722 w 2768"/>
                  <a:gd name="T25" fmla="*/ 814 h 2324"/>
                  <a:gd name="T26" fmla="*/ 2624 w 2768"/>
                  <a:gd name="T27" fmla="*/ 897 h 2324"/>
                  <a:gd name="T28" fmla="*/ 157 w 2768"/>
                  <a:gd name="T29" fmla="*/ 897 h 2324"/>
                  <a:gd name="T30" fmla="*/ 60 w 2768"/>
                  <a:gd name="T31" fmla="*/ 820 h 2324"/>
                  <a:gd name="T32" fmla="*/ 7 w 2768"/>
                  <a:gd name="T33" fmla="*/ 593 h 2324"/>
                  <a:gd name="T34" fmla="*/ 26 w 2768"/>
                  <a:gd name="T35" fmla="*/ 508 h 2324"/>
                  <a:gd name="T36" fmla="*/ 104 w 2768"/>
                  <a:gd name="T37" fmla="*/ 470 h 2324"/>
                  <a:gd name="T38" fmla="*/ 904 w 2768"/>
                  <a:gd name="T39" fmla="*/ 470 h 2324"/>
                  <a:gd name="T40" fmla="*/ 904 w 2768"/>
                  <a:gd name="T41" fmla="*/ 100 h 2324"/>
                  <a:gd name="T42" fmla="*/ 1004 w 2768"/>
                  <a:gd name="T43" fmla="*/ 0 h 2324"/>
                  <a:gd name="T44" fmla="*/ 1764 w 2768"/>
                  <a:gd name="T45" fmla="*/ 0 h 2324"/>
                  <a:gd name="T46" fmla="*/ 1864 w 2768"/>
                  <a:gd name="T47" fmla="*/ 100 h 2324"/>
                  <a:gd name="T48" fmla="*/ 1864 w 2768"/>
                  <a:gd name="T49" fmla="*/ 470 h 2324"/>
                  <a:gd name="T50" fmla="*/ 2664 w 2768"/>
                  <a:gd name="T51" fmla="*/ 470 h 2324"/>
                  <a:gd name="T52" fmla="*/ 2741 w 2768"/>
                  <a:gd name="T53" fmla="*/ 506 h 2324"/>
                  <a:gd name="T54" fmla="*/ 2762 w 2768"/>
                  <a:gd name="T55" fmla="*/ 588 h 2324"/>
                  <a:gd name="T56" fmla="*/ 1104 w 2768"/>
                  <a:gd name="T57" fmla="*/ 470 h 2324"/>
                  <a:gd name="T58" fmla="*/ 1664 w 2768"/>
                  <a:gd name="T59" fmla="*/ 470 h 2324"/>
                  <a:gd name="T60" fmla="*/ 1664 w 2768"/>
                  <a:gd name="T61" fmla="*/ 200 h 2324"/>
                  <a:gd name="T62" fmla="*/ 1104 w 2768"/>
                  <a:gd name="T63" fmla="*/ 200 h 2324"/>
                  <a:gd name="T64" fmla="*/ 1104 w 2768"/>
                  <a:gd name="T65" fmla="*/ 470 h 2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68" h="2324">
                    <a:moveTo>
                      <a:pt x="2623" y="1207"/>
                    </a:moveTo>
                    <a:lnTo>
                      <a:pt x="2529" y="2116"/>
                    </a:lnTo>
                    <a:cubicBezTo>
                      <a:pt x="2517" y="2234"/>
                      <a:pt x="2418" y="2324"/>
                      <a:pt x="2298" y="2324"/>
                    </a:cubicBezTo>
                    <a:lnTo>
                      <a:pt x="470" y="2324"/>
                    </a:lnTo>
                    <a:cubicBezTo>
                      <a:pt x="350" y="2324"/>
                      <a:pt x="251" y="2234"/>
                      <a:pt x="239" y="2116"/>
                    </a:cubicBezTo>
                    <a:lnTo>
                      <a:pt x="145" y="1207"/>
                    </a:lnTo>
                    <a:cubicBezTo>
                      <a:pt x="142" y="1179"/>
                      <a:pt x="151" y="1151"/>
                      <a:pt x="170" y="1130"/>
                    </a:cubicBezTo>
                    <a:cubicBezTo>
                      <a:pt x="189" y="1109"/>
                      <a:pt x="216" y="1097"/>
                      <a:pt x="244" y="1097"/>
                    </a:cubicBezTo>
                    <a:lnTo>
                      <a:pt x="2524" y="1097"/>
                    </a:lnTo>
                    <a:cubicBezTo>
                      <a:pt x="2552" y="1097"/>
                      <a:pt x="2579" y="1109"/>
                      <a:pt x="2598" y="1130"/>
                    </a:cubicBezTo>
                    <a:cubicBezTo>
                      <a:pt x="2617" y="1151"/>
                      <a:pt x="2626" y="1179"/>
                      <a:pt x="2623" y="1207"/>
                    </a:cubicBezTo>
                    <a:close/>
                    <a:moveTo>
                      <a:pt x="2762" y="588"/>
                    </a:moveTo>
                    <a:lnTo>
                      <a:pt x="2722" y="814"/>
                    </a:lnTo>
                    <a:cubicBezTo>
                      <a:pt x="2714" y="862"/>
                      <a:pt x="2673" y="897"/>
                      <a:pt x="2624" y="897"/>
                    </a:cubicBezTo>
                    <a:lnTo>
                      <a:pt x="157" y="897"/>
                    </a:lnTo>
                    <a:cubicBezTo>
                      <a:pt x="111" y="897"/>
                      <a:pt x="71" y="865"/>
                      <a:pt x="60" y="820"/>
                    </a:cubicBezTo>
                    <a:lnTo>
                      <a:pt x="7" y="593"/>
                    </a:lnTo>
                    <a:cubicBezTo>
                      <a:pt x="0" y="564"/>
                      <a:pt x="7" y="532"/>
                      <a:pt x="26" y="508"/>
                    </a:cubicBezTo>
                    <a:cubicBezTo>
                      <a:pt x="45" y="484"/>
                      <a:pt x="73" y="470"/>
                      <a:pt x="104" y="470"/>
                    </a:cubicBezTo>
                    <a:lnTo>
                      <a:pt x="904" y="470"/>
                    </a:lnTo>
                    <a:lnTo>
                      <a:pt x="904" y="100"/>
                    </a:lnTo>
                    <a:cubicBezTo>
                      <a:pt x="904" y="45"/>
                      <a:pt x="949" y="0"/>
                      <a:pt x="1004" y="0"/>
                    </a:cubicBezTo>
                    <a:lnTo>
                      <a:pt x="1764" y="0"/>
                    </a:lnTo>
                    <a:cubicBezTo>
                      <a:pt x="1819" y="0"/>
                      <a:pt x="1864" y="45"/>
                      <a:pt x="1864" y="100"/>
                    </a:cubicBezTo>
                    <a:lnTo>
                      <a:pt x="1864" y="470"/>
                    </a:lnTo>
                    <a:lnTo>
                      <a:pt x="2664" y="470"/>
                    </a:lnTo>
                    <a:cubicBezTo>
                      <a:pt x="2694" y="470"/>
                      <a:pt x="2722" y="483"/>
                      <a:pt x="2741" y="506"/>
                    </a:cubicBezTo>
                    <a:cubicBezTo>
                      <a:pt x="2760" y="529"/>
                      <a:pt x="2768" y="559"/>
                      <a:pt x="2762" y="588"/>
                    </a:cubicBezTo>
                    <a:close/>
                    <a:moveTo>
                      <a:pt x="1104" y="470"/>
                    </a:moveTo>
                    <a:lnTo>
                      <a:pt x="1664" y="470"/>
                    </a:lnTo>
                    <a:lnTo>
                      <a:pt x="1664" y="200"/>
                    </a:lnTo>
                    <a:lnTo>
                      <a:pt x="1104" y="200"/>
                    </a:lnTo>
                    <a:lnTo>
                      <a:pt x="1104" y="47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cxnSp>
            <p:nvCxnSpPr>
              <p:cNvPr id="24" name="直接连接符 23"/>
              <p:cNvCxnSpPr/>
              <p:nvPr/>
            </p:nvCxnSpPr>
            <p:spPr>
              <a:xfrm flipH="1">
                <a:off x="8285863" y="2224062"/>
                <a:ext cx="1104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箭头: V 形 27"/>
              <p:cNvSpPr/>
              <p:nvPr/>
            </p:nvSpPr>
            <p:spPr>
              <a:xfrm>
                <a:off x="7320028" y="1762930"/>
                <a:ext cx="1914660" cy="605035"/>
              </a:xfrm>
              <a:prstGeom prst="chevron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04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497938AC-5393-B518-FC16-174DE9283263}"/>
                </a:ext>
              </a:extLst>
            </p:cNvPr>
            <p:cNvGrpSpPr/>
            <p:nvPr/>
          </p:nvGrpSpPr>
          <p:grpSpPr>
            <a:xfrm>
              <a:off x="9396798" y="1762930"/>
              <a:ext cx="2123830" cy="3766650"/>
              <a:chOff x="9396798" y="1762930"/>
              <a:chExt cx="2123830" cy="3766650"/>
            </a:xfrm>
          </p:grpSpPr>
          <p:sp>
            <p:nvSpPr>
              <p:cNvPr id="17" name="矩形: 圆角 16"/>
              <p:cNvSpPr/>
              <p:nvPr/>
            </p:nvSpPr>
            <p:spPr>
              <a:xfrm flipH="1">
                <a:off x="9396801" y="3042423"/>
                <a:ext cx="2123827" cy="2487157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9396799" y="3180460"/>
                <a:ext cx="2122102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70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{vItem.item5}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9396798" y="3391418"/>
                <a:ext cx="2122102" cy="18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{vItem.item5_Desc}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1" name="文本框 20"/>
              <p:cNvSpPr txBox="1">
                <a:spLocks noChangeAspect="1"/>
              </p:cNvSpPr>
              <p:nvPr/>
            </p:nvSpPr>
            <p:spPr>
              <a:xfrm>
                <a:off x="10228930" y="2718088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0362451" y="2867169"/>
                <a:ext cx="192536" cy="161414"/>
              </a:xfrm>
              <a:custGeom>
                <a:avLst/>
                <a:gdLst>
                  <a:gd name="T0" fmla="*/ 2623 w 2768"/>
                  <a:gd name="T1" fmla="*/ 1207 h 2324"/>
                  <a:gd name="T2" fmla="*/ 2529 w 2768"/>
                  <a:gd name="T3" fmla="*/ 2116 h 2324"/>
                  <a:gd name="T4" fmla="*/ 2298 w 2768"/>
                  <a:gd name="T5" fmla="*/ 2324 h 2324"/>
                  <a:gd name="T6" fmla="*/ 470 w 2768"/>
                  <a:gd name="T7" fmla="*/ 2324 h 2324"/>
                  <a:gd name="T8" fmla="*/ 239 w 2768"/>
                  <a:gd name="T9" fmla="*/ 2116 h 2324"/>
                  <a:gd name="T10" fmla="*/ 145 w 2768"/>
                  <a:gd name="T11" fmla="*/ 1207 h 2324"/>
                  <a:gd name="T12" fmla="*/ 170 w 2768"/>
                  <a:gd name="T13" fmla="*/ 1130 h 2324"/>
                  <a:gd name="T14" fmla="*/ 244 w 2768"/>
                  <a:gd name="T15" fmla="*/ 1097 h 2324"/>
                  <a:gd name="T16" fmla="*/ 2524 w 2768"/>
                  <a:gd name="T17" fmla="*/ 1097 h 2324"/>
                  <a:gd name="T18" fmla="*/ 2598 w 2768"/>
                  <a:gd name="T19" fmla="*/ 1130 h 2324"/>
                  <a:gd name="T20" fmla="*/ 2623 w 2768"/>
                  <a:gd name="T21" fmla="*/ 1207 h 2324"/>
                  <a:gd name="T22" fmla="*/ 2762 w 2768"/>
                  <a:gd name="T23" fmla="*/ 588 h 2324"/>
                  <a:gd name="T24" fmla="*/ 2722 w 2768"/>
                  <a:gd name="T25" fmla="*/ 814 h 2324"/>
                  <a:gd name="T26" fmla="*/ 2624 w 2768"/>
                  <a:gd name="T27" fmla="*/ 897 h 2324"/>
                  <a:gd name="T28" fmla="*/ 157 w 2768"/>
                  <a:gd name="T29" fmla="*/ 897 h 2324"/>
                  <a:gd name="T30" fmla="*/ 60 w 2768"/>
                  <a:gd name="T31" fmla="*/ 820 h 2324"/>
                  <a:gd name="T32" fmla="*/ 7 w 2768"/>
                  <a:gd name="T33" fmla="*/ 593 h 2324"/>
                  <a:gd name="T34" fmla="*/ 26 w 2768"/>
                  <a:gd name="T35" fmla="*/ 508 h 2324"/>
                  <a:gd name="T36" fmla="*/ 104 w 2768"/>
                  <a:gd name="T37" fmla="*/ 470 h 2324"/>
                  <a:gd name="T38" fmla="*/ 904 w 2768"/>
                  <a:gd name="T39" fmla="*/ 470 h 2324"/>
                  <a:gd name="T40" fmla="*/ 904 w 2768"/>
                  <a:gd name="T41" fmla="*/ 100 h 2324"/>
                  <a:gd name="T42" fmla="*/ 1004 w 2768"/>
                  <a:gd name="T43" fmla="*/ 0 h 2324"/>
                  <a:gd name="T44" fmla="*/ 1764 w 2768"/>
                  <a:gd name="T45" fmla="*/ 0 h 2324"/>
                  <a:gd name="T46" fmla="*/ 1864 w 2768"/>
                  <a:gd name="T47" fmla="*/ 100 h 2324"/>
                  <a:gd name="T48" fmla="*/ 1864 w 2768"/>
                  <a:gd name="T49" fmla="*/ 470 h 2324"/>
                  <a:gd name="T50" fmla="*/ 2664 w 2768"/>
                  <a:gd name="T51" fmla="*/ 470 h 2324"/>
                  <a:gd name="T52" fmla="*/ 2741 w 2768"/>
                  <a:gd name="T53" fmla="*/ 506 h 2324"/>
                  <a:gd name="T54" fmla="*/ 2762 w 2768"/>
                  <a:gd name="T55" fmla="*/ 588 h 2324"/>
                  <a:gd name="T56" fmla="*/ 1104 w 2768"/>
                  <a:gd name="T57" fmla="*/ 470 h 2324"/>
                  <a:gd name="T58" fmla="*/ 1664 w 2768"/>
                  <a:gd name="T59" fmla="*/ 470 h 2324"/>
                  <a:gd name="T60" fmla="*/ 1664 w 2768"/>
                  <a:gd name="T61" fmla="*/ 200 h 2324"/>
                  <a:gd name="T62" fmla="*/ 1104 w 2768"/>
                  <a:gd name="T63" fmla="*/ 200 h 2324"/>
                  <a:gd name="T64" fmla="*/ 1104 w 2768"/>
                  <a:gd name="T65" fmla="*/ 470 h 2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68" h="2324">
                    <a:moveTo>
                      <a:pt x="2623" y="1207"/>
                    </a:moveTo>
                    <a:lnTo>
                      <a:pt x="2529" y="2116"/>
                    </a:lnTo>
                    <a:cubicBezTo>
                      <a:pt x="2517" y="2234"/>
                      <a:pt x="2418" y="2324"/>
                      <a:pt x="2298" y="2324"/>
                    </a:cubicBezTo>
                    <a:lnTo>
                      <a:pt x="470" y="2324"/>
                    </a:lnTo>
                    <a:cubicBezTo>
                      <a:pt x="350" y="2324"/>
                      <a:pt x="251" y="2234"/>
                      <a:pt x="239" y="2116"/>
                    </a:cubicBezTo>
                    <a:lnTo>
                      <a:pt x="145" y="1207"/>
                    </a:lnTo>
                    <a:cubicBezTo>
                      <a:pt x="142" y="1179"/>
                      <a:pt x="151" y="1151"/>
                      <a:pt x="170" y="1130"/>
                    </a:cubicBezTo>
                    <a:cubicBezTo>
                      <a:pt x="189" y="1109"/>
                      <a:pt x="216" y="1097"/>
                      <a:pt x="244" y="1097"/>
                    </a:cubicBezTo>
                    <a:lnTo>
                      <a:pt x="2524" y="1097"/>
                    </a:lnTo>
                    <a:cubicBezTo>
                      <a:pt x="2552" y="1097"/>
                      <a:pt x="2579" y="1109"/>
                      <a:pt x="2598" y="1130"/>
                    </a:cubicBezTo>
                    <a:cubicBezTo>
                      <a:pt x="2617" y="1151"/>
                      <a:pt x="2626" y="1179"/>
                      <a:pt x="2623" y="1207"/>
                    </a:cubicBezTo>
                    <a:close/>
                    <a:moveTo>
                      <a:pt x="2762" y="588"/>
                    </a:moveTo>
                    <a:lnTo>
                      <a:pt x="2722" y="814"/>
                    </a:lnTo>
                    <a:cubicBezTo>
                      <a:pt x="2714" y="862"/>
                      <a:pt x="2673" y="897"/>
                      <a:pt x="2624" y="897"/>
                    </a:cubicBezTo>
                    <a:lnTo>
                      <a:pt x="157" y="897"/>
                    </a:lnTo>
                    <a:cubicBezTo>
                      <a:pt x="111" y="897"/>
                      <a:pt x="71" y="865"/>
                      <a:pt x="60" y="820"/>
                    </a:cubicBezTo>
                    <a:lnTo>
                      <a:pt x="7" y="593"/>
                    </a:lnTo>
                    <a:cubicBezTo>
                      <a:pt x="0" y="564"/>
                      <a:pt x="7" y="532"/>
                      <a:pt x="26" y="508"/>
                    </a:cubicBezTo>
                    <a:cubicBezTo>
                      <a:pt x="45" y="484"/>
                      <a:pt x="73" y="470"/>
                      <a:pt x="104" y="470"/>
                    </a:cubicBezTo>
                    <a:lnTo>
                      <a:pt x="904" y="470"/>
                    </a:lnTo>
                    <a:lnTo>
                      <a:pt x="904" y="100"/>
                    </a:lnTo>
                    <a:cubicBezTo>
                      <a:pt x="904" y="45"/>
                      <a:pt x="949" y="0"/>
                      <a:pt x="1004" y="0"/>
                    </a:cubicBezTo>
                    <a:lnTo>
                      <a:pt x="1764" y="0"/>
                    </a:lnTo>
                    <a:cubicBezTo>
                      <a:pt x="1819" y="0"/>
                      <a:pt x="1864" y="45"/>
                      <a:pt x="1864" y="100"/>
                    </a:cubicBezTo>
                    <a:lnTo>
                      <a:pt x="1864" y="470"/>
                    </a:lnTo>
                    <a:lnTo>
                      <a:pt x="2664" y="470"/>
                    </a:lnTo>
                    <a:cubicBezTo>
                      <a:pt x="2694" y="470"/>
                      <a:pt x="2722" y="483"/>
                      <a:pt x="2741" y="506"/>
                    </a:cubicBezTo>
                    <a:cubicBezTo>
                      <a:pt x="2760" y="529"/>
                      <a:pt x="2768" y="559"/>
                      <a:pt x="2762" y="588"/>
                    </a:cubicBezTo>
                    <a:close/>
                    <a:moveTo>
                      <a:pt x="1104" y="470"/>
                    </a:moveTo>
                    <a:lnTo>
                      <a:pt x="1664" y="470"/>
                    </a:lnTo>
                    <a:lnTo>
                      <a:pt x="1664" y="200"/>
                    </a:lnTo>
                    <a:lnTo>
                      <a:pt x="1104" y="200"/>
                    </a:lnTo>
                    <a:lnTo>
                      <a:pt x="1104" y="47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cxnSp>
            <p:nvCxnSpPr>
              <p:cNvPr id="16" name="直接连接符 15"/>
              <p:cNvCxnSpPr/>
              <p:nvPr/>
            </p:nvCxnSpPr>
            <p:spPr>
              <a:xfrm flipH="1">
                <a:off x="10458715" y="2224062"/>
                <a:ext cx="3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箭头: V 形 19"/>
              <p:cNvSpPr/>
              <p:nvPr/>
            </p:nvSpPr>
            <p:spPr>
              <a:xfrm>
                <a:off x="9499179" y="1762930"/>
                <a:ext cx="1919076" cy="605035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05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EF91CFE4-D021-FD59-7C93-F09F406CC47B}"/>
                </a:ext>
              </a:extLst>
            </p:cNvPr>
            <p:cNvGrpSpPr/>
            <p:nvPr/>
          </p:nvGrpSpPr>
          <p:grpSpPr>
            <a:xfrm>
              <a:off x="5034081" y="1762931"/>
              <a:ext cx="2140727" cy="3766653"/>
              <a:chOff x="5034081" y="1762931"/>
              <a:chExt cx="2140727" cy="3766653"/>
            </a:xfrm>
          </p:grpSpPr>
          <p:sp>
            <p:nvSpPr>
              <p:cNvPr id="33" name="矩形: 圆角 32"/>
              <p:cNvSpPr/>
              <p:nvPr/>
            </p:nvSpPr>
            <p:spPr>
              <a:xfrm flipH="1">
                <a:off x="5034083" y="3042426"/>
                <a:ext cx="2123827" cy="2487158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5034081" y="3180459"/>
                <a:ext cx="2122102" cy="25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7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7" name="文本框 36"/>
              <p:cNvSpPr txBox="1">
                <a:spLocks noChangeAspect="1"/>
              </p:cNvSpPr>
              <p:nvPr/>
            </p:nvSpPr>
            <p:spPr>
              <a:xfrm>
                <a:off x="5866212" y="2718087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5999733" y="2853328"/>
                <a:ext cx="192536" cy="189096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cxnSp>
            <p:nvCxnSpPr>
              <p:cNvPr id="32" name="直接连接符 31"/>
              <p:cNvCxnSpPr/>
              <p:nvPr/>
            </p:nvCxnSpPr>
            <p:spPr>
              <a:xfrm flipH="1">
                <a:off x="6113012" y="2224062"/>
                <a:ext cx="1104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箭头: V 形 35"/>
              <p:cNvSpPr/>
              <p:nvPr/>
            </p:nvSpPr>
            <p:spPr>
              <a:xfrm>
                <a:off x="5136461" y="1762931"/>
                <a:ext cx="1919076" cy="605035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</a:rPr>
                  <a:t>03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2FA3AFC-D6EF-7E0C-999D-067005981C6F}"/>
                  </a:ext>
                </a:extLst>
              </p:cNvPr>
              <p:cNvSpPr txBox="1"/>
              <p:nvPr/>
            </p:nvSpPr>
            <p:spPr>
              <a:xfrm>
                <a:off x="5052706" y="3417674"/>
                <a:ext cx="2122102" cy="18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>
            <p:custDataLst>
              <p:tags r:id="rId1"/>
            </p:custDataLst>
          </p:nvPr>
        </p:nvGrpSpPr>
        <p:grpSpPr>
          <a:xfrm>
            <a:off x="660400" y="1740740"/>
            <a:ext cx="10872922" cy="3746631"/>
            <a:chOff x="660400" y="1740740"/>
            <a:chExt cx="10872922" cy="3746631"/>
          </a:xfrm>
        </p:grpSpPr>
        <p:grpSp>
          <p:nvGrpSpPr>
            <p:cNvPr id="25" name="组合 24"/>
            <p:cNvGrpSpPr/>
            <p:nvPr/>
          </p:nvGrpSpPr>
          <p:grpSpPr>
            <a:xfrm>
              <a:off x="660400" y="1740740"/>
              <a:ext cx="10872922" cy="758330"/>
              <a:chOff x="645979" y="1742511"/>
              <a:chExt cx="10872922" cy="655778"/>
            </a:xfrm>
          </p:grpSpPr>
          <p:sp>
            <p:nvSpPr>
              <p:cNvPr id="46" name="矩形: 圆角 45"/>
              <p:cNvSpPr/>
              <p:nvPr/>
            </p:nvSpPr>
            <p:spPr>
              <a:xfrm>
                <a:off x="728030" y="1796059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矩形: 圆角 46"/>
              <p:cNvSpPr/>
              <p:nvPr>
                <p:custDataLst>
                  <p:tags r:id="rId6"/>
                </p:custDataLst>
              </p:nvPr>
            </p:nvSpPr>
            <p:spPr>
              <a:xfrm>
                <a:off x="645979" y="1742511"/>
                <a:ext cx="2160000" cy="31131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47500" lnSpcReduction="2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 dirty="0">
                    <a:solidFill>
                      <a:srgbClr val="FFFFFF"/>
                    </a:solidFill>
                  </a:rPr>
                  <a:t>{vItem.item1}</a:t>
                </a:r>
              </a:p>
            </p:txBody>
          </p:sp>
          <p:sp>
            <p:nvSpPr>
              <p:cNvPr id="49" name="文本框 48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907668" y="2009157"/>
                <a:ext cx="7941833" cy="31131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660400" y="3234891"/>
              <a:ext cx="10872922" cy="758330"/>
              <a:chOff x="645979" y="2489673"/>
              <a:chExt cx="10872922" cy="655778"/>
            </a:xfrm>
          </p:grpSpPr>
          <p:sp>
            <p:nvSpPr>
              <p:cNvPr id="42" name="矩形: 圆角 41"/>
              <p:cNvSpPr/>
              <p:nvPr/>
            </p:nvSpPr>
            <p:spPr>
              <a:xfrm>
                <a:off x="728030" y="2543221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/>
              </a:p>
            </p:txBody>
          </p:sp>
          <p:sp>
            <p:nvSpPr>
              <p:cNvPr id="43" name="矩形: 圆角 42"/>
              <p:cNvSpPr/>
              <p:nvPr>
                <p:custDataLst>
                  <p:tags r:id="rId4"/>
                </p:custDataLst>
              </p:nvPr>
            </p:nvSpPr>
            <p:spPr>
              <a:xfrm>
                <a:off x="645979" y="2489673"/>
                <a:ext cx="2160000" cy="31131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47500" lnSpcReduction="2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 dirty="0">
                    <a:solidFill>
                      <a:srgbClr val="FFFFFF"/>
                    </a:solidFill>
                  </a:rPr>
                  <a:t>{vItem.item2}</a:t>
                </a:r>
              </a:p>
            </p:txBody>
          </p:sp>
          <p:sp>
            <p:nvSpPr>
              <p:cNvPr id="45" name="文本框 4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909435" y="2736631"/>
                <a:ext cx="7920000" cy="31131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>
                  <a:lnSpc>
                    <a:spcPct val="120000"/>
                  </a:lnSpc>
                  <a:defRPr sz="1200"/>
                </a:lvl1pPr>
              </a:lstStyle>
              <a:p>
                <a:r>
                  <a:rPr lang="en-US" altLang="zh-CN" dirty="0"/>
                  <a:t>{vItem.item2_Desc}</a:t>
                </a: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60400" y="4729041"/>
              <a:ext cx="10872922" cy="758330"/>
              <a:chOff x="645979" y="3236835"/>
              <a:chExt cx="10872922" cy="655778"/>
            </a:xfrm>
          </p:grpSpPr>
          <p:sp>
            <p:nvSpPr>
              <p:cNvPr id="38" name="矩形: 圆角 37"/>
              <p:cNvSpPr/>
              <p:nvPr/>
            </p:nvSpPr>
            <p:spPr>
              <a:xfrm>
                <a:off x="728030" y="3290383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/>
              <p:cNvSpPr/>
              <p:nvPr>
                <p:custDataLst>
                  <p:tags r:id="rId2"/>
                </p:custDataLst>
              </p:nvPr>
            </p:nvSpPr>
            <p:spPr>
              <a:xfrm>
                <a:off x="645979" y="3236835"/>
                <a:ext cx="2160000" cy="31131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/>
              </a:bodyPr>
              <a:lstStyle/>
              <a:p>
                <a:pPr algn="ctr"/>
                <a:r>
                  <a:rPr lang="en-US" altLang="zh-CN" sz="1400" b="1" dirty="0"/>
                  <a:t>{vItem.item3}</a:t>
                </a:r>
                <a:endParaRPr lang="zh-CN" altLang="en-US" sz="1400" b="1" dirty="0"/>
              </a:p>
            </p:txBody>
          </p:sp>
          <p:sp>
            <p:nvSpPr>
              <p:cNvPr id="41" name="文本框 40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07668" y="3491657"/>
                <a:ext cx="7920000" cy="31131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8664297" y="1384309"/>
            <a:ext cx="3250657" cy="4421226"/>
            <a:chOff x="9681572" y="3676581"/>
            <a:chExt cx="2166532" cy="2946705"/>
          </a:xfrm>
        </p:grpSpPr>
        <p:sp>
          <p:nvSpPr>
            <p:cNvPr id="7" name="任意多边形: 形状 6"/>
            <p:cNvSpPr/>
            <p:nvPr/>
          </p:nvSpPr>
          <p:spPr>
            <a:xfrm rot="20113492">
              <a:off x="9728670" y="4647666"/>
              <a:ext cx="1417314" cy="1786784"/>
            </a:xfrm>
            <a:custGeom>
              <a:avLst/>
              <a:gdLst>
                <a:gd name="connsiteX0" fmla="*/ 1237459 w 1417314"/>
                <a:gd name="connsiteY0" fmla="*/ -9 h 1786784"/>
                <a:gd name="connsiteX1" fmla="*/ 1417318 w 1417314"/>
                <a:gd name="connsiteY1" fmla="*/ -9 h 1786784"/>
                <a:gd name="connsiteX2" fmla="*/ 1417318 w 1417314"/>
                <a:gd name="connsiteY2" fmla="*/ 1786775 h 1786784"/>
                <a:gd name="connsiteX3" fmla="*/ 1237459 w 1417314"/>
                <a:gd name="connsiteY3" fmla="*/ 1786775 h 1786784"/>
                <a:gd name="connsiteX4" fmla="*/ 179864 w 1417314"/>
                <a:gd name="connsiteY4" fmla="*/ 1786775 h 1786784"/>
                <a:gd name="connsiteX5" fmla="*/ 4 w 1417314"/>
                <a:gd name="connsiteY5" fmla="*/ 1786775 h 1786784"/>
                <a:gd name="connsiteX6" fmla="*/ 4 w 1417314"/>
                <a:gd name="connsiteY6" fmla="*/ -9 h 1786784"/>
                <a:gd name="connsiteX7" fmla="*/ 179864 w 1417314"/>
                <a:gd name="connsiteY7" fmla="*/ -9 h 178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7314" h="1786784">
                  <a:moveTo>
                    <a:pt x="1237459" y="-9"/>
                  </a:moveTo>
                  <a:cubicBezTo>
                    <a:pt x="1336792" y="-9"/>
                    <a:pt x="1417318" y="-9"/>
                    <a:pt x="1417318" y="-9"/>
                  </a:cubicBezTo>
                  <a:lnTo>
                    <a:pt x="1417318" y="1786775"/>
                  </a:lnTo>
                  <a:cubicBezTo>
                    <a:pt x="1417318" y="1786775"/>
                    <a:pt x="1336793" y="1786775"/>
                    <a:pt x="1237459" y="1786775"/>
                  </a:cubicBezTo>
                  <a:lnTo>
                    <a:pt x="179864" y="1786775"/>
                  </a:lnTo>
                  <a:cubicBezTo>
                    <a:pt x="80530" y="1786775"/>
                    <a:pt x="4" y="1786775"/>
                    <a:pt x="4" y="1786775"/>
                  </a:cubicBezTo>
                  <a:lnTo>
                    <a:pt x="4" y="-9"/>
                  </a:lnTo>
                  <a:cubicBezTo>
                    <a:pt x="4" y="-9"/>
                    <a:pt x="80530" y="-9"/>
                    <a:pt x="179864" y="-9"/>
                  </a:cubicBezTo>
                  <a:close/>
                </a:path>
              </a:pathLst>
            </a:custGeom>
            <a:solidFill>
              <a:srgbClr val="000000"/>
            </a:solidFill>
            <a:ln w="108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 rot="20098199">
              <a:off x="9722586" y="4618758"/>
              <a:ext cx="1414135" cy="1782776"/>
            </a:xfrm>
            <a:custGeom>
              <a:avLst/>
              <a:gdLst>
                <a:gd name="connsiteX0" fmla="*/ 1234684 w 1414135"/>
                <a:gd name="connsiteY0" fmla="*/ -10 h 1782776"/>
                <a:gd name="connsiteX1" fmla="*/ 1414140 w 1414135"/>
                <a:gd name="connsiteY1" fmla="*/ -10 h 1782776"/>
                <a:gd name="connsiteX2" fmla="*/ 1414140 w 1414135"/>
                <a:gd name="connsiteY2" fmla="*/ 1782767 h 1782776"/>
                <a:gd name="connsiteX3" fmla="*/ 1234684 w 1414135"/>
                <a:gd name="connsiteY3" fmla="*/ 1782767 h 1782776"/>
                <a:gd name="connsiteX4" fmla="*/ 179460 w 1414135"/>
                <a:gd name="connsiteY4" fmla="*/ 1782767 h 1782776"/>
                <a:gd name="connsiteX5" fmla="*/ 4 w 1414135"/>
                <a:gd name="connsiteY5" fmla="*/ 1782767 h 1782776"/>
                <a:gd name="connsiteX6" fmla="*/ 4 w 1414135"/>
                <a:gd name="connsiteY6" fmla="*/ -10 h 1782776"/>
                <a:gd name="connsiteX7" fmla="*/ 179460 w 1414135"/>
                <a:gd name="connsiteY7" fmla="*/ -10 h 178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4135" h="1782776">
                  <a:moveTo>
                    <a:pt x="1234684" y="-10"/>
                  </a:moveTo>
                  <a:cubicBezTo>
                    <a:pt x="1333795" y="-10"/>
                    <a:pt x="1414140" y="-10"/>
                    <a:pt x="1414140" y="-10"/>
                  </a:cubicBezTo>
                  <a:lnTo>
                    <a:pt x="1414140" y="1782767"/>
                  </a:lnTo>
                  <a:cubicBezTo>
                    <a:pt x="1414140" y="1782767"/>
                    <a:pt x="1333795" y="1782767"/>
                    <a:pt x="1234684" y="1782767"/>
                  </a:cubicBezTo>
                  <a:lnTo>
                    <a:pt x="179460" y="1782767"/>
                  </a:lnTo>
                  <a:cubicBezTo>
                    <a:pt x="80350" y="1782767"/>
                    <a:pt x="4" y="1782767"/>
                    <a:pt x="4" y="1782767"/>
                  </a:cubicBezTo>
                  <a:lnTo>
                    <a:pt x="4" y="-10"/>
                  </a:lnTo>
                  <a:cubicBezTo>
                    <a:pt x="4" y="-10"/>
                    <a:pt x="80350" y="-10"/>
                    <a:pt x="179460" y="-10"/>
                  </a:cubicBezTo>
                  <a:close/>
                </a:path>
              </a:pathLst>
            </a:custGeom>
            <a:solidFill>
              <a:schemeClr val="accent1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9681572" y="4742803"/>
              <a:ext cx="1495972" cy="1535214"/>
            </a:xfrm>
            <a:custGeom>
              <a:avLst/>
              <a:gdLst>
                <a:gd name="connsiteX0" fmla="*/ 4 w 1495972"/>
                <a:gd name="connsiteY0" fmla="*/ 464846 h 1535214"/>
                <a:gd name="connsiteX1" fmla="*/ 996202 w 1495972"/>
                <a:gd name="connsiteY1" fmla="*/ -10 h 1535214"/>
                <a:gd name="connsiteX2" fmla="*/ 83246 w 1495972"/>
                <a:gd name="connsiteY2" fmla="*/ 643221 h 1535214"/>
                <a:gd name="connsiteX3" fmla="*/ 1079552 w 1495972"/>
                <a:gd name="connsiteY3" fmla="*/ 178365 h 1535214"/>
                <a:gd name="connsiteX4" fmla="*/ 166596 w 1495972"/>
                <a:gd name="connsiteY4" fmla="*/ 821596 h 1535214"/>
                <a:gd name="connsiteX5" fmla="*/ 1162793 w 1495972"/>
                <a:gd name="connsiteY5" fmla="*/ 356740 h 1535214"/>
                <a:gd name="connsiteX6" fmla="*/ 249838 w 1495972"/>
                <a:gd name="connsiteY6" fmla="*/ 999971 h 1535214"/>
                <a:gd name="connsiteX7" fmla="*/ 1246035 w 1495972"/>
                <a:gd name="connsiteY7" fmla="*/ 535115 h 1535214"/>
                <a:gd name="connsiteX8" fmla="*/ 333620 w 1495972"/>
                <a:gd name="connsiteY8" fmla="*/ 1178455 h 1535214"/>
                <a:gd name="connsiteX9" fmla="*/ 1329926 w 1495972"/>
                <a:gd name="connsiteY9" fmla="*/ 713598 h 1535214"/>
                <a:gd name="connsiteX10" fmla="*/ 416429 w 1495972"/>
                <a:gd name="connsiteY10" fmla="*/ 1356722 h 1535214"/>
                <a:gd name="connsiteX11" fmla="*/ 1412627 w 1495972"/>
                <a:gd name="connsiteY11" fmla="*/ 891865 h 1535214"/>
                <a:gd name="connsiteX12" fmla="*/ 499671 w 1495972"/>
                <a:gd name="connsiteY12" fmla="*/ 1535205 h 1535214"/>
                <a:gd name="connsiteX13" fmla="*/ 1495977 w 1495972"/>
                <a:gd name="connsiteY13" fmla="*/ 1070348 h 153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5972" h="1535214">
                  <a:moveTo>
                    <a:pt x="4" y="464846"/>
                  </a:moveTo>
                  <a:lnTo>
                    <a:pt x="996202" y="-10"/>
                  </a:lnTo>
                  <a:moveTo>
                    <a:pt x="83246" y="643221"/>
                  </a:moveTo>
                  <a:lnTo>
                    <a:pt x="1079552" y="178365"/>
                  </a:lnTo>
                  <a:moveTo>
                    <a:pt x="166596" y="821596"/>
                  </a:moveTo>
                  <a:lnTo>
                    <a:pt x="1162793" y="356740"/>
                  </a:lnTo>
                  <a:moveTo>
                    <a:pt x="249838" y="999971"/>
                  </a:moveTo>
                  <a:lnTo>
                    <a:pt x="1246035" y="535115"/>
                  </a:lnTo>
                  <a:moveTo>
                    <a:pt x="333620" y="1178455"/>
                  </a:moveTo>
                  <a:lnTo>
                    <a:pt x="1329926" y="713598"/>
                  </a:lnTo>
                  <a:moveTo>
                    <a:pt x="416429" y="1356722"/>
                  </a:moveTo>
                  <a:lnTo>
                    <a:pt x="1412627" y="891865"/>
                  </a:lnTo>
                  <a:moveTo>
                    <a:pt x="499671" y="1535205"/>
                  </a:moveTo>
                  <a:lnTo>
                    <a:pt x="1495977" y="1070348"/>
                  </a:lnTo>
                </a:path>
              </a:pathLst>
            </a:custGeom>
            <a:noFill/>
            <a:ln w="16279" cap="rnd">
              <a:solidFill>
                <a:srgbClr val="B7D0F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214124" y="4686286"/>
              <a:ext cx="1633980" cy="1937000"/>
            </a:xfrm>
            <a:custGeom>
              <a:avLst/>
              <a:gdLst>
                <a:gd name="connsiteX0" fmla="*/ 1190880 w 1633980"/>
                <a:gd name="connsiteY0" fmla="*/ 1934527 h 1937000"/>
                <a:gd name="connsiteX1" fmla="*/ 149927 w 1633980"/>
                <a:gd name="connsiteY1" fmla="*/ 1761016 h 1937000"/>
                <a:gd name="connsiteX2" fmla="*/ 2470 w 1633980"/>
                <a:gd name="connsiteY2" fmla="*/ 1554534 h 1937000"/>
                <a:gd name="connsiteX3" fmla="*/ 236628 w 1633980"/>
                <a:gd name="connsiteY3" fmla="*/ 149911 h 1937000"/>
                <a:gd name="connsiteX4" fmla="*/ 443111 w 1633980"/>
                <a:gd name="connsiteY4" fmla="*/ 2455 h 1937000"/>
                <a:gd name="connsiteX5" fmla="*/ 1484064 w 1633980"/>
                <a:gd name="connsiteY5" fmla="*/ 176073 h 1937000"/>
                <a:gd name="connsiteX6" fmla="*/ 1631521 w 1633980"/>
                <a:gd name="connsiteY6" fmla="*/ 382556 h 1937000"/>
                <a:gd name="connsiteX7" fmla="*/ 1397363 w 1633980"/>
                <a:gd name="connsiteY7" fmla="*/ 1787070 h 1937000"/>
                <a:gd name="connsiteX8" fmla="*/ 1190880 w 1633980"/>
                <a:gd name="connsiteY8" fmla="*/ 1934527 h 193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3980" h="1937000">
                  <a:moveTo>
                    <a:pt x="1190880" y="1934527"/>
                  </a:moveTo>
                  <a:lnTo>
                    <a:pt x="149927" y="1761016"/>
                  </a:lnTo>
                  <a:cubicBezTo>
                    <a:pt x="52202" y="1744692"/>
                    <a:pt x="-13805" y="1652261"/>
                    <a:pt x="2470" y="1554534"/>
                  </a:cubicBezTo>
                  <a:lnTo>
                    <a:pt x="236628" y="149911"/>
                  </a:lnTo>
                  <a:cubicBezTo>
                    <a:pt x="252949" y="52183"/>
                    <a:pt x="345378" y="-13815"/>
                    <a:pt x="443111" y="2455"/>
                  </a:cubicBezTo>
                  <a:lnTo>
                    <a:pt x="1484064" y="176073"/>
                  </a:lnTo>
                  <a:cubicBezTo>
                    <a:pt x="1581792" y="192397"/>
                    <a:pt x="1647791" y="284828"/>
                    <a:pt x="1631521" y="382556"/>
                  </a:cubicBezTo>
                  <a:lnTo>
                    <a:pt x="1397363" y="1787070"/>
                  </a:lnTo>
                  <a:cubicBezTo>
                    <a:pt x="1381039" y="1884798"/>
                    <a:pt x="1288608" y="1950797"/>
                    <a:pt x="1190880" y="1934527"/>
                  </a:cubicBezTo>
                  <a:close/>
                </a:path>
              </a:pathLst>
            </a:custGeom>
            <a:solidFill>
              <a:srgbClr val="000000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rot="550833">
              <a:off x="10316321" y="4741405"/>
              <a:ext cx="1418160" cy="1787851"/>
            </a:xfrm>
            <a:custGeom>
              <a:avLst/>
              <a:gdLst>
                <a:gd name="connsiteX0" fmla="*/ 1238199 w 1418160"/>
                <a:gd name="connsiteY0" fmla="*/ -10 h 1787851"/>
                <a:gd name="connsiteX1" fmla="*/ 1418166 w 1418160"/>
                <a:gd name="connsiteY1" fmla="*/ -10 h 1787851"/>
                <a:gd name="connsiteX2" fmla="*/ 1418166 w 1418160"/>
                <a:gd name="connsiteY2" fmla="*/ 1787841 h 1787851"/>
                <a:gd name="connsiteX3" fmla="*/ 1238199 w 1418160"/>
                <a:gd name="connsiteY3" fmla="*/ 1787841 h 1787851"/>
                <a:gd name="connsiteX4" fmla="*/ 179972 w 1418160"/>
                <a:gd name="connsiteY4" fmla="*/ 1787841 h 1787851"/>
                <a:gd name="connsiteX5" fmla="*/ 6 w 1418160"/>
                <a:gd name="connsiteY5" fmla="*/ 1787841 h 1787851"/>
                <a:gd name="connsiteX6" fmla="*/ 6 w 1418160"/>
                <a:gd name="connsiteY6" fmla="*/ -10 h 1787851"/>
                <a:gd name="connsiteX7" fmla="*/ 179972 w 1418160"/>
                <a:gd name="connsiteY7" fmla="*/ -10 h 178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8160" h="1787851">
                  <a:moveTo>
                    <a:pt x="1238199" y="-10"/>
                  </a:moveTo>
                  <a:cubicBezTo>
                    <a:pt x="1337592" y="-10"/>
                    <a:pt x="1418166" y="-10"/>
                    <a:pt x="1418166" y="-10"/>
                  </a:cubicBezTo>
                  <a:lnTo>
                    <a:pt x="1418166" y="1787841"/>
                  </a:lnTo>
                  <a:cubicBezTo>
                    <a:pt x="1418166" y="1787841"/>
                    <a:pt x="1337592" y="1787841"/>
                    <a:pt x="1238199" y="1787841"/>
                  </a:cubicBezTo>
                  <a:lnTo>
                    <a:pt x="179972" y="1787841"/>
                  </a:lnTo>
                  <a:cubicBezTo>
                    <a:pt x="80579" y="1787841"/>
                    <a:pt x="6" y="1787841"/>
                    <a:pt x="6" y="1787841"/>
                  </a:cubicBezTo>
                  <a:lnTo>
                    <a:pt x="6" y="-10"/>
                  </a:lnTo>
                  <a:cubicBezTo>
                    <a:pt x="6" y="-10"/>
                    <a:pt x="80580" y="-10"/>
                    <a:pt x="179972" y="-1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08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0371938" y="4961502"/>
              <a:ext cx="1278246" cy="1346028"/>
            </a:xfrm>
            <a:custGeom>
              <a:avLst/>
              <a:gdLst>
                <a:gd name="connsiteX0" fmla="*/ 193839 w 1278246"/>
                <a:gd name="connsiteY0" fmla="*/ -10 h 1346028"/>
                <a:gd name="connsiteX1" fmla="*/ 1278251 w 1278246"/>
                <a:gd name="connsiteY1" fmla="*/ 180852 h 1346028"/>
                <a:gd name="connsiteX2" fmla="*/ 161407 w 1278246"/>
                <a:gd name="connsiteY2" fmla="*/ 194149 h 1346028"/>
                <a:gd name="connsiteX3" fmla="*/ 1245927 w 1278246"/>
                <a:gd name="connsiteY3" fmla="*/ 375010 h 1346028"/>
                <a:gd name="connsiteX4" fmla="*/ 129083 w 1278246"/>
                <a:gd name="connsiteY4" fmla="*/ 388415 h 1346028"/>
                <a:gd name="connsiteX5" fmla="*/ 1213495 w 1278246"/>
                <a:gd name="connsiteY5" fmla="*/ 569277 h 1346028"/>
                <a:gd name="connsiteX6" fmla="*/ 96651 w 1278246"/>
                <a:gd name="connsiteY6" fmla="*/ 582574 h 1346028"/>
                <a:gd name="connsiteX7" fmla="*/ 1181172 w 1278246"/>
                <a:gd name="connsiteY7" fmla="*/ 763435 h 1346028"/>
                <a:gd name="connsiteX8" fmla="*/ 64868 w 1278246"/>
                <a:gd name="connsiteY8" fmla="*/ 776841 h 1346028"/>
                <a:gd name="connsiteX9" fmla="*/ 1149280 w 1278246"/>
                <a:gd name="connsiteY9" fmla="*/ 957594 h 1346028"/>
                <a:gd name="connsiteX10" fmla="*/ 32436 w 1278246"/>
                <a:gd name="connsiteY10" fmla="*/ 970999 h 1346028"/>
                <a:gd name="connsiteX11" fmla="*/ 1116957 w 1278246"/>
                <a:gd name="connsiteY11" fmla="*/ 1151861 h 1346028"/>
                <a:gd name="connsiteX12" fmla="*/ 4 w 1278246"/>
                <a:gd name="connsiteY12" fmla="*/ 1165266 h 1346028"/>
                <a:gd name="connsiteX13" fmla="*/ 1084525 w 1278246"/>
                <a:gd name="connsiteY13" fmla="*/ 1346019 h 134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8246" h="1346028">
                  <a:moveTo>
                    <a:pt x="193839" y="-10"/>
                  </a:moveTo>
                  <a:lnTo>
                    <a:pt x="1278251" y="180852"/>
                  </a:lnTo>
                  <a:moveTo>
                    <a:pt x="161407" y="194149"/>
                  </a:moveTo>
                  <a:lnTo>
                    <a:pt x="1245927" y="375010"/>
                  </a:lnTo>
                  <a:moveTo>
                    <a:pt x="129083" y="388415"/>
                  </a:moveTo>
                  <a:lnTo>
                    <a:pt x="1213495" y="569277"/>
                  </a:lnTo>
                  <a:moveTo>
                    <a:pt x="96651" y="582574"/>
                  </a:moveTo>
                  <a:lnTo>
                    <a:pt x="1181172" y="763435"/>
                  </a:lnTo>
                  <a:moveTo>
                    <a:pt x="64868" y="776841"/>
                  </a:moveTo>
                  <a:lnTo>
                    <a:pt x="1149280" y="957594"/>
                  </a:lnTo>
                  <a:moveTo>
                    <a:pt x="32436" y="970999"/>
                  </a:moveTo>
                  <a:lnTo>
                    <a:pt x="1116957" y="1151861"/>
                  </a:lnTo>
                  <a:moveTo>
                    <a:pt x="4" y="1165266"/>
                  </a:moveTo>
                  <a:lnTo>
                    <a:pt x="1084525" y="1346019"/>
                  </a:lnTo>
                </a:path>
              </a:pathLst>
            </a:custGeom>
            <a:noFill/>
            <a:ln w="16279" cap="rnd">
              <a:solidFill>
                <a:srgbClr val="F5F5F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 rot="16764000">
              <a:off x="10149493" y="3861125"/>
              <a:ext cx="1340515" cy="1340515"/>
            </a:xfrm>
            <a:custGeom>
              <a:avLst/>
              <a:gdLst>
                <a:gd name="connsiteX0" fmla="*/ 1340520 w 1340515"/>
                <a:gd name="connsiteY0" fmla="*/ 670248 h 1340515"/>
                <a:gd name="connsiteX1" fmla="*/ 670262 w 1340515"/>
                <a:gd name="connsiteY1" fmla="*/ 1340505 h 1340515"/>
                <a:gd name="connsiteX2" fmla="*/ 4 w 1340515"/>
                <a:gd name="connsiteY2" fmla="*/ 670248 h 1340515"/>
                <a:gd name="connsiteX3" fmla="*/ 670262 w 1340515"/>
                <a:gd name="connsiteY3" fmla="*/ -10 h 1340515"/>
                <a:gd name="connsiteX4" fmla="*/ 1340520 w 1340515"/>
                <a:gd name="connsiteY4" fmla="*/ 670248 h 134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515" h="1340515">
                  <a:moveTo>
                    <a:pt x="1340520" y="670248"/>
                  </a:moveTo>
                  <a:cubicBezTo>
                    <a:pt x="1340520" y="1040421"/>
                    <a:pt x="1040435" y="1340505"/>
                    <a:pt x="670262" y="1340505"/>
                  </a:cubicBezTo>
                  <a:cubicBezTo>
                    <a:pt x="300089" y="1340505"/>
                    <a:pt x="4" y="1040421"/>
                    <a:pt x="4" y="670248"/>
                  </a:cubicBezTo>
                  <a:cubicBezTo>
                    <a:pt x="4" y="300075"/>
                    <a:pt x="300089" y="-10"/>
                    <a:pt x="670262" y="-10"/>
                  </a:cubicBezTo>
                  <a:cubicBezTo>
                    <a:pt x="1040435" y="-10"/>
                    <a:pt x="1340520" y="300075"/>
                    <a:pt x="1340520" y="670248"/>
                  </a:cubicBezTo>
                  <a:close/>
                </a:path>
              </a:pathLst>
            </a:custGeom>
            <a:solidFill>
              <a:srgbClr val="000000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077673" y="3789200"/>
              <a:ext cx="1340515" cy="1340515"/>
            </a:xfrm>
            <a:custGeom>
              <a:avLst/>
              <a:gdLst>
                <a:gd name="connsiteX0" fmla="*/ 1340516 w 1340515"/>
                <a:gd name="connsiteY0" fmla="*/ 670258 h 1340515"/>
                <a:gd name="connsiteX1" fmla="*/ 670258 w 1340515"/>
                <a:gd name="connsiteY1" fmla="*/ 1340515 h 1340515"/>
                <a:gd name="connsiteX2" fmla="*/ 0 w 1340515"/>
                <a:gd name="connsiteY2" fmla="*/ 670258 h 1340515"/>
                <a:gd name="connsiteX3" fmla="*/ 670258 w 1340515"/>
                <a:gd name="connsiteY3" fmla="*/ 0 h 1340515"/>
                <a:gd name="connsiteX4" fmla="*/ 1340516 w 1340515"/>
                <a:gd name="connsiteY4" fmla="*/ 670258 h 134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515" h="1340515">
                  <a:moveTo>
                    <a:pt x="1340516" y="670258"/>
                  </a:moveTo>
                  <a:cubicBezTo>
                    <a:pt x="1340516" y="1040431"/>
                    <a:pt x="1040431" y="1340515"/>
                    <a:pt x="670258" y="1340515"/>
                  </a:cubicBezTo>
                  <a:cubicBezTo>
                    <a:pt x="300085" y="1340515"/>
                    <a:pt x="0" y="1040431"/>
                    <a:pt x="0" y="670258"/>
                  </a:cubicBezTo>
                  <a:cubicBezTo>
                    <a:pt x="0" y="300085"/>
                    <a:pt x="300085" y="0"/>
                    <a:pt x="670258" y="0"/>
                  </a:cubicBezTo>
                  <a:cubicBezTo>
                    <a:pt x="1040431" y="0"/>
                    <a:pt x="1340516" y="300085"/>
                    <a:pt x="1340516" y="670258"/>
                  </a:cubicBezTo>
                  <a:close/>
                </a:path>
              </a:pathLst>
            </a:custGeom>
            <a:solidFill>
              <a:srgbClr val="F6C94C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 rot="16762802">
              <a:off x="10152740" y="3864151"/>
              <a:ext cx="1190464" cy="1190464"/>
            </a:xfrm>
            <a:custGeom>
              <a:avLst/>
              <a:gdLst>
                <a:gd name="connsiteX0" fmla="*/ 1190469 w 1190464"/>
                <a:gd name="connsiteY0" fmla="*/ 595222 h 1190464"/>
                <a:gd name="connsiteX1" fmla="*/ 595236 w 1190464"/>
                <a:gd name="connsiteY1" fmla="*/ 1190454 h 1190464"/>
                <a:gd name="connsiteX2" fmla="*/ 4 w 1190464"/>
                <a:gd name="connsiteY2" fmla="*/ 595222 h 1190464"/>
                <a:gd name="connsiteX3" fmla="*/ 595236 w 1190464"/>
                <a:gd name="connsiteY3" fmla="*/ -10 h 1190464"/>
                <a:gd name="connsiteX4" fmla="*/ 1190469 w 1190464"/>
                <a:gd name="connsiteY4" fmla="*/ 595222 h 119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0464" h="1190464">
                  <a:moveTo>
                    <a:pt x="1190469" y="595222"/>
                  </a:moveTo>
                  <a:cubicBezTo>
                    <a:pt x="1190469" y="923960"/>
                    <a:pt x="923974" y="1190454"/>
                    <a:pt x="595236" y="1190454"/>
                  </a:cubicBezTo>
                  <a:cubicBezTo>
                    <a:pt x="266499" y="1190454"/>
                    <a:pt x="4" y="923960"/>
                    <a:pt x="4" y="595222"/>
                  </a:cubicBezTo>
                  <a:cubicBezTo>
                    <a:pt x="4" y="266485"/>
                    <a:pt x="266499" y="-10"/>
                    <a:pt x="595236" y="-10"/>
                  </a:cubicBezTo>
                  <a:cubicBezTo>
                    <a:pt x="923974" y="-10"/>
                    <a:pt x="1190469" y="266485"/>
                    <a:pt x="1190469" y="595222"/>
                  </a:cubicBezTo>
                  <a:close/>
                </a:path>
              </a:pathLst>
            </a:custGeom>
            <a:solidFill>
              <a:srgbClr val="682D00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256771" y="3676581"/>
              <a:ext cx="428674" cy="798010"/>
            </a:xfrm>
            <a:custGeom>
              <a:avLst/>
              <a:gdLst>
                <a:gd name="connsiteX0" fmla="*/ 390409 w 428674"/>
                <a:gd name="connsiteY0" fmla="*/ 798001 h 798010"/>
                <a:gd name="connsiteX1" fmla="*/ 66091 w 428674"/>
                <a:gd name="connsiteY1" fmla="*/ 457899 h 798010"/>
                <a:gd name="connsiteX2" fmla="*/ 58740 w 428674"/>
                <a:gd name="connsiteY2" fmla="*/ 77042 h 798010"/>
                <a:gd name="connsiteX3" fmla="*/ 265547 w 428674"/>
                <a:gd name="connsiteY3" fmla="*/ 7205 h 798010"/>
                <a:gd name="connsiteX4" fmla="*/ 360464 w 428674"/>
                <a:gd name="connsiteY4" fmla="*/ 133473 h 798010"/>
                <a:gd name="connsiteX5" fmla="*/ 391923 w 428674"/>
                <a:gd name="connsiteY5" fmla="*/ 368928 h 798010"/>
                <a:gd name="connsiteX6" fmla="*/ 428679 w 428674"/>
                <a:gd name="connsiteY6" fmla="*/ 779731 h 79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74" h="798010">
                  <a:moveTo>
                    <a:pt x="390409" y="798001"/>
                  </a:moveTo>
                  <a:cubicBezTo>
                    <a:pt x="254934" y="714312"/>
                    <a:pt x="143253" y="597195"/>
                    <a:pt x="66091" y="457899"/>
                  </a:cubicBezTo>
                  <a:cubicBezTo>
                    <a:pt x="-1584" y="336496"/>
                    <a:pt x="-37259" y="190012"/>
                    <a:pt x="58740" y="77042"/>
                  </a:cubicBezTo>
                  <a:cubicBezTo>
                    <a:pt x="102955" y="24826"/>
                    <a:pt x="191494" y="-17443"/>
                    <a:pt x="265547" y="7205"/>
                  </a:cubicBezTo>
                  <a:cubicBezTo>
                    <a:pt x="327383" y="27637"/>
                    <a:pt x="349437" y="83528"/>
                    <a:pt x="360464" y="133473"/>
                  </a:cubicBezTo>
                  <a:cubicBezTo>
                    <a:pt x="376053" y="211192"/>
                    <a:pt x="386561" y="289843"/>
                    <a:pt x="391923" y="368928"/>
                  </a:cubicBezTo>
                  <a:cubicBezTo>
                    <a:pt x="404171" y="505863"/>
                    <a:pt x="416430" y="642796"/>
                    <a:pt x="428679" y="779731"/>
                  </a:cubicBezTo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10747931" y="3742038"/>
              <a:ext cx="517477" cy="667042"/>
            </a:xfrm>
            <a:custGeom>
              <a:avLst/>
              <a:gdLst>
                <a:gd name="connsiteX0" fmla="*/ 4 w 517477"/>
                <a:gd name="connsiteY0" fmla="*/ 646817 h 667042"/>
                <a:gd name="connsiteX1" fmla="*/ 187677 w 517477"/>
                <a:gd name="connsiteY1" fmla="*/ 108232 h 667042"/>
                <a:gd name="connsiteX2" fmla="*/ 358052 w 517477"/>
                <a:gd name="connsiteY2" fmla="*/ 126 h 667042"/>
                <a:gd name="connsiteX3" fmla="*/ 475455 w 517477"/>
                <a:gd name="connsiteY3" fmla="*/ 71692 h 667042"/>
                <a:gd name="connsiteX4" fmla="*/ 491238 w 517477"/>
                <a:gd name="connsiteY4" fmla="*/ 309526 h 667042"/>
                <a:gd name="connsiteX5" fmla="*/ 302377 w 517477"/>
                <a:gd name="connsiteY5" fmla="*/ 472442 h 667042"/>
                <a:gd name="connsiteX6" fmla="*/ 59571 w 517477"/>
                <a:gd name="connsiteY6" fmla="*/ 667032 h 667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7477" h="667042">
                  <a:moveTo>
                    <a:pt x="4" y="646817"/>
                  </a:moveTo>
                  <a:cubicBezTo>
                    <a:pt x="5269" y="452184"/>
                    <a:pt x="70846" y="263987"/>
                    <a:pt x="187677" y="108232"/>
                  </a:cubicBezTo>
                  <a:cubicBezTo>
                    <a:pt x="229838" y="52233"/>
                    <a:pt x="287999" y="-3117"/>
                    <a:pt x="358052" y="126"/>
                  </a:cubicBezTo>
                  <a:cubicBezTo>
                    <a:pt x="405618" y="2072"/>
                    <a:pt x="449077" y="32558"/>
                    <a:pt x="475455" y="71692"/>
                  </a:cubicBezTo>
                  <a:cubicBezTo>
                    <a:pt x="521724" y="141096"/>
                    <a:pt x="533832" y="235257"/>
                    <a:pt x="491238" y="309526"/>
                  </a:cubicBezTo>
                  <a:cubicBezTo>
                    <a:pt x="448645" y="383795"/>
                    <a:pt x="367998" y="422064"/>
                    <a:pt x="302377" y="472442"/>
                  </a:cubicBezTo>
                  <a:cubicBezTo>
                    <a:pt x="220325" y="535359"/>
                    <a:pt x="141299" y="603466"/>
                    <a:pt x="59571" y="667032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9899618" y="4166353"/>
              <a:ext cx="788314" cy="454723"/>
            </a:xfrm>
            <a:custGeom>
              <a:avLst/>
              <a:gdLst>
                <a:gd name="connsiteX0" fmla="*/ 782481 w 788314"/>
                <a:gd name="connsiteY0" fmla="*/ 310932 h 454723"/>
                <a:gd name="connsiteX1" fmla="*/ 246707 w 788314"/>
                <a:gd name="connsiteY1" fmla="*/ 11478 h 454723"/>
                <a:gd name="connsiteX2" fmla="*/ 73737 w 788314"/>
                <a:gd name="connsiteY2" fmla="*/ 22289 h 454723"/>
                <a:gd name="connsiteX3" fmla="*/ 15144 w 788314"/>
                <a:gd name="connsiteY3" fmla="*/ 250933 h 454723"/>
                <a:gd name="connsiteX4" fmla="*/ 368867 w 788314"/>
                <a:gd name="connsiteY4" fmla="*/ 454713 h 454723"/>
                <a:gd name="connsiteX5" fmla="*/ 788318 w 788314"/>
                <a:gd name="connsiteY5" fmla="*/ 353310 h 454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314" h="454723">
                  <a:moveTo>
                    <a:pt x="782481" y="310932"/>
                  </a:moveTo>
                  <a:cubicBezTo>
                    <a:pt x="605727" y="205853"/>
                    <a:pt x="446055" y="61531"/>
                    <a:pt x="246707" y="11478"/>
                  </a:cubicBezTo>
                  <a:cubicBezTo>
                    <a:pt x="189194" y="-3008"/>
                    <a:pt x="124763" y="-8089"/>
                    <a:pt x="73737" y="22289"/>
                  </a:cubicBezTo>
                  <a:cubicBezTo>
                    <a:pt x="333" y="66288"/>
                    <a:pt x="-16315" y="171043"/>
                    <a:pt x="15144" y="250933"/>
                  </a:cubicBezTo>
                  <a:cubicBezTo>
                    <a:pt x="68332" y="385417"/>
                    <a:pt x="224221" y="454821"/>
                    <a:pt x="368867" y="454713"/>
                  </a:cubicBezTo>
                  <a:cubicBezTo>
                    <a:pt x="513513" y="454605"/>
                    <a:pt x="651456" y="400012"/>
                    <a:pt x="788318" y="35331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0164398" y="4419999"/>
              <a:ext cx="642450" cy="741067"/>
            </a:xfrm>
            <a:custGeom>
              <a:avLst/>
              <a:gdLst>
                <a:gd name="connsiteX0" fmla="*/ 534241 w 642450"/>
                <a:gd name="connsiteY0" fmla="*/ 518683 h 741067"/>
                <a:gd name="connsiteX1" fmla="*/ 550997 w 642450"/>
                <a:gd name="connsiteY1" fmla="*/ 287985 h 741067"/>
                <a:gd name="connsiteX2" fmla="*/ 642455 w 642450"/>
                <a:gd name="connsiteY2" fmla="*/ 21611 h 741067"/>
                <a:gd name="connsiteX3" fmla="*/ 596077 w 642450"/>
                <a:gd name="connsiteY3" fmla="*/ -10 h 741067"/>
                <a:gd name="connsiteX4" fmla="*/ 32304 w 642450"/>
                <a:gd name="connsiteY4" fmla="*/ 379767 h 741067"/>
                <a:gd name="connsiteX5" fmla="*/ 6142 w 642450"/>
                <a:gd name="connsiteY5" fmla="*/ 556520 h 741067"/>
                <a:gd name="connsiteX6" fmla="*/ 155977 w 642450"/>
                <a:gd name="connsiteY6" fmla="*/ 707869 h 741067"/>
                <a:gd name="connsiteX7" fmla="*/ 417270 w 642450"/>
                <a:gd name="connsiteY7" fmla="*/ 710355 h 741067"/>
                <a:gd name="connsiteX8" fmla="*/ 534241 w 642450"/>
                <a:gd name="connsiteY8" fmla="*/ 518683 h 74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450" h="741067">
                  <a:moveTo>
                    <a:pt x="534241" y="518683"/>
                  </a:moveTo>
                  <a:cubicBezTo>
                    <a:pt x="548943" y="443009"/>
                    <a:pt x="545051" y="364956"/>
                    <a:pt x="550997" y="287985"/>
                  </a:cubicBezTo>
                  <a:cubicBezTo>
                    <a:pt x="557267" y="201500"/>
                    <a:pt x="613482" y="104204"/>
                    <a:pt x="642455" y="21611"/>
                  </a:cubicBezTo>
                  <a:lnTo>
                    <a:pt x="596077" y="-10"/>
                  </a:lnTo>
                  <a:cubicBezTo>
                    <a:pt x="357595" y="8963"/>
                    <a:pt x="130248" y="162149"/>
                    <a:pt x="32304" y="379767"/>
                  </a:cubicBezTo>
                  <a:cubicBezTo>
                    <a:pt x="7440" y="435225"/>
                    <a:pt x="-9749" y="497819"/>
                    <a:pt x="6142" y="556520"/>
                  </a:cubicBezTo>
                  <a:cubicBezTo>
                    <a:pt x="25385" y="627438"/>
                    <a:pt x="89060" y="677924"/>
                    <a:pt x="155977" y="707869"/>
                  </a:cubicBezTo>
                  <a:cubicBezTo>
                    <a:pt x="238678" y="745166"/>
                    <a:pt x="339758" y="757598"/>
                    <a:pt x="417270" y="710355"/>
                  </a:cubicBezTo>
                  <a:cubicBezTo>
                    <a:pt x="483106" y="670572"/>
                    <a:pt x="519538" y="594466"/>
                    <a:pt x="534241" y="518683"/>
                  </a:cubicBez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0727283" y="4394161"/>
              <a:ext cx="805172" cy="528739"/>
            </a:xfrm>
            <a:custGeom>
              <a:avLst/>
              <a:gdLst>
                <a:gd name="connsiteX0" fmla="*/ 797287 w 805172"/>
                <a:gd name="connsiteY0" fmla="*/ 317930 h 528739"/>
                <a:gd name="connsiteX1" fmla="*/ 790476 w 805172"/>
                <a:gd name="connsiteY1" fmla="*/ 298039 h 528739"/>
                <a:gd name="connsiteX2" fmla="*/ 613290 w 805172"/>
                <a:gd name="connsiteY2" fmla="*/ 88313 h 528739"/>
                <a:gd name="connsiteX3" fmla="*/ 332214 w 805172"/>
                <a:gd name="connsiteY3" fmla="*/ 1828 h 528739"/>
                <a:gd name="connsiteX4" fmla="*/ 4869 w 805172"/>
                <a:gd name="connsiteY4" fmla="*/ -10 h 528739"/>
                <a:gd name="connsiteX5" fmla="*/ 4 w 805172"/>
                <a:gd name="connsiteY5" fmla="*/ 26044 h 528739"/>
                <a:gd name="connsiteX6" fmla="*/ 227027 w 805172"/>
                <a:gd name="connsiteY6" fmla="*/ 304417 h 528739"/>
                <a:gd name="connsiteX7" fmla="*/ 358376 w 805172"/>
                <a:gd name="connsiteY7" fmla="*/ 441604 h 528739"/>
                <a:gd name="connsiteX8" fmla="*/ 687667 w 805172"/>
                <a:gd name="connsiteY8" fmla="*/ 518035 h 528739"/>
                <a:gd name="connsiteX9" fmla="*/ 793827 w 805172"/>
                <a:gd name="connsiteY9" fmla="*/ 429171 h 528739"/>
                <a:gd name="connsiteX10" fmla="*/ 797287 w 805172"/>
                <a:gd name="connsiteY10" fmla="*/ 317930 h 52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05172" h="528739">
                  <a:moveTo>
                    <a:pt x="797287" y="317930"/>
                  </a:moveTo>
                  <a:cubicBezTo>
                    <a:pt x="795341" y="311228"/>
                    <a:pt x="793071" y="304525"/>
                    <a:pt x="790476" y="298039"/>
                  </a:cubicBezTo>
                  <a:cubicBezTo>
                    <a:pt x="757504" y="213500"/>
                    <a:pt x="688208" y="137825"/>
                    <a:pt x="613290" y="88313"/>
                  </a:cubicBezTo>
                  <a:cubicBezTo>
                    <a:pt x="529054" y="34790"/>
                    <a:pt x="431964" y="4917"/>
                    <a:pt x="332214" y="1828"/>
                  </a:cubicBezTo>
                  <a:cubicBezTo>
                    <a:pt x="222919" y="-3037"/>
                    <a:pt x="112327" y="19774"/>
                    <a:pt x="4869" y="-10"/>
                  </a:cubicBezTo>
                  <a:lnTo>
                    <a:pt x="4" y="26044"/>
                  </a:lnTo>
                  <a:lnTo>
                    <a:pt x="227027" y="304417"/>
                  </a:lnTo>
                  <a:cubicBezTo>
                    <a:pt x="267243" y="353497"/>
                    <a:pt x="307891" y="403118"/>
                    <a:pt x="358376" y="441604"/>
                  </a:cubicBezTo>
                  <a:cubicBezTo>
                    <a:pt x="444861" y="507116"/>
                    <a:pt x="581075" y="549710"/>
                    <a:pt x="687667" y="518035"/>
                  </a:cubicBezTo>
                  <a:cubicBezTo>
                    <a:pt x="733396" y="504413"/>
                    <a:pt x="775341" y="473170"/>
                    <a:pt x="793827" y="429171"/>
                  </a:cubicBezTo>
                  <a:cubicBezTo>
                    <a:pt x="807665" y="393572"/>
                    <a:pt x="808886" y="354319"/>
                    <a:pt x="797287" y="31793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0520109" y="3841818"/>
              <a:ext cx="385598" cy="622197"/>
            </a:xfrm>
            <a:custGeom>
              <a:avLst/>
              <a:gdLst>
                <a:gd name="connsiteX0" fmla="*/ 373770 w 385598"/>
                <a:gd name="connsiteY0" fmla="*/ 129315 h 622197"/>
                <a:gd name="connsiteX1" fmla="*/ 372365 w 385598"/>
                <a:gd name="connsiteY1" fmla="*/ 124234 h 622197"/>
                <a:gd name="connsiteX2" fmla="*/ 303609 w 385598"/>
                <a:gd name="connsiteY2" fmla="*/ 24776 h 622197"/>
                <a:gd name="connsiteX3" fmla="*/ 34101 w 385598"/>
                <a:gd name="connsiteY3" fmla="*/ 119044 h 622197"/>
                <a:gd name="connsiteX4" fmla="*/ 10101 w 385598"/>
                <a:gd name="connsiteY4" fmla="*/ 342175 h 622197"/>
                <a:gd name="connsiteX5" fmla="*/ 219394 w 385598"/>
                <a:gd name="connsiteY5" fmla="*/ 621846 h 622197"/>
                <a:gd name="connsiteX6" fmla="*/ 312798 w 385598"/>
                <a:gd name="connsiteY6" fmla="*/ 472551 h 622197"/>
                <a:gd name="connsiteX7" fmla="*/ 373770 w 385598"/>
                <a:gd name="connsiteY7" fmla="*/ 129315 h 622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5598" h="622197">
                  <a:moveTo>
                    <a:pt x="373770" y="129315"/>
                  </a:moveTo>
                  <a:cubicBezTo>
                    <a:pt x="373770" y="127585"/>
                    <a:pt x="372797" y="125855"/>
                    <a:pt x="372365" y="124234"/>
                  </a:cubicBezTo>
                  <a:cubicBezTo>
                    <a:pt x="361316" y="84275"/>
                    <a:pt x="337090" y="49225"/>
                    <a:pt x="303609" y="24776"/>
                  </a:cubicBezTo>
                  <a:cubicBezTo>
                    <a:pt x="210097" y="-39223"/>
                    <a:pt x="82748" y="30938"/>
                    <a:pt x="34101" y="119044"/>
                  </a:cubicBezTo>
                  <a:cubicBezTo>
                    <a:pt x="-2872" y="186070"/>
                    <a:pt x="-7953" y="267798"/>
                    <a:pt x="10101" y="342175"/>
                  </a:cubicBezTo>
                  <a:cubicBezTo>
                    <a:pt x="36371" y="450390"/>
                    <a:pt x="219394" y="621522"/>
                    <a:pt x="219394" y="621846"/>
                  </a:cubicBezTo>
                  <a:cubicBezTo>
                    <a:pt x="228367" y="630170"/>
                    <a:pt x="307068" y="483794"/>
                    <a:pt x="312798" y="472551"/>
                  </a:cubicBezTo>
                  <a:cubicBezTo>
                    <a:pt x="365770" y="369526"/>
                    <a:pt x="406742" y="245096"/>
                    <a:pt x="373770" y="12931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10224998" y="4167826"/>
              <a:ext cx="521419" cy="436623"/>
            </a:xfrm>
            <a:custGeom>
              <a:avLst/>
              <a:gdLst>
                <a:gd name="connsiteX0" fmla="*/ 233429 w 521419"/>
                <a:gd name="connsiteY0" fmla="*/ 19194 h 436623"/>
                <a:gd name="connsiteX1" fmla="*/ 92026 w 521419"/>
                <a:gd name="connsiteY1" fmla="*/ 9140 h 436623"/>
                <a:gd name="connsiteX2" fmla="*/ 4136 w 521419"/>
                <a:gd name="connsiteY2" fmla="*/ 123084 h 436623"/>
                <a:gd name="connsiteX3" fmla="*/ 152674 w 521419"/>
                <a:gd name="connsiteY3" fmla="*/ 401890 h 436623"/>
                <a:gd name="connsiteX4" fmla="*/ 267050 w 521419"/>
                <a:gd name="connsiteY4" fmla="*/ 436484 h 436623"/>
                <a:gd name="connsiteX5" fmla="*/ 521424 w 521419"/>
                <a:gd name="connsiteY5" fmla="*/ 301027 h 436623"/>
                <a:gd name="connsiteX6" fmla="*/ 233429 w 521419"/>
                <a:gd name="connsiteY6" fmla="*/ 19194 h 43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1419" h="436623">
                  <a:moveTo>
                    <a:pt x="233429" y="19194"/>
                  </a:moveTo>
                  <a:cubicBezTo>
                    <a:pt x="188241" y="2005"/>
                    <a:pt x="136999" y="-8589"/>
                    <a:pt x="92026" y="9140"/>
                  </a:cubicBezTo>
                  <a:cubicBezTo>
                    <a:pt x="47054" y="26870"/>
                    <a:pt x="14190" y="74004"/>
                    <a:pt x="4136" y="123084"/>
                  </a:cubicBezTo>
                  <a:cubicBezTo>
                    <a:pt x="-18674" y="233136"/>
                    <a:pt x="56027" y="344594"/>
                    <a:pt x="152674" y="401890"/>
                  </a:cubicBezTo>
                  <a:cubicBezTo>
                    <a:pt x="187484" y="422430"/>
                    <a:pt x="226727" y="438213"/>
                    <a:pt x="267050" y="436484"/>
                  </a:cubicBezTo>
                  <a:cubicBezTo>
                    <a:pt x="364346" y="432159"/>
                    <a:pt x="429209" y="332810"/>
                    <a:pt x="521424" y="301027"/>
                  </a:cubicBezTo>
                  <a:cubicBezTo>
                    <a:pt x="521316" y="301027"/>
                    <a:pt x="348670" y="63085"/>
                    <a:pt x="233429" y="19194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0740580" y="4153312"/>
              <a:ext cx="574920" cy="417182"/>
            </a:xfrm>
            <a:custGeom>
              <a:avLst/>
              <a:gdLst>
                <a:gd name="connsiteX0" fmla="*/ 535238 w 574920"/>
                <a:gd name="connsiteY0" fmla="*/ 75978 h 417182"/>
                <a:gd name="connsiteX1" fmla="*/ 351457 w 574920"/>
                <a:gd name="connsiteY1" fmla="*/ 5277 h 417182"/>
                <a:gd name="connsiteX2" fmla="*/ 263459 w 574920"/>
                <a:gd name="connsiteY2" fmla="*/ 53924 h 417182"/>
                <a:gd name="connsiteX3" fmla="*/ 4 w 574920"/>
                <a:gd name="connsiteY3" fmla="*/ 293379 h 417182"/>
                <a:gd name="connsiteX4" fmla="*/ 270270 w 574920"/>
                <a:gd name="connsiteY4" fmla="*/ 401485 h 417182"/>
                <a:gd name="connsiteX5" fmla="*/ 527238 w 574920"/>
                <a:gd name="connsiteY5" fmla="*/ 354567 h 417182"/>
                <a:gd name="connsiteX6" fmla="*/ 565724 w 574920"/>
                <a:gd name="connsiteY6" fmla="*/ 276515 h 417182"/>
                <a:gd name="connsiteX7" fmla="*/ 535238 w 574920"/>
                <a:gd name="connsiteY7" fmla="*/ 75978 h 41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4920" h="417182">
                  <a:moveTo>
                    <a:pt x="535238" y="75978"/>
                  </a:moveTo>
                  <a:cubicBezTo>
                    <a:pt x="494590" y="19222"/>
                    <a:pt x="419132" y="-13426"/>
                    <a:pt x="351457" y="5277"/>
                  </a:cubicBezTo>
                  <a:cubicBezTo>
                    <a:pt x="319425" y="16032"/>
                    <a:pt x="289610" y="32515"/>
                    <a:pt x="263459" y="53924"/>
                  </a:cubicBezTo>
                  <a:cubicBezTo>
                    <a:pt x="167688" y="124527"/>
                    <a:pt x="79408" y="204766"/>
                    <a:pt x="4" y="293379"/>
                  </a:cubicBezTo>
                  <a:cubicBezTo>
                    <a:pt x="4" y="293379"/>
                    <a:pt x="181623" y="374459"/>
                    <a:pt x="270270" y="401485"/>
                  </a:cubicBezTo>
                  <a:cubicBezTo>
                    <a:pt x="358917" y="428512"/>
                    <a:pt x="467888" y="425269"/>
                    <a:pt x="527238" y="354567"/>
                  </a:cubicBezTo>
                  <a:cubicBezTo>
                    <a:pt x="545594" y="331660"/>
                    <a:pt x="558729" y="305022"/>
                    <a:pt x="565724" y="276515"/>
                  </a:cubicBezTo>
                  <a:cubicBezTo>
                    <a:pt x="583885" y="208408"/>
                    <a:pt x="575886" y="132301"/>
                    <a:pt x="535238" y="759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10659478" y="4459457"/>
              <a:ext cx="468375" cy="561722"/>
            </a:xfrm>
            <a:custGeom>
              <a:avLst/>
              <a:gdLst>
                <a:gd name="connsiteX0" fmla="*/ 81863 w 468375"/>
                <a:gd name="connsiteY0" fmla="*/ -10 h 561722"/>
                <a:gd name="connsiteX1" fmla="*/ 9323 w 468375"/>
                <a:gd name="connsiteY1" fmla="*/ 156420 h 561722"/>
                <a:gd name="connsiteX2" fmla="*/ 41755 w 468375"/>
                <a:gd name="connsiteY2" fmla="*/ 433712 h 561722"/>
                <a:gd name="connsiteX3" fmla="*/ 277210 w 468375"/>
                <a:gd name="connsiteY3" fmla="*/ 558682 h 561722"/>
                <a:gd name="connsiteX4" fmla="*/ 443045 w 468375"/>
                <a:gd name="connsiteY4" fmla="*/ 226040 h 561722"/>
                <a:gd name="connsiteX5" fmla="*/ 295805 w 468375"/>
                <a:gd name="connsiteY5" fmla="*/ 98583 h 561722"/>
                <a:gd name="connsiteX6" fmla="*/ 81863 w 468375"/>
                <a:gd name="connsiteY6" fmla="*/ -10 h 5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375" h="561722">
                  <a:moveTo>
                    <a:pt x="81863" y="-10"/>
                  </a:moveTo>
                  <a:cubicBezTo>
                    <a:pt x="38620" y="39773"/>
                    <a:pt x="19702" y="98907"/>
                    <a:pt x="9323" y="156420"/>
                  </a:cubicBezTo>
                  <a:cubicBezTo>
                    <a:pt x="-7541" y="249823"/>
                    <a:pt x="-4190" y="351011"/>
                    <a:pt x="41755" y="433712"/>
                  </a:cubicBezTo>
                  <a:cubicBezTo>
                    <a:pt x="87700" y="516413"/>
                    <a:pt x="183915" y="576088"/>
                    <a:pt x="277210" y="558682"/>
                  </a:cubicBezTo>
                  <a:cubicBezTo>
                    <a:pt x="421640" y="531764"/>
                    <a:pt x="516233" y="356524"/>
                    <a:pt x="443045" y="226040"/>
                  </a:cubicBezTo>
                  <a:cubicBezTo>
                    <a:pt x="410613" y="168636"/>
                    <a:pt x="353966" y="129501"/>
                    <a:pt x="295805" y="98583"/>
                  </a:cubicBezTo>
                  <a:cubicBezTo>
                    <a:pt x="234508" y="66043"/>
                    <a:pt x="81863" y="-10"/>
                    <a:pt x="81863" y="-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89C4881C-058E-F263-57B0-0B7D5614F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/>
        </p:nvGrpSpPr>
        <p:grpSpPr>
          <a:xfrm>
            <a:off x="660400" y="1384309"/>
            <a:ext cx="11254554" cy="4446254"/>
            <a:chOff x="660400" y="1384309"/>
            <a:chExt cx="11254554" cy="4446254"/>
          </a:xfrm>
        </p:grpSpPr>
        <p:grpSp>
          <p:nvGrpSpPr>
            <p:cNvPr id="25" name="组合 24"/>
            <p:cNvGrpSpPr/>
            <p:nvPr/>
          </p:nvGrpSpPr>
          <p:grpSpPr>
            <a:xfrm>
              <a:off x="660400" y="1581717"/>
              <a:ext cx="10872922" cy="758330"/>
              <a:chOff x="645979" y="1742511"/>
              <a:chExt cx="10872922" cy="655778"/>
            </a:xfrm>
          </p:grpSpPr>
          <p:sp>
            <p:nvSpPr>
              <p:cNvPr id="46" name="矩形: 圆角 45"/>
              <p:cNvSpPr/>
              <p:nvPr/>
            </p:nvSpPr>
            <p:spPr>
              <a:xfrm>
                <a:off x="728030" y="1796059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645979" y="1742511"/>
                <a:ext cx="2160000" cy="31131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47500" lnSpcReduction="2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 dirty="0">
                    <a:solidFill>
                      <a:srgbClr val="FFFFFF"/>
                    </a:solidFill>
                  </a:rPr>
                  <a:t>{vItem.item1}</a:t>
                </a: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1569028" y="1796058"/>
                <a:ext cx="2182430" cy="60223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863752" y="2022494"/>
                <a:ext cx="7920000" cy="31131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660400" y="2745222"/>
              <a:ext cx="10872922" cy="758330"/>
              <a:chOff x="645979" y="2489673"/>
              <a:chExt cx="10872922" cy="655778"/>
            </a:xfrm>
          </p:grpSpPr>
          <p:sp>
            <p:nvSpPr>
              <p:cNvPr id="42" name="矩形: 圆角 41"/>
              <p:cNvSpPr/>
              <p:nvPr/>
            </p:nvSpPr>
            <p:spPr>
              <a:xfrm>
                <a:off x="728030" y="2543221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/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645979" y="2489673"/>
                <a:ext cx="2160000" cy="31131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47500" lnSpcReduction="2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 dirty="0">
                    <a:solidFill>
                      <a:srgbClr val="FFFFFF"/>
                    </a:solidFill>
                  </a:rPr>
                  <a:t>{vItem.item2}</a:t>
                </a: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863752" y="2769656"/>
                <a:ext cx="7920000" cy="31131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60400" y="3908728"/>
              <a:ext cx="10872922" cy="758330"/>
              <a:chOff x="645979" y="3236835"/>
              <a:chExt cx="10872922" cy="655778"/>
            </a:xfrm>
          </p:grpSpPr>
          <p:sp>
            <p:nvSpPr>
              <p:cNvPr id="38" name="矩形: 圆角 37"/>
              <p:cNvSpPr/>
              <p:nvPr/>
            </p:nvSpPr>
            <p:spPr>
              <a:xfrm>
                <a:off x="728030" y="3290383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645979" y="3236835"/>
                <a:ext cx="2160000" cy="31131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47500" lnSpcReduction="2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 dirty="0">
                    <a:solidFill>
                      <a:srgbClr val="FFFFFF"/>
                    </a:solidFill>
                  </a:rPr>
                  <a:t>{vItem.item3}</a:t>
                </a: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863752" y="3516818"/>
                <a:ext cx="7920000" cy="31131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660400" y="5072233"/>
              <a:ext cx="10872922" cy="758330"/>
              <a:chOff x="645979" y="3983997"/>
              <a:chExt cx="10872922" cy="655778"/>
            </a:xfrm>
          </p:grpSpPr>
          <p:sp>
            <p:nvSpPr>
              <p:cNvPr id="34" name="矩形: 圆角 33"/>
              <p:cNvSpPr/>
              <p:nvPr/>
            </p:nvSpPr>
            <p:spPr>
              <a:xfrm>
                <a:off x="728030" y="4037545"/>
                <a:ext cx="10790871" cy="60223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alpha val="20000"/>
                    </a:schemeClr>
                  </a:gs>
                  <a:gs pos="88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 w="127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/>
              </a:p>
            </p:txBody>
          </p:sp>
          <p:sp>
            <p:nvSpPr>
              <p:cNvPr id="35" name="矩形: 圆角 34"/>
              <p:cNvSpPr/>
              <p:nvPr/>
            </p:nvSpPr>
            <p:spPr>
              <a:xfrm>
                <a:off x="645979" y="3983997"/>
                <a:ext cx="2160000" cy="31131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 fontScale="47500" lnSpcReduction="2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000" b="1" dirty="0">
                    <a:solidFill>
                      <a:srgbClr val="FFFFFF"/>
                    </a:solidFill>
                  </a:rPr>
                  <a:t>{vItem.item4}</a:t>
                </a: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863752" y="4263980"/>
                <a:ext cx="7920000" cy="31131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8664297" y="1384309"/>
              <a:ext cx="3250657" cy="4421226"/>
              <a:chOff x="9681572" y="3676581"/>
              <a:chExt cx="2166532" cy="2946705"/>
            </a:xfrm>
          </p:grpSpPr>
          <p:sp>
            <p:nvSpPr>
              <p:cNvPr id="7" name="任意多边形: 形状 6"/>
              <p:cNvSpPr/>
              <p:nvPr/>
            </p:nvSpPr>
            <p:spPr>
              <a:xfrm rot="20113492">
                <a:off x="9728670" y="4647666"/>
                <a:ext cx="1417314" cy="1786784"/>
              </a:xfrm>
              <a:custGeom>
                <a:avLst/>
                <a:gdLst>
                  <a:gd name="connsiteX0" fmla="*/ 1237459 w 1417314"/>
                  <a:gd name="connsiteY0" fmla="*/ -9 h 1786784"/>
                  <a:gd name="connsiteX1" fmla="*/ 1417318 w 1417314"/>
                  <a:gd name="connsiteY1" fmla="*/ -9 h 1786784"/>
                  <a:gd name="connsiteX2" fmla="*/ 1417318 w 1417314"/>
                  <a:gd name="connsiteY2" fmla="*/ 1786775 h 1786784"/>
                  <a:gd name="connsiteX3" fmla="*/ 1237459 w 1417314"/>
                  <a:gd name="connsiteY3" fmla="*/ 1786775 h 1786784"/>
                  <a:gd name="connsiteX4" fmla="*/ 179864 w 1417314"/>
                  <a:gd name="connsiteY4" fmla="*/ 1786775 h 1786784"/>
                  <a:gd name="connsiteX5" fmla="*/ 4 w 1417314"/>
                  <a:gd name="connsiteY5" fmla="*/ 1786775 h 1786784"/>
                  <a:gd name="connsiteX6" fmla="*/ 4 w 1417314"/>
                  <a:gd name="connsiteY6" fmla="*/ -9 h 1786784"/>
                  <a:gd name="connsiteX7" fmla="*/ 179864 w 1417314"/>
                  <a:gd name="connsiteY7" fmla="*/ -9 h 1786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7314" h="1786784">
                    <a:moveTo>
                      <a:pt x="1237459" y="-9"/>
                    </a:moveTo>
                    <a:cubicBezTo>
                      <a:pt x="1336792" y="-9"/>
                      <a:pt x="1417318" y="-9"/>
                      <a:pt x="1417318" y="-9"/>
                    </a:cubicBezTo>
                    <a:lnTo>
                      <a:pt x="1417318" y="1786775"/>
                    </a:lnTo>
                    <a:cubicBezTo>
                      <a:pt x="1417318" y="1786775"/>
                      <a:pt x="1336793" y="1786775"/>
                      <a:pt x="1237459" y="1786775"/>
                    </a:cubicBezTo>
                    <a:lnTo>
                      <a:pt x="179864" y="1786775"/>
                    </a:lnTo>
                    <a:cubicBezTo>
                      <a:pt x="80530" y="1786775"/>
                      <a:pt x="4" y="1786775"/>
                      <a:pt x="4" y="1786775"/>
                    </a:cubicBezTo>
                    <a:lnTo>
                      <a:pt x="4" y="-9"/>
                    </a:lnTo>
                    <a:cubicBezTo>
                      <a:pt x="4" y="-9"/>
                      <a:pt x="80530" y="-9"/>
                      <a:pt x="179864" y="-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8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" name="任意多边形: 形状 7"/>
              <p:cNvSpPr/>
              <p:nvPr/>
            </p:nvSpPr>
            <p:spPr>
              <a:xfrm rot="20098199">
                <a:off x="9722586" y="4618758"/>
                <a:ext cx="1414135" cy="1782776"/>
              </a:xfrm>
              <a:custGeom>
                <a:avLst/>
                <a:gdLst>
                  <a:gd name="connsiteX0" fmla="*/ 1234684 w 1414135"/>
                  <a:gd name="connsiteY0" fmla="*/ -10 h 1782776"/>
                  <a:gd name="connsiteX1" fmla="*/ 1414140 w 1414135"/>
                  <a:gd name="connsiteY1" fmla="*/ -10 h 1782776"/>
                  <a:gd name="connsiteX2" fmla="*/ 1414140 w 1414135"/>
                  <a:gd name="connsiteY2" fmla="*/ 1782767 h 1782776"/>
                  <a:gd name="connsiteX3" fmla="*/ 1234684 w 1414135"/>
                  <a:gd name="connsiteY3" fmla="*/ 1782767 h 1782776"/>
                  <a:gd name="connsiteX4" fmla="*/ 179460 w 1414135"/>
                  <a:gd name="connsiteY4" fmla="*/ 1782767 h 1782776"/>
                  <a:gd name="connsiteX5" fmla="*/ 4 w 1414135"/>
                  <a:gd name="connsiteY5" fmla="*/ 1782767 h 1782776"/>
                  <a:gd name="connsiteX6" fmla="*/ 4 w 1414135"/>
                  <a:gd name="connsiteY6" fmla="*/ -10 h 1782776"/>
                  <a:gd name="connsiteX7" fmla="*/ 179460 w 1414135"/>
                  <a:gd name="connsiteY7" fmla="*/ -10 h 1782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4135" h="1782776">
                    <a:moveTo>
                      <a:pt x="1234684" y="-10"/>
                    </a:moveTo>
                    <a:cubicBezTo>
                      <a:pt x="1333795" y="-10"/>
                      <a:pt x="1414140" y="-10"/>
                      <a:pt x="1414140" y="-10"/>
                    </a:cubicBezTo>
                    <a:lnTo>
                      <a:pt x="1414140" y="1782767"/>
                    </a:lnTo>
                    <a:cubicBezTo>
                      <a:pt x="1414140" y="1782767"/>
                      <a:pt x="1333795" y="1782767"/>
                      <a:pt x="1234684" y="1782767"/>
                    </a:cubicBezTo>
                    <a:lnTo>
                      <a:pt x="179460" y="1782767"/>
                    </a:lnTo>
                    <a:cubicBezTo>
                      <a:pt x="80350" y="1782767"/>
                      <a:pt x="4" y="1782767"/>
                      <a:pt x="4" y="1782767"/>
                    </a:cubicBezTo>
                    <a:lnTo>
                      <a:pt x="4" y="-10"/>
                    </a:lnTo>
                    <a:cubicBezTo>
                      <a:pt x="4" y="-10"/>
                      <a:pt x="80350" y="-10"/>
                      <a:pt x="179460" y="-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9681572" y="4742803"/>
                <a:ext cx="1495972" cy="1535214"/>
              </a:xfrm>
              <a:custGeom>
                <a:avLst/>
                <a:gdLst>
                  <a:gd name="connsiteX0" fmla="*/ 4 w 1495972"/>
                  <a:gd name="connsiteY0" fmla="*/ 464846 h 1535214"/>
                  <a:gd name="connsiteX1" fmla="*/ 996202 w 1495972"/>
                  <a:gd name="connsiteY1" fmla="*/ -10 h 1535214"/>
                  <a:gd name="connsiteX2" fmla="*/ 83246 w 1495972"/>
                  <a:gd name="connsiteY2" fmla="*/ 643221 h 1535214"/>
                  <a:gd name="connsiteX3" fmla="*/ 1079552 w 1495972"/>
                  <a:gd name="connsiteY3" fmla="*/ 178365 h 1535214"/>
                  <a:gd name="connsiteX4" fmla="*/ 166596 w 1495972"/>
                  <a:gd name="connsiteY4" fmla="*/ 821596 h 1535214"/>
                  <a:gd name="connsiteX5" fmla="*/ 1162793 w 1495972"/>
                  <a:gd name="connsiteY5" fmla="*/ 356740 h 1535214"/>
                  <a:gd name="connsiteX6" fmla="*/ 249838 w 1495972"/>
                  <a:gd name="connsiteY6" fmla="*/ 999971 h 1535214"/>
                  <a:gd name="connsiteX7" fmla="*/ 1246035 w 1495972"/>
                  <a:gd name="connsiteY7" fmla="*/ 535115 h 1535214"/>
                  <a:gd name="connsiteX8" fmla="*/ 333620 w 1495972"/>
                  <a:gd name="connsiteY8" fmla="*/ 1178455 h 1535214"/>
                  <a:gd name="connsiteX9" fmla="*/ 1329926 w 1495972"/>
                  <a:gd name="connsiteY9" fmla="*/ 713598 h 1535214"/>
                  <a:gd name="connsiteX10" fmla="*/ 416429 w 1495972"/>
                  <a:gd name="connsiteY10" fmla="*/ 1356722 h 1535214"/>
                  <a:gd name="connsiteX11" fmla="*/ 1412627 w 1495972"/>
                  <a:gd name="connsiteY11" fmla="*/ 891865 h 1535214"/>
                  <a:gd name="connsiteX12" fmla="*/ 499671 w 1495972"/>
                  <a:gd name="connsiteY12" fmla="*/ 1535205 h 1535214"/>
                  <a:gd name="connsiteX13" fmla="*/ 1495977 w 1495972"/>
                  <a:gd name="connsiteY13" fmla="*/ 1070348 h 1535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5972" h="1535214">
                    <a:moveTo>
                      <a:pt x="4" y="464846"/>
                    </a:moveTo>
                    <a:lnTo>
                      <a:pt x="996202" y="-10"/>
                    </a:lnTo>
                    <a:moveTo>
                      <a:pt x="83246" y="643221"/>
                    </a:moveTo>
                    <a:lnTo>
                      <a:pt x="1079552" y="178365"/>
                    </a:lnTo>
                    <a:moveTo>
                      <a:pt x="166596" y="821596"/>
                    </a:moveTo>
                    <a:lnTo>
                      <a:pt x="1162793" y="356740"/>
                    </a:lnTo>
                    <a:moveTo>
                      <a:pt x="249838" y="999971"/>
                    </a:moveTo>
                    <a:lnTo>
                      <a:pt x="1246035" y="535115"/>
                    </a:lnTo>
                    <a:moveTo>
                      <a:pt x="333620" y="1178455"/>
                    </a:moveTo>
                    <a:lnTo>
                      <a:pt x="1329926" y="713598"/>
                    </a:lnTo>
                    <a:moveTo>
                      <a:pt x="416429" y="1356722"/>
                    </a:moveTo>
                    <a:lnTo>
                      <a:pt x="1412627" y="891865"/>
                    </a:lnTo>
                    <a:moveTo>
                      <a:pt x="499671" y="1535205"/>
                    </a:moveTo>
                    <a:lnTo>
                      <a:pt x="1495977" y="1070348"/>
                    </a:lnTo>
                  </a:path>
                </a:pathLst>
              </a:custGeom>
              <a:noFill/>
              <a:ln w="16279" cap="rnd">
                <a:solidFill>
                  <a:srgbClr val="B7D0F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0214124" y="4686286"/>
                <a:ext cx="1633980" cy="1937000"/>
              </a:xfrm>
              <a:custGeom>
                <a:avLst/>
                <a:gdLst>
                  <a:gd name="connsiteX0" fmla="*/ 1190880 w 1633980"/>
                  <a:gd name="connsiteY0" fmla="*/ 1934527 h 1937000"/>
                  <a:gd name="connsiteX1" fmla="*/ 149927 w 1633980"/>
                  <a:gd name="connsiteY1" fmla="*/ 1761016 h 1937000"/>
                  <a:gd name="connsiteX2" fmla="*/ 2470 w 1633980"/>
                  <a:gd name="connsiteY2" fmla="*/ 1554534 h 1937000"/>
                  <a:gd name="connsiteX3" fmla="*/ 236628 w 1633980"/>
                  <a:gd name="connsiteY3" fmla="*/ 149911 h 1937000"/>
                  <a:gd name="connsiteX4" fmla="*/ 443111 w 1633980"/>
                  <a:gd name="connsiteY4" fmla="*/ 2455 h 1937000"/>
                  <a:gd name="connsiteX5" fmla="*/ 1484064 w 1633980"/>
                  <a:gd name="connsiteY5" fmla="*/ 176073 h 1937000"/>
                  <a:gd name="connsiteX6" fmla="*/ 1631521 w 1633980"/>
                  <a:gd name="connsiteY6" fmla="*/ 382556 h 1937000"/>
                  <a:gd name="connsiteX7" fmla="*/ 1397363 w 1633980"/>
                  <a:gd name="connsiteY7" fmla="*/ 1787070 h 1937000"/>
                  <a:gd name="connsiteX8" fmla="*/ 1190880 w 1633980"/>
                  <a:gd name="connsiteY8" fmla="*/ 1934527 h 193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3980" h="1937000">
                    <a:moveTo>
                      <a:pt x="1190880" y="1934527"/>
                    </a:moveTo>
                    <a:lnTo>
                      <a:pt x="149927" y="1761016"/>
                    </a:lnTo>
                    <a:cubicBezTo>
                      <a:pt x="52202" y="1744692"/>
                      <a:pt x="-13805" y="1652261"/>
                      <a:pt x="2470" y="1554534"/>
                    </a:cubicBezTo>
                    <a:lnTo>
                      <a:pt x="236628" y="149911"/>
                    </a:lnTo>
                    <a:cubicBezTo>
                      <a:pt x="252949" y="52183"/>
                      <a:pt x="345378" y="-13815"/>
                      <a:pt x="443111" y="2455"/>
                    </a:cubicBezTo>
                    <a:lnTo>
                      <a:pt x="1484064" y="176073"/>
                    </a:lnTo>
                    <a:cubicBezTo>
                      <a:pt x="1581792" y="192397"/>
                      <a:pt x="1647791" y="284828"/>
                      <a:pt x="1631521" y="382556"/>
                    </a:cubicBezTo>
                    <a:lnTo>
                      <a:pt x="1397363" y="1787070"/>
                    </a:lnTo>
                    <a:cubicBezTo>
                      <a:pt x="1381039" y="1884798"/>
                      <a:pt x="1288608" y="1950797"/>
                      <a:pt x="1190880" y="19345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 rot="550833">
                <a:off x="10316321" y="4741405"/>
                <a:ext cx="1418160" cy="1787851"/>
              </a:xfrm>
              <a:custGeom>
                <a:avLst/>
                <a:gdLst>
                  <a:gd name="connsiteX0" fmla="*/ 1238199 w 1418160"/>
                  <a:gd name="connsiteY0" fmla="*/ -10 h 1787851"/>
                  <a:gd name="connsiteX1" fmla="*/ 1418166 w 1418160"/>
                  <a:gd name="connsiteY1" fmla="*/ -10 h 1787851"/>
                  <a:gd name="connsiteX2" fmla="*/ 1418166 w 1418160"/>
                  <a:gd name="connsiteY2" fmla="*/ 1787841 h 1787851"/>
                  <a:gd name="connsiteX3" fmla="*/ 1238199 w 1418160"/>
                  <a:gd name="connsiteY3" fmla="*/ 1787841 h 1787851"/>
                  <a:gd name="connsiteX4" fmla="*/ 179972 w 1418160"/>
                  <a:gd name="connsiteY4" fmla="*/ 1787841 h 1787851"/>
                  <a:gd name="connsiteX5" fmla="*/ 6 w 1418160"/>
                  <a:gd name="connsiteY5" fmla="*/ 1787841 h 1787851"/>
                  <a:gd name="connsiteX6" fmla="*/ 6 w 1418160"/>
                  <a:gd name="connsiteY6" fmla="*/ -10 h 1787851"/>
                  <a:gd name="connsiteX7" fmla="*/ 179972 w 1418160"/>
                  <a:gd name="connsiteY7" fmla="*/ -10 h 178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8160" h="1787851">
                    <a:moveTo>
                      <a:pt x="1238199" y="-10"/>
                    </a:moveTo>
                    <a:cubicBezTo>
                      <a:pt x="1337592" y="-10"/>
                      <a:pt x="1418166" y="-10"/>
                      <a:pt x="1418166" y="-10"/>
                    </a:cubicBezTo>
                    <a:lnTo>
                      <a:pt x="1418166" y="1787841"/>
                    </a:lnTo>
                    <a:cubicBezTo>
                      <a:pt x="1418166" y="1787841"/>
                      <a:pt x="1337592" y="1787841"/>
                      <a:pt x="1238199" y="1787841"/>
                    </a:cubicBezTo>
                    <a:lnTo>
                      <a:pt x="179972" y="1787841"/>
                    </a:lnTo>
                    <a:cubicBezTo>
                      <a:pt x="80579" y="1787841"/>
                      <a:pt x="6" y="1787841"/>
                      <a:pt x="6" y="1787841"/>
                    </a:cubicBezTo>
                    <a:lnTo>
                      <a:pt x="6" y="-10"/>
                    </a:lnTo>
                    <a:cubicBezTo>
                      <a:pt x="6" y="-10"/>
                      <a:pt x="80580" y="-10"/>
                      <a:pt x="179972" y="-1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0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10371938" y="4961502"/>
                <a:ext cx="1278246" cy="1346028"/>
              </a:xfrm>
              <a:custGeom>
                <a:avLst/>
                <a:gdLst>
                  <a:gd name="connsiteX0" fmla="*/ 193839 w 1278246"/>
                  <a:gd name="connsiteY0" fmla="*/ -10 h 1346028"/>
                  <a:gd name="connsiteX1" fmla="*/ 1278251 w 1278246"/>
                  <a:gd name="connsiteY1" fmla="*/ 180852 h 1346028"/>
                  <a:gd name="connsiteX2" fmla="*/ 161407 w 1278246"/>
                  <a:gd name="connsiteY2" fmla="*/ 194149 h 1346028"/>
                  <a:gd name="connsiteX3" fmla="*/ 1245927 w 1278246"/>
                  <a:gd name="connsiteY3" fmla="*/ 375010 h 1346028"/>
                  <a:gd name="connsiteX4" fmla="*/ 129083 w 1278246"/>
                  <a:gd name="connsiteY4" fmla="*/ 388415 h 1346028"/>
                  <a:gd name="connsiteX5" fmla="*/ 1213495 w 1278246"/>
                  <a:gd name="connsiteY5" fmla="*/ 569277 h 1346028"/>
                  <a:gd name="connsiteX6" fmla="*/ 96651 w 1278246"/>
                  <a:gd name="connsiteY6" fmla="*/ 582574 h 1346028"/>
                  <a:gd name="connsiteX7" fmla="*/ 1181172 w 1278246"/>
                  <a:gd name="connsiteY7" fmla="*/ 763435 h 1346028"/>
                  <a:gd name="connsiteX8" fmla="*/ 64868 w 1278246"/>
                  <a:gd name="connsiteY8" fmla="*/ 776841 h 1346028"/>
                  <a:gd name="connsiteX9" fmla="*/ 1149280 w 1278246"/>
                  <a:gd name="connsiteY9" fmla="*/ 957594 h 1346028"/>
                  <a:gd name="connsiteX10" fmla="*/ 32436 w 1278246"/>
                  <a:gd name="connsiteY10" fmla="*/ 970999 h 1346028"/>
                  <a:gd name="connsiteX11" fmla="*/ 1116957 w 1278246"/>
                  <a:gd name="connsiteY11" fmla="*/ 1151861 h 1346028"/>
                  <a:gd name="connsiteX12" fmla="*/ 4 w 1278246"/>
                  <a:gd name="connsiteY12" fmla="*/ 1165266 h 1346028"/>
                  <a:gd name="connsiteX13" fmla="*/ 1084525 w 1278246"/>
                  <a:gd name="connsiteY13" fmla="*/ 1346019 h 1346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8246" h="1346028">
                    <a:moveTo>
                      <a:pt x="193839" y="-10"/>
                    </a:moveTo>
                    <a:lnTo>
                      <a:pt x="1278251" y="180852"/>
                    </a:lnTo>
                    <a:moveTo>
                      <a:pt x="161407" y="194149"/>
                    </a:moveTo>
                    <a:lnTo>
                      <a:pt x="1245927" y="375010"/>
                    </a:lnTo>
                    <a:moveTo>
                      <a:pt x="129083" y="388415"/>
                    </a:moveTo>
                    <a:lnTo>
                      <a:pt x="1213495" y="569277"/>
                    </a:lnTo>
                    <a:moveTo>
                      <a:pt x="96651" y="582574"/>
                    </a:moveTo>
                    <a:lnTo>
                      <a:pt x="1181172" y="763435"/>
                    </a:lnTo>
                    <a:moveTo>
                      <a:pt x="64868" y="776841"/>
                    </a:moveTo>
                    <a:lnTo>
                      <a:pt x="1149280" y="957594"/>
                    </a:lnTo>
                    <a:moveTo>
                      <a:pt x="32436" y="970999"/>
                    </a:moveTo>
                    <a:lnTo>
                      <a:pt x="1116957" y="1151861"/>
                    </a:lnTo>
                    <a:moveTo>
                      <a:pt x="4" y="1165266"/>
                    </a:moveTo>
                    <a:lnTo>
                      <a:pt x="1084525" y="1346019"/>
                    </a:lnTo>
                  </a:path>
                </a:pathLst>
              </a:custGeom>
              <a:noFill/>
              <a:ln w="16279" cap="rnd">
                <a:solidFill>
                  <a:srgbClr val="F5F5F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 rot="16764000">
                <a:off x="10149493" y="3861125"/>
                <a:ext cx="1340515" cy="1340515"/>
              </a:xfrm>
              <a:custGeom>
                <a:avLst/>
                <a:gdLst>
                  <a:gd name="connsiteX0" fmla="*/ 1340520 w 1340515"/>
                  <a:gd name="connsiteY0" fmla="*/ 670248 h 1340515"/>
                  <a:gd name="connsiteX1" fmla="*/ 670262 w 1340515"/>
                  <a:gd name="connsiteY1" fmla="*/ 1340505 h 1340515"/>
                  <a:gd name="connsiteX2" fmla="*/ 4 w 1340515"/>
                  <a:gd name="connsiteY2" fmla="*/ 670248 h 1340515"/>
                  <a:gd name="connsiteX3" fmla="*/ 670262 w 1340515"/>
                  <a:gd name="connsiteY3" fmla="*/ -10 h 1340515"/>
                  <a:gd name="connsiteX4" fmla="*/ 1340520 w 1340515"/>
                  <a:gd name="connsiteY4" fmla="*/ 67024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20" y="670248"/>
                    </a:moveTo>
                    <a:cubicBezTo>
                      <a:pt x="1340520" y="1040421"/>
                      <a:pt x="1040435" y="1340505"/>
                      <a:pt x="670262" y="1340505"/>
                    </a:cubicBezTo>
                    <a:cubicBezTo>
                      <a:pt x="300089" y="1340505"/>
                      <a:pt x="4" y="1040421"/>
                      <a:pt x="4" y="670248"/>
                    </a:cubicBezTo>
                    <a:cubicBezTo>
                      <a:pt x="4" y="300075"/>
                      <a:pt x="300089" y="-10"/>
                      <a:pt x="670262" y="-10"/>
                    </a:cubicBezTo>
                    <a:cubicBezTo>
                      <a:pt x="1040435" y="-10"/>
                      <a:pt x="1340520" y="300075"/>
                      <a:pt x="1340520" y="6702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10077673" y="3789200"/>
                <a:ext cx="1340515" cy="1340515"/>
              </a:xfrm>
              <a:custGeom>
                <a:avLst/>
                <a:gdLst>
                  <a:gd name="connsiteX0" fmla="*/ 1340516 w 1340515"/>
                  <a:gd name="connsiteY0" fmla="*/ 670258 h 1340515"/>
                  <a:gd name="connsiteX1" fmla="*/ 670258 w 1340515"/>
                  <a:gd name="connsiteY1" fmla="*/ 1340515 h 1340515"/>
                  <a:gd name="connsiteX2" fmla="*/ 0 w 1340515"/>
                  <a:gd name="connsiteY2" fmla="*/ 670258 h 1340515"/>
                  <a:gd name="connsiteX3" fmla="*/ 670258 w 1340515"/>
                  <a:gd name="connsiteY3" fmla="*/ 0 h 1340515"/>
                  <a:gd name="connsiteX4" fmla="*/ 1340516 w 1340515"/>
                  <a:gd name="connsiteY4" fmla="*/ 67025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16" y="670258"/>
                    </a:moveTo>
                    <a:cubicBezTo>
                      <a:pt x="1340516" y="1040431"/>
                      <a:pt x="1040431" y="1340515"/>
                      <a:pt x="670258" y="1340515"/>
                    </a:cubicBezTo>
                    <a:cubicBezTo>
                      <a:pt x="300085" y="1340515"/>
                      <a:pt x="0" y="1040431"/>
                      <a:pt x="0" y="670258"/>
                    </a:cubicBezTo>
                    <a:cubicBezTo>
                      <a:pt x="0" y="300085"/>
                      <a:pt x="300085" y="0"/>
                      <a:pt x="670258" y="0"/>
                    </a:cubicBezTo>
                    <a:cubicBezTo>
                      <a:pt x="1040431" y="0"/>
                      <a:pt x="1340516" y="300085"/>
                      <a:pt x="1340516" y="670258"/>
                    </a:cubicBezTo>
                    <a:close/>
                  </a:path>
                </a:pathLst>
              </a:custGeom>
              <a:solidFill>
                <a:srgbClr val="F6C94C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 rot="16762802">
                <a:off x="10152740" y="3864151"/>
                <a:ext cx="1190464" cy="1190464"/>
              </a:xfrm>
              <a:custGeom>
                <a:avLst/>
                <a:gdLst>
                  <a:gd name="connsiteX0" fmla="*/ 1190469 w 1190464"/>
                  <a:gd name="connsiteY0" fmla="*/ 595222 h 1190464"/>
                  <a:gd name="connsiteX1" fmla="*/ 595236 w 1190464"/>
                  <a:gd name="connsiteY1" fmla="*/ 1190454 h 1190464"/>
                  <a:gd name="connsiteX2" fmla="*/ 4 w 1190464"/>
                  <a:gd name="connsiteY2" fmla="*/ 595222 h 1190464"/>
                  <a:gd name="connsiteX3" fmla="*/ 595236 w 1190464"/>
                  <a:gd name="connsiteY3" fmla="*/ -10 h 1190464"/>
                  <a:gd name="connsiteX4" fmla="*/ 1190469 w 1190464"/>
                  <a:gd name="connsiteY4" fmla="*/ 595222 h 1190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0464" h="1190464">
                    <a:moveTo>
                      <a:pt x="1190469" y="595222"/>
                    </a:moveTo>
                    <a:cubicBezTo>
                      <a:pt x="1190469" y="923960"/>
                      <a:pt x="923974" y="1190454"/>
                      <a:pt x="595236" y="1190454"/>
                    </a:cubicBezTo>
                    <a:cubicBezTo>
                      <a:pt x="266499" y="1190454"/>
                      <a:pt x="4" y="923960"/>
                      <a:pt x="4" y="595222"/>
                    </a:cubicBezTo>
                    <a:cubicBezTo>
                      <a:pt x="4" y="266485"/>
                      <a:pt x="266499" y="-10"/>
                      <a:pt x="595236" y="-10"/>
                    </a:cubicBezTo>
                    <a:cubicBezTo>
                      <a:pt x="923974" y="-10"/>
                      <a:pt x="1190469" y="266485"/>
                      <a:pt x="1190469" y="595222"/>
                    </a:cubicBezTo>
                    <a:close/>
                  </a:path>
                </a:pathLst>
              </a:custGeom>
              <a:solidFill>
                <a:srgbClr val="682D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10256771" y="3676581"/>
                <a:ext cx="428674" cy="798010"/>
              </a:xfrm>
              <a:custGeom>
                <a:avLst/>
                <a:gdLst>
                  <a:gd name="connsiteX0" fmla="*/ 390409 w 428674"/>
                  <a:gd name="connsiteY0" fmla="*/ 798001 h 798010"/>
                  <a:gd name="connsiteX1" fmla="*/ 66091 w 428674"/>
                  <a:gd name="connsiteY1" fmla="*/ 457899 h 798010"/>
                  <a:gd name="connsiteX2" fmla="*/ 58740 w 428674"/>
                  <a:gd name="connsiteY2" fmla="*/ 77042 h 798010"/>
                  <a:gd name="connsiteX3" fmla="*/ 265547 w 428674"/>
                  <a:gd name="connsiteY3" fmla="*/ 7205 h 798010"/>
                  <a:gd name="connsiteX4" fmla="*/ 360464 w 428674"/>
                  <a:gd name="connsiteY4" fmla="*/ 133473 h 798010"/>
                  <a:gd name="connsiteX5" fmla="*/ 391923 w 428674"/>
                  <a:gd name="connsiteY5" fmla="*/ 368928 h 798010"/>
                  <a:gd name="connsiteX6" fmla="*/ 428679 w 428674"/>
                  <a:gd name="connsiteY6" fmla="*/ 779731 h 798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674" h="798010">
                    <a:moveTo>
                      <a:pt x="390409" y="798001"/>
                    </a:moveTo>
                    <a:cubicBezTo>
                      <a:pt x="254934" y="714312"/>
                      <a:pt x="143253" y="597195"/>
                      <a:pt x="66091" y="457899"/>
                    </a:cubicBezTo>
                    <a:cubicBezTo>
                      <a:pt x="-1584" y="336496"/>
                      <a:pt x="-37259" y="190012"/>
                      <a:pt x="58740" y="77042"/>
                    </a:cubicBezTo>
                    <a:cubicBezTo>
                      <a:pt x="102955" y="24826"/>
                      <a:pt x="191494" y="-17443"/>
                      <a:pt x="265547" y="7205"/>
                    </a:cubicBezTo>
                    <a:cubicBezTo>
                      <a:pt x="327383" y="27637"/>
                      <a:pt x="349437" y="83528"/>
                      <a:pt x="360464" y="133473"/>
                    </a:cubicBezTo>
                    <a:cubicBezTo>
                      <a:pt x="376053" y="211192"/>
                      <a:pt x="386561" y="289843"/>
                      <a:pt x="391923" y="368928"/>
                    </a:cubicBezTo>
                    <a:cubicBezTo>
                      <a:pt x="404171" y="505863"/>
                      <a:pt x="416430" y="642796"/>
                      <a:pt x="428679" y="779731"/>
                    </a:cubicBezTo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10747931" y="3742038"/>
                <a:ext cx="517477" cy="667042"/>
              </a:xfrm>
              <a:custGeom>
                <a:avLst/>
                <a:gdLst>
                  <a:gd name="connsiteX0" fmla="*/ 4 w 517477"/>
                  <a:gd name="connsiteY0" fmla="*/ 646817 h 667042"/>
                  <a:gd name="connsiteX1" fmla="*/ 187677 w 517477"/>
                  <a:gd name="connsiteY1" fmla="*/ 108232 h 667042"/>
                  <a:gd name="connsiteX2" fmla="*/ 358052 w 517477"/>
                  <a:gd name="connsiteY2" fmla="*/ 126 h 667042"/>
                  <a:gd name="connsiteX3" fmla="*/ 475455 w 517477"/>
                  <a:gd name="connsiteY3" fmla="*/ 71692 h 667042"/>
                  <a:gd name="connsiteX4" fmla="*/ 491238 w 517477"/>
                  <a:gd name="connsiteY4" fmla="*/ 309526 h 667042"/>
                  <a:gd name="connsiteX5" fmla="*/ 302377 w 517477"/>
                  <a:gd name="connsiteY5" fmla="*/ 472442 h 667042"/>
                  <a:gd name="connsiteX6" fmla="*/ 59571 w 517477"/>
                  <a:gd name="connsiteY6" fmla="*/ 667032 h 667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7477" h="667042">
                    <a:moveTo>
                      <a:pt x="4" y="646817"/>
                    </a:moveTo>
                    <a:cubicBezTo>
                      <a:pt x="5269" y="452184"/>
                      <a:pt x="70846" y="263987"/>
                      <a:pt x="187677" y="108232"/>
                    </a:cubicBezTo>
                    <a:cubicBezTo>
                      <a:pt x="229838" y="52233"/>
                      <a:pt x="287999" y="-3117"/>
                      <a:pt x="358052" y="126"/>
                    </a:cubicBezTo>
                    <a:cubicBezTo>
                      <a:pt x="405618" y="2072"/>
                      <a:pt x="449077" y="32558"/>
                      <a:pt x="475455" y="71692"/>
                    </a:cubicBezTo>
                    <a:cubicBezTo>
                      <a:pt x="521724" y="141096"/>
                      <a:pt x="533832" y="235257"/>
                      <a:pt x="491238" y="309526"/>
                    </a:cubicBezTo>
                    <a:cubicBezTo>
                      <a:pt x="448645" y="383795"/>
                      <a:pt x="367998" y="422064"/>
                      <a:pt x="302377" y="472442"/>
                    </a:cubicBezTo>
                    <a:cubicBezTo>
                      <a:pt x="220325" y="535359"/>
                      <a:pt x="141299" y="603466"/>
                      <a:pt x="59571" y="667032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9899618" y="4166353"/>
                <a:ext cx="788314" cy="454723"/>
              </a:xfrm>
              <a:custGeom>
                <a:avLst/>
                <a:gdLst>
                  <a:gd name="connsiteX0" fmla="*/ 782481 w 788314"/>
                  <a:gd name="connsiteY0" fmla="*/ 310932 h 454723"/>
                  <a:gd name="connsiteX1" fmla="*/ 246707 w 788314"/>
                  <a:gd name="connsiteY1" fmla="*/ 11478 h 454723"/>
                  <a:gd name="connsiteX2" fmla="*/ 73737 w 788314"/>
                  <a:gd name="connsiteY2" fmla="*/ 22289 h 454723"/>
                  <a:gd name="connsiteX3" fmla="*/ 15144 w 788314"/>
                  <a:gd name="connsiteY3" fmla="*/ 250933 h 454723"/>
                  <a:gd name="connsiteX4" fmla="*/ 368867 w 788314"/>
                  <a:gd name="connsiteY4" fmla="*/ 454713 h 454723"/>
                  <a:gd name="connsiteX5" fmla="*/ 788318 w 788314"/>
                  <a:gd name="connsiteY5" fmla="*/ 353310 h 454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8314" h="454723">
                    <a:moveTo>
                      <a:pt x="782481" y="310932"/>
                    </a:moveTo>
                    <a:cubicBezTo>
                      <a:pt x="605727" y="205853"/>
                      <a:pt x="446055" y="61531"/>
                      <a:pt x="246707" y="11478"/>
                    </a:cubicBezTo>
                    <a:cubicBezTo>
                      <a:pt x="189194" y="-3008"/>
                      <a:pt x="124763" y="-8089"/>
                      <a:pt x="73737" y="22289"/>
                    </a:cubicBezTo>
                    <a:cubicBezTo>
                      <a:pt x="333" y="66288"/>
                      <a:pt x="-16315" y="171043"/>
                      <a:pt x="15144" y="250933"/>
                    </a:cubicBezTo>
                    <a:cubicBezTo>
                      <a:pt x="68332" y="385417"/>
                      <a:pt x="224221" y="454821"/>
                      <a:pt x="368867" y="454713"/>
                    </a:cubicBezTo>
                    <a:cubicBezTo>
                      <a:pt x="513513" y="454605"/>
                      <a:pt x="651456" y="400012"/>
                      <a:pt x="788318" y="35331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10164398" y="4419999"/>
                <a:ext cx="642450" cy="741067"/>
              </a:xfrm>
              <a:custGeom>
                <a:avLst/>
                <a:gdLst>
                  <a:gd name="connsiteX0" fmla="*/ 534241 w 642450"/>
                  <a:gd name="connsiteY0" fmla="*/ 518683 h 741067"/>
                  <a:gd name="connsiteX1" fmla="*/ 550997 w 642450"/>
                  <a:gd name="connsiteY1" fmla="*/ 287985 h 741067"/>
                  <a:gd name="connsiteX2" fmla="*/ 642455 w 642450"/>
                  <a:gd name="connsiteY2" fmla="*/ 21611 h 741067"/>
                  <a:gd name="connsiteX3" fmla="*/ 596077 w 642450"/>
                  <a:gd name="connsiteY3" fmla="*/ -10 h 741067"/>
                  <a:gd name="connsiteX4" fmla="*/ 32304 w 642450"/>
                  <a:gd name="connsiteY4" fmla="*/ 379767 h 741067"/>
                  <a:gd name="connsiteX5" fmla="*/ 6142 w 642450"/>
                  <a:gd name="connsiteY5" fmla="*/ 556520 h 741067"/>
                  <a:gd name="connsiteX6" fmla="*/ 155977 w 642450"/>
                  <a:gd name="connsiteY6" fmla="*/ 707869 h 741067"/>
                  <a:gd name="connsiteX7" fmla="*/ 417270 w 642450"/>
                  <a:gd name="connsiteY7" fmla="*/ 710355 h 741067"/>
                  <a:gd name="connsiteX8" fmla="*/ 534241 w 642450"/>
                  <a:gd name="connsiteY8" fmla="*/ 518683 h 741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2450" h="741067">
                    <a:moveTo>
                      <a:pt x="534241" y="518683"/>
                    </a:moveTo>
                    <a:cubicBezTo>
                      <a:pt x="548943" y="443009"/>
                      <a:pt x="545051" y="364956"/>
                      <a:pt x="550997" y="287985"/>
                    </a:cubicBezTo>
                    <a:cubicBezTo>
                      <a:pt x="557267" y="201500"/>
                      <a:pt x="613482" y="104204"/>
                      <a:pt x="642455" y="21611"/>
                    </a:cubicBezTo>
                    <a:lnTo>
                      <a:pt x="596077" y="-10"/>
                    </a:lnTo>
                    <a:cubicBezTo>
                      <a:pt x="357595" y="8963"/>
                      <a:pt x="130248" y="162149"/>
                      <a:pt x="32304" y="379767"/>
                    </a:cubicBezTo>
                    <a:cubicBezTo>
                      <a:pt x="7440" y="435225"/>
                      <a:pt x="-9749" y="497819"/>
                      <a:pt x="6142" y="556520"/>
                    </a:cubicBezTo>
                    <a:cubicBezTo>
                      <a:pt x="25385" y="627438"/>
                      <a:pt x="89060" y="677924"/>
                      <a:pt x="155977" y="707869"/>
                    </a:cubicBezTo>
                    <a:cubicBezTo>
                      <a:pt x="238678" y="745166"/>
                      <a:pt x="339758" y="757598"/>
                      <a:pt x="417270" y="710355"/>
                    </a:cubicBezTo>
                    <a:cubicBezTo>
                      <a:pt x="483106" y="670572"/>
                      <a:pt x="519538" y="594466"/>
                      <a:pt x="534241" y="5186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10727283" y="4394161"/>
                <a:ext cx="805172" cy="528739"/>
              </a:xfrm>
              <a:custGeom>
                <a:avLst/>
                <a:gdLst>
                  <a:gd name="connsiteX0" fmla="*/ 797287 w 805172"/>
                  <a:gd name="connsiteY0" fmla="*/ 317930 h 528739"/>
                  <a:gd name="connsiteX1" fmla="*/ 790476 w 805172"/>
                  <a:gd name="connsiteY1" fmla="*/ 298039 h 528739"/>
                  <a:gd name="connsiteX2" fmla="*/ 613290 w 805172"/>
                  <a:gd name="connsiteY2" fmla="*/ 88313 h 528739"/>
                  <a:gd name="connsiteX3" fmla="*/ 332214 w 805172"/>
                  <a:gd name="connsiteY3" fmla="*/ 1828 h 528739"/>
                  <a:gd name="connsiteX4" fmla="*/ 4869 w 805172"/>
                  <a:gd name="connsiteY4" fmla="*/ -10 h 528739"/>
                  <a:gd name="connsiteX5" fmla="*/ 4 w 805172"/>
                  <a:gd name="connsiteY5" fmla="*/ 26044 h 528739"/>
                  <a:gd name="connsiteX6" fmla="*/ 227027 w 805172"/>
                  <a:gd name="connsiteY6" fmla="*/ 304417 h 528739"/>
                  <a:gd name="connsiteX7" fmla="*/ 358376 w 805172"/>
                  <a:gd name="connsiteY7" fmla="*/ 441604 h 528739"/>
                  <a:gd name="connsiteX8" fmla="*/ 687667 w 805172"/>
                  <a:gd name="connsiteY8" fmla="*/ 518035 h 528739"/>
                  <a:gd name="connsiteX9" fmla="*/ 793827 w 805172"/>
                  <a:gd name="connsiteY9" fmla="*/ 429171 h 528739"/>
                  <a:gd name="connsiteX10" fmla="*/ 797287 w 805172"/>
                  <a:gd name="connsiteY10" fmla="*/ 317930 h 528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172" h="528739">
                    <a:moveTo>
                      <a:pt x="797287" y="317930"/>
                    </a:moveTo>
                    <a:cubicBezTo>
                      <a:pt x="795341" y="311228"/>
                      <a:pt x="793071" y="304525"/>
                      <a:pt x="790476" y="298039"/>
                    </a:cubicBezTo>
                    <a:cubicBezTo>
                      <a:pt x="757504" y="213500"/>
                      <a:pt x="688208" y="137825"/>
                      <a:pt x="613290" y="88313"/>
                    </a:cubicBezTo>
                    <a:cubicBezTo>
                      <a:pt x="529054" y="34790"/>
                      <a:pt x="431964" y="4917"/>
                      <a:pt x="332214" y="1828"/>
                    </a:cubicBezTo>
                    <a:cubicBezTo>
                      <a:pt x="222919" y="-3037"/>
                      <a:pt x="112327" y="19774"/>
                      <a:pt x="4869" y="-10"/>
                    </a:cubicBezTo>
                    <a:lnTo>
                      <a:pt x="4" y="26044"/>
                    </a:lnTo>
                    <a:lnTo>
                      <a:pt x="227027" y="304417"/>
                    </a:lnTo>
                    <a:cubicBezTo>
                      <a:pt x="267243" y="353497"/>
                      <a:pt x="307891" y="403118"/>
                      <a:pt x="358376" y="441604"/>
                    </a:cubicBezTo>
                    <a:cubicBezTo>
                      <a:pt x="444861" y="507116"/>
                      <a:pt x="581075" y="549710"/>
                      <a:pt x="687667" y="518035"/>
                    </a:cubicBezTo>
                    <a:cubicBezTo>
                      <a:pt x="733396" y="504413"/>
                      <a:pt x="775341" y="473170"/>
                      <a:pt x="793827" y="429171"/>
                    </a:cubicBezTo>
                    <a:cubicBezTo>
                      <a:pt x="807665" y="393572"/>
                      <a:pt x="808886" y="354319"/>
                      <a:pt x="797287" y="31793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10520109" y="3841818"/>
                <a:ext cx="385598" cy="622197"/>
              </a:xfrm>
              <a:custGeom>
                <a:avLst/>
                <a:gdLst>
                  <a:gd name="connsiteX0" fmla="*/ 373770 w 385598"/>
                  <a:gd name="connsiteY0" fmla="*/ 129315 h 622197"/>
                  <a:gd name="connsiteX1" fmla="*/ 372365 w 385598"/>
                  <a:gd name="connsiteY1" fmla="*/ 124234 h 622197"/>
                  <a:gd name="connsiteX2" fmla="*/ 303609 w 385598"/>
                  <a:gd name="connsiteY2" fmla="*/ 24776 h 622197"/>
                  <a:gd name="connsiteX3" fmla="*/ 34101 w 385598"/>
                  <a:gd name="connsiteY3" fmla="*/ 119044 h 622197"/>
                  <a:gd name="connsiteX4" fmla="*/ 10101 w 385598"/>
                  <a:gd name="connsiteY4" fmla="*/ 342175 h 622197"/>
                  <a:gd name="connsiteX5" fmla="*/ 219394 w 385598"/>
                  <a:gd name="connsiteY5" fmla="*/ 621846 h 622197"/>
                  <a:gd name="connsiteX6" fmla="*/ 312798 w 385598"/>
                  <a:gd name="connsiteY6" fmla="*/ 472551 h 622197"/>
                  <a:gd name="connsiteX7" fmla="*/ 373770 w 385598"/>
                  <a:gd name="connsiteY7" fmla="*/ 129315 h 62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5598" h="622197">
                    <a:moveTo>
                      <a:pt x="373770" y="129315"/>
                    </a:moveTo>
                    <a:cubicBezTo>
                      <a:pt x="373770" y="127585"/>
                      <a:pt x="372797" y="125855"/>
                      <a:pt x="372365" y="124234"/>
                    </a:cubicBezTo>
                    <a:cubicBezTo>
                      <a:pt x="361316" y="84275"/>
                      <a:pt x="337090" y="49225"/>
                      <a:pt x="303609" y="24776"/>
                    </a:cubicBezTo>
                    <a:cubicBezTo>
                      <a:pt x="210097" y="-39223"/>
                      <a:pt x="82748" y="30938"/>
                      <a:pt x="34101" y="119044"/>
                    </a:cubicBezTo>
                    <a:cubicBezTo>
                      <a:pt x="-2872" y="186070"/>
                      <a:pt x="-7953" y="267798"/>
                      <a:pt x="10101" y="342175"/>
                    </a:cubicBezTo>
                    <a:cubicBezTo>
                      <a:pt x="36371" y="450390"/>
                      <a:pt x="219394" y="621522"/>
                      <a:pt x="219394" y="621846"/>
                    </a:cubicBezTo>
                    <a:cubicBezTo>
                      <a:pt x="228367" y="630170"/>
                      <a:pt x="307068" y="483794"/>
                      <a:pt x="312798" y="472551"/>
                    </a:cubicBezTo>
                    <a:cubicBezTo>
                      <a:pt x="365770" y="369526"/>
                      <a:pt x="406742" y="245096"/>
                      <a:pt x="373770" y="12931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0224998" y="4167826"/>
                <a:ext cx="521419" cy="436623"/>
              </a:xfrm>
              <a:custGeom>
                <a:avLst/>
                <a:gdLst>
                  <a:gd name="connsiteX0" fmla="*/ 233429 w 521419"/>
                  <a:gd name="connsiteY0" fmla="*/ 19194 h 436623"/>
                  <a:gd name="connsiteX1" fmla="*/ 92026 w 521419"/>
                  <a:gd name="connsiteY1" fmla="*/ 9140 h 436623"/>
                  <a:gd name="connsiteX2" fmla="*/ 4136 w 521419"/>
                  <a:gd name="connsiteY2" fmla="*/ 123084 h 436623"/>
                  <a:gd name="connsiteX3" fmla="*/ 152674 w 521419"/>
                  <a:gd name="connsiteY3" fmla="*/ 401890 h 436623"/>
                  <a:gd name="connsiteX4" fmla="*/ 267050 w 521419"/>
                  <a:gd name="connsiteY4" fmla="*/ 436484 h 436623"/>
                  <a:gd name="connsiteX5" fmla="*/ 521424 w 521419"/>
                  <a:gd name="connsiteY5" fmla="*/ 301027 h 436623"/>
                  <a:gd name="connsiteX6" fmla="*/ 233429 w 521419"/>
                  <a:gd name="connsiteY6" fmla="*/ 19194 h 436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1419" h="436623">
                    <a:moveTo>
                      <a:pt x="233429" y="19194"/>
                    </a:moveTo>
                    <a:cubicBezTo>
                      <a:pt x="188241" y="2005"/>
                      <a:pt x="136999" y="-8589"/>
                      <a:pt x="92026" y="9140"/>
                    </a:cubicBezTo>
                    <a:cubicBezTo>
                      <a:pt x="47054" y="26870"/>
                      <a:pt x="14190" y="74004"/>
                      <a:pt x="4136" y="123084"/>
                    </a:cubicBezTo>
                    <a:cubicBezTo>
                      <a:pt x="-18674" y="233136"/>
                      <a:pt x="56027" y="344594"/>
                      <a:pt x="152674" y="401890"/>
                    </a:cubicBezTo>
                    <a:cubicBezTo>
                      <a:pt x="187484" y="422430"/>
                      <a:pt x="226727" y="438213"/>
                      <a:pt x="267050" y="436484"/>
                    </a:cubicBezTo>
                    <a:cubicBezTo>
                      <a:pt x="364346" y="432159"/>
                      <a:pt x="429209" y="332810"/>
                      <a:pt x="521424" y="301027"/>
                    </a:cubicBezTo>
                    <a:cubicBezTo>
                      <a:pt x="521316" y="301027"/>
                      <a:pt x="348670" y="63085"/>
                      <a:pt x="233429" y="19194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10740580" y="4153312"/>
                <a:ext cx="574920" cy="417182"/>
              </a:xfrm>
              <a:custGeom>
                <a:avLst/>
                <a:gdLst>
                  <a:gd name="connsiteX0" fmla="*/ 535238 w 574920"/>
                  <a:gd name="connsiteY0" fmla="*/ 75978 h 417182"/>
                  <a:gd name="connsiteX1" fmla="*/ 351457 w 574920"/>
                  <a:gd name="connsiteY1" fmla="*/ 5277 h 417182"/>
                  <a:gd name="connsiteX2" fmla="*/ 263459 w 574920"/>
                  <a:gd name="connsiteY2" fmla="*/ 53924 h 417182"/>
                  <a:gd name="connsiteX3" fmla="*/ 4 w 574920"/>
                  <a:gd name="connsiteY3" fmla="*/ 293379 h 417182"/>
                  <a:gd name="connsiteX4" fmla="*/ 270270 w 574920"/>
                  <a:gd name="connsiteY4" fmla="*/ 401485 h 417182"/>
                  <a:gd name="connsiteX5" fmla="*/ 527238 w 574920"/>
                  <a:gd name="connsiteY5" fmla="*/ 354567 h 417182"/>
                  <a:gd name="connsiteX6" fmla="*/ 565724 w 574920"/>
                  <a:gd name="connsiteY6" fmla="*/ 276515 h 417182"/>
                  <a:gd name="connsiteX7" fmla="*/ 535238 w 574920"/>
                  <a:gd name="connsiteY7" fmla="*/ 75978 h 41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4920" h="417182">
                    <a:moveTo>
                      <a:pt x="535238" y="75978"/>
                    </a:moveTo>
                    <a:cubicBezTo>
                      <a:pt x="494590" y="19222"/>
                      <a:pt x="419132" y="-13426"/>
                      <a:pt x="351457" y="5277"/>
                    </a:cubicBezTo>
                    <a:cubicBezTo>
                      <a:pt x="319425" y="16032"/>
                      <a:pt x="289610" y="32515"/>
                      <a:pt x="263459" y="53924"/>
                    </a:cubicBezTo>
                    <a:cubicBezTo>
                      <a:pt x="167688" y="124527"/>
                      <a:pt x="79408" y="204766"/>
                      <a:pt x="4" y="293379"/>
                    </a:cubicBezTo>
                    <a:cubicBezTo>
                      <a:pt x="4" y="293379"/>
                      <a:pt x="181623" y="374459"/>
                      <a:pt x="270270" y="401485"/>
                    </a:cubicBezTo>
                    <a:cubicBezTo>
                      <a:pt x="358917" y="428512"/>
                      <a:pt x="467888" y="425269"/>
                      <a:pt x="527238" y="354567"/>
                    </a:cubicBezTo>
                    <a:cubicBezTo>
                      <a:pt x="545594" y="331660"/>
                      <a:pt x="558729" y="305022"/>
                      <a:pt x="565724" y="276515"/>
                    </a:cubicBezTo>
                    <a:cubicBezTo>
                      <a:pt x="583885" y="208408"/>
                      <a:pt x="575886" y="132301"/>
                      <a:pt x="535238" y="759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0659478" y="4459457"/>
                <a:ext cx="468375" cy="561722"/>
              </a:xfrm>
              <a:custGeom>
                <a:avLst/>
                <a:gdLst>
                  <a:gd name="connsiteX0" fmla="*/ 81863 w 468375"/>
                  <a:gd name="connsiteY0" fmla="*/ -10 h 561722"/>
                  <a:gd name="connsiteX1" fmla="*/ 9323 w 468375"/>
                  <a:gd name="connsiteY1" fmla="*/ 156420 h 561722"/>
                  <a:gd name="connsiteX2" fmla="*/ 41755 w 468375"/>
                  <a:gd name="connsiteY2" fmla="*/ 433712 h 561722"/>
                  <a:gd name="connsiteX3" fmla="*/ 277210 w 468375"/>
                  <a:gd name="connsiteY3" fmla="*/ 558682 h 561722"/>
                  <a:gd name="connsiteX4" fmla="*/ 443045 w 468375"/>
                  <a:gd name="connsiteY4" fmla="*/ 226040 h 561722"/>
                  <a:gd name="connsiteX5" fmla="*/ 295805 w 468375"/>
                  <a:gd name="connsiteY5" fmla="*/ 98583 h 561722"/>
                  <a:gd name="connsiteX6" fmla="*/ 81863 w 468375"/>
                  <a:gd name="connsiteY6" fmla="*/ -10 h 5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8375" h="561722">
                    <a:moveTo>
                      <a:pt x="81863" y="-10"/>
                    </a:moveTo>
                    <a:cubicBezTo>
                      <a:pt x="38620" y="39773"/>
                      <a:pt x="19702" y="98907"/>
                      <a:pt x="9323" y="156420"/>
                    </a:cubicBezTo>
                    <a:cubicBezTo>
                      <a:pt x="-7541" y="249823"/>
                      <a:pt x="-4190" y="351011"/>
                      <a:pt x="41755" y="433712"/>
                    </a:cubicBezTo>
                    <a:cubicBezTo>
                      <a:pt x="87700" y="516413"/>
                      <a:pt x="183915" y="576088"/>
                      <a:pt x="277210" y="558682"/>
                    </a:cubicBezTo>
                    <a:cubicBezTo>
                      <a:pt x="421640" y="531764"/>
                      <a:pt x="516233" y="356524"/>
                      <a:pt x="443045" y="226040"/>
                    </a:cubicBezTo>
                    <a:cubicBezTo>
                      <a:pt x="410613" y="168636"/>
                      <a:pt x="353966" y="129501"/>
                      <a:pt x="295805" y="98583"/>
                    </a:cubicBezTo>
                    <a:cubicBezTo>
                      <a:pt x="234508" y="66043"/>
                      <a:pt x="81863" y="-10"/>
                      <a:pt x="81863" y="-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E8622747-17A8-598C-3693-C7E09C85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60400" y="1384309"/>
            <a:ext cx="11254554" cy="4421226"/>
            <a:chOff x="645979" y="1646702"/>
            <a:chExt cx="11254554" cy="4421226"/>
          </a:xfrm>
        </p:grpSpPr>
        <p:grpSp>
          <p:nvGrpSpPr>
            <p:cNvPr id="4" name="组合 3"/>
            <p:cNvGrpSpPr/>
            <p:nvPr/>
          </p:nvGrpSpPr>
          <p:grpSpPr>
            <a:xfrm>
              <a:off x="645979" y="1844110"/>
              <a:ext cx="10872922" cy="4214349"/>
              <a:chOff x="645979" y="1844111"/>
              <a:chExt cx="10872922" cy="3644426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645979" y="1844111"/>
                <a:ext cx="10872922" cy="655778"/>
                <a:chOff x="645979" y="1742511"/>
                <a:chExt cx="10872922" cy="655778"/>
              </a:xfrm>
            </p:grpSpPr>
            <p:sp>
              <p:nvSpPr>
                <p:cNvPr id="46" name="矩形: 圆角 45"/>
                <p:cNvSpPr/>
                <p:nvPr/>
              </p:nvSpPr>
              <p:spPr>
                <a:xfrm>
                  <a:off x="728030" y="1796059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" name="矩形: 圆角 46"/>
                <p:cNvSpPr/>
                <p:nvPr/>
              </p:nvSpPr>
              <p:spPr>
                <a:xfrm>
                  <a:off x="645979" y="1742511"/>
                  <a:ext cx="2160000" cy="311316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47500" lnSpcReduction="2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 dirty="0">
                      <a:solidFill>
                        <a:srgbClr val="FFFFFF"/>
                      </a:solidFill>
                    </a:rPr>
                    <a:t>{vItem.item1}</a:t>
                  </a:r>
                </a:p>
              </p:txBody>
            </p:sp>
            <p:sp>
              <p:nvSpPr>
                <p:cNvPr id="49" name="文本框 48"/>
                <p:cNvSpPr txBox="1"/>
                <p:nvPr/>
              </p:nvSpPr>
              <p:spPr>
                <a:xfrm>
                  <a:off x="874487" y="1986557"/>
                  <a:ext cx="7920000" cy="3113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{vItem.item1_Desc}</a:t>
                  </a: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645979" y="2591273"/>
                <a:ext cx="10872922" cy="655778"/>
                <a:chOff x="645979" y="2489673"/>
                <a:chExt cx="10872922" cy="655778"/>
              </a:xfrm>
            </p:grpSpPr>
            <p:sp>
              <p:nvSpPr>
                <p:cNvPr id="42" name="矩形: 圆角 41"/>
                <p:cNvSpPr/>
                <p:nvPr/>
              </p:nvSpPr>
              <p:spPr>
                <a:xfrm>
                  <a:off x="728030" y="2543221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zh-CN" altLang="en-US"/>
                </a:p>
              </p:txBody>
            </p:sp>
            <p:sp>
              <p:nvSpPr>
                <p:cNvPr id="43" name="矩形: 圆角 42"/>
                <p:cNvSpPr/>
                <p:nvPr/>
              </p:nvSpPr>
              <p:spPr>
                <a:xfrm>
                  <a:off x="645979" y="2489673"/>
                  <a:ext cx="2160000" cy="311316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47500" lnSpcReduction="2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 dirty="0">
                      <a:solidFill>
                        <a:srgbClr val="FFFFFF"/>
                      </a:solidFill>
                    </a:rPr>
                    <a:t>{vItem.item2}</a:t>
                  </a:r>
                </a:p>
              </p:txBody>
            </p:sp>
            <p:sp>
              <p:nvSpPr>
                <p:cNvPr id="45" name="文本框 44"/>
                <p:cNvSpPr txBox="1"/>
                <p:nvPr/>
              </p:nvSpPr>
              <p:spPr>
                <a:xfrm>
                  <a:off x="874487" y="2733719"/>
                  <a:ext cx="7920000" cy="3113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{vItem.item2_Desc}</a:t>
                  </a:r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645979" y="3338435"/>
                <a:ext cx="10872922" cy="655778"/>
                <a:chOff x="645979" y="3236835"/>
                <a:chExt cx="10872922" cy="655778"/>
              </a:xfrm>
            </p:grpSpPr>
            <p:sp>
              <p:nvSpPr>
                <p:cNvPr id="38" name="矩形: 圆角 37"/>
                <p:cNvSpPr/>
                <p:nvPr/>
              </p:nvSpPr>
              <p:spPr>
                <a:xfrm>
                  <a:off x="728030" y="3290383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: 圆角 38"/>
                <p:cNvSpPr/>
                <p:nvPr/>
              </p:nvSpPr>
              <p:spPr>
                <a:xfrm>
                  <a:off x="645979" y="3236835"/>
                  <a:ext cx="2160000" cy="311316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47500" lnSpcReduction="2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 dirty="0">
                      <a:solidFill>
                        <a:srgbClr val="FFFFFF"/>
                      </a:solidFill>
                    </a:rPr>
                    <a:t>{vItem.item3}</a:t>
                  </a:r>
                </a:p>
              </p:txBody>
            </p:sp>
            <p:sp>
              <p:nvSpPr>
                <p:cNvPr id="41" name="文本框 40"/>
                <p:cNvSpPr txBox="1"/>
                <p:nvPr/>
              </p:nvSpPr>
              <p:spPr>
                <a:xfrm>
                  <a:off x="874487" y="3480881"/>
                  <a:ext cx="7920000" cy="3113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{vItem.item3_Desc}</a:t>
                  </a:r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45979" y="4085597"/>
                <a:ext cx="10872922" cy="655778"/>
                <a:chOff x="645979" y="3983997"/>
                <a:chExt cx="10872922" cy="655778"/>
              </a:xfrm>
            </p:grpSpPr>
            <p:sp>
              <p:nvSpPr>
                <p:cNvPr id="34" name="矩形: 圆角 33"/>
                <p:cNvSpPr/>
                <p:nvPr/>
              </p:nvSpPr>
              <p:spPr>
                <a:xfrm>
                  <a:off x="728030" y="4037545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zh-CN" altLang="en-US"/>
                </a:p>
              </p:txBody>
            </p:sp>
            <p:sp>
              <p:nvSpPr>
                <p:cNvPr id="35" name="矩形: 圆角 34"/>
                <p:cNvSpPr/>
                <p:nvPr/>
              </p:nvSpPr>
              <p:spPr>
                <a:xfrm>
                  <a:off x="645979" y="3983997"/>
                  <a:ext cx="2160000" cy="311316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47500" lnSpcReduction="2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 dirty="0">
                      <a:solidFill>
                        <a:srgbClr val="FFFFFF"/>
                      </a:solidFill>
                    </a:rPr>
                    <a:t>{vItem.item4}</a:t>
                  </a:r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874487" y="4228043"/>
                  <a:ext cx="7920000" cy="3113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{vItem.item4_Desc}</a:t>
                  </a:r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645979" y="4832759"/>
                <a:ext cx="10872922" cy="655778"/>
                <a:chOff x="645979" y="4731159"/>
                <a:chExt cx="10872922" cy="655778"/>
              </a:xfrm>
            </p:grpSpPr>
            <p:sp>
              <p:nvSpPr>
                <p:cNvPr id="30" name="矩形: 圆角 29"/>
                <p:cNvSpPr/>
                <p:nvPr/>
              </p:nvSpPr>
              <p:spPr>
                <a:xfrm>
                  <a:off x="728030" y="4784707"/>
                  <a:ext cx="10790871" cy="60223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: 圆角 30"/>
                <p:cNvSpPr/>
                <p:nvPr/>
              </p:nvSpPr>
              <p:spPr>
                <a:xfrm>
                  <a:off x="645979" y="4731159"/>
                  <a:ext cx="2160000" cy="311316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 fontScale="47500" lnSpcReduction="20000"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3000" b="1" dirty="0">
                      <a:solidFill>
                        <a:srgbClr val="FFFFFF"/>
                      </a:solidFill>
                    </a:rPr>
                    <a:t>{vItem.item5}</a:t>
                  </a:r>
                </a:p>
              </p:txBody>
            </p:sp>
            <p:sp>
              <p:nvSpPr>
                <p:cNvPr id="33" name="文本框 32"/>
                <p:cNvSpPr txBox="1"/>
                <p:nvPr/>
              </p:nvSpPr>
              <p:spPr>
                <a:xfrm>
                  <a:off x="874487" y="4975205"/>
                  <a:ext cx="7920000" cy="3113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/>
                    <a:t>{vItem.item5_Desc}</a:t>
                  </a:r>
                </a:p>
              </p:txBody>
            </p:sp>
          </p:grpSp>
        </p:grpSp>
        <p:grpSp>
          <p:nvGrpSpPr>
            <p:cNvPr id="6" name="组合 5"/>
            <p:cNvGrpSpPr/>
            <p:nvPr/>
          </p:nvGrpSpPr>
          <p:grpSpPr>
            <a:xfrm>
              <a:off x="8649876" y="1646702"/>
              <a:ext cx="3250657" cy="4421226"/>
              <a:chOff x="9681572" y="3676581"/>
              <a:chExt cx="2166532" cy="2946705"/>
            </a:xfrm>
          </p:grpSpPr>
          <p:sp>
            <p:nvSpPr>
              <p:cNvPr id="7" name="任意多边形: 形状 6"/>
              <p:cNvSpPr/>
              <p:nvPr/>
            </p:nvSpPr>
            <p:spPr>
              <a:xfrm rot="20113492">
                <a:off x="9728670" y="4647666"/>
                <a:ext cx="1417314" cy="1786784"/>
              </a:xfrm>
              <a:custGeom>
                <a:avLst/>
                <a:gdLst>
                  <a:gd name="connsiteX0" fmla="*/ 1237459 w 1417314"/>
                  <a:gd name="connsiteY0" fmla="*/ -9 h 1786784"/>
                  <a:gd name="connsiteX1" fmla="*/ 1417318 w 1417314"/>
                  <a:gd name="connsiteY1" fmla="*/ -9 h 1786784"/>
                  <a:gd name="connsiteX2" fmla="*/ 1417318 w 1417314"/>
                  <a:gd name="connsiteY2" fmla="*/ 1786775 h 1786784"/>
                  <a:gd name="connsiteX3" fmla="*/ 1237459 w 1417314"/>
                  <a:gd name="connsiteY3" fmla="*/ 1786775 h 1786784"/>
                  <a:gd name="connsiteX4" fmla="*/ 179864 w 1417314"/>
                  <a:gd name="connsiteY4" fmla="*/ 1786775 h 1786784"/>
                  <a:gd name="connsiteX5" fmla="*/ 4 w 1417314"/>
                  <a:gd name="connsiteY5" fmla="*/ 1786775 h 1786784"/>
                  <a:gd name="connsiteX6" fmla="*/ 4 w 1417314"/>
                  <a:gd name="connsiteY6" fmla="*/ -9 h 1786784"/>
                  <a:gd name="connsiteX7" fmla="*/ 179864 w 1417314"/>
                  <a:gd name="connsiteY7" fmla="*/ -9 h 1786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7314" h="1786784">
                    <a:moveTo>
                      <a:pt x="1237459" y="-9"/>
                    </a:moveTo>
                    <a:cubicBezTo>
                      <a:pt x="1336792" y="-9"/>
                      <a:pt x="1417318" y="-9"/>
                      <a:pt x="1417318" y="-9"/>
                    </a:cubicBezTo>
                    <a:lnTo>
                      <a:pt x="1417318" y="1786775"/>
                    </a:lnTo>
                    <a:cubicBezTo>
                      <a:pt x="1417318" y="1786775"/>
                      <a:pt x="1336793" y="1786775"/>
                      <a:pt x="1237459" y="1786775"/>
                    </a:cubicBezTo>
                    <a:lnTo>
                      <a:pt x="179864" y="1786775"/>
                    </a:lnTo>
                    <a:cubicBezTo>
                      <a:pt x="80530" y="1786775"/>
                      <a:pt x="4" y="1786775"/>
                      <a:pt x="4" y="1786775"/>
                    </a:cubicBezTo>
                    <a:lnTo>
                      <a:pt x="4" y="-9"/>
                    </a:lnTo>
                    <a:cubicBezTo>
                      <a:pt x="4" y="-9"/>
                      <a:pt x="80530" y="-9"/>
                      <a:pt x="179864" y="-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8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" name="任意多边形: 形状 7"/>
              <p:cNvSpPr/>
              <p:nvPr/>
            </p:nvSpPr>
            <p:spPr>
              <a:xfrm rot="20098199">
                <a:off x="9722586" y="4618758"/>
                <a:ext cx="1414135" cy="1782776"/>
              </a:xfrm>
              <a:custGeom>
                <a:avLst/>
                <a:gdLst>
                  <a:gd name="connsiteX0" fmla="*/ 1234684 w 1414135"/>
                  <a:gd name="connsiteY0" fmla="*/ -10 h 1782776"/>
                  <a:gd name="connsiteX1" fmla="*/ 1414140 w 1414135"/>
                  <a:gd name="connsiteY1" fmla="*/ -10 h 1782776"/>
                  <a:gd name="connsiteX2" fmla="*/ 1414140 w 1414135"/>
                  <a:gd name="connsiteY2" fmla="*/ 1782767 h 1782776"/>
                  <a:gd name="connsiteX3" fmla="*/ 1234684 w 1414135"/>
                  <a:gd name="connsiteY3" fmla="*/ 1782767 h 1782776"/>
                  <a:gd name="connsiteX4" fmla="*/ 179460 w 1414135"/>
                  <a:gd name="connsiteY4" fmla="*/ 1782767 h 1782776"/>
                  <a:gd name="connsiteX5" fmla="*/ 4 w 1414135"/>
                  <a:gd name="connsiteY5" fmla="*/ 1782767 h 1782776"/>
                  <a:gd name="connsiteX6" fmla="*/ 4 w 1414135"/>
                  <a:gd name="connsiteY6" fmla="*/ -10 h 1782776"/>
                  <a:gd name="connsiteX7" fmla="*/ 179460 w 1414135"/>
                  <a:gd name="connsiteY7" fmla="*/ -10 h 1782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4135" h="1782776">
                    <a:moveTo>
                      <a:pt x="1234684" y="-10"/>
                    </a:moveTo>
                    <a:cubicBezTo>
                      <a:pt x="1333795" y="-10"/>
                      <a:pt x="1414140" y="-10"/>
                      <a:pt x="1414140" y="-10"/>
                    </a:cubicBezTo>
                    <a:lnTo>
                      <a:pt x="1414140" y="1782767"/>
                    </a:lnTo>
                    <a:cubicBezTo>
                      <a:pt x="1414140" y="1782767"/>
                      <a:pt x="1333795" y="1782767"/>
                      <a:pt x="1234684" y="1782767"/>
                    </a:cubicBezTo>
                    <a:lnTo>
                      <a:pt x="179460" y="1782767"/>
                    </a:lnTo>
                    <a:cubicBezTo>
                      <a:pt x="80350" y="1782767"/>
                      <a:pt x="4" y="1782767"/>
                      <a:pt x="4" y="1782767"/>
                    </a:cubicBezTo>
                    <a:lnTo>
                      <a:pt x="4" y="-10"/>
                    </a:lnTo>
                    <a:cubicBezTo>
                      <a:pt x="4" y="-10"/>
                      <a:pt x="80350" y="-10"/>
                      <a:pt x="179460" y="-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9681572" y="4742803"/>
                <a:ext cx="1495972" cy="1535214"/>
              </a:xfrm>
              <a:custGeom>
                <a:avLst/>
                <a:gdLst>
                  <a:gd name="connsiteX0" fmla="*/ 4 w 1495972"/>
                  <a:gd name="connsiteY0" fmla="*/ 464846 h 1535214"/>
                  <a:gd name="connsiteX1" fmla="*/ 996202 w 1495972"/>
                  <a:gd name="connsiteY1" fmla="*/ -10 h 1535214"/>
                  <a:gd name="connsiteX2" fmla="*/ 83246 w 1495972"/>
                  <a:gd name="connsiteY2" fmla="*/ 643221 h 1535214"/>
                  <a:gd name="connsiteX3" fmla="*/ 1079552 w 1495972"/>
                  <a:gd name="connsiteY3" fmla="*/ 178365 h 1535214"/>
                  <a:gd name="connsiteX4" fmla="*/ 166596 w 1495972"/>
                  <a:gd name="connsiteY4" fmla="*/ 821596 h 1535214"/>
                  <a:gd name="connsiteX5" fmla="*/ 1162793 w 1495972"/>
                  <a:gd name="connsiteY5" fmla="*/ 356740 h 1535214"/>
                  <a:gd name="connsiteX6" fmla="*/ 249838 w 1495972"/>
                  <a:gd name="connsiteY6" fmla="*/ 999971 h 1535214"/>
                  <a:gd name="connsiteX7" fmla="*/ 1246035 w 1495972"/>
                  <a:gd name="connsiteY7" fmla="*/ 535115 h 1535214"/>
                  <a:gd name="connsiteX8" fmla="*/ 333620 w 1495972"/>
                  <a:gd name="connsiteY8" fmla="*/ 1178455 h 1535214"/>
                  <a:gd name="connsiteX9" fmla="*/ 1329926 w 1495972"/>
                  <a:gd name="connsiteY9" fmla="*/ 713598 h 1535214"/>
                  <a:gd name="connsiteX10" fmla="*/ 416429 w 1495972"/>
                  <a:gd name="connsiteY10" fmla="*/ 1356722 h 1535214"/>
                  <a:gd name="connsiteX11" fmla="*/ 1412627 w 1495972"/>
                  <a:gd name="connsiteY11" fmla="*/ 891865 h 1535214"/>
                  <a:gd name="connsiteX12" fmla="*/ 499671 w 1495972"/>
                  <a:gd name="connsiteY12" fmla="*/ 1535205 h 1535214"/>
                  <a:gd name="connsiteX13" fmla="*/ 1495977 w 1495972"/>
                  <a:gd name="connsiteY13" fmla="*/ 1070348 h 1535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5972" h="1535214">
                    <a:moveTo>
                      <a:pt x="4" y="464846"/>
                    </a:moveTo>
                    <a:lnTo>
                      <a:pt x="996202" y="-10"/>
                    </a:lnTo>
                    <a:moveTo>
                      <a:pt x="83246" y="643221"/>
                    </a:moveTo>
                    <a:lnTo>
                      <a:pt x="1079552" y="178365"/>
                    </a:lnTo>
                    <a:moveTo>
                      <a:pt x="166596" y="821596"/>
                    </a:moveTo>
                    <a:lnTo>
                      <a:pt x="1162793" y="356740"/>
                    </a:lnTo>
                    <a:moveTo>
                      <a:pt x="249838" y="999971"/>
                    </a:moveTo>
                    <a:lnTo>
                      <a:pt x="1246035" y="535115"/>
                    </a:lnTo>
                    <a:moveTo>
                      <a:pt x="333620" y="1178455"/>
                    </a:moveTo>
                    <a:lnTo>
                      <a:pt x="1329926" y="713598"/>
                    </a:lnTo>
                    <a:moveTo>
                      <a:pt x="416429" y="1356722"/>
                    </a:moveTo>
                    <a:lnTo>
                      <a:pt x="1412627" y="891865"/>
                    </a:lnTo>
                    <a:moveTo>
                      <a:pt x="499671" y="1535205"/>
                    </a:moveTo>
                    <a:lnTo>
                      <a:pt x="1495977" y="1070348"/>
                    </a:lnTo>
                  </a:path>
                </a:pathLst>
              </a:custGeom>
              <a:noFill/>
              <a:ln w="16279" cap="rnd">
                <a:solidFill>
                  <a:srgbClr val="B7D0F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0214124" y="4686286"/>
                <a:ext cx="1633980" cy="1937000"/>
              </a:xfrm>
              <a:custGeom>
                <a:avLst/>
                <a:gdLst>
                  <a:gd name="connsiteX0" fmla="*/ 1190880 w 1633980"/>
                  <a:gd name="connsiteY0" fmla="*/ 1934527 h 1937000"/>
                  <a:gd name="connsiteX1" fmla="*/ 149927 w 1633980"/>
                  <a:gd name="connsiteY1" fmla="*/ 1761016 h 1937000"/>
                  <a:gd name="connsiteX2" fmla="*/ 2470 w 1633980"/>
                  <a:gd name="connsiteY2" fmla="*/ 1554534 h 1937000"/>
                  <a:gd name="connsiteX3" fmla="*/ 236628 w 1633980"/>
                  <a:gd name="connsiteY3" fmla="*/ 149911 h 1937000"/>
                  <a:gd name="connsiteX4" fmla="*/ 443111 w 1633980"/>
                  <a:gd name="connsiteY4" fmla="*/ 2455 h 1937000"/>
                  <a:gd name="connsiteX5" fmla="*/ 1484064 w 1633980"/>
                  <a:gd name="connsiteY5" fmla="*/ 176073 h 1937000"/>
                  <a:gd name="connsiteX6" fmla="*/ 1631521 w 1633980"/>
                  <a:gd name="connsiteY6" fmla="*/ 382556 h 1937000"/>
                  <a:gd name="connsiteX7" fmla="*/ 1397363 w 1633980"/>
                  <a:gd name="connsiteY7" fmla="*/ 1787070 h 1937000"/>
                  <a:gd name="connsiteX8" fmla="*/ 1190880 w 1633980"/>
                  <a:gd name="connsiteY8" fmla="*/ 1934527 h 193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3980" h="1937000">
                    <a:moveTo>
                      <a:pt x="1190880" y="1934527"/>
                    </a:moveTo>
                    <a:lnTo>
                      <a:pt x="149927" y="1761016"/>
                    </a:lnTo>
                    <a:cubicBezTo>
                      <a:pt x="52202" y="1744692"/>
                      <a:pt x="-13805" y="1652261"/>
                      <a:pt x="2470" y="1554534"/>
                    </a:cubicBezTo>
                    <a:lnTo>
                      <a:pt x="236628" y="149911"/>
                    </a:lnTo>
                    <a:cubicBezTo>
                      <a:pt x="252949" y="52183"/>
                      <a:pt x="345378" y="-13815"/>
                      <a:pt x="443111" y="2455"/>
                    </a:cubicBezTo>
                    <a:lnTo>
                      <a:pt x="1484064" y="176073"/>
                    </a:lnTo>
                    <a:cubicBezTo>
                      <a:pt x="1581792" y="192397"/>
                      <a:pt x="1647791" y="284828"/>
                      <a:pt x="1631521" y="382556"/>
                    </a:cubicBezTo>
                    <a:lnTo>
                      <a:pt x="1397363" y="1787070"/>
                    </a:lnTo>
                    <a:cubicBezTo>
                      <a:pt x="1381039" y="1884798"/>
                      <a:pt x="1288608" y="1950797"/>
                      <a:pt x="1190880" y="19345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 rot="550833">
                <a:off x="10316321" y="4741405"/>
                <a:ext cx="1418160" cy="1787851"/>
              </a:xfrm>
              <a:custGeom>
                <a:avLst/>
                <a:gdLst>
                  <a:gd name="connsiteX0" fmla="*/ 1238199 w 1418160"/>
                  <a:gd name="connsiteY0" fmla="*/ -10 h 1787851"/>
                  <a:gd name="connsiteX1" fmla="*/ 1418166 w 1418160"/>
                  <a:gd name="connsiteY1" fmla="*/ -10 h 1787851"/>
                  <a:gd name="connsiteX2" fmla="*/ 1418166 w 1418160"/>
                  <a:gd name="connsiteY2" fmla="*/ 1787841 h 1787851"/>
                  <a:gd name="connsiteX3" fmla="*/ 1238199 w 1418160"/>
                  <a:gd name="connsiteY3" fmla="*/ 1787841 h 1787851"/>
                  <a:gd name="connsiteX4" fmla="*/ 179972 w 1418160"/>
                  <a:gd name="connsiteY4" fmla="*/ 1787841 h 1787851"/>
                  <a:gd name="connsiteX5" fmla="*/ 6 w 1418160"/>
                  <a:gd name="connsiteY5" fmla="*/ 1787841 h 1787851"/>
                  <a:gd name="connsiteX6" fmla="*/ 6 w 1418160"/>
                  <a:gd name="connsiteY6" fmla="*/ -10 h 1787851"/>
                  <a:gd name="connsiteX7" fmla="*/ 179972 w 1418160"/>
                  <a:gd name="connsiteY7" fmla="*/ -10 h 178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8160" h="1787851">
                    <a:moveTo>
                      <a:pt x="1238199" y="-10"/>
                    </a:moveTo>
                    <a:cubicBezTo>
                      <a:pt x="1337592" y="-10"/>
                      <a:pt x="1418166" y="-10"/>
                      <a:pt x="1418166" y="-10"/>
                    </a:cubicBezTo>
                    <a:lnTo>
                      <a:pt x="1418166" y="1787841"/>
                    </a:lnTo>
                    <a:cubicBezTo>
                      <a:pt x="1418166" y="1787841"/>
                      <a:pt x="1337592" y="1787841"/>
                      <a:pt x="1238199" y="1787841"/>
                    </a:cubicBezTo>
                    <a:lnTo>
                      <a:pt x="179972" y="1787841"/>
                    </a:lnTo>
                    <a:cubicBezTo>
                      <a:pt x="80579" y="1787841"/>
                      <a:pt x="6" y="1787841"/>
                      <a:pt x="6" y="1787841"/>
                    </a:cubicBezTo>
                    <a:lnTo>
                      <a:pt x="6" y="-10"/>
                    </a:lnTo>
                    <a:cubicBezTo>
                      <a:pt x="6" y="-10"/>
                      <a:pt x="80580" y="-10"/>
                      <a:pt x="179972" y="-1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0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10371938" y="4961502"/>
                <a:ext cx="1278246" cy="1346028"/>
              </a:xfrm>
              <a:custGeom>
                <a:avLst/>
                <a:gdLst>
                  <a:gd name="connsiteX0" fmla="*/ 193839 w 1278246"/>
                  <a:gd name="connsiteY0" fmla="*/ -10 h 1346028"/>
                  <a:gd name="connsiteX1" fmla="*/ 1278251 w 1278246"/>
                  <a:gd name="connsiteY1" fmla="*/ 180852 h 1346028"/>
                  <a:gd name="connsiteX2" fmla="*/ 161407 w 1278246"/>
                  <a:gd name="connsiteY2" fmla="*/ 194149 h 1346028"/>
                  <a:gd name="connsiteX3" fmla="*/ 1245927 w 1278246"/>
                  <a:gd name="connsiteY3" fmla="*/ 375010 h 1346028"/>
                  <a:gd name="connsiteX4" fmla="*/ 129083 w 1278246"/>
                  <a:gd name="connsiteY4" fmla="*/ 388415 h 1346028"/>
                  <a:gd name="connsiteX5" fmla="*/ 1213495 w 1278246"/>
                  <a:gd name="connsiteY5" fmla="*/ 569277 h 1346028"/>
                  <a:gd name="connsiteX6" fmla="*/ 96651 w 1278246"/>
                  <a:gd name="connsiteY6" fmla="*/ 582574 h 1346028"/>
                  <a:gd name="connsiteX7" fmla="*/ 1181172 w 1278246"/>
                  <a:gd name="connsiteY7" fmla="*/ 763435 h 1346028"/>
                  <a:gd name="connsiteX8" fmla="*/ 64868 w 1278246"/>
                  <a:gd name="connsiteY8" fmla="*/ 776841 h 1346028"/>
                  <a:gd name="connsiteX9" fmla="*/ 1149280 w 1278246"/>
                  <a:gd name="connsiteY9" fmla="*/ 957594 h 1346028"/>
                  <a:gd name="connsiteX10" fmla="*/ 32436 w 1278246"/>
                  <a:gd name="connsiteY10" fmla="*/ 970999 h 1346028"/>
                  <a:gd name="connsiteX11" fmla="*/ 1116957 w 1278246"/>
                  <a:gd name="connsiteY11" fmla="*/ 1151861 h 1346028"/>
                  <a:gd name="connsiteX12" fmla="*/ 4 w 1278246"/>
                  <a:gd name="connsiteY12" fmla="*/ 1165266 h 1346028"/>
                  <a:gd name="connsiteX13" fmla="*/ 1084525 w 1278246"/>
                  <a:gd name="connsiteY13" fmla="*/ 1346019 h 1346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8246" h="1346028">
                    <a:moveTo>
                      <a:pt x="193839" y="-10"/>
                    </a:moveTo>
                    <a:lnTo>
                      <a:pt x="1278251" y="180852"/>
                    </a:lnTo>
                    <a:moveTo>
                      <a:pt x="161407" y="194149"/>
                    </a:moveTo>
                    <a:lnTo>
                      <a:pt x="1245927" y="375010"/>
                    </a:lnTo>
                    <a:moveTo>
                      <a:pt x="129083" y="388415"/>
                    </a:moveTo>
                    <a:lnTo>
                      <a:pt x="1213495" y="569277"/>
                    </a:lnTo>
                    <a:moveTo>
                      <a:pt x="96651" y="582574"/>
                    </a:moveTo>
                    <a:lnTo>
                      <a:pt x="1181172" y="763435"/>
                    </a:lnTo>
                    <a:moveTo>
                      <a:pt x="64868" y="776841"/>
                    </a:moveTo>
                    <a:lnTo>
                      <a:pt x="1149280" y="957594"/>
                    </a:lnTo>
                    <a:moveTo>
                      <a:pt x="32436" y="970999"/>
                    </a:moveTo>
                    <a:lnTo>
                      <a:pt x="1116957" y="1151861"/>
                    </a:lnTo>
                    <a:moveTo>
                      <a:pt x="4" y="1165266"/>
                    </a:moveTo>
                    <a:lnTo>
                      <a:pt x="1084525" y="1346019"/>
                    </a:lnTo>
                  </a:path>
                </a:pathLst>
              </a:custGeom>
              <a:noFill/>
              <a:ln w="16279" cap="rnd">
                <a:solidFill>
                  <a:srgbClr val="F5F5F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 rot="16764000">
                <a:off x="10149493" y="3861125"/>
                <a:ext cx="1340515" cy="1340515"/>
              </a:xfrm>
              <a:custGeom>
                <a:avLst/>
                <a:gdLst>
                  <a:gd name="connsiteX0" fmla="*/ 1340520 w 1340515"/>
                  <a:gd name="connsiteY0" fmla="*/ 670248 h 1340515"/>
                  <a:gd name="connsiteX1" fmla="*/ 670262 w 1340515"/>
                  <a:gd name="connsiteY1" fmla="*/ 1340505 h 1340515"/>
                  <a:gd name="connsiteX2" fmla="*/ 4 w 1340515"/>
                  <a:gd name="connsiteY2" fmla="*/ 670248 h 1340515"/>
                  <a:gd name="connsiteX3" fmla="*/ 670262 w 1340515"/>
                  <a:gd name="connsiteY3" fmla="*/ -10 h 1340515"/>
                  <a:gd name="connsiteX4" fmla="*/ 1340520 w 1340515"/>
                  <a:gd name="connsiteY4" fmla="*/ 67024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20" y="670248"/>
                    </a:moveTo>
                    <a:cubicBezTo>
                      <a:pt x="1340520" y="1040421"/>
                      <a:pt x="1040435" y="1340505"/>
                      <a:pt x="670262" y="1340505"/>
                    </a:cubicBezTo>
                    <a:cubicBezTo>
                      <a:pt x="300089" y="1340505"/>
                      <a:pt x="4" y="1040421"/>
                      <a:pt x="4" y="670248"/>
                    </a:cubicBezTo>
                    <a:cubicBezTo>
                      <a:pt x="4" y="300075"/>
                      <a:pt x="300089" y="-10"/>
                      <a:pt x="670262" y="-10"/>
                    </a:cubicBezTo>
                    <a:cubicBezTo>
                      <a:pt x="1040435" y="-10"/>
                      <a:pt x="1340520" y="300075"/>
                      <a:pt x="1340520" y="6702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10077673" y="3789200"/>
                <a:ext cx="1340515" cy="1340515"/>
              </a:xfrm>
              <a:custGeom>
                <a:avLst/>
                <a:gdLst>
                  <a:gd name="connsiteX0" fmla="*/ 1340516 w 1340515"/>
                  <a:gd name="connsiteY0" fmla="*/ 670258 h 1340515"/>
                  <a:gd name="connsiteX1" fmla="*/ 670258 w 1340515"/>
                  <a:gd name="connsiteY1" fmla="*/ 1340515 h 1340515"/>
                  <a:gd name="connsiteX2" fmla="*/ 0 w 1340515"/>
                  <a:gd name="connsiteY2" fmla="*/ 670258 h 1340515"/>
                  <a:gd name="connsiteX3" fmla="*/ 670258 w 1340515"/>
                  <a:gd name="connsiteY3" fmla="*/ 0 h 1340515"/>
                  <a:gd name="connsiteX4" fmla="*/ 1340516 w 1340515"/>
                  <a:gd name="connsiteY4" fmla="*/ 670258 h 13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0515" h="1340515">
                    <a:moveTo>
                      <a:pt x="1340516" y="670258"/>
                    </a:moveTo>
                    <a:cubicBezTo>
                      <a:pt x="1340516" y="1040431"/>
                      <a:pt x="1040431" y="1340515"/>
                      <a:pt x="670258" y="1340515"/>
                    </a:cubicBezTo>
                    <a:cubicBezTo>
                      <a:pt x="300085" y="1340515"/>
                      <a:pt x="0" y="1040431"/>
                      <a:pt x="0" y="670258"/>
                    </a:cubicBezTo>
                    <a:cubicBezTo>
                      <a:pt x="0" y="300085"/>
                      <a:pt x="300085" y="0"/>
                      <a:pt x="670258" y="0"/>
                    </a:cubicBezTo>
                    <a:cubicBezTo>
                      <a:pt x="1040431" y="0"/>
                      <a:pt x="1340516" y="300085"/>
                      <a:pt x="1340516" y="670258"/>
                    </a:cubicBezTo>
                    <a:close/>
                  </a:path>
                </a:pathLst>
              </a:custGeom>
              <a:solidFill>
                <a:srgbClr val="F6C94C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 rot="16762802">
                <a:off x="10152740" y="3864151"/>
                <a:ext cx="1190464" cy="1190464"/>
              </a:xfrm>
              <a:custGeom>
                <a:avLst/>
                <a:gdLst>
                  <a:gd name="connsiteX0" fmla="*/ 1190469 w 1190464"/>
                  <a:gd name="connsiteY0" fmla="*/ 595222 h 1190464"/>
                  <a:gd name="connsiteX1" fmla="*/ 595236 w 1190464"/>
                  <a:gd name="connsiteY1" fmla="*/ 1190454 h 1190464"/>
                  <a:gd name="connsiteX2" fmla="*/ 4 w 1190464"/>
                  <a:gd name="connsiteY2" fmla="*/ 595222 h 1190464"/>
                  <a:gd name="connsiteX3" fmla="*/ 595236 w 1190464"/>
                  <a:gd name="connsiteY3" fmla="*/ -10 h 1190464"/>
                  <a:gd name="connsiteX4" fmla="*/ 1190469 w 1190464"/>
                  <a:gd name="connsiteY4" fmla="*/ 595222 h 1190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0464" h="1190464">
                    <a:moveTo>
                      <a:pt x="1190469" y="595222"/>
                    </a:moveTo>
                    <a:cubicBezTo>
                      <a:pt x="1190469" y="923960"/>
                      <a:pt x="923974" y="1190454"/>
                      <a:pt x="595236" y="1190454"/>
                    </a:cubicBezTo>
                    <a:cubicBezTo>
                      <a:pt x="266499" y="1190454"/>
                      <a:pt x="4" y="923960"/>
                      <a:pt x="4" y="595222"/>
                    </a:cubicBezTo>
                    <a:cubicBezTo>
                      <a:pt x="4" y="266485"/>
                      <a:pt x="266499" y="-10"/>
                      <a:pt x="595236" y="-10"/>
                    </a:cubicBezTo>
                    <a:cubicBezTo>
                      <a:pt x="923974" y="-10"/>
                      <a:pt x="1190469" y="266485"/>
                      <a:pt x="1190469" y="595222"/>
                    </a:cubicBezTo>
                    <a:close/>
                  </a:path>
                </a:pathLst>
              </a:custGeom>
              <a:solidFill>
                <a:srgbClr val="682D00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10256771" y="3676581"/>
                <a:ext cx="428674" cy="798010"/>
              </a:xfrm>
              <a:custGeom>
                <a:avLst/>
                <a:gdLst>
                  <a:gd name="connsiteX0" fmla="*/ 390409 w 428674"/>
                  <a:gd name="connsiteY0" fmla="*/ 798001 h 798010"/>
                  <a:gd name="connsiteX1" fmla="*/ 66091 w 428674"/>
                  <a:gd name="connsiteY1" fmla="*/ 457899 h 798010"/>
                  <a:gd name="connsiteX2" fmla="*/ 58740 w 428674"/>
                  <a:gd name="connsiteY2" fmla="*/ 77042 h 798010"/>
                  <a:gd name="connsiteX3" fmla="*/ 265547 w 428674"/>
                  <a:gd name="connsiteY3" fmla="*/ 7205 h 798010"/>
                  <a:gd name="connsiteX4" fmla="*/ 360464 w 428674"/>
                  <a:gd name="connsiteY4" fmla="*/ 133473 h 798010"/>
                  <a:gd name="connsiteX5" fmla="*/ 391923 w 428674"/>
                  <a:gd name="connsiteY5" fmla="*/ 368928 h 798010"/>
                  <a:gd name="connsiteX6" fmla="*/ 428679 w 428674"/>
                  <a:gd name="connsiteY6" fmla="*/ 779731 h 798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674" h="798010">
                    <a:moveTo>
                      <a:pt x="390409" y="798001"/>
                    </a:moveTo>
                    <a:cubicBezTo>
                      <a:pt x="254934" y="714312"/>
                      <a:pt x="143253" y="597195"/>
                      <a:pt x="66091" y="457899"/>
                    </a:cubicBezTo>
                    <a:cubicBezTo>
                      <a:pt x="-1584" y="336496"/>
                      <a:pt x="-37259" y="190012"/>
                      <a:pt x="58740" y="77042"/>
                    </a:cubicBezTo>
                    <a:cubicBezTo>
                      <a:pt x="102955" y="24826"/>
                      <a:pt x="191494" y="-17443"/>
                      <a:pt x="265547" y="7205"/>
                    </a:cubicBezTo>
                    <a:cubicBezTo>
                      <a:pt x="327383" y="27637"/>
                      <a:pt x="349437" y="83528"/>
                      <a:pt x="360464" y="133473"/>
                    </a:cubicBezTo>
                    <a:cubicBezTo>
                      <a:pt x="376053" y="211192"/>
                      <a:pt x="386561" y="289843"/>
                      <a:pt x="391923" y="368928"/>
                    </a:cubicBezTo>
                    <a:cubicBezTo>
                      <a:pt x="404171" y="505863"/>
                      <a:pt x="416430" y="642796"/>
                      <a:pt x="428679" y="779731"/>
                    </a:cubicBezTo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10747931" y="3742038"/>
                <a:ext cx="517477" cy="667042"/>
              </a:xfrm>
              <a:custGeom>
                <a:avLst/>
                <a:gdLst>
                  <a:gd name="connsiteX0" fmla="*/ 4 w 517477"/>
                  <a:gd name="connsiteY0" fmla="*/ 646817 h 667042"/>
                  <a:gd name="connsiteX1" fmla="*/ 187677 w 517477"/>
                  <a:gd name="connsiteY1" fmla="*/ 108232 h 667042"/>
                  <a:gd name="connsiteX2" fmla="*/ 358052 w 517477"/>
                  <a:gd name="connsiteY2" fmla="*/ 126 h 667042"/>
                  <a:gd name="connsiteX3" fmla="*/ 475455 w 517477"/>
                  <a:gd name="connsiteY3" fmla="*/ 71692 h 667042"/>
                  <a:gd name="connsiteX4" fmla="*/ 491238 w 517477"/>
                  <a:gd name="connsiteY4" fmla="*/ 309526 h 667042"/>
                  <a:gd name="connsiteX5" fmla="*/ 302377 w 517477"/>
                  <a:gd name="connsiteY5" fmla="*/ 472442 h 667042"/>
                  <a:gd name="connsiteX6" fmla="*/ 59571 w 517477"/>
                  <a:gd name="connsiteY6" fmla="*/ 667032 h 667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7477" h="667042">
                    <a:moveTo>
                      <a:pt x="4" y="646817"/>
                    </a:moveTo>
                    <a:cubicBezTo>
                      <a:pt x="5269" y="452184"/>
                      <a:pt x="70846" y="263987"/>
                      <a:pt x="187677" y="108232"/>
                    </a:cubicBezTo>
                    <a:cubicBezTo>
                      <a:pt x="229838" y="52233"/>
                      <a:pt x="287999" y="-3117"/>
                      <a:pt x="358052" y="126"/>
                    </a:cubicBezTo>
                    <a:cubicBezTo>
                      <a:pt x="405618" y="2072"/>
                      <a:pt x="449077" y="32558"/>
                      <a:pt x="475455" y="71692"/>
                    </a:cubicBezTo>
                    <a:cubicBezTo>
                      <a:pt x="521724" y="141096"/>
                      <a:pt x="533832" y="235257"/>
                      <a:pt x="491238" y="309526"/>
                    </a:cubicBezTo>
                    <a:cubicBezTo>
                      <a:pt x="448645" y="383795"/>
                      <a:pt x="367998" y="422064"/>
                      <a:pt x="302377" y="472442"/>
                    </a:cubicBezTo>
                    <a:cubicBezTo>
                      <a:pt x="220325" y="535359"/>
                      <a:pt x="141299" y="603466"/>
                      <a:pt x="59571" y="667032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9899618" y="4166353"/>
                <a:ext cx="788314" cy="454723"/>
              </a:xfrm>
              <a:custGeom>
                <a:avLst/>
                <a:gdLst>
                  <a:gd name="connsiteX0" fmla="*/ 782481 w 788314"/>
                  <a:gd name="connsiteY0" fmla="*/ 310932 h 454723"/>
                  <a:gd name="connsiteX1" fmla="*/ 246707 w 788314"/>
                  <a:gd name="connsiteY1" fmla="*/ 11478 h 454723"/>
                  <a:gd name="connsiteX2" fmla="*/ 73737 w 788314"/>
                  <a:gd name="connsiteY2" fmla="*/ 22289 h 454723"/>
                  <a:gd name="connsiteX3" fmla="*/ 15144 w 788314"/>
                  <a:gd name="connsiteY3" fmla="*/ 250933 h 454723"/>
                  <a:gd name="connsiteX4" fmla="*/ 368867 w 788314"/>
                  <a:gd name="connsiteY4" fmla="*/ 454713 h 454723"/>
                  <a:gd name="connsiteX5" fmla="*/ 788318 w 788314"/>
                  <a:gd name="connsiteY5" fmla="*/ 353310 h 454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8314" h="454723">
                    <a:moveTo>
                      <a:pt x="782481" y="310932"/>
                    </a:moveTo>
                    <a:cubicBezTo>
                      <a:pt x="605727" y="205853"/>
                      <a:pt x="446055" y="61531"/>
                      <a:pt x="246707" y="11478"/>
                    </a:cubicBezTo>
                    <a:cubicBezTo>
                      <a:pt x="189194" y="-3008"/>
                      <a:pt x="124763" y="-8089"/>
                      <a:pt x="73737" y="22289"/>
                    </a:cubicBezTo>
                    <a:cubicBezTo>
                      <a:pt x="333" y="66288"/>
                      <a:pt x="-16315" y="171043"/>
                      <a:pt x="15144" y="250933"/>
                    </a:cubicBezTo>
                    <a:cubicBezTo>
                      <a:pt x="68332" y="385417"/>
                      <a:pt x="224221" y="454821"/>
                      <a:pt x="368867" y="454713"/>
                    </a:cubicBezTo>
                    <a:cubicBezTo>
                      <a:pt x="513513" y="454605"/>
                      <a:pt x="651456" y="400012"/>
                      <a:pt x="788318" y="35331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10164398" y="4419999"/>
                <a:ext cx="642450" cy="741067"/>
              </a:xfrm>
              <a:custGeom>
                <a:avLst/>
                <a:gdLst>
                  <a:gd name="connsiteX0" fmla="*/ 534241 w 642450"/>
                  <a:gd name="connsiteY0" fmla="*/ 518683 h 741067"/>
                  <a:gd name="connsiteX1" fmla="*/ 550997 w 642450"/>
                  <a:gd name="connsiteY1" fmla="*/ 287985 h 741067"/>
                  <a:gd name="connsiteX2" fmla="*/ 642455 w 642450"/>
                  <a:gd name="connsiteY2" fmla="*/ 21611 h 741067"/>
                  <a:gd name="connsiteX3" fmla="*/ 596077 w 642450"/>
                  <a:gd name="connsiteY3" fmla="*/ -10 h 741067"/>
                  <a:gd name="connsiteX4" fmla="*/ 32304 w 642450"/>
                  <a:gd name="connsiteY4" fmla="*/ 379767 h 741067"/>
                  <a:gd name="connsiteX5" fmla="*/ 6142 w 642450"/>
                  <a:gd name="connsiteY5" fmla="*/ 556520 h 741067"/>
                  <a:gd name="connsiteX6" fmla="*/ 155977 w 642450"/>
                  <a:gd name="connsiteY6" fmla="*/ 707869 h 741067"/>
                  <a:gd name="connsiteX7" fmla="*/ 417270 w 642450"/>
                  <a:gd name="connsiteY7" fmla="*/ 710355 h 741067"/>
                  <a:gd name="connsiteX8" fmla="*/ 534241 w 642450"/>
                  <a:gd name="connsiteY8" fmla="*/ 518683 h 741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2450" h="741067">
                    <a:moveTo>
                      <a:pt x="534241" y="518683"/>
                    </a:moveTo>
                    <a:cubicBezTo>
                      <a:pt x="548943" y="443009"/>
                      <a:pt x="545051" y="364956"/>
                      <a:pt x="550997" y="287985"/>
                    </a:cubicBezTo>
                    <a:cubicBezTo>
                      <a:pt x="557267" y="201500"/>
                      <a:pt x="613482" y="104204"/>
                      <a:pt x="642455" y="21611"/>
                    </a:cubicBezTo>
                    <a:lnTo>
                      <a:pt x="596077" y="-10"/>
                    </a:lnTo>
                    <a:cubicBezTo>
                      <a:pt x="357595" y="8963"/>
                      <a:pt x="130248" y="162149"/>
                      <a:pt x="32304" y="379767"/>
                    </a:cubicBezTo>
                    <a:cubicBezTo>
                      <a:pt x="7440" y="435225"/>
                      <a:pt x="-9749" y="497819"/>
                      <a:pt x="6142" y="556520"/>
                    </a:cubicBezTo>
                    <a:cubicBezTo>
                      <a:pt x="25385" y="627438"/>
                      <a:pt x="89060" y="677924"/>
                      <a:pt x="155977" y="707869"/>
                    </a:cubicBezTo>
                    <a:cubicBezTo>
                      <a:pt x="238678" y="745166"/>
                      <a:pt x="339758" y="757598"/>
                      <a:pt x="417270" y="710355"/>
                    </a:cubicBezTo>
                    <a:cubicBezTo>
                      <a:pt x="483106" y="670572"/>
                      <a:pt x="519538" y="594466"/>
                      <a:pt x="534241" y="5186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10727283" y="4394161"/>
                <a:ext cx="805172" cy="528739"/>
              </a:xfrm>
              <a:custGeom>
                <a:avLst/>
                <a:gdLst>
                  <a:gd name="connsiteX0" fmla="*/ 797287 w 805172"/>
                  <a:gd name="connsiteY0" fmla="*/ 317930 h 528739"/>
                  <a:gd name="connsiteX1" fmla="*/ 790476 w 805172"/>
                  <a:gd name="connsiteY1" fmla="*/ 298039 h 528739"/>
                  <a:gd name="connsiteX2" fmla="*/ 613290 w 805172"/>
                  <a:gd name="connsiteY2" fmla="*/ 88313 h 528739"/>
                  <a:gd name="connsiteX3" fmla="*/ 332214 w 805172"/>
                  <a:gd name="connsiteY3" fmla="*/ 1828 h 528739"/>
                  <a:gd name="connsiteX4" fmla="*/ 4869 w 805172"/>
                  <a:gd name="connsiteY4" fmla="*/ -10 h 528739"/>
                  <a:gd name="connsiteX5" fmla="*/ 4 w 805172"/>
                  <a:gd name="connsiteY5" fmla="*/ 26044 h 528739"/>
                  <a:gd name="connsiteX6" fmla="*/ 227027 w 805172"/>
                  <a:gd name="connsiteY6" fmla="*/ 304417 h 528739"/>
                  <a:gd name="connsiteX7" fmla="*/ 358376 w 805172"/>
                  <a:gd name="connsiteY7" fmla="*/ 441604 h 528739"/>
                  <a:gd name="connsiteX8" fmla="*/ 687667 w 805172"/>
                  <a:gd name="connsiteY8" fmla="*/ 518035 h 528739"/>
                  <a:gd name="connsiteX9" fmla="*/ 793827 w 805172"/>
                  <a:gd name="connsiteY9" fmla="*/ 429171 h 528739"/>
                  <a:gd name="connsiteX10" fmla="*/ 797287 w 805172"/>
                  <a:gd name="connsiteY10" fmla="*/ 317930 h 528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172" h="528739">
                    <a:moveTo>
                      <a:pt x="797287" y="317930"/>
                    </a:moveTo>
                    <a:cubicBezTo>
                      <a:pt x="795341" y="311228"/>
                      <a:pt x="793071" y="304525"/>
                      <a:pt x="790476" y="298039"/>
                    </a:cubicBezTo>
                    <a:cubicBezTo>
                      <a:pt x="757504" y="213500"/>
                      <a:pt x="688208" y="137825"/>
                      <a:pt x="613290" y="88313"/>
                    </a:cubicBezTo>
                    <a:cubicBezTo>
                      <a:pt x="529054" y="34790"/>
                      <a:pt x="431964" y="4917"/>
                      <a:pt x="332214" y="1828"/>
                    </a:cubicBezTo>
                    <a:cubicBezTo>
                      <a:pt x="222919" y="-3037"/>
                      <a:pt x="112327" y="19774"/>
                      <a:pt x="4869" y="-10"/>
                    </a:cubicBezTo>
                    <a:lnTo>
                      <a:pt x="4" y="26044"/>
                    </a:lnTo>
                    <a:lnTo>
                      <a:pt x="227027" y="304417"/>
                    </a:lnTo>
                    <a:cubicBezTo>
                      <a:pt x="267243" y="353497"/>
                      <a:pt x="307891" y="403118"/>
                      <a:pt x="358376" y="441604"/>
                    </a:cubicBezTo>
                    <a:cubicBezTo>
                      <a:pt x="444861" y="507116"/>
                      <a:pt x="581075" y="549710"/>
                      <a:pt x="687667" y="518035"/>
                    </a:cubicBezTo>
                    <a:cubicBezTo>
                      <a:pt x="733396" y="504413"/>
                      <a:pt x="775341" y="473170"/>
                      <a:pt x="793827" y="429171"/>
                    </a:cubicBezTo>
                    <a:cubicBezTo>
                      <a:pt x="807665" y="393572"/>
                      <a:pt x="808886" y="354319"/>
                      <a:pt x="797287" y="31793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10520109" y="3841818"/>
                <a:ext cx="385598" cy="622197"/>
              </a:xfrm>
              <a:custGeom>
                <a:avLst/>
                <a:gdLst>
                  <a:gd name="connsiteX0" fmla="*/ 373770 w 385598"/>
                  <a:gd name="connsiteY0" fmla="*/ 129315 h 622197"/>
                  <a:gd name="connsiteX1" fmla="*/ 372365 w 385598"/>
                  <a:gd name="connsiteY1" fmla="*/ 124234 h 622197"/>
                  <a:gd name="connsiteX2" fmla="*/ 303609 w 385598"/>
                  <a:gd name="connsiteY2" fmla="*/ 24776 h 622197"/>
                  <a:gd name="connsiteX3" fmla="*/ 34101 w 385598"/>
                  <a:gd name="connsiteY3" fmla="*/ 119044 h 622197"/>
                  <a:gd name="connsiteX4" fmla="*/ 10101 w 385598"/>
                  <a:gd name="connsiteY4" fmla="*/ 342175 h 622197"/>
                  <a:gd name="connsiteX5" fmla="*/ 219394 w 385598"/>
                  <a:gd name="connsiteY5" fmla="*/ 621846 h 622197"/>
                  <a:gd name="connsiteX6" fmla="*/ 312798 w 385598"/>
                  <a:gd name="connsiteY6" fmla="*/ 472551 h 622197"/>
                  <a:gd name="connsiteX7" fmla="*/ 373770 w 385598"/>
                  <a:gd name="connsiteY7" fmla="*/ 129315 h 62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5598" h="622197">
                    <a:moveTo>
                      <a:pt x="373770" y="129315"/>
                    </a:moveTo>
                    <a:cubicBezTo>
                      <a:pt x="373770" y="127585"/>
                      <a:pt x="372797" y="125855"/>
                      <a:pt x="372365" y="124234"/>
                    </a:cubicBezTo>
                    <a:cubicBezTo>
                      <a:pt x="361316" y="84275"/>
                      <a:pt x="337090" y="49225"/>
                      <a:pt x="303609" y="24776"/>
                    </a:cubicBezTo>
                    <a:cubicBezTo>
                      <a:pt x="210097" y="-39223"/>
                      <a:pt x="82748" y="30938"/>
                      <a:pt x="34101" y="119044"/>
                    </a:cubicBezTo>
                    <a:cubicBezTo>
                      <a:pt x="-2872" y="186070"/>
                      <a:pt x="-7953" y="267798"/>
                      <a:pt x="10101" y="342175"/>
                    </a:cubicBezTo>
                    <a:cubicBezTo>
                      <a:pt x="36371" y="450390"/>
                      <a:pt x="219394" y="621522"/>
                      <a:pt x="219394" y="621846"/>
                    </a:cubicBezTo>
                    <a:cubicBezTo>
                      <a:pt x="228367" y="630170"/>
                      <a:pt x="307068" y="483794"/>
                      <a:pt x="312798" y="472551"/>
                    </a:cubicBezTo>
                    <a:cubicBezTo>
                      <a:pt x="365770" y="369526"/>
                      <a:pt x="406742" y="245096"/>
                      <a:pt x="373770" y="12931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0224998" y="4167826"/>
                <a:ext cx="521419" cy="436623"/>
              </a:xfrm>
              <a:custGeom>
                <a:avLst/>
                <a:gdLst>
                  <a:gd name="connsiteX0" fmla="*/ 233429 w 521419"/>
                  <a:gd name="connsiteY0" fmla="*/ 19194 h 436623"/>
                  <a:gd name="connsiteX1" fmla="*/ 92026 w 521419"/>
                  <a:gd name="connsiteY1" fmla="*/ 9140 h 436623"/>
                  <a:gd name="connsiteX2" fmla="*/ 4136 w 521419"/>
                  <a:gd name="connsiteY2" fmla="*/ 123084 h 436623"/>
                  <a:gd name="connsiteX3" fmla="*/ 152674 w 521419"/>
                  <a:gd name="connsiteY3" fmla="*/ 401890 h 436623"/>
                  <a:gd name="connsiteX4" fmla="*/ 267050 w 521419"/>
                  <a:gd name="connsiteY4" fmla="*/ 436484 h 436623"/>
                  <a:gd name="connsiteX5" fmla="*/ 521424 w 521419"/>
                  <a:gd name="connsiteY5" fmla="*/ 301027 h 436623"/>
                  <a:gd name="connsiteX6" fmla="*/ 233429 w 521419"/>
                  <a:gd name="connsiteY6" fmla="*/ 19194 h 436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1419" h="436623">
                    <a:moveTo>
                      <a:pt x="233429" y="19194"/>
                    </a:moveTo>
                    <a:cubicBezTo>
                      <a:pt x="188241" y="2005"/>
                      <a:pt x="136999" y="-8589"/>
                      <a:pt x="92026" y="9140"/>
                    </a:cubicBezTo>
                    <a:cubicBezTo>
                      <a:pt x="47054" y="26870"/>
                      <a:pt x="14190" y="74004"/>
                      <a:pt x="4136" y="123084"/>
                    </a:cubicBezTo>
                    <a:cubicBezTo>
                      <a:pt x="-18674" y="233136"/>
                      <a:pt x="56027" y="344594"/>
                      <a:pt x="152674" y="401890"/>
                    </a:cubicBezTo>
                    <a:cubicBezTo>
                      <a:pt x="187484" y="422430"/>
                      <a:pt x="226727" y="438213"/>
                      <a:pt x="267050" y="436484"/>
                    </a:cubicBezTo>
                    <a:cubicBezTo>
                      <a:pt x="364346" y="432159"/>
                      <a:pt x="429209" y="332810"/>
                      <a:pt x="521424" y="301027"/>
                    </a:cubicBezTo>
                    <a:cubicBezTo>
                      <a:pt x="521316" y="301027"/>
                      <a:pt x="348670" y="63085"/>
                      <a:pt x="233429" y="19194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10740580" y="4153312"/>
                <a:ext cx="574920" cy="417182"/>
              </a:xfrm>
              <a:custGeom>
                <a:avLst/>
                <a:gdLst>
                  <a:gd name="connsiteX0" fmla="*/ 535238 w 574920"/>
                  <a:gd name="connsiteY0" fmla="*/ 75978 h 417182"/>
                  <a:gd name="connsiteX1" fmla="*/ 351457 w 574920"/>
                  <a:gd name="connsiteY1" fmla="*/ 5277 h 417182"/>
                  <a:gd name="connsiteX2" fmla="*/ 263459 w 574920"/>
                  <a:gd name="connsiteY2" fmla="*/ 53924 h 417182"/>
                  <a:gd name="connsiteX3" fmla="*/ 4 w 574920"/>
                  <a:gd name="connsiteY3" fmla="*/ 293379 h 417182"/>
                  <a:gd name="connsiteX4" fmla="*/ 270270 w 574920"/>
                  <a:gd name="connsiteY4" fmla="*/ 401485 h 417182"/>
                  <a:gd name="connsiteX5" fmla="*/ 527238 w 574920"/>
                  <a:gd name="connsiteY5" fmla="*/ 354567 h 417182"/>
                  <a:gd name="connsiteX6" fmla="*/ 565724 w 574920"/>
                  <a:gd name="connsiteY6" fmla="*/ 276515 h 417182"/>
                  <a:gd name="connsiteX7" fmla="*/ 535238 w 574920"/>
                  <a:gd name="connsiteY7" fmla="*/ 75978 h 41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4920" h="417182">
                    <a:moveTo>
                      <a:pt x="535238" y="75978"/>
                    </a:moveTo>
                    <a:cubicBezTo>
                      <a:pt x="494590" y="19222"/>
                      <a:pt x="419132" y="-13426"/>
                      <a:pt x="351457" y="5277"/>
                    </a:cubicBezTo>
                    <a:cubicBezTo>
                      <a:pt x="319425" y="16032"/>
                      <a:pt x="289610" y="32515"/>
                      <a:pt x="263459" y="53924"/>
                    </a:cubicBezTo>
                    <a:cubicBezTo>
                      <a:pt x="167688" y="124527"/>
                      <a:pt x="79408" y="204766"/>
                      <a:pt x="4" y="293379"/>
                    </a:cubicBezTo>
                    <a:cubicBezTo>
                      <a:pt x="4" y="293379"/>
                      <a:pt x="181623" y="374459"/>
                      <a:pt x="270270" y="401485"/>
                    </a:cubicBezTo>
                    <a:cubicBezTo>
                      <a:pt x="358917" y="428512"/>
                      <a:pt x="467888" y="425269"/>
                      <a:pt x="527238" y="354567"/>
                    </a:cubicBezTo>
                    <a:cubicBezTo>
                      <a:pt x="545594" y="331660"/>
                      <a:pt x="558729" y="305022"/>
                      <a:pt x="565724" y="276515"/>
                    </a:cubicBezTo>
                    <a:cubicBezTo>
                      <a:pt x="583885" y="208408"/>
                      <a:pt x="575886" y="132301"/>
                      <a:pt x="535238" y="759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0659478" y="4459457"/>
                <a:ext cx="468375" cy="561722"/>
              </a:xfrm>
              <a:custGeom>
                <a:avLst/>
                <a:gdLst>
                  <a:gd name="connsiteX0" fmla="*/ 81863 w 468375"/>
                  <a:gd name="connsiteY0" fmla="*/ -10 h 561722"/>
                  <a:gd name="connsiteX1" fmla="*/ 9323 w 468375"/>
                  <a:gd name="connsiteY1" fmla="*/ 156420 h 561722"/>
                  <a:gd name="connsiteX2" fmla="*/ 41755 w 468375"/>
                  <a:gd name="connsiteY2" fmla="*/ 433712 h 561722"/>
                  <a:gd name="connsiteX3" fmla="*/ 277210 w 468375"/>
                  <a:gd name="connsiteY3" fmla="*/ 558682 h 561722"/>
                  <a:gd name="connsiteX4" fmla="*/ 443045 w 468375"/>
                  <a:gd name="connsiteY4" fmla="*/ 226040 h 561722"/>
                  <a:gd name="connsiteX5" fmla="*/ 295805 w 468375"/>
                  <a:gd name="connsiteY5" fmla="*/ 98583 h 561722"/>
                  <a:gd name="connsiteX6" fmla="*/ 81863 w 468375"/>
                  <a:gd name="connsiteY6" fmla="*/ -10 h 5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8375" h="561722">
                    <a:moveTo>
                      <a:pt x="81863" y="-10"/>
                    </a:moveTo>
                    <a:cubicBezTo>
                      <a:pt x="38620" y="39773"/>
                      <a:pt x="19702" y="98907"/>
                      <a:pt x="9323" y="156420"/>
                    </a:cubicBezTo>
                    <a:cubicBezTo>
                      <a:pt x="-7541" y="249823"/>
                      <a:pt x="-4190" y="351011"/>
                      <a:pt x="41755" y="433712"/>
                    </a:cubicBezTo>
                    <a:cubicBezTo>
                      <a:pt x="87700" y="516413"/>
                      <a:pt x="183915" y="576088"/>
                      <a:pt x="277210" y="558682"/>
                    </a:cubicBezTo>
                    <a:cubicBezTo>
                      <a:pt x="421640" y="531764"/>
                      <a:pt x="516233" y="356524"/>
                      <a:pt x="443045" y="226040"/>
                    </a:cubicBezTo>
                    <a:cubicBezTo>
                      <a:pt x="410613" y="168636"/>
                      <a:pt x="353966" y="129501"/>
                      <a:pt x="295805" y="98583"/>
                    </a:cubicBezTo>
                    <a:cubicBezTo>
                      <a:pt x="234508" y="66043"/>
                      <a:pt x="81863" y="-10"/>
                      <a:pt x="81863" y="-1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07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7ADB394-6E69-859E-2220-E2B14C5A54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66750" y="1384549"/>
            <a:ext cx="10858500" cy="4583989"/>
            <a:chOff x="660400" y="2222502"/>
            <a:chExt cx="10858500" cy="4583989"/>
          </a:xfrm>
        </p:grpSpPr>
        <p:grpSp>
          <p:nvGrpSpPr>
            <p:cNvPr id="7" name="组合 6"/>
            <p:cNvGrpSpPr/>
            <p:nvPr/>
          </p:nvGrpSpPr>
          <p:grpSpPr>
            <a:xfrm>
              <a:off x="660400" y="2222502"/>
              <a:ext cx="3403539" cy="4583989"/>
              <a:chOff x="660400" y="2222502"/>
              <a:chExt cx="3403539" cy="4583989"/>
            </a:xfrm>
          </p:grpSpPr>
          <p:grpSp>
            <p:nvGrpSpPr>
              <p:cNvPr id="24" name="组合 23"/>
              <p:cNvGrpSpPr>
                <a:grpSpLocks noChangeAspect="1"/>
              </p:cNvGrpSpPr>
              <p:nvPr/>
            </p:nvGrpSpPr>
            <p:grpSpPr>
              <a:xfrm>
                <a:off x="660406" y="2222502"/>
                <a:ext cx="3403533" cy="4583989"/>
                <a:chOff x="4943929" y="-1119616"/>
                <a:chExt cx="6574971" cy="8500604"/>
              </a:xfrm>
            </p:grpSpPr>
            <p:grpSp>
              <p:nvGrpSpPr>
                <p:cNvPr id="26" name="组合 25"/>
                <p:cNvGrpSpPr/>
                <p:nvPr/>
              </p:nvGrpSpPr>
              <p:grpSpPr>
                <a:xfrm>
                  <a:off x="4943929" y="-1119616"/>
                  <a:ext cx="6574971" cy="8500604"/>
                  <a:chOff x="4943929" y="-3561833"/>
                  <a:chExt cx="6574971" cy="11362630"/>
                </a:xfrm>
              </p:grpSpPr>
              <p:sp>
                <p:nvSpPr>
                  <p:cNvPr id="29" name="矩形 28"/>
                  <p:cNvSpPr/>
                  <p:nvPr/>
                </p:nvSpPr>
                <p:spPr>
                  <a:xfrm>
                    <a:off x="4943929" y="-3561833"/>
                    <a:ext cx="6574971" cy="11362630"/>
                  </a:xfrm>
                  <a:prstGeom prst="rect">
                    <a:avLst/>
                  </a:prstGeom>
                  <a:gradFill flip="none" rotWithShape="1">
                    <a:gsLst>
                      <a:gs pos="55000">
                        <a:schemeClr val="bg1"/>
                      </a:gs>
                      <a:gs pos="99000">
                        <a:schemeClr val="accent1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30" name="矩形 29"/>
                  <p:cNvSpPr/>
                  <p:nvPr/>
                </p:nvSpPr>
                <p:spPr>
                  <a:xfrm>
                    <a:off x="11303988" y="-3561833"/>
                    <a:ext cx="214912" cy="969593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>
                    <a:outerShdw blurRad="50800" dist="50800" dir="5400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pPr algn="ctr"/>
                    <a:endParaRPr kumimoji="1" lang="zh-CN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27" name="矩形: 圆角 26"/>
                <p:cNvSpPr/>
                <p:nvPr/>
              </p:nvSpPr>
              <p:spPr>
                <a:xfrm>
                  <a:off x="5780889" y="2634446"/>
                  <a:ext cx="4868155" cy="667588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rgbClr val="FFFFFF"/>
                      </a:solidFill>
                    </a:rPr>
                    <a:t>{vItem.item1}</a:t>
                  </a:r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5780887" y="3401605"/>
                  <a:ext cx="4901052" cy="390231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{vItem.item1_Desc}</a:t>
                  </a:r>
                </a:p>
              </p:txBody>
            </p:sp>
          </p:grpSp>
          <p:sp>
            <p:nvSpPr>
              <p:cNvPr id="25" name="流程图: 文档 24"/>
              <p:cNvSpPr>
                <a:spLocks noChangeAspect="1"/>
              </p:cNvSpPr>
              <p:nvPr/>
            </p:nvSpPr>
            <p:spPr>
              <a:xfrm>
                <a:off x="660400" y="2222502"/>
                <a:ext cx="3403538" cy="1970702"/>
              </a:xfrm>
              <a:prstGeom prst="flowChartDocument">
                <a:avLst/>
              </a:prstGeom>
              <a:blipFill>
                <a:blip r:embed="rId2"/>
                <a:stretch>
                  <a:fillRect t="-8361" b="-826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4387886" y="2222502"/>
              <a:ext cx="3403534" cy="4583989"/>
              <a:chOff x="4387886" y="2222502"/>
              <a:chExt cx="3403534" cy="4583989"/>
            </a:xfrm>
          </p:grpSpPr>
          <p:grpSp>
            <p:nvGrpSpPr>
              <p:cNvPr id="17" name="组合 16"/>
              <p:cNvGrpSpPr>
                <a:grpSpLocks noChangeAspect="1"/>
              </p:cNvGrpSpPr>
              <p:nvPr/>
            </p:nvGrpSpPr>
            <p:grpSpPr>
              <a:xfrm>
                <a:off x="4387887" y="2222502"/>
                <a:ext cx="3403533" cy="4583989"/>
                <a:chOff x="4943929" y="-1119616"/>
                <a:chExt cx="6574972" cy="8500604"/>
              </a:xfrm>
            </p:grpSpPr>
            <p:grpSp>
              <p:nvGrpSpPr>
                <p:cNvPr id="19" name="组合 18"/>
                <p:cNvGrpSpPr/>
                <p:nvPr/>
              </p:nvGrpSpPr>
              <p:grpSpPr>
                <a:xfrm>
                  <a:off x="4943929" y="-1119616"/>
                  <a:ext cx="6574972" cy="8500604"/>
                  <a:chOff x="4943929" y="-3561833"/>
                  <a:chExt cx="6574972" cy="11362630"/>
                </a:xfrm>
              </p:grpSpPr>
              <p:sp>
                <p:nvSpPr>
                  <p:cNvPr id="22" name="矩形 21"/>
                  <p:cNvSpPr/>
                  <p:nvPr/>
                </p:nvSpPr>
                <p:spPr>
                  <a:xfrm>
                    <a:off x="4943929" y="-3561833"/>
                    <a:ext cx="6574970" cy="11362630"/>
                  </a:xfrm>
                  <a:prstGeom prst="rect">
                    <a:avLst/>
                  </a:prstGeom>
                  <a:gradFill flip="none" rotWithShape="1">
                    <a:gsLst>
                      <a:gs pos="55000">
                        <a:schemeClr val="bg1"/>
                      </a:gs>
                      <a:gs pos="99000">
                        <a:schemeClr val="accent1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23" name="矩形 22"/>
                  <p:cNvSpPr/>
                  <p:nvPr/>
                </p:nvSpPr>
                <p:spPr>
                  <a:xfrm>
                    <a:off x="11303989" y="-3561833"/>
                    <a:ext cx="214912" cy="969593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/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>
                    <a:outerShdw blurRad="50800" dist="50800" dir="5400000" algn="ctr" rotWithShape="0">
                      <a:schemeClr val="accent2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pPr algn="ctr"/>
                    <a:endParaRPr kumimoji="1" lang="zh-CN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20" name="矩形: 圆角 19"/>
                <p:cNvSpPr/>
                <p:nvPr/>
              </p:nvSpPr>
              <p:spPr>
                <a:xfrm>
                  <a:off x="5780889" y="2634446"/>
                  <a:ext cx="4868156" cy="667588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rgbClr val="FFFFFF"/>
                      </a:solidFill>
                    </a:rPr>
                    <a:t>{vItem.item2}</a:t>
                  </a:r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5780887" y="3401605"/>
                  <a:ext cx="4901053" cy="390231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{vItem.item2_Desc}</a:t>
                  </a:r>
                </a:p>
              </p:txBody>
            </p:sp>
          </p:grpSp>
          <p:sp>
            <p:nvSpPr>
              <p:cNvPr id="18" name="流程图: 文档 17"/>
              <p:cNvSpPr>
                <a:spLocks noChangeAspect="1"/>
              </p:cNvSpPr>
              <p:nvPr/>
            </p:nvSpPr>
            <p:spPr>
              <a:xfrm>
                <a:off x="4387886" y="2222502"/>
                <a:ext cx="3403533" cy="1970702"/>
              </a:xfrm>
              <a:prstGeom prst="flowChartDocument">
                <a:avLst/>
              </a:prstGeom>
              <a:blipFill>
                <a:blip r:embed="rId3"/>
                <a:stretch>
                  <a:fillRect t="-20100" b="-19850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8115367" y="2222502"/>
              <a:ext cx="3403533" cy="4583989"/>
              <a:chOff x="8115367" y="2222502"/>
              <a:chExt cx="3403533" cy="4583989"/>
            </a:xfrm>
          </p:grpSpPr>
          <p:grpSp>
            <p:nvGrpSpPr>
              <p:cNvPr id="10" name="组合 9"/>
              <p:cNvGrpSpPr>
                <a:grpSpLocks noChangeAspect="1"/>
              </p:cNvGrpSpPr>
              <p:nvPr/>
            </p:nvGrpSpPr>
            <p:grpSpPr>
              <a:xfrm>
                <a:off x="8115367" y="2222502"/>
                <a:ext cx="3403533" cy="4583989"/>
                <a:chOff x="4943929" y="-1119616"/>
                <a:chExt cx="6574971" cy="8500604"/>
              </a:xfrm>
            </p:grpSpPr>
            <p:grpSp>
              <p:nvGrpSpPr>
                <p:cNvPr id="12" name="组合 11"/>
                <p:cNvGrpSpPr/>
                <p:nvPr/>
              </p:nvGrpSpPr>
              <p:grpSpPr>
                <a:xfrm>
                  <a:off x="4943929" y="-1119616"/>
                  <a:ext cx="6574971" cy="8500604"/>
                  <a:chOff x="4943929" y="-3561833"/>
                  <a:chExt cx="6574971" cy="1136263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4943929" y="-3561833"/>
                    <a:ext cx="6574971" cy="11362630"/>
                  </a:xfrm>
                  <a:prstGeom prst="rect">
                    <a:avLst/>
                  </a:prstGeom>
                  <a:gradFill flip="none" rotWithShape="1">
                    <a:gsLst>
                      <a:gs pos="55000">
                        <a:schemeClr val="bg1"/>
                      </a:gs>
                      <a:gs pos="99000">
                        <a:schemeClr val="accent1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 lang="zh-CN" altLang="en-US" b="1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11303988" y="-3561833"/>
                    <a:ext cx="214912" cy="969593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>
                    <a:outerShdw blurRad="50800" dist="50800" dir="5400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pPr algn="ctr"/>
                    <a:endParaRPr kumimoji="1" lang="zh-CN" altLang="en-US" b="1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13" name="矩形: 圆角 12"/>
                <p:cNvSpPr/>
                <p:nvPr/>
              </p:nvSpPr>
              <p:spPr>
                <a:xfrm>
                  <a:off x="5780889" y="2634446"/>
                  <a:ext cx="4868155" cy="667588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1400" b="1" dirty="0">
                      <a:solidFill>
                        <a:srgbClr val="FFFFFF"/>
                      </a:solidFill>
                    </a:rPr>
                    <a:t>{vItem.item3}</a:t>
                  </a:r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>
                  <a:off x="5780887" y="3401604"/>
                  <a:ext cx="4901052" cy="397938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{vItem.item3_Desc}</a:t>
                  </a:r>
                </a:p>
              </p:txBody>
            </p:sp>
          </p:grpSp>
          <p:sp>
            <p:nvSpPr>
              <p:cNvPr id="11" name="流程图: 文档 10"/>
              <p:cNvSpPr>
                <a:spLocks noChangeAspect="1"/>
              </p:cNvSpPr>
              <p:nvPr/>
            </p:nvSpPr>
            <p:spPr>
              <a:xfrm>
                <a:off x="8115367" y="2222502"/>
                <a:ext cx="3403533" cy="1970702"/>
              </a:xfrm>
              <a:prstGeom prst="flowChartDocument">
                <a:avLst/>
              </a:prstGeom>
              <a:blipFill>
                <a:blip r:embed="rId4"/>
                <a:stretch>
                  <a:fillRect t="-8361" b="-8263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09739FCC-4380-F038-C649-280BE36281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87AB9E66-DD10-856C-D490-F40D2DD02785}"/>
              </a:ext>
            </a:extLst>
          </p:cNvPr>
          <p:cNvGrpSpPr/>
          <p:nvPr/>
        </p:nvGrpSpPr>
        <p:grpSpPr>
          <a:xfrm>
            <a:off x="969310" y="1442275"/>
            <a:ext cx="2050928" cy="4022811"/>
            <a:chOff x="969310" y="1442275"/>
            <a:chExt cx="2050928" cy="4022811"/>
          </a:xfrm>
        </p:grpSpPr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969311" y="3446419"/>
              <a:ext cx="2050927" cy="2018667"/>
              <a:chOff x="5314043" y="4048863"/>
              <a:chExt cx="1654475" cy="2809136"/>
            </a:xfrm>
          </p:grpSpPr>
          <p:sp>
            <p:nvSpPr>
              <p:cNvPr id="32" name="矩形: 单圆角 31"/>
              <p:cNvSpPr/>
              <p:nvPr/>
            </p:nvSpPr>
            <p:spPr>
              <a:xfrm>
                <a:off x="5314044" y="4048863"/>
                <a:ext cx="1654474" cy="2809136"/>
              </a:xfrm>
              <a:prstGeom prst="round1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5314043" y="4048864"/>
                <a:ext cx="1161643" cy="500969"/>
              </a:xfrm>
              <a:custGeom>
                <a:avLst/>
                <a:gdLst>
                  <a:gd name="csX0" fmla="*/ 0 w 2497573"/>
                  <a:gd name="csY0" fmla="*/ 0 h 1741714"/>
                  <a:gd name="csX1" fmla="*/ 2170685 w 2497573"/>
                  <a:gd name="csY1" fmla="*/ 16021 h 1741714"/>
                  <a:gd name="csX2" fmla="*/ 2497573 w 2497573"/>
                  <a:gd name="csY2" fmla="*/ 918914 h 1741714"/>
                  <a:gd name="csX3" fmla="*/ 2179388 w 2497573"/>
                  <a:gd name="csY3" fmla="*/ 1725693 h 1741714"/>
                  <a:gd name="csX4" fmla="*/ 0 w 2497573"/>
                  <a:gd name="csY4" fmla="*/ 1741714 h 1741714"/>
                  <a:gd name="csX5" fmla="*/ 0 w 2497573"/>
                  <a:gd name="csY5" fmla="*/ 0 h 17417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2497573" h="1741714">
                    <a:moveTo>
                      <a:pt x="0" y="0"/>
                    </a:moveTo>
                    <a:lnTo>
                      <a:pt x="2170685" y="16021"/>
                    </a:lnTo>
                    <a:cubicBezTo>
                      <a:pt x="2410165" y="16021"/>
                      <a:pt x="2497573" y="437953"/>
                      <a:pt x="2497573" y="918914"/>
                    </a:cubicBezTo>
                    <a:cubicBezTo>
                      <a:pt x="2497573" y="1399875"/>
                      <a:pt x="2418868" y="1725693"/>
                      <a:pt x="2179388" y="1725693"/>
                    </a:cubicBezTo>
                    <a:lnTo>
                      <a:pt x="0" y="1741714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de-DE" altLang="zh-CN" sz="12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{vItem.item1}</a:t>
                </a: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314043" y="4597230"/>
                <a:ext cx="1654475" cy="2260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sp>
          <p:nvSpPr>
            <p:cNvPr id="7" name="矩形: 圆角 6"/>
            <p:cNvSpPr>
              <a:spLocks noChangeAspect="1"/>
            </p:cNvSpPr>
            <p:nvPr/>
          </p:nvSpPr>
          <p:spPr>
            <a:xfrm>
              <a:off x="969310" y="1442275"/>
              <a:ext cx="1922923" cy="1892930"/>
            </a:xfrm>
            <a:prstGeom prst="roundRect">
              <a:avLst/>
            </a:prstGeom>
            <a:blipFill>
              <a:blip r:embed="rId2"/>
              <a:stretch>
                <a:fillRect l="-23987" r="-23673"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723E5D1-3C7B-6206-2E29-5F84B3F6E19C}"/>
              </a:ext>
            </a:extLst>
          </p:cNvPr>
          <p:cNvGrpSpPr/>
          <p:nvPr/>
        </p:nvGrpSpPr>
        <p:grpSpPr>
          <a:xfrm>
            <a:off x="3691816" y="1442275"/>
            <a:ext cx="2050927" cy="4022811"/>
            <a:chOff x="3691816" y="1442275"/>
            <a:chExt cx="2050927" cy="4022811"/>
          </a:xfrm>
        </p:grpSpPr>
        <p:grpSp>
          <p:nvGrpSpPr>
            <p:cNvPr id="8" name="组合 7"/>
            <p:cNvGrpSpPr>
              <a:grpSpLocks noChangeAspect="1"/>
            </p:cNvGrpSpPr>
            <p:nvPr/>
          </p:nvGrpSpPr>
          <p:grpSpPr>
            <a:xfrm>
              <a:off x="3691816" y="3446419"/>
              <a:ext cx="2050927" cy="2018667"/>
              <a:chOff x="5314043" y="4048863"/>
              <a:chExt cx="1654475" cy="2809136"/>
            </a:xfrm>
          </p:grpSpPr>
          <p:sp>
            <p:nvSpPr>
              <p:cNvPr id="28" name="矩形: 单圆角 27"/>
              <p:cNvSpPr/>
              <p:nvPr/>
            </p:nvSpPr>
            <p:spPr>
              <a:xfrm>
                <a:off x="5314044" y="4048863"/>
                <a:ext cx="1654474" cy="2809136"/>
              </a:xfrm>
              <a:prstGeom prst="round1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5314043" y="4048864"/>
                <a:ext cx="1161642" cy="500969"/>
              </a:xfrm>
              <a:custGeom>
                <a:avLst/>
                <a:gdLst>
                  <a:gd name="csX0" fmla="*/ 0 w 1507673"/>
                  <a:gd name="csY0" fmla="*/ 0 h 1741714"/>
                  <a:gd name="csX1" fmla="*/ 1261180 w 1507673"/>
                  <a:gd name="csY1" fmla="*/ 20112 h 1741714"/>
                  <a:gd name="csX2" fmla="*/ 1507673 w 1507673"/>
                  <a:gd name="csY2" fmla="*/ 870857 h 1741714"/>
                  <a:gd name="csX3" fmla="*/ 1248125 w 1507673"/>
                  <a:gd name="csY3" fmla="*/ 1681388 h 1741714"/>
                  <a:gd name="csX4" fmla="*/ 0 w 1507673"/>
                  <a:gd name="csY4" fmla="*/ 1741714 h 1741714"/>
                  <a:gd name="csX5" fmla="*/ 0 w 1507673"/>
                  <a:gd name="csY5" fmla="*/ 0 h 17417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507673" h="1741714">
                    <a:moveTo>
                      <a:pt x="0" y="0"/>
                    </a:moveTo>
                    <a:lnTo>
                      <a:pt x="1261180" y="20112"/>
                    </a:lnTo>
                    <a:cubicBezTo>
                      <a:pt x="1500660" y="20112"/>
                      <a:pt x="1507673" y="389896"/>
                      <a:pt x="1507673" y="870857"/>
                    </a:cubicBezTo>
                    <a:cubicBezTo>
                      <a:pt x="1507673" y="1351818"/>
                      <a:pt x="1487605" y="1681388"/>
                      <a:pt x="1248125" y="1681388"/>
                    </a:cubicBezTo>
                    <a:lnTo>
                      <a:pt x="0" y="1741714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de-DE" altLang="zh-CN" sz="12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{vItem.item2}</a:t>
                </a: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5314043" y="4597230"/>
                <a:ext cx="1654475" cy="2260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</a:p>
            </p:txBody>
          </p:sp>
        </p:grpSp>
        <p:sp>
          <p:nvSpPr>
            <p:cNvPr id="9" name="矩形: 圆角 8"/>
            <p:cNvSpPr>
              <a:spLocks noChangeAspect="1"/>
            </p:cNvSpPr>
            <p:nvPr/>
          </p:nvSpPr>
          <p:spPr>
            <a:xfrm>
              <a:off x="3691818" y="1442275"/>
              <a:ext cx="1922920" cy="1892930"/>
            </a:xfrm>
            <a:prstGeom prst="roundRect">
              <a:avLst/>
            </a:prstGeom>
            <a:blipFill>
              <a:blip r:embed="rId3"/>
              <a:stretch>
                <a:fillRect l="-23988" r="-23674"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4E9ECC1-B09A-C424-37E4-60573D28AF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EDE2B98-F31D-250A-EEE8-2ABACBA2F364}"/>
              </a:ext>
            </a:extLst>
          </p:cNvPr>
          <p:cNvGrpSpPr/>
          <p:nvPr/>
        </p:nvGrpSpPr>
        <p:grpSpPr>
          <a:xfrm>
            <a:off x="6414323" y="1442275"/>
            <a:ext cx="2050927" cy="4016476"/>
            <a:chOff x="6414323" y="1442275"/>
            <a:chExt cx="2050927" cy="4016476"/>
          </a:xfrm>
        </p:grpSpPr>
        <p:grpSp>
          <p:nvGrpSpPr>
            <p:cNvPr id="10" name="组合 9"/>
            <p:cNvGrpSpPr>
              <a:grpSpLocks noChangeAspect="1"/>
            </p:cNvGrpSpPr>
            <p:nvPr/>
          </p:nvGrpSpPr>
          <p:grpSpPr>
            <a:xfrm>
              <a:off x="6414323" y="3429000"/>
              <a:ext cx="2050927" cy="2029751"/>
              <a:chOff x="5314043" y="4048863"/>
              <a:chExt cx="1654475" cy="2824560"/>
            </a:xfrm>
          </p:grpSpPr>
          <p:sp>
            <p:nvSpPr>
              <p:cNvPr id="24" name="矩形: 单圆角 23"/>
              <p:cNvSpPr/>
              <p:nvPr/>
            </p:nvSpPr>
            <p:spPr>
              <a:xfrm>
                <a:off x="5314044" y="4048863"/>
                <a:ext cx="1654474" cy="2809136"/>
              </a:xfrm>
              <a:prstGeom prst="round1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5314043" y="4597230"/>
                <a:ext cx="1654475" cy="2276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{vItem.item3_Desc}</a:t>
                </a:r>
              </a:p>
            </p:txBody>
          </p:sp>
        </p:grpSp>
        <p:sp>
          <p:nvSpPr>
            <p:cNvPr id="11" name="矩形: 圆角 10"/>
            <p:cNvSpPr>
              <a:spLocks noChangeAspect="1"/>
            </p:cNvSpPr>
            <p:nvPr/>
          </p:nvSpPr>
          <p:spPr>
            <a:xfrm>
              <a:off x="6414323" y="1442275"/>
              <a:ext cx="1922920" cy="1892930"/>
            </a:xfrm>
            <a:prstGeom prst="roundRect">
              <a:avLst/>
            </a:prstGeom>
            <a:blipFill>
              <a:blip r:embed="rId4"/>
              <a:stretch>
                <a:fillRect l="-23988" r="-23674"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6026E84C-3A30-62E0-6F6B-56F57FA45032}"/>
                </a:ext>
              </a:extLst>
            </p:cNvPr>
            <p:cNvSpPr/>
            <p:nvPr/>
          </p:nvSpPr>
          <p:spPr>
            <a:xfrm>
              <a:off x="6425271" y="3457503"/>
              <a:ext cx="1440001" cy="360000"/>
            </a:xfrm>
            <a:custGeom>
              <a:avLst/>
              <a:gdLst>
                <a:gd name="csX0" fmla="*/ 0 w 2497573"/>
                <a:gd name="csY0" fmla="*/ 0 h 1741714"/>
                <a:gd name="csX1" fmla="*/ 2170685 w 2497573"/>
                <a:gd name="csY1" fmla="*/ 16021 h 1741714"/>
                <a:gd name="csX2" fmla="*/ 2497573 w 2497573"/>
                <a:gd name="csY2" fmla="*/ 918914 h 1741714"/>
                <a:gd name="csX3" fmla="*/ 2179388 w 2497573"/>
                <a:gd name="csY3" fmla="*/ 1725693 h 1741714"/>
                <a:gd name="csX4" fmla="*/ 0 w 2497573"/>
                <a:gd name="csY4" fmla="*/ 1741714 h 1741714"/>
                <a:gd name="csX5" fmla="*/ 0 w 2497573"/>
                <a:gd name="csY5" fmla="*/ 0 h 1741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497573" h="1741714">
                  <a:moveTo>
                    <a:pt x="0" y="0"/>
                  </a:moveTo>
                  <a:lnTo>
                    <a:pt x="2170685" y="16021"/>
                  </a:lnTo>
                  <a:cubicBezTo>
                    <a:pt x="2410165" y="16021"/>
                    <a:pt x="2497573" y="437953"/>
                    <a:pt x="2497573" y="918914"/>
                  </a:cubicBezTo>
                  <a:cubicBezTo>
                    <a:pt x="2497573" y="1399875"/>
                    <a:pt x="2418868" y="1725693"/>
                    <a:pt x="2179388" y="1725693"/>
                  </a:cubicBezTo>
                  <a:lnTo>
                    <a:pt x="0" y="1741714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de-DE" altLang="zh-CN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{vItem.item3}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F8ED8CD-D394-8415-7A75-456D317FE505}"/>
              </a:ext>
            </a:extLst>
          </p:cNvPr>
          <p:cNvGrpSpPr/>
          <p:nvPr/>
        </p:nvGrpSpPr>
        <p:grpSpPr>
          <a:xfrm>
            <a:off x="9136825" y="1442275"/>
            <a:ext cx="2050927" cy="4022811"/>
            <a:chOff x="9136825" y="1442275"/>
            <a:chExt cx="2050927" cy="4022811"/>
          </a:xfrm>
        </p:grpSpPr>
        <p:grpSp>
          <p:nvGrpSpPr>
            <p:cNvPr id="12" name="组合 11"/>
            <p:cNvGrpSpPr>
              <a:grpSpLocks noChangeAspect="1"/>
            </p:cNvGrpSpPr>
            <p:nvPr/>
          </p:nvGrpSpPr>
          <p:grpSpPr>
            <a:xfrm>
              <a:off x="9136825" y="3446419"/>
              <a:ext cx="2050927" cy="2018667"/>
              <a:chOff x="5314043" y="4048863"/>
              <a:chExt cx="1654475" cy="2809136"/>
            </a:xfrm>
          </p:grpSpPr>
          <p:sp>
            <p:nvSpPr>
              <p:cNvPr id="20" name="矩形: 单圆角 19"/>
              <p:cNvSpPr/>
              <p:nvPr/>
            </p:nvSpPr>
            <p:spPr>
              <a:xfrm>
                <a:off x="5314044" y="4048863"/>
                <a:ext cx="1654474" cy="2809136"/>
              </a:xfrm>
              <a:prstGeom prst="round1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5314043" y="4597230"/>
                <a:ext cx="1654475" cy="2260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</a:p>
            </p:txBody>
          </p:sp>
        </p:grpSp>
        <p:sp>
          <p:nvSpPr>
            <p:cNvPr id="13" name="矩形: 圆角 12"/>
            <p:cNvSpPr>
              <a:spLocks noChangeAspect="1"/>
            </p:cNvSpPr>
            <p:nvPr/>
          </p:nvSpPr>
          <p:spPr>
            <a:xfrm>
              <a:off x="9136827" y="1442275"/>
              <a:ext cx="1922920" cy="1892930"/>
            </a:xfrm>
            <a:prstGeom prst="roundRect">
              <a:avLst/>
            </a:prstGeom>
            <a:blipFill>
              <a:blip r:embed="rId5"/>
              <a:stretch>
                <a:fillRect l="-23988" r="-23674"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0D5F6399-19E1-5A48-8380-0000BC4A4354}"/>
                </a:ext>
              </a:extLst>
            </p:cNvPr>
            <p:cNvSpPr/>
            <p:nvPr/>
          </p:nvSpPr>
          <p:spPr>
            <a:xfrm>
              <a:off x="9147775" y="3457503"/>
              <a:ext cx="1439999" cy="360000"/>
            </a:xfrm>
            <a:custGeom>
              <a:avLst/>
              <a:gdLst>
                <a:gd name="csX0" fmla="*/ 0 w 1507673"/>
                <a:gd name="csY0" fmla="*/ 0 h 1741714"/>
                <a:gd name="csX1" fmla="*/ 1261180 w 1507673"/>
                <a:gd name="csY1" fmla="*/ 20112 h 1741714"/>
                <a:gd name="csX2" fmla="*/ 1507673 w 1507673"/>
                <a:gd name="csY2" fmla="*/ 870857 h 1741714"/>
                <a:gd name="csX3" fmla="*/ 1248125 w 1507673"/>
                <a:gd name="csY3" fmla="*/ 1681388 h 1741714"/>
                <a:gd name="csX4" fmla="*/ 0 w 1507673"/>
                <a:gd name="csY4" fmla="*/ 1741714 h 1741714"/>
                <a:gd name="csX5" fmla="*/ 0 w 1507673"/>
                <a:gd name="csY5" fmla="*/ 0 h 1741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507673" h="1741714">
                  <a:moveTo>
                    <a:pt x="0" y="0"/>
                  </a:moveTo>
                  <a:lnTo>
                    <a:pt x="1261180" y="20112"/>
                  </a:lnTo>
                  <a:cubicBezTo>
                    <a:pt x="1500660" y="20112"/>
                    <a:pt x="1507673" y="389896"/>
                    <a:pt x="1507673" y="870857"/>
                  </a:cubicBezTo>
                  <a:cubicBezTo>
                    <a:pt x="1507673" y="1351818"/>
                    <a:pt x="1487605" y="1681388"/>
                    <a:pt x="1248125" y="1681388"/>
                  </a:cubicBezTo>
                  <a:lnTo>
                    <a:pt x="0" y="174171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de-DE" altLang="zh-CN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{vItem.item4}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>
            <a:spLocks noChangeAspect="1"/>
          </p:cNvSpPr>
          <p:nvPr/>
        </p:nvSpPr>
        <p:spPr>
          <a:xfrm>
            <a:off x="730885" y="1364615"/>
            <a:ext cx="1922882" cy="1892890"/>
          </a:xfrm>
          <a:prstGeom prst="roundRect">
            <a:avLst/>
          </a:prstGeom>
          <a:blipFill>
            <a:blip r:embed="rId2"/>
            <a:stretch>
              <a:fillRect l="-23987" r="-23673"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>
            <a:spLocks noChangeAspect="1"/>
          </p:cNvSpPr>
          <p:nvPr/>
        </p:nvSpPr>
        <p:spPr>
          <a:xfrm>
            <a:off x="2900729" y="1364615"/>
            <a:ext cx="1922879" cy="1892890"/>
          </a:xfrm>
          <a:prstGeom prst="roundRect">
            <a:avLst/>
          </a:prstGeom>
          <a:blipFill>
            <a:blip r:embed="rId3"/>
            <a:stretch>
              <a:fillRect l="-23988" r="-23674"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>
            <a:spLocks noChangeAspect="1"/>
          </p:cNvSpPr>
          <p:nvPr/>
        </p:nvSpPr>
        <p:spPr>
          <a:xfrm>
            <a:off x="5070567" y="1364615"/>
            <a:ext cx="1922879" cy="1892890"/>
          </a:xfrm>
          <a:prstGeom prst="roundRect">
            <a:avLst/>
          </a:prstGeom>
          <a:blipFill>
            <a:blip r:embed="rId4"/>
            <a:stretch>
              <a:fillRect l="-23988" r="-23674"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>
            <a:spLocks noChangeAspect="1"/>
          </p:cNvSpPr>
          <p:nvPr/>
        </p:nvSpPr>
        <p:spPr>
          <a:xfrm>
            <a:off x="7240402" y="1364615"/>
            <a:ext cx="1922879" cy="1892890"/>
          </a:xfrm>
          <a:prstGeom prst="roundRect">
            <a:avLst/>
          </a:prstGeom>
          <a:blipFill>
            <a:blip r:embed="rId5"/>
            <a:stretch>
              <a:fillRect l="-23988" r="-23674"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4"/>
          <p:cNvSpPr>
            <a:spLocks noChangeAspect="1"/>
          </p:cNvSpPr>
          <p:nvPr/>
        </p:nvSpPr>
        <p:spPr>
          <a:xfrm>
            <a:off x="9410234" y="1364615"/>
            <a:ext cx="1922879" cy="1892890"/>
          </a:xfrm>
          <a:prstGeom prst="roundRect">
            <a:avLst/>
          </a:prstGeom>
          <a:blipFill>
            <a:blip r:embed="rId6"/>
            <a:stretch>
              <a:fillRect l="-23988" r="-23674"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FF4563A-5F19-39DD-34FB-A90DA3689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38" name="矩形: 单圆角 37">
            <a:extLst>
              <a:ext uri="{FF2B5EF4-FFF2-40B4-BE49-F238E27FC236}">
                <a16:creationId xmlns:a16="http://schemas.microsoft.com/office/drawing/2014/main" id="{E5FDCE97-9B7A-948D-AD3B-2D52F769F945}"/>
              </a:ext>
            </a:extLst>
          </p:cNvPr>
          <p:cNvSpPr/>
          <p:nvPr/>
        </p:nvSpPr>
        <p:spPr>
          <a:xfrm>
            <a:off x="730885" y="3446419"/>
            <a:ext cx="1922881" cy="2684217"/>
          </a:xfrm>
          <a:prstGeom prst="round1Rect">
            <a:avLst/>
          </a:prstGeom>
          <a:gradFill flip="none" rotWithShape="1">
            <a:gsLst>
              <a:gs pos="24000">
                <a:schemeClr val="bg1"/>
              </a:gs>
              <a:gs pos="100000">
                <a:schemeClr val="bg1">
                  <a:alpha val="62000"/>
                </a:schemeClr>
              </a:gs>
            </a:gsLst>
            <a:lin ang="5400000" scaled="1"/>
            <a:tileRect/>
          </a:gradFill>
          <a:ln w="381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24000"/>
                  </a:schemeClr>
                </a:gs>
              </a:gsLst>
              <a:lin ang="16200000" scaled="1"/>
              <a:tileRect/>
            </a:gradFill>
          </a:ln>
          <a:effectLst>
            <a:outerShdw blurRad="533400" dist="508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dirty="0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49465330-177E-AB85-7017-EAAA8B7535AF}"/>
              </a:ext>
            </a:extLst>
          </p:cNvPr>
          <p:cNvSpPr/>
          <p:nvPr/>
        </p:nvSpPr>
        <p:spPr>
          <a:xfrm>
            <a:off x="730883" y="3446420"/>
            <a:ext cx="1439999" cy="360000"/>
          </a:xfrm>
          <a:custGeom>
            <a:avLst/>
            <a:gdLst>
              <a:gd name="csX0" fmla="*/ 0 w 2497573"/>
              <a:gd name="csY0" fmla="*/ 0 h 1741714"/>
              <a:gd name="csX1" fmla="*/ 2170685 w 2497573"/>
              <a:gd name="csY1" fmla="*/ 16021 h 1741714"/>
              <a:gd name="csX2" fmla="*/ 2497573 w 2497573"/>
              <a:gd name="csY2" fmla="*/ 918914 h 1741714"/>
              <a:gd name="csX3" fmla="*/ 2179388 w 2497573"/>
              <a:gd name="csY3" fmla="*/ 1725693 h 1741714"/>
              <a:gd name="csX4" fmla="*/ 0 w 2497573"/>
              <a:gd name="csY4" fmla="*/ 1741714 h 1741714"/>
              <a:gd name="csX5" fmla="*/ 0 w 2497573"/>
              <a:gd name="csY5" fmla="*/ 0 h 1741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97573" h="1741714">
                <a:moveTo>
                  <a:pt x="0" y="0"/>
                </a:moveTo>
                <a:lnTo>
                  <a:pt x="2170685" y="16021"/>
                </a:lnTo>
                <a:cubicBezTo>
                  <a:pt x="2410165" y="16021"/>
                  <a:pt x="2497573" y="437953"/>
                  <a:pt x="2497573" y="918914"/>
                </a:cubicBezTo>
                <a:cubicBezTo>
                  <a:pt x="2497573" y="1399875"/>
                  <a:pt x="2418868" y="1725693"/>
                  <a:pt x="2179388" y="1725693"/>
                </a:cubicBezTo>
                <a:lnTo>
                  <a:pt x="0" y="174171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DE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{vItem.item1}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FD58FF9-A6E5-944A-FB23-0F4A1992B477}"/>
              </a:ext>
            </a:extLst>
          </p:cNvPr>
          <p:cNvSpPr txBox="1"/>
          <p:nvPr/>
        </p:nvSpPr>
        <p:spPr>
          <a:xfrm>
            <a:off x="730884" y="3970401"/>
            <a:ext cx="1922882" cy="216023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/>
              <a:t>{vItem.item1_Desc}</a:t>
            </a:r>
          </a:p>
        </p:txBody>
      </p:sp>
      <p:sp>
        <p:nvSpPr>
          <p:cNvPr id="45" name="矩形: 单圆角 44">
            <a:extLst>
              <a:ext uri="{FF2B5EF4-FFF2-40B4-BE49-F238E27FC236}">
                <a16:creationId xmlns:a16="http://schemas.microsoft.com/office/drawing/2014/main" id="{08DBCD44-55E9-750A-2708-FB51C73CFBA4}"/>
              </a:ext>
            </a:extLst>
          </p:cNvPr>
          <p:cNvSpPr/>
          <p:nvPr/>
        </p:nvSpPr>
        <p:spPr>
          <a:xfrm>
            <a:off x="2900729" y="3446419"/>
            <a:ext cx="1922878" cy="2684217"/>
          </a:xfrm>
          <a:prstGeom prst="round1Rect">
            <a:avLst/>
          </a:prstGeom>
          <a:gradFill flip="none" rotWithShape="1">
            <a:gsLst>
              <a:gs pos="24000">
                <a:schemeClr val="bg1"/>
              </a:gs>
              <a:gs pos="100000">
                <a:schemeClr val="bg1">
                  <a:alpha val="62000"/>
                </a:schemeClr>
              </a:gs>
            </a:gsLst>
            <a:lin ang="5400000" scaled="1"/>
            <a:tileRect/>
          </a:gradFill>
          <a:ln w="381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24000"/>
                  </a:schemeClr>
                </a:gs>
              </a:gsLst>
              <a:lin ang="16200000" scaled="1"/>
              <a:tileRect/>
            </a:gradFill>
          </a:ln>
          <a:effectLst>
            <a:outerShdw blurRad="533400" dist="50800" dir="5400000" algn="ctr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dirty="0"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44180D80-B08C-2053-AA4F-13E9773CCB52}"/>
              </a:ext>
            </a:extLst>
          </p:cNvPr>
          <p:cNvSpPr/>
          <p:nvPr/>
        </p:nvSpPr>
        <p:spPr>
          <a:xfrm>
            <a:off x="2900727" y="3446420"/>
            <a:ext cx="1439999" cy="360000"/>
          </a:xfrm>
          <a:custGeom>
            <a:avLst/>
            <a:gdLst>
              <a:gd name="csX0" fmla="*/ 0 w 1507673"/>
              <a:gd name="csY0" fmla="*/ 0 h 1741714"/>
              <a:gd name="csX1" fmla="*/ 1256827 w 1507673"/>
              <a:gd name="csY1" fmla="*/ 10 h 1741714"/>
              <a:gd name="csX2" fmla="*/ 1507673 w 1507673"/>
              <a:gd name="csY2" fmla="*/ 870857 h 1741714"/>
              <a:gd name="csX3" fmla="*/ 1252476 w 1507673"/>
              <a:gd name="csY3" fmla="*/ 1741714 h 1741714"/>
              <a:gd name="csX4" fmla="*/ 0 w 1507673"/>
              <a:gd name="csY4" fmla="*/ 1741714 h 1741714"/>
              <a:gd name="csX5" fmla="*/ 0 w 1507673"/>
              <a:gd name="csY5" fmla="*/ 0 h 1741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07673" h="1741714">
                <a:moveTo>
                  <a:pt x="0" y="0"/>
                </a:moveTo>
                <a:lnTo>
                  <a:pt x="1256827" y="10"/>
                </a:lnTo>
                <a:cubicBezTo>
                  <a:pt x="1496307" y="10"/>
                  <a:pt x="1507673" y="389896"/>
                  <a:pt x="1507673" y="870857"/>
                </a:cubicBezTo>
                <a:cubicBezTo>
                  <a:pt x="1507673" y="1351818"/>
                  <a:pt x="1491956" y="1741714"/>
                  <a:pt x="1252476" y="1741714"/>
                </a:cubicBezTo>
                <a:lnTo>
                  <a:pt x="0" y="17417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7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de-DE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{vItem.item2}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7E8CE2A-9FC9-4411-8D39-5CF4AA9BDD25}"/>
              </a:ext>
            </a:extLst>
          </p:cNvPr>
          <p:cNvSpPr txBox="1"/>
          <p:nvPr/>
        </p:nvSpPr>
        <p:spPr>
          <a:xfrm>
            <a:off x="2900728" y="3970401"/>
            <a:ext cx="1922879" cy="216023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/>
              <a:t>{vItem.item2_Desc}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5A633CD-9D3A-E9AB-1980-9402880AE1B0}"/>
              </a:ext>
            </a:extLst>
          </p:cNvPr>
          <p:cNvGrpSpPr>
            <a:grpSpLocks noChangeAspect="1"/>
          </p:cNvGrpSpPr>
          <p:nvPr/>
        </p:nvGrpSpPr>
        <p:grpSpPr>
          <a:xfrm>
            <a:off x="5074723" y="3446957"/>
            <a:ext cx="1922879" cy="2701636"/>
            <a:chOff x="5314043" y="4048863"/>
            <a:chExt cx="1654475" cy="2824560"/>
          </a:xfrm>
        </p:grpSpPr>
        <p:sp>
          <p:nvSpPr>
            <p:cNvPr id="49" name="矩形: 单圆角 48">
              <a:extLst>
                <a:ext uri="{FF2B5EF4-FFF2-40B4-BE49-F238E27FC236}">
                  <a16:creationId xmlns:a16="http://schemas.microsoft.com/office/drawing/2014/main" id="{1961258C-8F40-C772-822E-EA32C83C1777}"/>
                </a:ext>
              </a:extLst>
            </p:cNvPr>
            <p:cNvSpPr/>
            <p:nvPr/>
          </p:nvSpPr>
          <p:spPr>
            <a:xfrm>
              <a:off x="5314044" y="4048863"/>
              <a:ext cx="1654474" cy="2809136"/>
            </a:xfrm>
            <a:prstGeom prst="round1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598265A6-9C51-7E89-E53B-D867E2C38148}"/>
                </a:ext>
              </a:extLst>
            </p:cNvPr>
            <p:cNvSpPr txBox="1"/>
            <p:nvPr/>
          </p:nvSpPr>
          <p:spPr>
            <a:xfrm>
              <a:off x="5314043" y="4597230"/>
              <a:ext cx="1654475" cy="22761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{vItem.item3_Desc}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20F9436-DFA8-40F6-C589-1931F4304048}"/>
              </a:ext>
            </a:extLst>
          </p:cNvPr>
          <p:cNvGrpSpPr>
            <a:grpSpLocks noChangeAspect="1"/>
          </p:cNvGrpSpPr>
          <p:nvPr/>
        </p:nvGrpSpPr>
        <p:grpSpPr>
          <a:xfrm>
            <a:off x="7240343" y="3446419"/>
            <a:ext cx="2050927" cy="2669465"/>
            <a:chOff x="5314043" y="4048863"/>
            <a:chExt cx="1654475" cy="2809136"/>
          </a:xfrm>
        </p:grpSpPr>
        <p:sp>
          <p:nvSpPr>
            <p:cNvPr id="52" name="矩形: 单圆角 51">
              <a:extLst>
                <a:ext uri="{FF2B5EF4-FFF2-40B4-BE49-F238E27FC236}">
                  <a16:creationId xmlns:a16="http://schemas.microsoft.com/office/drawing/2014/main" id="{872B5D0C-EF96-3488-0545-8973C3A67E96}"/>
                </a:ext>
              </a:extLst>
            </p:cNvPr>
            <p:cNvSpPr/>
            <p:nvPr/>
          </p:nvSpPr>
          <p:spPr>
            <a:xfrm>
              <a:off x="5314044" y="4048863"/>
              <a:ext cx="1654474" cy="2809136"/>
            </a:xfrm>
            <a:prstGeom prst="round1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FCADD954-108E-6054-D52E-5CBB20649793}"/>
                </a:ext>
              </a:extLst>
            </p:cNvPr>
            <p:cNvSpPr txBox="1"/>
            <p:nvPr/>
          </p:nvSpPr>
          <p:spPr>
            <a:xfrm>
              <a:off x="5314043" y="4597230"/>
              <a:ext cx="1654475" cy="22607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{vItem.item4_Desc}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88B7D92-784C-4BAE-C26E-3DA569E5E20B}"/>
              </a:ext>
            </a:extLst>
          </p:cNvPr>
          <p:cNvGrpSpPr>
            <a:grpSpLocks noChangeAspect="1"/>
          </p:cNvGrpSpPr>
          <p:nvPr/>
        </p:nvGrpSpPr>
        <p:grpSpPr>
          <a:xfrm>
            <a:off x="9441302" y="3445030"/>
            <a:ext cx="1922883" cy="2684217"/>
            <a:chOff x="5314042" y="4048863"/>
            <a:chExt cx="1654476" cy="2809136"/>
          </a:xfrm>
        </p:grpSpPr>
        <p:sp>
          <p:nvSpPr>
            <p:cNvPr id="55" name="矩形: 单圆角 54">
              <a:extLst>
                <a:ext uri="{FF2B5EF4-FFF2-40B4-BE49-F238E27FC236}">
                  <a16:creationId xmlns:a16="http://schemas.microsoft.com/office/drawing/2014/main" id="{D4E9ADE2-9C4A-F178-B90A-07578F004808}"/>
                </a:ext>
              </a:extLst>
            </p:cNvPr>
            <p:cNvSpPr/>
            <p:nvPr/>
          </p:nvSpPr>
          <p:spPr>
            <a:xfrm>
              <a:off x="5314044" y="4048863"/>
              <a:ext cx="1654474" cy="2809136"/>
            </a:xfrm>
            <a:prstGeom prst="round1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523E2FFD-E3CB-7E41-6153-A8292C81E084}"/>
                </a:ext>
              </a:extLst>
            </p:cNvPr>
            <p:cNvSpPr/>
            <p:nvPr/>
          </p:nvSpPr>
          <p:spPr>
            <a:xfrm>
              <a:off x="5314042" y="4048864"/>
              <a:ext cx="1238996" cy="376754"/>
            </a:xfrm>
            <a:custGeom>
              <a:avLst/>
              <a:gdLst>
                <a:gd name="csX0" fmla="*/ 0 w 2497573"/>
                <a:gd name="csY0" fmla="*/ 0 h 1741714"/>
                <a:gd name="csX1" fmla="*/ 2170685 w 2497573"/>
                <a:gd name="csY1" fmla="*/ 16021 h 1741714"/>
                <a:gd name="csX2" fmla="*/ 2497573 w 2497573"/>
                <a:gd name="csY2" fmla="*/ 918914 h 1741714"/>
                <a:gd name="csX3" fmla="*/ 2179388 w 2497573"/>
                <a:gd name="csY3" fmla="*/ 1725693 h 1741714"/>
                <a:gd name="csX4" fmla="*/ 0 w 2497573"/>
                <a:gd name="csY4" fmla="*/ 1741714 h 1741714"/>
                <a:gd name="csX5" fmla="*/ 0 w 2497573"/>
                <a:gd name="csY5" fmla="*/ 0 h 1741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497573" h="1741714">
                  <a:moveTo>
                    <a:pt x="0" y="0"/>
                  </a:moveTo>
                  <a:lnTo>
                    <a:pt x="2170685" y="16021"/>
                  </a:lnTo>
                  <a:cubicBezTo>
                    <a:pt x="2410165" y="16021"/>
                    <a:pt x="2497573" y="437953"/>
                    <a:pt x="2497573" y="918914"/>
                  </a:cubicBezTo>
                  <a:cubicBezTo>
                    <a:pt x="2497573" y="1399875"/>
                    <a:pt x="2418868" y="1725693"/>
                    <a:pt x="2179388" y="1725693"/>
                  </a:cubicBezTo>
                  <a:lnTo>
                    <a:pt x="0" y="1741714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de-DE" altLang="zh-CN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{vItem.item5}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F41067C5-731F-CED3-D2C8-9CBDA157323F}"/>
                </a:ext>
              </a:extLst>
            </p:cNvPr>
            <p:cNvSpPr txBox="1"/>
            <p:nvPr/>
          </p:nvSpPr>
          <p:spPr>
            <a:xfrm>
              <a:off x="5314043" y="4597230"/>
              <a:ext cx="1654475" cy="22607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{vItem.item5_Desc}</a:t>
              </a:r>
            </a:p>
          </p:txBody>
        </p:sp>
      </p:grp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27F3CDE-847B-2871-9022-26BE4D975E32}"/>
              </a:ext>
            </a:extLst>
          </p:cNvPr>
          <p:cNvSpPr/>
          <p:nvPr/>
        </p:nvSpPr>
        <p:spPr>
          <a:xfrm>
            <a:off x="5085398" y="3461664"/>
            <a:ext cx="1439999" cy="360000"/>
          </a:xfrm>
          <a:custGeom>
            <a:avLst/>
            <a:gdLst>
              <a:gd name="csX0" fmla="*/ 0 w 2497573"/>
              <a:gd name="csY0" fmla="*/ 0 h 1741714"/>
              <a:gd name="csX1" fmla="*/ 2170685 w 2497573"/>
              <a:gd name="csY1" fmla="*/ 16021 h 1741714"/>
              <a:gd name="csX2" fmla="*/ 2497573 w 2497573"/>
              <a:gd name="csY2" fmla="*/ 918914 h 1741714"/>
              <a:gd name="csX3" fmla="*/ 2179388 w 2497573"/>
              <a:gd name="csY3" fmla="*/ 1725693 h 1741714"/>
              <a:gd name="csX4" fmla="*/ 0 w 2497573"/>
              <a:gd name="csY4" fmla="*/ 1741714 h 1741714"/>
              <a:gd name="csX5" fmla="*/ 0 w 2497573"/>
              <a:gd name="csY5" fmla="*/ 0 h 1741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97573" h="1741714">
                <a:moveTo>
                  <a:pt x="0" y="0"/>
                </a:moveTo>
                <a:lnTo>
                  <a:pt x="2170685" y="16021"/>
                </a:lnTo>
                <a:cubicBezTo>
                  <a:pt x="2410165" y="16021"/>
                  <a:pt x="2497573" y="437953"/>
                  <a:pt x="2497573" y="918914"/>
                </a:cubicBezTo>
                <a:cubicBezTo>
                  <a:pt x="2497573" y="1399875"/>
                  <a:pt x="2418868" y="1725693"/>
                  <a:pt x="2179388" y="1725693"/>
                </a:cubicBezTo>
                <a:lnTo>
                  <a:pt x="0" y="174171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7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DE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{vItem.item3}</a:t>
            </a: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58F44133-8E50-6CD0-0D5C-87F27960A250}"/>
              </a:ext>
            </a:extLst>
          </p:cNvPr>
          <p:cNvSpPr/>
          <p:nvPr/>
        </p:nvSpPr>
        <p:spPr>
          <a:xfrm>
            <a:off x="7251086" y="3461664"/>
            <a:ext cx="1439999" cy="360000"/>
          </a:xfrm>
          <a:custGeom>
            <a:avLst/>
            <a:gdLst>
              <a:gd name="csX0" fmla="*/ 0 w 1507673"/>
              <a:gd name="csY0" fmla="*/ 0 h 1741714"/>
              <a:gd name="csX1" fmla="*/ 1256827 w 1507673"/>
              <a:gd name="csY1" fmla="*/ 10 h 1741714"/>
              <a:gd name="csX2" fmla="*/ 1507673 w 1507673"/>
              <a:gd name="csY2" fmla="*/ 870857 h 1741714"/>
              <a:gd name="csX3" fmla="*/ 1252476 w 1507673"/>
              <a:gd name="csY3" fmla="*/ 1741714 h 1741714"/>
              <a:gd name="csX4" fmla="*/ 0 w 1507673"/>
              <a:gd name="csY4" fmla="*/ 1741714 h 1741714"/>
              <a:gd name="csX5" fmla="*/ 0 w 1507673"/>
              <a:gd name="csY5" fmla="*/ 0 h 1741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07673" h="1741714">
                <a:moveTo>
                  <a:pt x="0" y="0"/>
                </a:moveTo>
                <a:lnTo>
                  <a:pt x="1256827" y="10"/>
                </a:lnTo>
                <a:cubicBezTo>
                  <a:pt x="1496307" y="10"/>
                  <a:pt x="1507673" y="389896"/>
                  <a:pt x="1507673" y="870857"/>
                </a:cubicBezTo>
                <a:cubicBezTo>
                  <a:pt x="1507673" y="1351818"/>
                  <a:pt x="1491956" y="1741714"/>
                  <a:pt x="1252476" y="1741714"/>
                </a:cubicBezTo>
                <a:lnTo>
                  <a:pt x="0" y="17417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7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de-DE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{vItem.item4}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67961-FACC-70CB-0E3F-596E81CF6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72A01-06FE-1721-1115-2F18E3E42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1A285CF-A8E9-C414-1F3E-BFEEA3CF93D1}"/>
              </a:ext>
            </a:extLst>
          </p:cNvPr>
          <p:cNvGrpSpPr/>
          <p:nvPr/>
        </p:nvGrpSpPr>
        <p:grpSpPr>
          <a:xfrm>
            <a:off x="673100" y="1680877"/>
            <a:ext cx="2880000" cy="4320000"/>
            <a:chOff x="673101" y="1678082"/>
            <a:chExt cx="1976509" cy="388782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468157E-3EB8-7F7B-3EC6-8200F46B9311}"/>
                </a:ext>
              </a:extLst>
            </p:cNvPr>
            <p:cNvGrpSpPr/>
            <p:nvPr/>
          </p:nvGrpSpPr>
          <p:grpSpPr>
            <a:xfrm>
              <a:off x="673101" y="1678082"/>
              <a:ext cx="1976509" cy="3887829"/>
              <a:chOff x="666750" y="2079625"/>
              <a:chExt cx="3040455" cy="4067175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EABB9DF5-EBE3-ECD9-5816-D27C5FB4C10F}"/>
                  </a:ext>
                </a:extLst>
              </p:cNvPr>
              <p:cNvSpPr/>
              <p:nvPr/>
            </p:nvSpPr>
            <p:spPr>
              <a:xfrm>
                <a:off x="666750" y="2079625"/>
                <a:ext cx="3040454" cy="4067175"/>
              </a:xfrm>
              <a:prstGeom prst="roundRect">
                <a:avLst>
                  <a:gd name="adj" fmla="val 12936"/>
                </a:avLst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en-US" altLang="zh-CN" dirty="0"/>
              </a:p>
            </p:txBody>
          </p:sp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52AFDFD1-3F0B-69E2-7A58-EE869E8D7FBF}"/>
                  </a:ext>
                </a:extLst>
              </p:cNvPr>
              <p:cNvSpPr/>
              <p:nvPr/>
            </p:nvSpPr>
            <p:spPr>
              <a:xfrm>
                <a:off x="1562615" y="2132788"/>
                <a:ext cx="1064159" cy="949008"/>
              </a:xfrm>
              <a:prstGeom prst="ellipse">
                <a:avLst/>
              </a:prstGeom>
              <a:blipFill>
                <a:blip r:embed="rId3"/>
                <a:srcRect/>
                <a:stretch>
                  <a:fillRect l="-25183" r="-2481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 lang="en-US" altLang="zh-CN" dirty="0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2B06B7C-A9D0-8090-9485-BA59F24D4662}"/>
                  </a:ext>
                </a:extLst>
              </p:cNvPr>
              <p:cNvSpPr txBox="1"/>
              <p:nvPr/>
            </p:nvSpPr>
            <p:spPr>
              <a:xfrm>
                <a:off x="1008828" y="3014802"/>
                <a:ext cx="2215146" cy="26362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{vItem.item1}</a:t>
                </a:r>
                <a:endParaRPr lang="id-ID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5C7F69C-9BA7-E770-8F47-CAE0A3B64A8C}"/>
                  </a:ext>
                </a:extLst>
              </p:cNvPr>
              <p:cNvSpPr/>
              <p:nvPr/>
            </p:nvSpPr>
            <p:spPr bwMode="auto">
              <a:xfrm>
                <a:off x="666752" y="3335068"/>
                <a:ext cx="3040453" cy="2792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B525324-D8D1-4ABC-B268-74A5B4E35414}"/>
                </a:ext>
              </a:extLst>
            </p:cNvPr>
            <p:cNvCxnSpPr/>
            <p:nvPr/>
          </p:nvCxnSpPr>
          <p:spPr>
            <a:xfrm>
              <a:off x="947358" y="2871619"/>
              <a:ext cx="1440000" cy="0"/>
            </a:xfrm>
            <a:prstGeom prst="line">
              <a:avLst/>
            </a:prstGeom>
            <a:ln w="12700"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74078A3-D05D-5417-9914-0313EB09EFB6}"/>
              </a:ext>
            </a:extLst>
          </p:cNvPr>
          <p:cNvGrpSpPr/>
          <p:nvPr/>
        </p:nvGrpSpPr>
        <p:grpSpPr>
          <a:xfrm>
            <a:off x="4538361" y="1680877"/>
            <a:ext cx="2880000" cy="4320000"/>
            <a:chOff x="2871984" y="1677911"/>
            <a:chExt cx="1980000" cy="388800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ED4B767-378A-A25C-B336-A20FECFDE554}"/>
                </a:ext>
              </a:extLst>
            </p:cNvPr>
            <p:cNvGrpSpPr/>
            <p:nvPr/>
          </p:nvGrpSpPr>
          <p:grpSpPr>
            <a:xfrm>
              <a:off x="2871984" y="1677911"/>
              <a:ext cx="1980000" cy="3888000"/>
              <a:chOff x="4569423" y="2079625"/>
              <a:chExt cx="3040454" cy="4067175"/>
            </a:xfrm>
          </p:grpSpPr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A52912A7-0D96-C58C-459B-EC9AA5379FBA}"/>
                  </a:ext>
                </a:extLst>
              </p:cNvPr>
              <p:cNvSpPr/>
              <p:nvPr/>
            </p:nvSpPr>
            <p:spPr>
              <a:xfrm>
                <a:off x="4569423" y="2079625"/>
                <a:ext cx="3040454" cy="4067175"/>
              </a:xfrm>
              <a:prstGeom prst="roundRect">
                <a:avLst>
                  <a:gd name="adj" fmla="val 12936"/>
                </a:avLst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en-US" altLang="zh-CN" dirty="0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69535667-AF57-AFF4-DC42-C360AA21D9CF}"/>
                  </a:ext>
                </a:extLst>
              </p:cNvPr>
              <p:cNvSpPr/>
              <p:nvPr/>
            </p:nvSpPr>
            <p:spPr>
              <a:xfrm>
                <a:off x="5536840" y="2132965"/>
                <a:ext cx="1064159" cy="949008"/>
              </a:xfrm>
              <a:prstGeom prst="ellipse">
                <a:avLst/>
              </a:prstGeom>
              <a:blipFill>
                <a:blip r:embed="rId4"/>
                <a:srcRect/>
                <a:stretch>
                  <a:fillRect l="-25183" r="-2481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8496A-D5D0-4607-9DC8-0D4C7866076F}"/>
                  </a:ext>
                </a:extLst>
              </p:cNvPr>
              <p:cNvSpPr txBox="1"/>
              <p:nvPr/>
            </p:nvSpPr>
            <p:spPr>
              <a:xfrm>
                <a:off x="5027295" y="3014944"/>
                <a:ext cx="2211239" cy="26361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en-US"/>
                </a:defPPr>
                <a:lvl1pPr algn="ctr">
                  <a:defRPr sz="12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{vItem.item2}</a:t>
                </a:r>
                <a:endParaRPr lang="id-ID" dirty="0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129517F-BE06-3F94-B283-DC95ADEFAA9D}"/>
                  </a:ext>
                </a:extLst>
              </p:cNvPr>
              <p:cNvSpPr/>
              <p:nvPr/>
            </p:nvSpPr>
            <p:spPr bwMode="auto">
              <a:xfrm>
                <a:off x="4569423" y="3366195"/>
                <a:ext cx="3040454" cy="2638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0AF926C-ECCC-E576-2F85-3D8B0D39CA3B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>
            <a:xfrm>
              <a:off x="3145573" y="2871622"/>
              <a:ext cx="1440000" cy="0"/>
            </a:xfrm>
            <a:prstGeom prst="line">
              <a:avLst/>
            </a:prstGeom>
            <a:ln w="12700">
              <a:solidFill>
                <a:schemeClr val="accent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AF409A2-E9F9-E60A-BFFE-A3F56A8EF007}"/>
              </a:ext>
            </a:extLst>
          </p:cNvPr>
          <p:cNvGrpSpPr/>
          <p:nvPr/>
        </p:nvGrpSpPr>
        <p:grpSpPr>
          <a:xfrm>
            <a:off x="8407114" y="1680877"/>
            <a:ext cx="2880000" cy="4320000"/>
            <a:chOff x="5051665" y="1700757"/>
            <a:chExt cx="1976509" cy="3887829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957DCAA6-0AC6-BB1E-1DC1-D1A94EC90D80}"/>
                </a:ext>
              </a:extLst>
            </p:cNvPr>
            <p:cNvGrpSpPr/>
            <p:nvPr/>
          </p:nvGrpSpPr>
          <p:grpSpPr>
            <a:xfrm>
              <a:off x="5051665" y="1700757"/>
              <a:ext cx="1976509" cy="3887829"/>
              <a:chOff x="673101" y="1678082"/>
              <a:chExt cx="1976509" cy="3887829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0329E499-0A0F-CA1C-FFF4-340336E72B31}"/>
                  </a:ext>
                </a:extLst>
              </p:cNvPr>
              <p:cNvGrpSpPr/>
              <p:nvPr/>
            </p:nvGrpSpPr>
            <p:grpSpPr>
              <a:xfrm>
                <a:off x="673101" y="1678082"/>
                <a:ext cx="1976509" cy="3887829"/>
                <a:chOff x="666750" y="2079625"/>
                <a:chExt cx="3040455" cy="4067175"/>
              </a:xfrm>
            </p:grpSpPr>
            <p:sp>
              <p:nvSpPr>
                <p:cNvPr id="21" name="矩形: 圆角 20">
                  <a:extLst>
                    <a:ext uri="{FF2B5EF4-FFF2-40B4-BE49-F238E27FC236}">
                      <a16:creationId xmlns:a16="http://schemas.microsoft.com/office/drawing/2014/main" id="{5D282781-5A4D-BA9B-B760-EB57943FF19A}"/>
                    </a:ext>
                  </a:extLst>
                </p:cNvPr>
                <p:cNvSpPr/>
                <p:nvPr/>
              </p:nvSpPr>
              <p:spPr>
                <a:xfrm>
                  <a:off x="666750" y="2079625"/>
                  <a:ext cx="3040454" cy="4067175"/>
                </a:xfrm>
                <a:prstGeom prst="roundRect">
                  <a:avLst>
                    <a:gd name="adj" fmla="val 12936"/>
                  </a:avLst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en-US" altLang="zh-CN" dirty="0"/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7DC0291-A20A-6F36-3B4D-BE7D1D49AD9C}"/>
                    </a:ext>
                  </a:extLst>
                </p:cNvPr>
                <p:cNvSpPr txBox="1"/>
                <p:nvPr/>
              </p:nvSpPr>
              <p:spPr>
                <a:xfrm>
                  <a:off x="1008828" y="3022289"/>
                  <a:ext cx="2215146" cy="26362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2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{vItem.item3}</a:t>
                  </a:r>
                  <a:endParaRPr lang="id-ID" sz="1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33080EB2-FAE3-819E-09ED-6C1593AAC3C4}"/>
                    </a:ext>
                  </a:extLst>
                </p:cNvPr>
                <p:cNvSpPr/>
                <p:nvPr/>
              </p:nvSpPr>
              <p:spPr bwMode="auto">
                <a:xfrm>
                  <a:off x="666752" y="3342554"/>
                  <a:ext cx="3040453" cy="27926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1200" dirty="0"/>
                    <a:t>{vItem.item3_Desc}</a:t>
                  </a:r>
                </a:p>
              </p:txBody>
            </p:sp>
          </p:grp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762713D1-F6A0-D931-5D2B-A6FADD096B1F}"/>
                  </a:ext>
                </a:extLst>
              </p:cNvPr>
              <p:cNvCxnSpPr/>
              <p:nvPr/>
            </p:nvCxnSpPr>
            <p:spPr>
              <a:xfrm>
                <a:off x="947358" y="2878776"/>
                <a:ext cx="1440000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A52E1BB4-EBAB-A122-AD72-6ABE94480AA7}"/>
                </a:ext>
              </a:extLst>
            </p:cNvPr>
            <p:cNvSpPr/>
            <p:nvPr/>
          </p:nvSpPr>
          <p:spPr>
            <a:xfrm>
              <a:off x="5679919" y="1775116"/>
              <a:ext cx="691778" cy="907160"/>
            </a:xfrm>
            <a:prstGeom prst="ellipse">
              <a:avLst/>
            </a:prstGeom>
            <a:blipFill>
              <a:blip r:embed="rId5"/>
              <a:srcRect/>
              <a:stretch>
                <a:fillRect l="-25183" r="-24817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44798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9CCF0-481C-8DEE-D36B-46ECA6B4C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42755-B450-B7EA-0117-0B3FA3D900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D5A0C06-D41A-D800-93A8-3705D689CA2B}"/>
              </a:ext>
            </a:extLst>
          </p:cNvPr>
          <p:cNvGrpSpPr/>
          <p:nvPr/>
        </p:nvGrpSpPr>
        <p:grpSpPr>
          <a:xfrm>
            <a:off x="422630" y="1655698"/>
            <a:ext cx="2520000" cy="4320000"/>
            <a:chOff x="673101" y="1678082"/>
            <a:chExt cx="1976509" cy="388782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9AA122C-B444-1988-BCF0-AFF4A3D43A6C}"/>
                </a:ext>
              </a:extLst>
            </p:cNvPr>
            <p:cNvGrpSpPr/>
            <p:nvPr/>
          </p:nvGrpSpPr>
          <p:grpSpPr>
            <a:xfrm>
              <a:off x="673101" y="1678082"/>
              <a:ext cx="1976509" cy="3887829"/>
              <a:chOff x="666750" y="2079625"/>
              <a:chExt cx="3040455" cy="4067175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6B4D057D-8073-EEA1-B989-212439E3EF9F}"/>
                  </a:ext>
                </a:extLst>
              </p:cNvPr>
              <p:cNvSpPr/>
              <p:nvPr/>
            </p:nvSpPr>
            <p:spPr>
              <a:xfrm>
                <a:off x="666750" y="2079625"/>
                <a:ext cx="3040454" cy="4067175"/>
              </a:xfrm>
              <a:prstGeom prst="roundRect">
                <a:avLst>
                  <a:gd name="adj" fmla="val 12936"/>
                </a:avLst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en-US" altLang="zh-CN" dirty="0"/>
              </a:p>
            </p:txBody>
          </p:sp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F01D613C-5344-A86C-DC5B-B25B79F1DFE6}"/>
                  </a:ext>
                </a:extLst>
              </p:cNvPr>
              <p:cNvSpPr/>
              <p:nvPr/>
            </p:nvSpPr>
            <p:spPr>
              <a:xfrm>
                <a:off x="1524238" y="2132788"/>
                <a:ext cx="1216182" cy="949008"/>
              </a:xfrm>
              <a:prstGeom prst="ellipse">
                <a:avLst/>
              </a:prstGeom>
              <a:blipFill>
                <a:blip r:embed="rId4"/>
                <a:srcRect/>
                <a:stretch>
                  <a:fillRect l="-25183" r="-2481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 lang="en-US" altLang="zh-CN" dirty="0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12BED07-9A5E-E60E-0121-D2D418D637A9}"/>
                  </a:ext>
                </a:extLst>
              </p:cNvPr>
              <p:cNvSpPr txBox="1"/>
              <p:nvPr/>
            </p:nvSpPr>
            <p:spPr>
              <a:xfrm>
                <a:off x="1008828" y="3014802"/>
                <a:ext cx="2215146" cy="26362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{vItem.item1}</a:t>
                </a:r>
                <a:endParaRPr lang="id-ID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5463667-5DFC-F123-4A67-3F5577EEF0F8}"/>
                  </a:ext>
                </a:extLst>
              </p:cNvPr>
              <p:cNvSpPr/>
              <p:nvPr/>
            </p:nvSpPr>
            <p:spPr bwMode="auto">
              <a:xfrm>
                <a:off x="666752" y="3335068"/>
                <a:ext cx="3040453" cy="2792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DC87A8E-F52C-B4D2-BAAE-F3334068ED95}"/>
                </a:ext>
              </a:extLst>
            </p:cNvPr>
            <p:cNvCxnSpPr/>
            <p:nvPr/>
          </p:nvCxnSpPr>
          <p:spPr>
            <a:xfrm>
              <a:off x="947358" y="2871619"/>
              <a:ext cx="1440000" cy="0"/>
            </a:xfrm>
            <a:prstGeom prst="line">
              <a:avLst/>
            </a:prstGeom>
            <a:ln w="12700"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7C3B365-1078-F8D6-6ACE-38252F5921B0}"/>
              </a:ext>
            </a:extLst>
          </p:cNvPr>
          <p:cNvGrpSpPr/>
          <p:nvPr/>
        </p:nvGrpSpPr>
        <p:grpSpPr>
          <a:xfrm>
            <a:off x="3378633" y="1655698"/>
            <a:ext cx="2520000" cy="4320000"/>
            <a:chOff x="2871984" y="1677911"/>
            <a:chExt cx="1980000" cy="388800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C06DBA7-5EE2-33F9-58E6-BB673390D504}"/>
                </a:ext>
              </a:extLst>
            </p:cNvPr>
            <p:cNvGrpSpPr/>
            <p:nvPr/>
          </p:nvGrpSpPr>
          <p:grpSpPr>
            <a:xfrm>
              <a:off x="2871984" y="1677911"/>
              <a:ext cx="1980000" cy="3888000"/>
              <a:chOff x="4569423" y="2079625"/>
              <a:chExt cx="3040454" cy="4067175"/>
            </a:xfrm>
          </p:grpSpPr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12395E34-FD64-ED3B-B9C5-E7F68E834509}"/>
                  </a:ext>
                </a:extLst>
              </p:cNvPr>
              <p:cNvSpPr/>
              <p:nvPr/>
            </p:nvSpPr>
            <p:spPr>
              <a:xfrm>
                <a:off x="4569423" y="2079625"/>
                <a:ext cx="3040454" cy="4067175"/>
              </a:xfrm>
              <a:prstGeom prst="roundRect">
                <a:avLst>
                  <a:gd name="adj" fmla="val 12936"/>
                </a:avLst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en-US" altLang="zh-CN" dirty="0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2360A22D-1B2B-FDB1-3468-CE5C34CCFDF5}"/>
                  </a:ext>
                </a:extLst>
              </p:cNvPr>
              <p:cNvSpPr/>
              <p:nvPr/>
            </p:nvSpPr>
            <p:spPr>
              <a:xfrm>
                <a:off x="5517651" y="2132965"/>
                <a:ext cx="1216182" cy="949008"/>
              </a:xfrm>
              <a:prstGeom prst="ellipse">
                <a:avLst/>
              </a:prstGeom>
              <a:blipFill>
                <a:blip r:embed="rId5"/>
                <a:srcRect/>
                <a:stretch>
                  <a:fillRect l="-25183" r="-2481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FDB0CA9-FC7B-1210-AEAB-561F116ABA60}"/>
                  </a:ext>
                </a:extLst>
              </p:cNvPr>
              <p:cNvSpPr txBox="1"/>
              <p:nvPr/>
            </p:nvSpPr>
            <p:spPr>
              <a:xfrm>
                <a:off x="5027295" y="3014944"/>
                <a:ext cx="2211239" cy="26361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en-US"/>
                </a:defPPr>
                <a:lvl1pPr algn="ctr">
                  <a:defRPr sz="12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{vItem.item2}</a:t>
                </a:r>
                <a:endParaRPr lang="id-ID" dirty="0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0E1574C-619F-8A0D-0DC7-A468AB40260F}"/>
                  </a:ext>
                </a:extLst>
              </p:cNvPr>
              <p:cNvSpPr/>
              <p:nvPr/>
            </p:nvSpPr>
            <p:spPr bwMode="auto">
              <a:xfrm>
                <a:off x="4569423" y="3366195"/>
                <a:ext cx="3040454" cy="2638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503345A-931D-A760-9482-CDD44E182EF0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3145573" y="2871622"/>
              <a:ext cx="1440000" cy="0"/>
            </a:xfrm>
            <a:prstGeom prst="line">
              <a:avLst/>
            </a:prstGeom>
            <a:ln w="12700">
              <a:solidFill>
                <a:schemeClr val="accent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80A7FFE-D704-32B4-D7B2-B05300BECD1E}"/>
              </a:ext>
            </a:extLst>
          </p:cNvPr>
          <p:cNvGrpSpPr/>
          <p:nvPr/>
        </p:nvGrpSpPr>
        <p:grpSpPr>
          <a:xfrm>
            <a:off x="6334636" y="1655698"/>
            <a:ext cx="2520000" cy="4320000"/>
            <a:chOff x="5051665" y="1700757"/>
            <a:chExt cx="1976509" cy="3887829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6ADBD74-C1F5-8851-A0CE-C47F0D19F971}"/>
                </a:ext>
              </a:extLst>
            </p:cNvPr>
            <p:cNvGrpSpPr/>
            <p:nvPr/>
          </p:nvGrpSpPr>
          <p:grpSpPr>
            <a:xfrm>
              <a:off x="5051665" y="1700757"/>
              <a:ext cx="1976509" cy="3887829"/>
              <a:chOff x="673101" y="1678082"/>
              <a:chExt cx="1976509" cy="3887829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592EB7CE-F124-0D76-1E5A-C95385883BC0}"/>
                  </a:ext>
                </a:extLst>
              </p:cNvPr>
              <p:cNvGrpSpPr/>
              <p:nvPr/>
            </p:nvGrpSpPr>
            <p:grpSpPr>
              <a:xfrm>
                <a:off x="673101" y="1678082"/>
                <a:ext cx="1976509" cy="3887829"/>
                <a:chOff x="666750" y="2079625"/>
                <a:chExt cx="3040455" cy="4067175"/>
              </a:xfrm>
            </p:grpSpPr>
            <p:sp>
              <p:nvSpPr>
                <p:cNvPr id="21" name="矩形: 圆角 20">
                  <a:extLst>
                    <a:ext uri="{FF2B5EF4-FFF2-40B4-BE49-F238E27FC236}">
                      <a16:creationId xmlns:a16="http://schemas.microsoft.com/office/drawing/2014/main" id="{C4925132-A41C-8A88-5A44-053E5695F71A}"/>
                    </a:ext>
                  </a:extLst>
                </p:cNvPr>
                <p:cNvSpPr/>
                <p:nvPr/>
              </p:nvSpPr>
              <p:spPr>
                <a:xfrm>
                  <a:off x="666750" y="2079625"/>
                  <a:ext cx="3040454" cy="4067175"/>
                </a:xfrm>
                <a:prstGeom prst="roundRect">
                  <a:avLst>
                    <a:gd name="adj" fmla="val 12936"/>
                  </a:avLst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en-US" altLang="zh-CN" dirty="0"/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32D12EB-D4ED-6347-5A7F-A8981261545A}"/>
                    </a:ext>
                  </a:extLst>
                </p:cNvPr>
                <p:cNvSpPr txBox="1"/>
                <p:nvPr/>
              </p:nvSpPr>
              <p:spPr>
                <a:xfrm>
                  <a:off x="1008828" y="3022289"/>
                  <a:ext cx="2215146" cy="26362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2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{vItem.item3}</a:t>
                  </a:r>
                  <a:endParaRPr lang="id-ID" sz="1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235F8914-53DC-E6A7-340F-748023232CE2}"/>
                    </a:ext>
                  </a:extLst>
                </p:cNvPr>
                <p:cNvSpPr/>
                <p:nvPr/>
              </p:nvSpPr>
              <p:spPr bwMode="auto">
                <a:xfrm>
                  <a:off x="666752" y="3342554"/>
                  <a:ext cx="3040453" cy="27926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1200" dirty="0"/>
                    <a:t>{vItem.item3_Desc}</a:t>
                  </a:r>
                </a:p>
              </p:txBody>
            </p:sp>
          </p:grp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6E64176E-533B-98B3-A8CF-FE313AB53640}"/>
                  </a:ext>
                </a:extLst>
              </p:cNvPr>
              <p:cNvCxnSpPr/>
              <p:nvPr/>
            </p:nvCxnSpPr>
            <p:spPr>
              <a:xfrm>
                <a:off x="947358" y="2878776"/>
                <a:ext cx="1440000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53658A61-711D-FB74-A2BF-D91F02BBE439}"/>
                </a:ext>
              </a:extLst>
            </p:cNvPr>
            <p:cNvSpPr/>
            <p:nvPr/>
          </p:nvSpPr>
          <p:spPr>
            <a:xfrm>
              <a:off x="5598847" y="1775116"/>
              <a:ext cx="790604" cy="907160"/>
            </a:xfrm>
            <a:prstGeom prst="ellipse">
              <a:avLst/>
            </a:prstGeom>
            <a:blipFill>
              <a:blip r:embed="rId6"/>
              <a:srcRect/>
              <a:stretch>
                <a:fillRect l="-25183" r="-24817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DF4E6D7-1659-FCD3-B2BF-1D2A87780A4E}"/>
              </a:ext>
            </a:extLst>
          </p:cNvPr>
          <p:cNvGrpSpPr/>
          <p:nvPr/>
        </p:nvGrpSpPr>
        <p:grpSpPr>
          <a:xfrm>
            <a:off x="9290640" y="1655698"/>
            <a:ext cx="2520000" cy="4320000"/>
            <a:chOff x="2871984" y="1677911"/>
            <a:chExt cx="1980000" cy="3888000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EB80A26-1203-20A2-C889-534E232DC3A8}"/>
                </a:ext>
              </a:extLst>
            </p:cNvPr>
            <p:cNvGrpSpPr/>
            <p:nvPr/>
          </p:nvGrpSpPr>
          <p:grpSpPr>
            <a:xfrm>
              <a:off x="2871984" y="1677911"/>
              <a:ext cx="1980000" cy="3888000"/>
              <a:chOff x="4569423" y="2079625"/>
              <a:chExt cx="3040454" cy="4067175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0FB65668-C1E1-13FC-6859-75A8BD25EE0D}"/>
                  </a:ext>
                </a:extLst>
              </p:cNvPr>
              <p:cNvSpPr/>
              <p:nvPr/>
            </p:nvSpPr>
            <p:spPr>
              <a:xfrm>
                <a:off x="4569423" y="2079625"/>
                <a:ext cx="3040454" cy="4067175"/>
              </a:xfrm>
              <a:prstGeom prst="roundRect">
                <a:avLst>
                  <a:gd name="adj" fmla="val 12936"/>
                </a:avLst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en-US" altLang="zh-CN" dirty="0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DC9A59CF-8BE0-A424-2164-266310B5B141}"/>
                  </a:ext>
                </a:extLst>
              </p:cNvPr>
              <p:cNvSpPr/>
              <p:nvPr/>
            </p:nvSpPr>
            <p:spPr>
              <a:xfrm>
                <a:off x="5512854" y="2132965"/>
                <a:ext cx="1216182" cy="949008"/>
              </a:xfrm>
              <a:prstGeom prst="ellipse">
                <a:avLst/>
              </a:prstGeom>
              <a:blipFill>
                <a:blip r:embed="rId5"/>
                <a:srcRect/>
                <a:stretch>
                  <a:fillRect l="-25183" r="-2481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854C2B6-7390-C409-B762-17C68A75F17B}"/>
                  </a:ext>
                </a:extLst>
              </p:cNvPr>
              <p:cNvSpPr txBox="1"/>
              <p:nvPr/>
            </p:nvSpPr>
            <p:spPr>
              <a:xfrm>
                <a:off x="5027295" y="3014944"/>
                <a:ext cx="2211239" cy="26361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en-US"/>
                </a:defPPr>
                <a:lvl1pPr algn="ctr">
                  <a:defRPr sz="12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{vItem.item4}</a:t>
                </a:r>
                <a:endParaRPr lang="id-ID" dirty="0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610D95DA-BB1A-1663-DB21-7968CA299A3D}"/>
                  </a:ext>
                </a:extLst>
              </p:cNvPr>
              <p:cNvSpPr/>
              <p:nvPr/>
            </p:nvSpPr>
            <p:spPr bwMode="auto">
              <a:xfrm>
                <a:off x="4569423" y="3366195"/>
                <a:ext cx="3040454" cy="2638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</a:p>
            </p:txBody>
          </p:sp>
        </p:grp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4C85F077-9A5B-A30C-8F19-73E9F246BB77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>
            <a:xfrm>
              <a:off x="3145573" y="2871622"/>
              <a:ext cx="1440000" cy="0"/>
            </a:xfrm>
            <a:prstGeom prst="line">
              <a:avLst/>
            </a:prstGeom>
            <a:ln w="12700">
              <a:solidFill>
                <a:schemeClr val="accent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3653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268FA-0115-BC84-19E8-24961228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A0209-A7D3-A14E-6AD3-779684980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A702E50-63FF-26F4-AD7B-8E70B9B91B5B}"/>
              </a:ext>
            </a:extLst>
          </p:cNvPr>
          <p:cNvGrpSpPr/>
          <p:nvPr/>
        </p:nvGrpSpPr>
        <p:grpSpPr>
          <a:xfrm>
            <a:off x="673101" y="1700757"/>
            <a:ext cx="1976509" cy="3887829"/>
            <a:chOff x="673101" y="1678082"/>
            <a:chExt cx="1976509" cy="388782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F321CAA-AC2E-F37E-A1C3-690705D17A93}"/>
                </a:ext>
              </a:extLst>
            </p:cNvPr>
            <p:cNvGrpSpPr/>
            <p:nvPr/>
          </p:nvGrpSpPr>
          <p:grpSpPr>
            <a:xfrm>
              <a:off x="673101" y="1678082"/>
              <a:ext cx="1976509" cy="3887829"/>
              <a:chOff x="666750" y="2079625"/>
              <a:chExt cx="3040455" cy="4067175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1B1D3A3E-495F-ABD2-25F8-418D8E392E08}"/>
                  </a:ext>
                </a:extLst>
              </p:cNvPr>
              <p:cNvSpPr/>
              <p:nvPr/>
            </p:nvSpPr>
            <p:spPr>
              <a:xfrm>
                <a:off x="666750" y="2079625"/>
                <a:ext cx="3040454" cy="4067175"/>
              </a:xfrm>
              <a:prstGeom prst="roundRect">
                <a:avLst>
                  <a:gd name="adj" fmla="val 12936"/>
                </a:avLst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en-US" altLang="zh-CN" dirty="0"/>
              </a:p>
            </p:txBody>
          </p:sp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2B305114-3A56-4C6B-9ADF-377356D6DBAC}"/>
                  </a:ext>
                </a:extLst>
              </p:cNvPr>
              <p:cNvSpPr/>
              <p:nvPr/>
            </p:nvSpPr>
            <p:spPr>
              <a:xfrm>
                <a:off x="1562615" y="2132788"/>
                <a:ext cx="1107573" cy="753214"/>
              </a:xfrm>
              <a:prstGeom prst="ellipse">
                <a:avLst/>
              </a:prstGeom>
              <a:blipFill>
                <a:blip r:embed="rId4"/>
                <a:srcRect/>
                <a:stretch>
                  <a:fillRect l="-25183" r="-2481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 lang="en-US" altLang="zh-CN" dirty="0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E0BAB9-AEE4-E734-3B35-F11E39BADEB3}"/>
                  </a:ext>
                </a:extLst>
              </p:cNvPr>
              <p:cNvSpPr txBox="1"/>
              <p:nvPr/>
            </p:nvSpPr>
            <p:spPr>
              <a:xfrm>
                <a:off x="1008828" y="2917476"/>
                <a:ext cx="2215146" cy="26362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{vItem.item1}</a:t>
                </a:r>
                <a:endParaRPr lang="id-ID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D0FBFB3-1A75-7F43-BDB1-AAEE72B7961C}"/>
                  </a:ext>
                </a:extLst>
              </p:cNvPr>
              <p:cNvSpPr/>
              <p:nvPr/>
            </p:nvSpPr>
            <p:spPr bwMode="auto">
              <a:xfrm>
                <a:off x="666752" y="3237740"/>
                <a:ext cx="3040453" cy="2792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{vItem.item1_Desc}</a:t>
                </a:r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AE5360E-6DEB-237D-503C-832400BA71D3}"/>
                </a:ext>
              </a:extLst>
            </p:cNvPr>
            <p:cNvCxnSpPr/>
            <p:nvPr/>
          </p:nvCxnSpPr>
          <p:spPr>
            <a:xfrm>
              <a:off x="947358" y="2778583"/>
              <a:ext cx="1440000" cy="0"/>
            </a:xfrm>
            <a:prstGeom prst="line">
              <a:avLst/>
            </a:prstGeom>
            <a:ln w="12700"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6FDAC4D-A024-87A5-93D7-382E59494811}"/>
              </a:ext>
            </a:extLst>
          </p:cNvPr>
          <p:cNvGrpSpPr/>
          <p:nvPr/>
        </p:nvGrpSpPr>
        <p:grpSpPr>
          <a:xfrm>
            <a:off x="2871984" y="1700671"/>
            <a:ext cx="1980000" cy="3888000"/>
            <a:chOff x="2871984" y="1677911"/>
            <a:chExt cx="1980000" cy="388800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5B66EEF-73A4-8EEE-050A-7AD61132FA98}"/>
                </a:ext>
              </a:extLst>
            </p:cNvPr>
            <p:cNvGrpSpPr/>
            <p:nvPr/>
          </p:nvGrpSpPr>
          <p:grpSpPr>
            <a:xfrm>
              <a:off x="2871984" y="1677911"/>
              <a:ext cx="1980000" cy="3888000"/>
              <a:chOff x="4569423" y="2079625"/>
              <a:chExt cx="3040454" cy="4067175"/>
            </a:xfrm>
          </p:grpSpPr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172F5FB5-C5C9-CA8C-7EED-90FE244468C1}"/>
                  </a:ext>
                </a:extLst>
              </p:cNvPr>
              <p:cNvSpPr/>
              <p:nvPr/>
            </p:nvSpPr>
            <p:spPr>
              <a:xfrm>
                <a:off x="4569423" y="2079625"/>
                <a:ext cx="3040454" cy="4067175"/>
              </a:xfrm>
              <a:prstGeom prst="roundRect">
                <a:avLst>
                  <a:gd name="adj" fmla="val 12936"/>
                </a:avLst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en-US" altLang="zh-CN" dirty="0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830DE211-A58F-4E1D-3038-804FCA074AC6}"/>
                  </a:ext>
                </a:extLst>
              </p:cNvPr>
              <p:cNvSpPr/>
              <p:nvPr/>
            </p:nvSpPr>
            <p:spPr>
              <a:xfrm>
                <a:off x="5536840" y="2132965"/>
                <a:ext cx="1105620" cy="753181"/>
              </a:xfrm>
              <a:prstGeom prst="ellipse">
                <a:avLst/>
              </a:prstGeom>
              <a:blipFill>
                <a:blip r:embed="rId5"/>
                <a:srcRect/>
                <a:stretch>
                  <a:fillRect l="-25183" r="-2481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FFE8D9E-7DC3-5565-608F-8B115FCE38B3}"/>
                  </a:ext>
                </a:extLst>
              </p:cNvPr>
              <p:cNvSpPr txBox="1"/>
              <p:nvPr/>
            </p:nvSpPr>
            <p:spPr>
              <a:xfrm>
                <a:off x="5027295" y="2917618"/>
                <a:ext cx="2211239" cy="26361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1">
                <a:normAutofit fontScale="92500" lnSpcReduction="10000"/>
              </a:bodyPr>
              <a:lstStyle>
                <a:defPPr>
                  <a:defRPr lang="en-US"/>
                </a:defPPr>
                <a:lvl1pPr algn="ctr">
                  <a:defRPr sz="12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{vItem.item2}</a:t>
                </a:r>
                <a:endParaRPr lang="id-ID" dirty="0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C12485A-BF2A-1F9E-3E78-D2F0C929C2E0}"/>
                  </a:ext>
                </a:extLst>
              </p:cNvPr>
              <p:cNvSpPr/>
              <p:nvPr/>
            </p:nvSpPr>
            <p:spPr bwMode="auto">
              <a:xfrm>
                <a:off x="4569423" y="3268868"/>
                <a:ext cx="3040454" cy="2638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{vItem.item2_Desc}</a:t>
                </a: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131A420B-2193-A582-B770-17CBDCF28817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3145573" y="2778583"/>
              <a:ext cx="1440000" cy="0"/>
            </a:xfrm>
            <a:prstGeom prst="line">
              <a:avLst/>
            </a:prstGeom>
            <a:ln w="12700">
              <a:solidFill>
                <a:schemeClr val="accent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518ADC4-E05A-9562-6416-B6D94F3D55C2}"/>
              </a:ext>
            </a:extLst>
          </p:cNvPr>
          <p:cNvGrpSpPr/>
          <p:nvPr/>
        </p:nvGrpSpPr>
        <p:grpSpPr>
          <a:xfrm>
            <a:off x="7250548" y="1700671"/>
            <a:ext cx="1980000" cy="3888000"/>
            <a:chOff x="2871984" y="1677911"/>
            <a:chExt cx="1980000" cy="3888000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A48F1A00-8A21-A036-F8D8-348755B9E96A}"/>
                </a:ext>
              </a:extLst>
            </p:cNvPr>
            <p:cNvGrpSpPr/>
            <p:nvPr/>
          </p:nvGrpSpPr>
          <p:grpSpPr>
            <a:xfrm>
              <a:off x="2871984" y="1677911"/>
              <a:ext cx="1980000" cy="3888000"/>
              <a:chOff x="4569423" y="2079625"/>
              <a:chExt cx="3040454" cy="4067175"/>
            </a:xfrm>
          </p:grpSpPr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B595F6FF-B5CA-A737-A982-8A98008502E8}"/>
                  </a:ext>
                </a:extLst>
              </p:cNvPr>
              <p:cNvSpPr/>
              <p:nvPr/>
            </p:nvSpPr>
            <p:spPr>
              <a:xfrm>
                <a:off x="4569423" y="2079625"/>
                <a:ext cx="3040454" cy="4067175"/>
              </a:xfrm>
              <a:prstGeom prst="roundRect">
                <a:avLst>
                  <a:gd name="adj" fmla="val 12936"/>
                </a:avLst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en-US" altLang="zh-CN" dirty="0"/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5F4EBD33-EF2B-9815-E50B-BC02B95A3156}"/>
                  </a:ext>
                </a:extLst>
              </p:cNvPr>
              <p:cNvSpPr/>
              <p:nvPr/>
            </p:nvSpPr>
            <p:spPr>
              <a:xfrm>
                <a:off x="5536840" y="2132965"/>
                <a:ext cx="1105620" cy="753181"/>
              </a:xfrm>
              <a:prstGeom prst="ellipse">
                <a:avLst/>
              </a:prstGeom>
              <a:blipFill>
                <a:blip r:embed="rId5"/>
                <a:srcRect/>
                <a:stretch>
                  <a:fillRect l="-25183" r="-2481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67CD60B-8901-D312-771E-235BA034D3DB}"/>
                  </a:ext>
                </a:extLst>
              </p:cNvPr>
              <p:cNvSpPr txBox="1"/>
              <p:nvPr/>
            </p:nvSpPr>
            <p:spPr>
              <a:xfrm>
                <a:off x="5027295" y="2917618"/>
                <a:ext cx="2211239" cy="26361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1">
                <a:normAutofit fontScale="92500" lnSpcReduction="10000"/>
              </a:bodyPr>
              <a:lstStyle>
                <a:defPPr>
                  <a:defRPr lang="en-US"/>
                </a:defPPr>
                <a:lvl1pPr algn="ctr">
                  <a:defRPr sz="12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{vItem.item4}</a:t>
                </a:r>
                <a:endParaRPr lang="id-ID" dirty="0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5A8549A-C48C-FAF2-5B7B-9F7C77416D0B}"/>
                  </a:ext>
                </a:extLst>
              </p:cNvPr>
              <p:cNvSpPr/>
              <p:nvPr/>
            </p:nvSpPr>
            <p:spPr bwMode="auto">
              <a:xfrm>
                <a:off x="4569423" y="3268868"/>
                <a:ext cx="3040454" cy="2638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{vItem.item4_Desc}</a:t>
                </a:r>
              </a:p>
            </p:txBody>
          </p:sp>
        </p:grp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0595E91-7C80-CF38-E76C-933723FC9416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>
            <a:xfrm>
              <a:off x="3145573" y="2778583"/>
              <a:ext cx="1440000" cy="0"/>
            </a:xfrm>
            <a:prstGeom prst="line">
              <a:avLst/>
            </a:prstGeom>
            <a:ln w="12700">
              <a:solidFill>
                <a:schemeClr val="accent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10BEA69-C967-E6B6-6A15-C100C0F42BC4}"/>
              </a:ext>
            </a:extLst>
          </p:cNvPr>
          <p:cNvGrpSpPr/>
          <p:nvPr/>
        </p:nvGrpSpPr>
        <p:grpSpPr>
          <a:xfrm>
            <a:off x="9452922" y="1700757"/>
            <a:ext cx="1976509" cy="3887829"/>
            <a:chOff x="673101" y="1678082"/>
            <a:chExt cx="1976509" cy="3887829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D0C7490E-A3E6-DD2E-0CE3-6C4E3386A6EC}"/>
                </a:ext>
              </a:extLst>
            </p:cNvPr>
            <p:cNvGrpSpPr/>
            <p:nvPr/>
          </p:nvGrpSpPr>
          <p:grpSpPr>
            <a:xfrm>
              <a:off x="673101" y="1678082"/>
              <a:ext cx="1976509" cy="3887829"/>
              <a:chOff x="666750" y="2079625"/>
              <a:chExt cx="3040455" cy="4067175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3CDA4E15-073F-DF41-4FC7-5D046D222400}"/>
                  </a:ext>
                </a:extLst>
              </p:cNvPr>
              <p:cNvSpPr/>
              <p:nvPr/>
            </p:nvSpPr>
            <p:spPr>
              <a:xfrm>
                <a:off x="666750" y="2079625"/>
                <a:ext cx="3040454" cy="4067175"/>
              </a:xfrm>
              <a:prstGeom prst="roundRect">
                <a:avLst>
                  <a:gd name="adj" fmla="val 12936"/>
                </a:avLst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en-US" altLang="zh-CN" dirty="0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6A3A80F7-FD8A-D7BE-A304-91C2EBD5A683}"/>
                  </a:ext>
                </a:extLst>
              </p:cNvPr>
              <p:cNvSpPr/>
              <p:nvPr/>
            </p:nvSpPr>
            <p:spPr>
              <a:xfrm>
                <a:off x="1562615" y="2132788"/>
                <a:ext cx="1107573" cy="753214"/>
              </a:xfrm>
              <a:prstGeom prst="ellipse">
                <a:avLst/>
              </a:prstGeom>
              <a:blipFill>
                <a:blip r:embed="rId4"/>
                <a:srcRect/>
                <a:stretch>
                  <a:fillRect l="-25183" r="-2481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 lang="en-US" altLang="zh-CN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880C15A-1D2F-97BA-4693-73C46070E74D}"/>
                  </a:ext>
                </a:extLst>
              </p:cNvPr>
              <p:cNvSpPr txBox="1"/>
              <p:nvPr/>
            </p:nvSpPr>
            <p:spPr>
              <a:xfrm>
                <a:off x="1008828" y="2917476"/>
                <a:ext cx="2215146" cy="26362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{vItem.item5}</a:t>
                </a:r>
                <a:endParaRPr lang="id-ID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B6BEC8FC-8426-7E8B-E81E-391C1CE2EEA6}"/>
                  </a:ext>
                </a:extLst>
              </p:cNvPr>
              <p:cNvSpPr/>
              <p:nvPr/>
            </p:nvSpPr>
            <p:spPr bwMode="auto">
              <a:xfrm>
                <a:off x="666752" y="3237740"/>
                <a:ext cx="3040453" cy="2792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{vItem.item5_Desc}</a:t>
                </a:r>
              </a:p>
            </p:txBody>
          </p:sp>
        </p:grp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A97B9A2-AB46-55C0-D46C-AA89EAC1EA09}"/>
                </a:ext>
              </a:extLst>
            </p:cNvPr>
            <p:cNvCxnSpPr/>
            <p:nvPr/>
          </p:nvCxnSpPr>
          <p:spPr>
            <a:xfrm>
              <a:off x="947358" y="2778583"/>
              <a:ext cx="1440000" cy="0"/>
            </a:xfrm>
            <a:prstGeom prst="line">
              <a:avLst/>
            </a:prstGeom>
            <a:ln w="12700"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6933068-65A9-31F6-A790-713FA01CBF25}"/>
              </a:ext>
            </a:extLst>
          </p:cNvPr>
          <p:cNvGrpSpPr/>
          <p:nvPr/>
        </p:nvGrpSpPr>
        <p:grpSpPr>
          <a:xfrm>
            <a:off x="5051665" y="1700757"/>
            <a:ext cx="1976509" cy="3887829"/>
            <a:chOff x="5051665" y="1700757"/>
            <a:chExt cx="1976509" cy="3887829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ED978931-C149-8E8C-0286-8ED20D22646E}"/>
                </a:ext>
              </a:extLst>
            </p:cNvPr>
            <p:cNvGrpSpPr/>
            <p:nvPr/>
          </p:nvGrpSpPr>
          <p:grpSpPr>
            <a:xfrm>
              <a:off x="5051665" y="1700757"/>
              <a:ext cx="1976509" cy="3887829"/>
              <a:chOff x="673101" y="1678082"/>
              <a:chExt cx="1976509" cy="3887829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5EAA0CB7-62CF-1E2D-7DC9-79BD5083C7CD}"/>
                  </a:ext>
                </a:extLst>
              </p:cNvPr>
              <p:cNvGrpSpPr/>
              <p:nvPr/>
            </p:nvGrpSpPr>
            <p:grpSpPr>
              <a:xfrm>
                <a:off x="673101" y="1678082"/>
                <a:ext cx="1976509" cy="3887829"/>
                <a:chOff x="666750" y="2079625"/>
                <a:chExt cx="3040455" cy="4067175"/>
              </a:xfrm>
            </p:grpSpPr>
            <p:sp>
              <p:nvSpPr>
                <p:cNvPr id="21" name="矩形: 圆角 20">
                  <a:extLst>
                    <a:ext uri="{FF2B5EF4-FFF2-40B4-BE49-F238E27FC236}">
                      <a16:creationId xmlns:a16="http://schemas.microsoft.com/office/drawing/2014/main" id="{BF74A567-C0B8-C41E-B8B9-CF2B6520FE1A}"/>
                    </a:ext>
                  </a:extLst>
                </p:cNvPr>
                <p:cNvSpPr/>
                <p:nvPr/>
              </p:nvSpPr>
              <p:spPr>
                <a:xfrm>
                  <a:off x="666750" y="2079625"/>
                  <a:ext cx="3040454" cy="4067175"/>
                </a:xfrm>
                <a:prstGeom prst="roundRect">
                  <a:avLst>
                    <a:gd name="adj" fmla="val 12936"/>
                  </a:avLst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en-US" altLang="zh-CN" dirty="0"/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EF5B7A0-730B-87D9-139B-D8D41997C08E}"/>
                    </a:ext>
                  </a:extLst>
                </p:cNvPr>
                <p:cNvSpPr txBox="1"/>
                <p:nvPr/>
              </p:nvSpPr>
              <p:spPr>
                <a:xfrm>
                  <a:off x="1008828" y="2917476"/>
                  <a:ext cx="2215146" cy="26362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b" anchorCtr="1">
                  <a:normAutofit fontScale="92500"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2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{vItem.item3}</a:t>
                  </a:r>
                  <a:endParaRPr lang="id-ID" sz="1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916CA443-DF71-5278-D8E8-C71A22B6E022}"/>
                    </a:ext>
                  </a:extLst>
                </p:cNvPr>
                <p:cNvSpPr/>
                <p:nvPr/>
              </p:nvSpPr>
              <p:spPr bwMode="auto">
                <a:xfrm>
                  <a:off x="666752" y="3237740"/>
                  <a:ext cx="3040453" cy="27926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1200" dirty="0"/>
                    <a:t>{vItem.item3_Desc}</a:t>
                  </a:r>
                </a:p>
              </p:txBody>
            </p:sp>
          </p:grp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F77168F1-104F-472E-6ACB-0410D92E1D46}"/>
                  </a:ext>
                </a:extLst>
              </p:cNvPr>
              <p:cNvCxnSpPr/>
              <p:nvPr/>
            </p:nvCxnSpPr>
            <p:spPr>
              <a:xfrm>
                <a:off x="947358" y="2778583"/>
                <a:ext cx="1440000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02B09BD1-6556-3A36-7251-62B215EC228A}"/>
                </a:ext>
              </a:extLst>
            </p:cNvPr>
            <p:cNvSpPr/>
            <p:nvPr/>
          </p:nvSpPr>
          <p:spPr>
            <a:xfrm>
              <a:off x="5679919" y="1775117"/>
              <a:ext cx="720000" cy="720000"/>
            </a:xfrm>
            <a:prstGeom prst="ellipse">
              <a:avLst/>
            </a:prstGeom>
            <a:blipFill>
              <a:blip r:embed="rId6"/>
              <a:srcRect/>
              <a:stretch>
                <a:fillRect l="-25183" r="-24817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89466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1430" y="920099"/>
            <a:ext cx="12192000" cy="5447450"/>
            <a:chOff x="0" y="1844382"/>
            <a:chExt cx="12192000" cy="5447450"/>
          </a:xfrm>
        </p:grpSpPr>
        <p:sp>
          <p:nvSpPr>
            <p:cNvPr id="5" name="双波形 4"/>
            <p:cNvSpPr>
              <a:spLocks noChangeAspect="1"/>
            </p:cNvSpPr>
            <p:nvPr/>
          </p:nvSpPr>
          <p:spPr>
            <a:xfrm>
              <a:off x="0" y="1844382"/>
              <a:ext cx="12192000" cy="2106522"/>
            </a:xfrm>
            <a:prstGeom prst="doubleWave">
              <a:avLst/>
            </a:prstGeom>
            <a:blipFill>
              <a:blip r:embed="rId2"/>
              <a:srcRect/>
              <a:stretch>
                <a:fillRect t="-144705" b="-1429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660399" y="4077454"/>
              <a:ext cx="3392672" cy="2891426"/>
              <a:chOff x="3595122" y="2635398"/>
              <a:chExt cx="4329677" cy="3689995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5050400" y="2635398"/>
                <a:ext cx="2874399" cy="369638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200" dirty="0"/>
                  <a:t>{vItem.item1}</a:t>
                </a:r>
                <a:endParaRPr lang="de-DE" sz="1200" dirty="0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5050400" y="3109406"/>
                <a:ext cx="2756560" cy="32159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37" name="弧形 36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8" name="弧形 3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32" name="直接连接符 31"/>
              <p:cNvCxnSpPr/>
              <p:nvPr/>
            </p:nvCxnSpPr>
            <p:spPr>
              <a:xfrm>
                <a:off x="5050400" y="3038309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组合 32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35" name="文本框 34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6" name="任意多边形: 形状 35"/>
                <p:cNvSpPr/>
                <p:nvPr/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34" name="矩形: 圆角 33"/>
              <p:cNvSpPr/>
              <p:nvPr/>
            </p:nvSpPr>
            <p:spPr>
              <a:xfrm>
                <a:off x="3966172" y="4258469"/>
                <a:ext cx="137828" cy="1378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" name="组合 6"/>
            <p:cNvGrpSpPr>
              <a:grpSpLocks noChangeAspect="1"/>
            </p:cNvGrpSpPr>
            <p:nvPr/>
          </p:nvGrpSpPr>
          <p:grpSpPr>
            <a:xfrm>
              <a:off x="4393313" y="4252800"/>
              <a:ext cx="3392672" cy="3039032"/>
              <a:chOff x="3595122" y="2635398"/>
              <a:chExt cx="4329677" cy="3878368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5050400" y="2635398"/>
                <a:ext cx="2874399" cy="369636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200" dirty="0"/>
                  <a:t>{vItem.item2}</a:t>
                </a:r>
                <a:endParaRPr lang="de-DE" sz="1200" dirty="0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5050400" y="3098558"/>
                <a:ext cx="2874399" cy="3415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27" name="弧形 26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28" name="弧形 2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22" name="直接连接符 21"/>
              <p:cNvCxnSpPr/>
              <p:nvPr/>
            </p:nvCxnSpPr>
            <p:spPr>
              <a:xfrm>
                <a:off x="5050400" y="3017078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25" name="文本框 24"/>
                <p:cNvSpPr txBox="1">
                  <a:spLocks noChangeAspect="1"/>
                </p:cNvSpPr>
                <p:nvPr/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26" name="任意多边形: 形状 25"/>
                <p:cNvSpPr/>
                <p:nvPr/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24" name="矩形: 圆角 23"/>
              <p:cNvSpPr/>
              <p:nvPr/>
            </p:nvSpPr>
            <p:spPr>
              <a:xfrm>
                <a:off x="3966172" y="4258469"/>
                <a:ext cx="137828" cy="1378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8" name="组合 7"/>
            <p:cNvGrpSpPr>
              <a:grpSpLocks noChangeAspect="1"/>
            </p:cNvGrpSpPr>
            <p:nvPr/>
          </p:nvGrpSpPr>
          <p:grpSpPr>
            <a:xfrm>
              <a:off x="8126228" y="4077454"/>
              <a:ext cx="3392672" cy="3156186"/>
              <a:chOff x="3595122" y="2635398"/>
              <a:chExt cx="4329677" cy="4027879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5050400" y="2635398"/>
                <a:ext cx="2874399" cy="369636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200" dirty="0"/>
                  <a:t>{vItem.item3}</a:t>
                </a:r>
                <a:endParaRPr lang="de-DE" sz="1200" dirty="0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5050400" y="3109406"/>
                <a:ext cx="2874399" cy="35538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17" name="弧形 16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8" name="弧形 1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12" name="直接连接符 11"/>
              <p:cNvCxnSpPr/>
              <p:nvPr/>
            </p:nvCxnSpPr>
            <p:spPr>
              <a:xfrm>
                <a:off x="5050400" y="3011786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组合 12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15" name="文本框 14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16" name="任意多边形: 形状 15"/>
                <p:cNvSpPr/>
                <p:nvPr/>
              </p:nvSpPr>
              <p:spPr>
                <a:xfrm>
                  <a:off x="4125189" y="3596251"/>
                  <a:ext cx="361949" cy="301329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6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4" name="矩形: 圆角 13"/>
              <p:cNvSpPr/>
              <p:nvPr/>
            </p:nvSpPr>
            <p:spPr>
              <a:xfrm>
                <a:off x="3966172" y="4258469"/>
                <a:ext cx="137828" cy="1378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64EB7AD-63BC-9F39-352F-55011CF36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组合 100"/>
          <p:cNvGrpSpPr/>
          <p:nvPr/>
        </p:nvGrpSpPr>
        <p:grpSpPr>
          <a:xfrm>
            <a:off x="0" y="686239"/>
            <a:ext cx="12192000" cy="5982526"/>
            <a:chOff x="0" y="686239"/>
            <a:chExt cx="12192000" cy="5982526"/>
          </a:xfrm>
        </p:grpSpPr>
        <p:sp>
          <p:nvSpPr>
            <p:cNvPr id="43" name="双波形 42"/>
            <p:cNvSpPr>
              <a:spLocks noChangeAspect="1"/>
            </p:cNvSpPr>
            <p:nvPr/>
          </p:nvSpPr>
          <p:spPr>
            <a:xfrm>
              <a:off x="0" y="2416882"/>
              <a:ext cx="12192000" cy="2106522"/>
            </a:xfrm>
            <a:prstGeom prst="doubleWave">
              <a:avLst/>
            </a:prstGeom>
            <a:blipFill>
              <a:blip r:embed="rId2"/>
              <a:srcRect/>
              <a:stretch>
                <a:fillRect t="-144705" b="-1429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grpSp>
          <p:nvGrpSpPr>
            <p:cNvPr id="44" name="组合 43"/>
            <p:cNvGrpSpPr>
              <a:grpSpLocks noChangeAspect="1"/>
            </p:cNvGrpSpPr>
            <p:nvPr/>
          </p:nvGrpSpPr>
          <p:grpSpPr>
            <a:xfrm>
              <a:off x="888410" y="4436616"/>
              <a:ext cx="3392672" cy="2163689"/>
              <a:chOff x="3595122" y="2635398"/>
              <a:chExt cx="4329677" cy="2761269"/>
            </a:xfrm>
          </p:grpSpPr>
          <p:sp>
            <p:nvSpPr>
              <p:cNvPr id="45" name="文本框 44"/>
              <p:cNvSpPr txBox="1"/>
              <p:nvPr/>
            </p:nvSpPr>
            <p:spPr>
              <a:xfrm>
                <a:off x="5050400" y="2635398"/>
                <a:ext cx="2874399" cy="367541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200" dirty="0"/>
                  <a:t>{vItem.item1}</a:t>
                </a:r>
                <a:endParaRPr lang="de-DE" sz="1200" dirty="0"/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5050400" y="3078693"/>
                <a:ext cx="2874399" cy="23179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53" name="弧形 52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4" name="弧形 53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48" name="直接连接符 47"/>
              <p:cNvCxnSpPr/>
              <p:nvPr/>
            </p:nvCxnSpPr>
            <p:spPr>
              <a:xfrm>
                <a:off x="5050400" y="2985268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合 48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51" name="文本框 50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50" name="矩形: 圆角 49"/>
              <p:cNvSpPr/>
              <p:nvPr/>
            </p:nvSpPr>
            <p:spPr>
              <a:xfrm>
                <a:off x="3966172" y="4241623"/>
                <a:ext cx="137828" cy="1378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" name="组合 54"/>
            <p:cNvGrpSpPr>
              <a:grpSpLocks noChangeAspect="1"/>
            </p:cNvGrpSpPr>
            <p:nvPr/>
          </p:nvGrpSpPr>
          <p:grpSpPr>
            <a:xfrm>
              <a:off x="6214584" y="4578809"/>
              <a:ext cx="3392672" cy="2089956"/>
              <a:chOff x="3595122" y="2635398"/>
              <a:chExt cx="4329677" cy="2667172"/>
            </a:xfrm>
          </p:grpSpPr>
          <p:sp>
            <p:nvSpPr>
              <p:cNvPr id="56" name="文本框 55"/>
              <p:cNvSpPr txBox="1"/>
              <p:nvPr/>
            </p:nvSpPr>
            <p:spPr>
              <a:xfrm>
                <a:off x="5050400" y="2635398"/>
                <a:ext cx="2874399" cy="367541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200" dirty="0"/>
                  <a:t>{vItem.item3}</a:t>
                </a:r>
                <a:endParaRPr lang="de-DE" sz="1200" dirty="0"/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5050400" y="3073647"/>
                <a:ext cx="2874399" cy="2228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64" name="弧形 63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65" name="弧形 64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59" name="直接连接符 58"/>
              <p:cNvCxnSpPr/>
              <p:nvPr/>
            </p:nvCxnSpPr>
            <p:spPr>
              <a:xfrm>
                <a:off x="5050400" y="2985268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组合 59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62" name="文本框 61"/>
                <p:cNvSpPr txBox="1">
                  <a:spLocks noChangeAspect="1"/>
                </p:cNvSpPr>
                <p:nvPr/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61" name="矩形: 圆角 60"/>
              <p:cNvSpPr/>
              <p:nvPr/>
            </p:nvSpPr>
            <p:spPr>
              <a:xfrm>
                <a:off x="3966172" y="4241623"/>
                <a:ext cx="137828" cy="1378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9" name="组合 78"/>
            <p:cNvGrpSpPr>
              <a:grpSpLocks noChangeAspect="1"/>
            </p:cNvGrpSpPr>
            <p:nvPr/>
          </p:nvGrpSpPr>
          <p:grpSpPr>
            <a:xfrm>
              <a:off x="3154913" y="760992"/>
              <a:ext cx="3392672" cy="1903477"/>
              <a:chOff x="3595122" y="2607096"/>
              <a:chExt cx="4329677" cy="2429190"/>
            </a:xfrm>
          </p:grpSpPr>
          <p:sp>
            <p:nvSpPr>
              <p:cNvPr id="80" name="文本框 79"/>
              <p:cNvSpPr txBox="1"/>
              <p:nvPr/>
            </p:nvSpPr>
            <p:spPr>
              <a:xfrm>
                <a:off x="5050400" y="2607096"/>
                <a:ext cx="2874399" cy="367541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200" dirty="0"/>
                  <a:t>{vItem.item2}</a:t>
                </a:r>
                <a:endParaRPr lang="de-DE" sz="1200" dirty="0"/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5050400" y="3013881"/>
                <a:ext cx="2874399" cy="2022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88" name="弧形 87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89" name="弧形 88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83" name="直接连接符 82"/>
              <p:cNvCxnSpPr/>
              <p:nvPr/>
            </p:nvCxnSpPr>
            <p:spPr>
              <a:xfrm>
                <a:off x="5050400" y="2985268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组合 83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86" name="文本框 85"/>
                <p:cNvSpPr txBox="1">
                  <a:spLocks noChangeAspect="1"/>
                </p:cNvSpPr>
                <p:nvPr/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85" name="矩形: 圆角 84"/>
              <p:cNvSpPr/>
              <p:nvPr/>
            </p:nvSpPr>
            <p:spPr>
              <a:xfrm>
                <a:off x="3966172" y="4241623"/>
                <a:ext cx="137828" cy="1378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0" name="组合 89"/>
            <p:cNvGrpSpPr>
              <a:grpSpLocks noChangeAspect="1"/>
            </p:cNvGrpSpPr>
            <p:nvPr/>
          </p:nvGrpSpPr>
          <p:grpSpPr>
            <a:xfrm>
              <a:off x="7729572" y="686239"/>
              <a:ext cx="3392672" cy="1903477"/>
              <a:chOff x="3595122" y="2607096"/>
              <a:chExt cx="4329677" cy="2429190"/>
            </a:xfrm>
          </p:grpSpPr>
          <p:sp>
            <p:nvSpPr>
              <p:cNvPr id="91" name="文本框 90"/>
              <p:cNvSpPr txBox="1"/>
              <p:nvPr/>
            </p:nvSpPr>
            <p:spPr>
              <a:xfrm>
                <a:off x="5050400" y="2607096"/>
                <a:ext cx="2874399" cy="367541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200" dirty="0"/>
                  <a:t>{vItem.item4}</a:t>
                </a:r>
                <a:endParaRPr lang="de-DE" sz="1200" dirty="0"/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5050400" y="3039617"/>
                <a:ext cx="2874399" cy="19966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93" name="组合 92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99" name="弧形 98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00" name="弧形 99"/>
                <p:cNvSpPr/>
                <p:nvPr/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94" name="直接连接符 93"/>
              <p:cNvCxnSpPr/>
              <p:nvPr/>
            </p:nvCxnSpPr>
            <p:spPr>
              <a:xfrm>
                <a:off x="5050400" y="2985268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5" name="组合 94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97" name="文本框 96"/>
                <p:cNvSpPr txBox="1">
                  <a:spLocks noChangeAspect="1"/>
                </p:cNvSpPr>
                <p:nvPr/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98" name="任意多边形: 形状 97"/>
                <p:cNvSpPr/>
                <p:nvPr/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96" name="矩形: 圆角 95"/>
              <p:cNvSpPr/>
              <p:nvPr/>
            </p:nvSpPr>
            <p:spPr>
              <a:xfrm>
                <a:off x="3966172" y="4241623"/>
                <a:ext cx="137828" cy="1378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FDCEADF-A244-C6E1-0CA7-21EE3B908B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0" y="661264"/>
            <a:ext cx="12192000" cy="6045336"/>
            <a:chOff x="0" y="661264"/>
            <a:chExt cx="12192000" cy="6045336"/>
          </a:xfrm>
        </p:grpSpPr>
        <p:sp>
          <p:nvSpPr>
            <p:cNvPr id="43" name="双波形 42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>
            <a:xfrm>
              <a:off x="0" y="2416882"/>
              <a:ext cx="12192000" cy="2106522"/>
            </a:xfrm>
            <a:prstGeom prst="doubleWave">
              <a:avLst/>
            </a:prstGeom>
            <a:blipFill>
              <a:blip r:embed="rId44"/>
              <a:srcRect/>
              <a:stretch>
                <a:fillRect t="-144705" b="-1429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grpSp>
          <p:nvGrpSpPr>
            <p:cNvPr id="44" name="组合 43"/>
            <p:cNvGrpSpPr>
              <a:grpSpLocks noChangeAspect="1"/>
            </p:cNvGrpSpPr>
            <p:nvPr/>
          </p:nvGrpSpPr>
          <p:grpSpPr>
            <a:xfrm>
              <a:off x="660399" y="4649954"/>
              <a:ext cx="3392672" cy="1881300"/>
              <a:chOff x="3595122" y="2635398"/>
              <a:chExt cx="4329677" cy="2400888"/>
            </a:xfrm>
          </p:grpSpPr>
          <p:sp>
            <p:nvSpPr>
              <p:cNvPr id="45" name="文本框 44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5050400" y="2635398"/>
                <a:ext cx="2874399" cy="275656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200" dirty="0"/>
                  <a:t>{vItem.item1}</a:t>
                </a:r>
                <a:endParaRPr lang="de-DE" sz="1200" dirty="0"/>
              </a:p>
            </p:txBody>
          </p:sp>
          <p:sp>
            <p:nvSpPr>
              <p:cNvPr id="46" name="文本框 45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5050400" y="2904752"/>
                <a:ext cx="2874399" cy="21315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{vItem.item1_Desc}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53" name="弧形 52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4" name="弧形 53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48" name="直接连接符 47"/>
              <p:cNvCxnSpPr/>
              <p:nvPr>
                <p:custDataLst>
                  <p:tags r:id="rId37"/>
                </p:custDataLst>
              </p:nvPr>
            </p:nvCxnSpPr>
            <p:spPr>
              <a:xfrm>
                <a:off x="5050400" y="286855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合 48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51" name="文本框 50"/>
                <p:cNvSpPr txBox="1">
                  <a:spLocks noChangeAspect="1"/>
                </p:cNvSpPr>
                <p:nvPr>
                  <p:custDataLst>
                    <p:tags r:id="rId39"/>
                  </p:custDataLst>
                </p:nvPr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2" name="任意多边形: 形状 51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50" name="矩形: 圆角 49"/>
              <p:cNvSpPr/>
              <p:nvPr>
                <p:custDataLst>
                  <p:tags r:id="rId38"/>
                </p:custDataLst>
              </p:nvPr>
            </p:nvSpPr>
            <p:spPr>
              <a:xfrm>
                <a:off x="3966172" y="4258469"/>
                <a:ext cx="137828" cy="1378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" name="组合 54"/>
            <p:cNvGrpSpPr>
              <a:grpSpLocks noChangeAspect="1"/>
            </p:cNvGrpSpPr>
            <p:nvPr/>
          </p:nvGrpSpPr>
          <p:grpSpPr>
            <a:xfrm>
              <a:off x="4393313" y="4825300"/>
              <a:ext cx="3392672" cy="1881300"/>
              <a:chOff x="3595122" y="2635398"/>
              <a:chExt cx="4329677" cy="2400888"/>
            </a:xfrm>
          </p:grpSpPr>
          <p:sp>
            <p:nvSpPr>
              <p:cNvPr id="56" name="文本框 55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5050400" y="2635398"/>
                <a:ext cx="2874399" cy="275656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200" dirty="0"/>
                  <a:t>{vItem.item3}</a:t>
                </a:r>
                <a:endParaRPr lang="de-DE" sz="1200" dirty="0"/>
              </a:p>
            </p:txBody>
          </p:sp>
          <p:sp>
            <p:nvSpPr>
              <p:cNvPr id="57" name="文本框 56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5050400" y="2904752"/>
                <a:ext cx="2874399" cy="21315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{vItem.item3_Desc}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64" name="弧形 63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65" name="弧形 64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59" name="直接连接符 58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5050400" y="286855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组合 59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62" name="文本框 61"/>
                <p:cNvSpPr txBox="1">
                  <a:spLocks noChangeAspect="1"/>
                </p:cNvSpPr>
                <p:nvPr>
                  <p:custDataLst>
                    <p:tags r:id="rId31"/>
                  </p:custDataLst>
                </p:nvPr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61" name="矩形: 圆角 60"/>
              <p:cNvSpPr/>
              <p:nvPr>
                <p:custDataLst>
                  <p:tags r:id="rId30"/>
                </p:custDataLst>
              </p:nvPr>
            </p:nvSpPr>
            <p:spPr>
              <a:xfrm>
                <a:off x="3966172" y="4258469"/>
                <a:ext cx="137828" cy="1378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6" name="组合 65"/>
            <p:cNvGrpSpPr>
              <a:grpSpLocks noChangeAspect="1"/>
            </p:cNvGrpSpPr>
            <p:nvPr/>
          </p:nvGrpSpPr>
          <p:grpSpPr>
            <a:xfrm>
              <a:off x="8126228" y="4649954"/>
              <a:ext cx="3392672" cy="1881300"/>
              <a:chOff x="3595122" y="2635398"/>
              <a:chExt cx="4329677" cy="2400888"/>
            </a:xfrm>
          </p:grpSpPr>
          <p:sp>
            <p:nvSpPr>
              <p:cNvPr id="67" name="文本框 66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5050400" y="2635398"/>
                <a:ext cx="2874399" cy="275656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200" dirty="0"/>
                  <a:t>{vItem.item5}</a:t>
                </a:r>
                <a:endParaRPr lang="de-DE" sz="1200" dirty="0"/>
              </a:p>
            </p:txBody>
          </p:sp>
          <p:sp>
            <p:nvSpPr>
              <p:cNvPr id="68" name="文本框 67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5050400" y="2904752"/>
                <a:ext cx="2874399" cy="21315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{vItem.item5_Desc}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69" name="组合 68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75" name="弧形 74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76" name="弧形 75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70" name="直接连接符 69"/>
              <p:cNvCxnSpPr/>
              <p:nvPr>
                <p:custDataLst>
                  <p:tags r:id="rId21"/>
                </p:custDataLst>
              </p:nvPr>
            </p:nvCxnSpPr>
            <p:spPr>
              <a:xfrm>
                <a:off x="5050400" y="286855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1" name="组合 70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73" name="文本框 72"/>
                <p:cNvSpPr txBox="1">
                  <a:spLocks noChangeAspect="1"/>
                </p:cNvSpPr>
                <p:nvPr>
                  <p:custDataLst>
                    <p:tags r:id="rId23"/>
                  </p:custDataLst>
                </p:nvPr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74" name="任意多边形: 形状 73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4125189" y="3596251"/>
                  <a:ext cx="361949" cy="301329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6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72" name="矩形: 圆角 71"/>
              <p:cNvSpPr/>
              <p:nvPr>
                <p:custDataLst>
                  <p:tags r:id="rId22"/>
                </p:custDataLst>
              </p:nvPr>
            </p:nvSpPr>
            <p:spPr>
              <a:xfrm>
                <a:off x="3966172" y="4258469"/>
                <a:ext cx="137828" cy="1378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9" name="组合 78"/>
            <p:cNvGrpSpPr>
              <a:grpSpLocks noChangeAspect="1"/>
            </p:cNvGrpSpPr>
            <p:nvPr/>
          </p:nvGrpSpPr>
          <p:grpSpPr>
            <a:xfrm>
              <a:off x="3267144" y="661264"/>
              <a:ext cx="3392672" cy="1881300"/>
              <a:chOff x="3595122" y="2635398"/>
              <a:chExt cx="4329677" cy="2400888"/>
            </a:xfrm>
          </p:grpSpPr>
          <p:sp>
            <p:nvSpPr>
              <p:cNvPr id="80" name="文本框 7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050400" y="2635398"/>
                <a:ext cx="2874399" cy="275656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200" dirty="0"/>
                  <a:t>{vItem.item2}</a:t>
                </a:r>
                <a:endParaRPr lang="de-DE" sz="1200" dirty="0"/>
              </a:p>
            </p:txBody>
          </p:sp>
          <p:sp>
            <p:nvSpPr>
              <p:cNvPr id="81" name="文本框 8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050400" y="2902091"/>
                <a:ext cx="2874399" cy="21341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{vItem.item2_Desc}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88" name="弧形 87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89" name="弧形 88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83" name="直接连接符 82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5050400" y="2868555"/>
                <a:ext cx="2747399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组合 83"/>
              <p:cNvGrpSpPr/>
              <p:nvPr/>
            </p:nvGrpSpPr>
            <p:grpSpPr>
              <a:xfrm>
                <a:off x="3881577" y="3322330"/>
                <a:ext cx="849174" cy="849172"/>
                <a:chOff x="3881577" y="3322330"/>
                <a:chExt cx="849174" cy="849172"/>
              </a:xfrm>
            </p:grpSpPr>
            <p:sp>
              <p:nvSpPr>
                <p:cNvPr id="86" name="文本框 85"/>
                <p:cNvSpPr txBox="1">
                  <a:spLocks noChangeAspect="1"/>
                </p:cNvSpPr>
                <p:nvPr>
                  <p:custDataLst>
                    <p:tags r:id="rId15"/>
                  </p:custDataLst>
                </p:nvPr>
              </p:nvSpPr>
              <p:spPr>
                <a:xfrm>
                  <a:off x="3881577" y="3322330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1">
                        <a:lumMod val="60000"/>
                        <a:lumOff val="40000"/>
                        <a:alpha val="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1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87" name="任意多边形: 形状 86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4125189" y="3548542"/>
                  <a:ext cx="361948" cy="396747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85" name="矩形: 圆角 84"/>
              <p:cNvSpPr/>
              <p:nvPr>
                <p:custDataLst>
                  <p:tags r:id="rId14"/>
                </p:custDataLst>
              </p:nvPr>
            </p:nvSpPr>
            <p:spPr>
              <a:xfrm>
                <a:off x="3966172" y="4258469"/>
                <a:ext cx="137828" cy="1378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0" name="组合 89"/>
            <p:cNvGrpSpPr>
              <a:grpSpLocks noChangeAspect="1"/>
            </p:cNvGrpSpPr>
            <p:nvPr/>
          </p:nvGrpSpPr>
          <p:grpSpPr>
            <a:xfrm>
              <a:off x="7729572" y="708416"/>
              <a:ext cx="3392672" cy="1881300"/>
              <a:chOff x="3595122" y="2635398"/>
              <a:chExt cx="4329677" cy="2400888"/>
            </a:xfrm>
          </p:grpSpPr>
          <p:sp>
            <p:nvSpPr>
              <p:cNvPr id="91" name="文本框 90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050400" y="2635398"/>
                <a:ext cx="2874399" cy="275656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200" dirty="0"/>
                  <a:t>{vItem.item4}</a:t>
                </a:r>
                <a:endParaRPr lang="de-DE" sz="1200" dirty="0"/>
              </a:p>
            </p:txBody>
          </p:sp>
          <p:sp>
            <p:nvSpPr>
              <p:cNvPr id="92" name="文本框 9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050400" y="2902091"/>
                <a:ext cx="2874399" cy="21341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{vItem.item4_Desc}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93" name="组合 92"/>
              <p:cNvGrpSpPr/>
              <p:nvPr/>
            </p:nvGrpSpPr>
            <p:grpSpPr>
              <a:xfrm>
                <a:off x="3595122" y="3005036"/>
                <a:ext cx="1440000" cy="1440000"/>
                <a:chOff x="3226822" y="3830536"/>
                <a:chExt cx="1440000" cy="1440000"/>
              </a:xfrm>
            </p:grpSpPr>
            <p:sp>
              <p:nvSpPr>
                <p:cNvPr id="99" name="弧形 9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1814913"/>
                    <a:gd name="adj2" fmla="val 20314279"/>
                  </a:avLst>
                </a:prstGeom>
                <a:noFill/>
                <a:ln w="25400" cap="rnd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0" scaled="0"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00" name="弧形 99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226822" y="3830536"/>
                  <a:ext cx="1440000" cy="1440000"/>
                </a:xfrm>
                <a:prstGeom prst="arc">
                  <a:avLst>
                    <a:gd name="adj1" fmla="val 1503072"/>
                    <a:gd name="adj2" fmla="val 9217444"/>
                  </a:avLst>
                </a:prstGeom>
                <a:noFill/>
                <a:ln w="25400" cap="rnd"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0"/>
                        </a:schemeClr>
                      </a:gs>
                    </a:gsLst>
                    <a:lin ang="10800000" scaled="1"/>
                    <a:tileRect/>
                  </a:gradFill>
                  <a:round/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94" name="直接连接符 93"/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5050400" y="2868555"/>
                <a:ext cx="2747399" cy="0"/>
              </a:xfrm>
              <a:prstGeom prst="line">
                <a:avLst/>
              </a:prstGeom>
              <a:ln w="12700"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5" name="组合 94"/>
              <p:cNvGrpSpPr/>
              <p:nvPr/>
            </p:nvGrpSpPr>
            <p:grpSpPr>
              <a:xfrm>
                <a:off x="3881577" y="3322331"/>
                <a:ext cx="849174" cy="849172"/>
                <a:chOff x="3881577" y="3322331"/>
                <a:chExt cx="849174" cy="849172"/>
              </a:xfrm>
            </p:grpSpPr>
            <p:sp>
              <p:nvSpPr>
                <p:cNvPr id="97" name="文本框 96"/>
                <p:cNvSpPr txBox="1">
                  <a:spLocks noChangeAspect="1"/>
                </p:cNvSpPr>
                <p:nvPr>
                  <p:custDataLst>
                    <p:tags r:id="rId7"/>
                  </p:custDataLst>
                </p:nvPr>
              </p:nvSpPr>
              <p:spPr>
                <a:xfrm>
                  <a:off x="3881577" y="3322331"/>
                  <a:ext cx="849174" cy="849172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40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97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5875">
                  <a:solidFill>
                    <a:schemeClr val="accent2">
                      <a:alpha val="50000"/>
                    </a:schemeClr>
                  </a:solidFill>
                </a:ln>
                <a:effectLst>
                  <a:outerShdw blurRad="203200" dist="152400" dir="1926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algn="ctr">
                    <a:defRPr b="1">
                      <a:solidFill>
                        <a:srgbClr val="FFFFFF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98" name="任意多边形: 形状 97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4125189" y="3555500"/>
                  <a:ext cx="361949" cy="382831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 b="1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96" name="矩形: 圆角 95"/>
              <p:cNvSpPr/>
              <p:nvPr>
                <p:custDataLst>
                  <p:tags r:id="rId6"/>
                </p:custDataLst>
              </p:nvPr>
            </p:nvSpPr>
            <p:spPr>
              <a:xfrm>
                <a:off x="3966172" y="4258469"/>
                <a:ext cx="137828" cy="13782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2540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sz="12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3CAB23F6-4C44-84EF-0483-87E73373E0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24DA0-26DC-7D89-B91D-6DB2796A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CD050-EF2A-3E07-02B8-4D5F6C227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6A8C88A0-1D53-5016-F1B8-A64C6A99C0E5}"/>
              </a:ext>
            </a:extLst>
          </p:cNvPr>
          <p:cNvSpPr/>
          <p:nvPr/>
        </p:nvSpPr>
        <p:spPr>
          <a:xfrm>
            <a:off x="2843395" y="2112750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6BD2B9D1-AA25-3CB7-3A48-018E82285A29}"/>
              </a:ext>
            </a:extLst>
          </p:cNvPr>
          <p:cNvSpPr/>
          <p:nvPr/>
        </p:nvSpPr>
        <p:spPr>
          <a:xfrm>
            <a:off x="2843395" y="2112750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9">
            <a:extLst>
              <a:ext uri="{FF2B5EF4-FFF2-40B4-BE49-F238E27FC236}">
                <a16:creationId xmlns:a16="http://schemas.microsoft.com/office/drawing/2014/main" id="{93B40973-E5E8-3FEB-1393-4937C281A379}"/>
              </a:ext>
            </a:extLst>
          </p:cNvPr>
          <p:cNvSpPr txBox="1"/>
          <p:nvPr/>
        </p:nvSpPr>
        <p:spPr>
          <a:xfrm>
            <a:off x="2953123" y="2341350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3B044F90-6D2B-F47D-A835-3D63CF2E34D9}"/>
              </a:ext>
            </a:extLst>
          </p:cNvPr>
          <p:cNvSpPr txBox="1"/>
          <p:nvPr/>
        </p:nvSpPr>
        <p:spPr>
          <a:xfrm>
            <a:off x="2953123" y="3324816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67" name="Rounded Rectangle 11">
            <a:extLst>
              <a:ext uri="{FF2B5EF4-FFF2-40B4-BE49-F238E27FC236}">
                <a16:creationId xmlns:a16="http://schemas.microsoft.com/office/drawing/2014/main" id="{1F7F3537-C200-0BFF-7137-BF3B0F4B9FBB}"/>
              </a:ext>
            </a:extLst>
          </p:cNvPr>
          <p:cNvSpPr/>
          <p:nvPr/>
        </p:nvSpPr>
        <p:spPr>
          <a:xfrm>
            <a:off x="7114226" y="2080746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12">
            <a:extLst>
              <a:ext uri="{FF2B5EF4-FFF2-40B4-BE49-F238E27FC236}">
                <a16:creationId xmlns:a16="http://schemas.microsoft.com/office/drawing/2014/main" id="{5F394F08-44E8-B32A-B705-D88AFEDB0AA8}"/>
              </a:ext>
            </a:extLst>
          </p:cNvPr>
          <p:cNvSpPr/>
          <p:nvPr/>
        </p:nvSpPr>
        <p:spPr>
          <a:xfrm>
            <a:off x="7114226" y="2080746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13">
            <a:extLst>
              <a:ext uri="{FF2B5EF4-FFF2-40B4-BE49-F238E27FC236}">
                <a16:creationId xmlns:a16="http://schemas.microsoft.com/office/drawing/2014/main" id="{959AF170-618D-829F-3CD4-042E14782170}"/>
              </a:ext>
            </a:extLst>
          </p:cNvPr>
          <p:cNvSpPr txBox="1"/>
          <p:nvPr/>
        </p:nvSpPr>
        <p:spPr>
          <a:xfrm>
            <a:off x="7223954" y="2309346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73" name="TextBox 14">
            <a:extLst>
              <a:ext uri="{FF2B5EF4-FFF2-40B4-BE49-F238E27FC236}">
                <a16:creationId xmlns:a16="http://schemas.microsoft.com/office/drawing/2014/main" id="{E8EA0D76-80F2-6B36-3173-E104FA78A55F}"/>
              </a:ext>
            </a:extLst>
          </p:cNvPr>
          <p:cNvSpPr txBox="1"/>
          <p:nvPr/>
        </p:nvSpPr>
        <p:spPr>
          <a:xfrm>
            <a:off x="7223954" y="3370633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60956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73D61-CB27-4B85-469F-7F78F790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B990E-93D0-A1DA-DE6A-98E2A9FE33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401F386C-3822-3CE0-B0EA-3250A213ED52}"/>
              </a:ext>
            </a:extLst>
          </p:cNvPr>
          <p:cNvSpPr/>
          <p:nvPr/>
        </p:nvSpPr>
        <p:spPr>
          <a:xfrm>
            <a:off x="2113821" y="221206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1391CEF5-6DE0-55AE-649B-D66DC8D23A9B}"/>
              </a:ext>
            </a:extLst>
          </p:cNvPr>
          <p:cNvSpPr/>
          <p:nvPr/>
        </p:nvSpPr>
        <p:spPr>
          <a:xfrm>
            <a:off x="2113821" y="2212069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9">
            <a:extLst>
              <a:ext uri="{FF2B5EF4-FFF2-40B4-BE49-F238E27FC236}">
                <a16:creationId xmlns:a16="http://schemas.microsoft.com/office/drawing/2014/main" id="{1F4B0FE6-E765-62F1-BFC0-F66F14F75C1C}"/>
              </a:ext>
            </a:extLst>
          </p:cNvPr>
          <p:cNvSpPr txBox="1"/>
          <p:nvPr/>
        </p:nvSpPr>
        <p:spPr>
          <a:xfrm>
            <a:off x="2223549" y="244066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44847F90-5DBA-358D-F547-4D4976EBDE89}"/>
              </a:ext>
            </a:extLst>
          </p:cNvPr>
          <p:cNvSpPr txBox="1"/>
          <p:nvPr/>
        </p:nvSpPr>
        <p:spPr>
          <a:xfrm>
            <a:off x="2223549" y="353113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67" name="Rounded Rectangle 11">
            <a:extLst>
              <a:ext uri="{FF2B5EF4-FFF2-40B4-BE49-F238E27FC236}">
                <a16:creationId xmlns:a16="http://schemas.microsoft.com/office/drawing/2014/main" id="{939E5A57-B8B5-7C58-52AE-C02F3BA998AE}"/>
              </a:ext>
            </a:extLst>
          </p:cNvPr>
          <p:cNvSpPr/>
          <p:nvPr/>
        </p:nvSpPr>
        <p:spPr>
          <a:xfrm>
            <a:off x="4847682" y="221206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12">
            <a:extLst>
              <a:ext uri="{FF2B5EF4-FFF2-40B4-BE49-F238E27FC236}">
                <a16:creationId xmlns:a16="http://schemas.microsoft.com/office/drawing/2014/main" id="{388254CC-2D07-B56A-D71E-F951E155C75F}"/>
              </a:ext>
            </a:extLst>
          </p:cNvPr>
          <p:cNvSpPr/>
          <p:nvPr/>
        </p:nvSpPr>
        <p:spPr>
          <a:xfrm>
            <a:off x="4847682" y="2212069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13">
            <a:extLst>
              <a:ext uri="{FF2B5EF4-FFF2-40B4-BE49-F238E27FC236}">
                <a16:creationId xmlns:a16="http://schemas.microsoft.com/office/drawing/2014/main" id="{247C4474-12D4-291A-1FF1-E86C6B19B06D}"/>
              </a:ext>
            </a:extLst>
          </p:cNvPr>
          <p:cNvSpPr txBox="1"/>
          <p:nvPr/>
        </p:nvSpPr>
        <p:spPr>
          <a:xfrm>
            <a:off x="4957410" y="244066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73" name="TextBox 14">
            <a:extLst>
              <a:ext uri="{FF2B5EF4-FFF2-40B4-BE49-F238E27FC236}">
                <a16:creationId xmlns:a16="http://schemas.microsoft.com/office/drawing/2014/main" id="{60F817F5-AAD7-BD9D-5C7D-67CC75252F3C}"/>
              </a:ext>
            </a:extLst>
          </p:cNvPr>
          <p:cNvSpPr txBox="1"/>
          <p:nvPr/>
        </p:nvSpPr>
        <p:spPr>
          <a:xfrm>
            <a:off x="4957410" y="353113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75" name="Rounded Rectangle 15">
            <a:extLst>
              <a:ext uri="{FF2B5EF4-FFF2-40B4-BE49-F238E27FC236}">
                <a16:creationId xmlns:a16="http://schemas.microsoft.com/office/drawing/2014/main" id="{6C3FD072-6F06-60D5-D43B-AE016E596B91}"/>
              </a:ext>
            </a:extLst>
          </p:cNvPr>
          <p:cNvSpPr/>
          <p:nvPr/>
        </p:nvSpPr>
        <p:spPr>
          <a:xfrm>
            <a:off x="7586400" y="221206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16">
            <a:extLst>
              <a:ext uri="{FF2B5EF4-FFF2-40B4-BE49-F238E27FC236}">
                <a16:creationId xmlns:a16="http://schemas.microsoft.com/office/drawing/2014/main" id="{92740C2F-C5E7-70DE-3A90-D726A36332D0}"/>
              </a:ext>
            </a:extLst>
          </p:cNvPr>
          <p:cNvSpPr/>
          <p:nvPr/>
        </p:nvSpPr>
        <p:spPr>
          <a:xfrm>
            <a:off x="7586400" y="2212069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17">
            <a:extLst>
              <a:ext uri="{FF2B5EF4-FFF2-40B4-BE49-F238E27FC236}">
                <a16:creationId xmlns:a16="http://schemas.microsoft.com/office/drawing/2014/main" id="{22A7D110-4829-937E-897D-32B9614DB877}"/>
              </a:ext>
            </a:extLst>
          </p:cNvPr>
          <p:cNvSpPr txBox="1"/>
          <p:nvPr/>
        </p:nvSpPr>
        <p:spPr>
          <a:xfrm>
            <a:off x="7696128" y="244066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81" name="TextBox 18">
            <a:extLst>
              <a:ext uri="{FF2B5EF4-FFF2-40B4-BE49-F238E27FC236}">
                <a16:creationId xmlns:a16="http://schemas.microsoft.com/office/drawing/2014/main" id="{9F1CE9C5-224B-7FC5-A263-D0EE60F47358}"/>
              </a:ext>
            </a:extLst>
          </p:cNvPr>
          <p:cNvSpPr txBox="1"/>
          <p:nvPr/>
        </p:nvSpPr>
        <p:spPr>
          <a:xfrm>
            <a:off x="7696128" y="353113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68170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3DA5-3F82-B40F-FC29-6A705084E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A6CCF-F7A6-A1A7-4FC4-010E8761E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A2D2D5A9-7ED9-1CD0-0DA1-6D55EEE7133B}"/>
              </a:ext>
            </a:extLst>
          </p:cNvPr>
          <p:cNvSpPr/>
          <p:nvPr/>
        </p:nvSpPr>
        <p:spPr>
          <a:xfrm>
            <a:off x="1825754" y="20029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7659E4E1-FAC9-FF7F-B6ED-2E9CEB9B5746}"/>
              </a:ext>
            </a:extLst>
          </p:cNvPr>
          <p:cNvSpPr/>
          <p:nvPr/>
        </p:nvSpPr>
        <p:spPr>
          <a:xfrm>
            <a:off x="1825754" y="2002925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9">
            <a:extLst>
              <a:ext uri="{FF2B5EF4-FFF2-40B4-BE49-F238E27FC236}">
                <a16:creationId xmlns:a16="http://schemas.microsoft.com/office/drawing/2014/main" id="{771F52CA-AD09-5292-1E30-F3B69FE9C89F}"/>
              </a:ext>
            </a:extLst>
          </p:cNvPr>
          <p:cNvSpPr txBox="1"/>
          <p:nvPr/>
        </p:nvSpPr>
        <p:spPr>
          <a:xfrm>
            <a:off x="1935482" y="22315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643ED8CB-6336-4E4D-1AC4-78B147BDE619}"/>
              </a:ext>
            </a:extLst>
          </p:cNvPr>
          <p:cNvSpPr txBox="1"/>
          <p:nvPr/>
        </p:nvSpPr>
        <p:spPr>
          <a:xfrm>
            <a:off x="1896570" y="3360905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67" name="Rounded Rectangle 11">
            <a:extLst>
              <a:ext uri="{FF2B5EF4-FFF2-40B4-BE49-F238E27FC236}">
                <a16:creationId xmlns:a16="http://schemas.microsoft.com/office/drawing/2014/main" id="{E95D6C84-7F34-A250-84AC-636D26E7A497}"/>
              </a:ext>
            </a:extLst>
          </p:cNvPr>
          <p:cNvSpPr/>
          <p:nvPr/>
        </p:nvSpPr>
        <p:spPr>
          <a:xfrm>
            <a:off x="4029457" y="20029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12">
            <a:extLst>
              <a:ext uri="{FF2B5EF4-FFF2-40B4-BE49-F238E27FC236}">
                <a16:creationId xmlns:a16="http://schemas.microsoft.com/office/drawing/2014/main" id="{606384A9-1538-BA44-6814-E1EDB27468EB}"/>
              </a:ext>
            </a:extLst>
          </p:cNvPr>
          <p:cNvSpPr/>
          <p:nvPr/>
        </p:nvSpPr>
        <p:spPr>
          <a:xfrm>
            <a:off x="4029457" y="2002925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13">
            <a:extLst>
              <a:ext uri="{FF2B5EF4-FFF2-40B4-BE49-F238E27FC236}">
                <a16:creationId xmlns:a16="http://schemas.microsoft.com/office/drawing/2014/main" id="{A007D2D8-FD4E-F78A-B417-3CC6D7983A9C}"/>
              </a:ext>
            </a:extLst>
          </p:cNvPr>
          <p:cNvSpPr txBox="1"/>
          <p:nvPr/>
        </p:nvSpPr>
        <p:spPr>
          <a:xfrm>
            <a:off x="4139185" y="22315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73" name="TextBox 14">
            <a:extLst>
              <a:ext uri="{FF2B5EF4-FFF2-40B4-BE49-F238E27FC236}">
                <a16:creationId xmlns:a16="http://schemas.microsoft.com/office/drawing/2014/main" id="{56611350-523E-ADA7-5636-91DCE23B0D1A}"/>
              </a:ext>
            </a:extLst>
          </p:cNvPr>
          <p:cNvSpPr txBox="1"/>
          <p:nvPr/>
        </p:nvSpPr>
        <p:spPr>
          <a:xfrm>
            <a:off x="4100273" y="3360905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75" name="Rounded Rectangle 15">
            <a:extLst>
              <a:ext uri="{FF2B5EF4-FFF2-40B4-BE49-F238E27FC236}">
                <a16:creationId xmlns:a16="http://schemas.microsoft.com/office/drawing/2014/main" id="{C5CE15FE-5CAE-7DBE-1061-4A55BF23E310}"/>
              </a:ext>
            </a:extLst>
          </p:cNvPr>
          <p:cNvSpPr/>
          <p:nvPr/>
        </p:nvSpPr>
        <p:spPr>
          <a:xfrm>
            <a:off x="6233160" y="20029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16">
            <a:extLst>
              <a:ext uri="{FF2B5EF4-FFF2-40B4-BE49-F238E27FC236}">
                <a16:creationId xmlns:a16="http://schemas.microsoft.com/office/drawing/2014/main" id="{71018988-B0A9-CC5B-9BDA-389386B771A6}"/>
              </a:ext>
            </a:extLst>
          </p:cNvPr>
          <p:cNvSpPr/>
          <p:nvPr/>
        </p:nvSpPr>
        <p:spPr>
          <a:xfrm>
            <a:off x="6233160" y="2002925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17">
            <a:extLst>
              <a:ext uri="{FF2B5EF4-FFF2-40B4-BE49-F238E27FC236}">
                <a16:creationId xmlns:a16="http://schemas.microsoft.com/office/drawing/2014/main" id="{3C26B446-C013-D422-F7E3-17A0DC760D92}"/>
              </a:ext>
            </a:extLst>
          </p:cNvPr>
          <p:cNvSpPr txBox="1"/>
          <p:nvPr/>
        </p:nvSpPr>
        <p:spPr>
          <a:xfrm>
            <a:off x="6342888" y="22315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81" name="TextBox 18">
            <a:extLst>
              <a:ext uri="{FF2B5EF4-FFF2-40B4-BE49-F238E27FC236}">
                <a16:creationId xmlns:a16="http://schemas.microsoft.com/office/drawing/2014/main" id="{F2E3DBB5-292A-1C1D-DD79-ABE03F756936}"/>
              </a:ext>
            </a:extLst>
          </p:cNvPr>
          <p:cNvSpPr txBox="1"/>
          <p:nvPr/>
        </p:nvSpPr>
        <p:spPr>
          <a:xfrm>
            <a:off x="6303976" y="3360905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83" name="Rounded Rectangle 19">
            <a:extLst>
              <a:ext uri="{FF2B5EF4-FFF2-40B4-BE49-F238E27FC236}">
                <a16:creationId xmlns:a16="http://schemas.microsoft.com/office/drawing/2014/main" id="{1638942B-DE4A-829F-79A0-28E18D01419C}"/>
              </a:ext>
            </a:extLst>
          </p:cNvPr>
          <p:cNvSpPr/>
          <p:nvPr/>
        </p:nvSpPr>
        <p:spPr>
          <a:xfrm>
            <a:off x="8436863" y="20029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20">
            <a:extLst>
              <a:ext uri="{FF2B5EF4-FFF2-40B4-BE49-F238E27FC236}">
                <a16:creationId xmlns:a16="http://schemas.microsoft.com/office/drawing/2014/main" id="{DA2273C2-EA24-7230-B878-D2C29492210C}"/>
              </a:ext>
            </a:extLst>
          </p:cNvPr>
          <p:cNvSpPr/>
          <p:nvPr/>
        </p:nvSpPr>
        <p:spPr>
          <a:xfrm>
            <a:off x="8436863" y="2002925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21">
            <a:extLst>
              <a:ext uri="{FF2B5EF4-FFF2-40B4-BE49-F238E27FC236}">
                <a16:creationId xmlns:a16="http://schemas.microsoft.com/office/drawing/2014/main" id="{EE73B419-F057-138F-1A71-9CBDAF3F63C6}"/>
              </a:ext>
            </a:extLst>
          </p:cNvPr>
          <p:cNvSpPr txBox="1"/>
          <p:nvPr/>
        </p:nvSpPr>
        <p:spPr>
          <a:xfrm>
            <a:off x="8546591" y="22315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89" name="TextBox 22">
            <a:extLst>
              <a:ext uri="{FF2B5EF4-FFF2-40B4-BE49-F238E27FC236}">
                <a16:creationId xmlns:a16="http://schemas.microsoft.com/office/drawing/2014/main" id="{E3672863-6865-05E5-A240-0DA92A4E4DED}"/>
              </a:ext>
            </a:extLst>
          </p:cNvPr>
          <p:cNvSpPr txBox="1"/>
          <p:nvPr/>
        </p:nvSpPr>
        <p:spPr>
          <a:xfrm>
            <a:off x="8507679" y="3360905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395313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E682A-2B5E-A505-21D7-A9365199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618AA-D723-0B38-B60B-54D0EA3DD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51A693C9-D69D-CCC5-E550-790BF37AF459}"/>
              </a:ext>
            </a:extLst>
          </p:cNvPr>
          <p:cNvSpPr/>
          <p:nvPr/>
        </p:nvSpPr>
        <p:spPr>
          <a:xfrm>
            <a:off x="732493" y="22315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521DEB4E-BC54-9D9B-4C93-02AD5D41142A}"/>
              </a:ext>
            </a:extLst>
          </p:cNvPr>
          <p:cNvSpPr/>
          <p:nvPr/>
        </p:nvSpPr>
        <p:spPr>
          <a:xfrm>
            <a:off x="732493" y="2231525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9">
            <a:extLst>
              <a:ext uri="{FF2B5EF4-FFF2-40B4-BE49-F238E27FC236}">
                <a16:creationId xmlns:a16="http://schemas.microsoft.com/office/drawing/2014/main" id="{588D7D9C-06FD-A98E-FC26-82DE52463E28}"/>
              </a:ext>
            </a:extLst>
          </p:cNvPr>
          <p:cNvSpPr txBox="1"/>
          <p:nvPr/>
        </p:nvSpPr>
        <p:spPr>
          <a:xfrm>
            <a:off x="842221" y="24601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1BC0CF4D-3905-A398-5E5F-B899487D753F}"/>
              </a:ext>
            </a:extLst>
          </p:cNvPr>
          <p:cNvSpPr txBox="1"/>
          <p:nvPr/>
        </p:nvSpPr>
        <p:spPr>
          <a:xfrm>
            <a:off x="769266" y="3584643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67" name="Rounded Rectangle 11">
            <a:extLst>
              <a:ext uri="{FF2B5EF4-FFF2-40B4-BE49-F238E27FC236}">
                <a16:creationId xmlns:a16="http://schemas.microsoft.com/office/drawing/2014/main" id="{DFCB0CF8-2C9F-E1B9-EDE0-F35FF51099DB}"/>
              </a:ext>
            </a:extLst>
          </p:cNvPr>
          <p:cNvSpPr/>
          <p:nvPr/>
        </p:nvSpPr>
        <p:spPr>
          <a:xfrm>
            <a:off x="2936196" y="22315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12">
            <a:extLst>
              <a:ext uri="{FF2B5EF4-FFF2-40B4-BE49-F238E27FC236}">
                <a16:creationId xmlns:a16="http://schemas.microsoft.com/office/drawing/2014/main" id="{028FA17D-3FE1-6F7C-541F-54C127055686}"/>
              </a:ext>
            </a:extLst>
          </p:cNvPr>
          <p:cNvSpPr/>
          <p:nvPr/>
        </p:nvSpPr>
        <p:spPr>
          <a:xfrm>
            <a:off x="2936196" y="2231525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13">
            <a:extLst>
              <a:ext uri="{FF2B5EF4-FFF2-40B4-BE49-F238E27FC236}">
                <a16:creationId xmlns:a16="http://schemas.microsoft.com/office/drawing/2014/main" id="{2A9F117D-7F9F-F3F3-9F5A-98CA44D4E473}"/>
              </a:ext>
            </a:extLst>
          </p:cNvPr>
          <p:cNvSpPr txBox="1"/>
          <p:nvPr/>
        </p:nvSpPr>
        <p:spPr>
          <a:xfrm>
            <a:off x="3045924" y="24601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73" name="TextBox 14">
            <a:extLst>
              <a:ext uri="{FF2B5EF4-FFF2-40B4-BE49-F238E27FC236}">
                <a16:creationId xmlns:a16="http://schemas.microsoft.com/office/drawing/2014/main" id="{97467D8D-CF83-6906-C9FA-DF624D6AE257}"/>
              </a:ext>
            </a:extLst>
          </p:cNvPr>
          <p:cNvSpPr txBox="1"/>
          <p:nvPr/>
        </p:nvSpPr>
        <p:spPr>
          <a:xfrm>
            <a:off x="2972969" y="3584643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75" name="Rounded Rectangle 15">
            <a:extLst>
              <a:ext uri="{FF2B5EF4-FFF2-40B4-BE49-F238E27FC236}">
                <a16:creationId xmlns:a16="http://schemas.microsoft.com/office/drawing/2014/main" id="{055033D9-AE0D-26B7-3E1A-FF1B3CDB194F}"/>
              </a:ext>
            </a:extLst>
          </p:cNvPr>
          <p:cNvSpPr/>
          <p:nvPr/>
        </p:nvSpPr>
        <p:spPr>
          <a:xfrm>
            <a:off x="5139899" y="22315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16">
            <a:extLst>
              <a:ext uri="{FF2B5EF4-FFF2-40B4-BE49-F238E27FC236}">
                <a16:creationId xmlns:a16="http://schemas.microsoft.com/office/drawing/2014/main" id="{62D453E3-D6D5-2C3F-8E2F-6A86F848066F}"/>
              </a:ext>
            </a:extLst>
          </p:cNvPr>
          <p:cNvSpPr/>
          <p:nvPr/>
        </p:nvSpPr>
        <p:spPr>
          <a:xfrm>
            <a:off x="5139899" y="2231525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17">
            <a:extLst>
              <a:ext uri="{FF2B5EF4-FFF2-40B4-BE49-F238E27FC236}">
                <a16:creationId xmlns:a16="http://schemas.microsoft.com/office/drawing/2014/main" id="{D778A4F4-8C08-A420-BB4C-CBC926930531}"/>
              </a:ext>
            </a:extLst>
          </p:cNvPr>
          <p:cNvSpPr txBox="1"/>
          <p:nvPr/>
        </p:nvSpPr>
        <p:spPr>
          <a:xfrm>
            <a:off x="5249627" y="24601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81" name="TextBox 18">
            <a:extLst>
              <a:ext uri="{FF2B5EF4-FFF2-40B4-BE49-F238E27FC236}">
                <a16:creationId xmlns:a16="http://schemas.microsoft.com/office/drawing/2014/main" id="{ECDD9E83-7161-E551-14FF-467275F6C22D}"/>
              </a:ext>
            </a:extLst>
          </p:cNvPr>
          <p:cNvSpPr txBox="1"/>
          <p:nvPr/>
        </p:nvSpPr>
        <p:spPr>
          <a:xfrm>
            <a:off x="5176672" y="3584643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83" name="Rounded Rectangle 19">
            <a:extLst>
              <a:ext uri="{FF2B5EF4-FFF2-40B4-BE49-F238E27FC236}">
                <a16:creationId xmlns:a16="http://schemas.microsoft.com/office/drawing/2014/main" id="{77D525DA-13B6-6F23-8E3C-CFA20911F8BF}"/>
              </a:ext>
            </a:extLst>
          </p:cNvPr>
          <p:cNvSpPr/>
          <p:nvPr/>
        </p:nvSpPr>
        <p:spPr>
          <a:xfrm>
            <a:off x="7343602" y="22315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20">
            <a:extLst>
              <a:ext uri="{FF2B5EF4-FFF2-40B4-BE49-F238E27FC236}">
                <a16:creationId xmlns:a16="http://schemas.microsoft.com/office/drawing/2014/main" id="{CC7F7A19-AFF0-598B-2C7E-9C6985E6E612}"/>
              </a:ext>
            </a:extLst>
          </p:cNvPr>
          <p:cNvSpPr/>
          <p:nvPr/>
        </p:nvSpPr>
        <p:spPr>
          <a:xfrm>
            <a:off x="7343602" y="2231525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21">
            <a:extLst>
              <a:ext uri="{FF2B5EF4-FFF2-40B4-BE49-F238E27FC236}">
                <a16:creationId xmlns:a16="http://schemas.microsoft.com/office/drawing/2014/main" id="{0BEA9701-0453-7E79-575C-C45037CDEAAB}"/>
              </a:ext>
            </a:extLst>
          </p:cNvPr>
          <p:cNvSpPr txBox="1"/>
          <p:nvPr/>
        </p:nvSpPr>
        <p:spPr>
          <a:xfrm>
            <a:off x="7453330" y="24601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89" name="TextBox 22">
            <a:extLst>
              <a:ext uri="{FF2B5EF4-FFF2-40B4-BE49-F238E27FC236}">
                <a16:creationId xmlns:a16="http://schemas.microsoft.com/office/drawing/2014/main" id="{A3998A7E-8CDD-FD1A-B6AB-4A827756C1E1}"/>
              </a:ext>
            </a:extLst>
          </p:cNvPr>
          <p:cNvSpPr txBox="1"/>
          <p:nvPr/>
        </p:nvSpPr>
        <p:spPr>
          <a:xfrm>
            <a:off x="7380375" y="3584643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  <p:sp>
        <p:nvSpPr>
          <p:cNvPr id="91" name="Rounded Rectangle 23">
            <a:extLst>
              <a:ext uri="{FF2B5EF4-FFF2-40B4-BE49-F238E27FC236}">
                <a16:creationId xmlns:a16="http://schemas.microsoft.com/office/drawing/2014/main" id="{BBD19251-5C32-699B-BDA8-E14E20BB987D}"/>
              </a:ext>
            </a:extLst>
          </p:cNvPr>
          <p:cNvSpPr/>
          <p:nvPr/>
        </p:nvSpPr>
        <p:spPr>
          <a:xfrm>
            <a:off x="9547305" y="2231525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24">
            <a:extLst>
              <a:ext uri="{FF2B5EF4-FFF2-40B4-BE49-F238E27FC236}">
                <a16:creationId xmlns:a16="http://schemas.microsoft.com/office/drawing/2014/main" id="{E2118A2B-625D-4453-B0E6-C2A37BD3E06B}"/>
              </a:ext>
            </a:extLst>
          </p:cNvPr>
          <p:cNvSpPr/>
          <p:nvPr/>
        </p:nvSpPr>
        <p:spPr>
          <a:xfrm>
            <a:off x="9547305" y="2231525"/>
            <a:ext cx="2066543" cy="64008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25">
            <a:extLst>
              <a:ext uri="{FF2B5EF4-FFF2-40B4-BE49-F238E27FC236}">
                <a16:creationId xmlns:a16="http://schemas.microsoft.com/office/drawing/2014/main" id="{B56582C4-1436-8BE1-88AE-F60FEE07B0F4}"/>
              </a:ext>
            </a:extLst>
          </p:cNvPr>
          <p:cNvSpPr txBox="1"/>
          <p:nvPr/>
        </p:nvSpPr>
        <p:spPr>
          <a:xfrm>
            <a:off x="9657033" y="2460125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2D6CEF"/>
                </a:solidFill>
                <a:latin typeface="微软雅黑"/>
                <a:ea typeface="微软雅黑"/>
              </a:rPr>
              <a:t>{vItem.item5}</a:t>
            </a:r>
            <a:endParaRPr sz="2600" b="1" dirty="0">
              <a:solidFill>
                <a:srgbClr val="2D6CEF"/>
              </a:solidFill>
              <a:latin typeface="微软雅黑"/>
              <a:ea typeface="微软雅黑"/>
            </a:endParaRPr>
          </a:p>
        </p:txBody>
      </p:sp>
      <p:sp>
        <p:nvSpPr>
          <p:cNvPr id="97" name="TextBox 26">
            <a:extLst>
              <a:ext uri="{FF2B5EF4-FFF2-40B4-BE49-F238E27FC236}">
                <a16:creationId xmlns:a16="http://schemas.microsoft.com/office/drawing/2014/main" id="{11BEDDFE-64D7-8125-8165-963DD4833BF7}"/>
              </a:ext>
            </a:extLst>
          </p:cNvPr>
          <p:cNvSpPr txBox="1"/>
          <p:nvPr/>
        </p:nvSpPr>
        <p:spPr>
          <a:xfrm>
            <a:off x="9584078" y="3584643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{vItem.item5_Desc}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652154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E4B3-4867-F701-B912-014EFE45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854BBB9F-B5C0-B306-E649-2E7A4EDD8447}"/>
              </a:ext>
            </a:extLst>
          </p:cNvPr>
          <p:cNvSpPr/>
          <p:nvPr/>
        </p:nvSpPr>
        <p:spPr>
          <a:xfrm flipH="1">
            <a:off x="1425252" y="1700011"/>
            <a:ext cx="3764453" cy="3173545"/>
          </a:xfrm>
          <a:prstGeom prst="roundRect">
            <a:avLst/>
          </a:prstGeom>
          <a:gradFill flip="none" rotWithShape="1">
            <a:gsLst>
              <a:gs pos="24000">
                <a:schemeClr val="bg1"/>
              </a:gs>
              <a:gs pos="100000">
                <a:schemeClr val="bg1">
                  <a:alpha val="62000"/>
                </a:schemeClr>
              </a:gs>
            </a:gsLst>
            <a:lin ang="5400000" scaled="1"/>
            <a:tileRect/>
          </a:gradFill>
          <a:ln w="381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24000"/>
                  </a:schemeClr>
                </a:gs>
              </a:gsLst>
              <a:lin ang="16200000" scaled="1"/>
              <a:tileRect/>
            </a:gradFill>
          </a:ln>
          <a:effectLst>
            <a:outerShdw blurRad="533400" dist="50800" dir="5400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4F10073-F02F-2F1A-884B-9E925FF02511}"/>
              </a:ext>
            </a:extLst>
          </p:cNvPr>
          <p:cNvSpPr/>
          <p:nvPr/>
        </p:nvSpPr>
        <p:spPr>
          <a:xfrm flipH="1">
            <a:off x="6563802" y="1773001"/>
            <a:ext cx="3726000" cy="3074400"/>
          </a:xfrm>
          <a:prstGeom prst="roundRect">
            <a:avLst/>
          </a:prstGeom>
          <a:gradFill flip="none" rotWithShape="1">
            <a:gsLst>
              <a:gs pos="24000">
                <a:schemeClr val="bg1"/>
              </a:gs>
              <a:gs pos="100000">
                <a:schemeClr val="bg1">
                  <a:alpha val="62000"/>
                </a:schemeClr>
              </a:gs>
            </a:gsLst>
            <a:lin ang="5400000" scaled="1"/>
            <a:tileRect/>
          </a:gradFill>
          <a:ln w="381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24000"/>
                  </a:schemeClr>
                </a:gs>
              </a:gsLst>
              <a:lin ang="16200000" scaled="1"/>
              <a:tileRect/>
            </a:gradFill>
          </a:ln>
          <a:effectLst>
            <a:outerShdw blurRad="533400" dist="50800" dir="5400000" algn="ctr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97CC5BA-1352-8334-40C8-3E346682A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8CA1E2CC-5AAA-F984-6661-433E853E6EF0}"/>
              </a:ext>
            </a:extLst>
          </p:cNvPr>
          <p:cNvGrpSpPr/>
          <p:nvPr/>
        </p:nvGrpSpPr>
        <p:grpSpPr>
          <a:xfrm>
            <a:off x="1459138" y="1755113"/>
            <a:ext cx="3725696" cy="3074670"/>
            <a:chOff x="2256806" y="1823207"/>
            <a:chExt cx="3725696" cy="3074670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9AC615BE-6A3A-8DB4-5B53-E454B3C58D54}"/>
                </a:ext>
              </a:extLst>
            </p:cNvPr>
            <p:cNvSpPr txBox="1"/>
            <p:nvPr/>
          </p:nvSpPr>
          <p:spPr>
            <a:xfrm>
              <a:off x="2256806" y="1823207"/>
              <a:ext cx="3725686" cy="380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{col1Title}</a:t>
              </a:r>
              <a:endParaRPr kumimoji="0" lang="de-DE" sz="17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4CC485D-9DCD-3589-8296-BC5511B111CD}"/>
                </a:ext>
              </a:extLst>
            </p:cNvPr>
            <p:cNvSpPr txBox="1"/>
            <p:nvPr/>
          </p:nvSpPr>
          <p:spPr>
            <a:xfrm>
              <a:off x="2256816" y="2178351"/>
              <a:ext cx="3725686" cy="3216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lnSpcReduction="10000"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rPr>
                <a:t>{col1Sub}</a:t>
              </a:r>
              <a:endPara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srgbClr val="CFCFE6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6E91DB46-076D-D674-E5AC-29CA0E5FFA65}"/>
                </a:ext>
              </a:extLst>
            </p:cNvPr>
            <p:cNvSpPr txBox="1"/>
            <p:nvPr/>
          </p:nvSpPr>
          <p:spPr>
            <a:xfrm>
              <a:off x="2256817" y="2589219"/>
              <a:ext cx="3725685" cy="23086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285750" marR="0" lvl="0" indent="-28575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{col1.item1}</a:t>
              </a:r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{col1.item2}</a:t>
              </a:r>
              <a:endParaRPr lang="de-DE" sz="1600" dirty="0"/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{col1.item3}</a:t>
              </a:r>
              <a:endParaRPr lang="de-DE" sz="1600" dirty="0"/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{col1.item4}</a:t>
              </a:r>
              <a:endParaRPr lang="de-DE" sz="1600" dirty="0"/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{col1.item5}</a:t>
              </a:r>
              <a:endParaRPr lang="de-DE" sz="1600" dirty="0"/>
            </a:p>
            <a:p>
              <a:pPr marL="285750" marR="0" lvl="0" indent="-28575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 typeface="Wingdings" panose="05000000000000000000" pitchFamily="2" charset="2"/>
                <a:buChar char="q"/>
                <a:defRPr/>
              </a:pPr>
              <a:endParaRPr kumimoji="0" lang="de-DE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A88B6BC5-5C86-F130-536E-CBDC05C96767}"/>
              </a:ext>
            </a:extLst>
          </p:cNvPr>
          <p:cNvGrpSpPr/>
          <p:nvPr/>
        </p:nvGrpSpPr>
        <p:grpSpPr>
          <a:xfrm>
            <a:off x="6614797" y="1798886"/>
            <a:ext cx="3725696" cy="3074670"/>
            <a:chOff x="2256806" y="1823207"/>
            <a:chExt cx="3725696" cy="3074670"/>
          </a:xfrm>
        </p:grpSpPr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3BF6636D-1069-9F86-F987-B5F9B07F8610}"/>
                </a:ext>
              </a:extLst>
            </p:cNvPr>
            <p:cNvSpPr txBox="1"/>
            <p:nvPr/>
          </p:nvSpPr>
          <p:spPr>
            <a:xfrm>
              <a:off x="2256806" y="1823207"/>
              <a:ext cx="3725686" cy="380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{col2Title}</a:t>
              </a:r>
              <a:endParaRPr kumimoji="0" lang="de-DE" sz="17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50AD2556-3C34-DD93-42BD-63FE743C466B}"/>
                </a:ext>
              </a:extLst>
            </p:cNvPr>
            <p:cNvSpPr txBox="1"/>
            <p:nvPr/>
          </p:nvSpPr>
          <p:spPr>
            <a:xfrm>
              <a:off x="2256816" y="2178351"/>
              <a:ext cx="3725686" cy="3216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lnSpcReduction="10000"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rPr>
                <a:t>{col2Sub}</a:t>
              </a:r>
              <a:endPara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srgbClr val="CFCFE6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44EFCCF0-18CB-816F-B0A4-08096B6F0AE3}"/>
                </a:ext>
              </a:extLst>
            </p:cNvPr>
            <p:cNvSpPr txBox="1"/>
            <p:nvPr/>
          </p:nvSpPr>
          <p:spPr>
            <a:xfrm>
              <a:off x="2256817" y="2589219"/>
              <a:ext cx="3725685" cy="23086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285750" marR="0" lvl="0" indent="-28575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{col2.item1}</a:t>
              </a:r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{col2.item2}</a:t>
              </a:r>
              <a:endParaRPr lang="de-DE" sz="1600" dirty="0"/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{col2.item3}</a:t>
              </a:r>
              <a:endParaRPr lang="de-DE" sz="1600" dirty="0"/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{col2.item4}</a:t>
              </a:r>
              <a:endParaRPr lang="de-DE" sz="1600" dirty="0"/>
            </a:p>
            <a:p>
              <a:pPr marL="285750" indent="-285750" defTabSz="913765">
                <a:lnSpc>
                  <a:spcPct val="120000"/>
                </a:lnSpc>
                <a:buSzPct val="25000"/>
                <a:buFont typeface="Wingdings" panose="05000000000000000000" pitchFamily="2" charset="2"/>
                <a:buChar char="q"/>
                <a:defRPr/>
              </a:pPr>
              <a:r>
                <a:rPr lang="en-US" altLang="zh-CN" sz="1600" dirty="0"/>
                <a:t>{col2.item5}</a:t>
              </a:r>
              <a:endParaRPr lang="de-DE" sz="1600" dirty="0"/>
            </a:p>
            <a:p>
              <a:pPr marL="285750" marR="0" lvl="0" indent="-28575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 typeface="Wingdings" panose="05000000000000000000" pitchFamily="2" charset="2"/>
                <a:buChar char="q"/>
                <a:defRPr/>
              </a:pPr>
              <a:endParaRPr kumimoji="0" lang="de-DE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6254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93B5-6D11-A8F6-0769-68DAA1C1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10C13-EABE-DB1A-7322-DAE398A39A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C5D0146-C452-E1E8-33FB-E3FAA9307A93}"/>
              </a:ext>
            </a:extLst>
          </p:cNvPr>
          <p:cNvGrpSpPr/>
          <p:nvPr/>
        </p:nvGrpSpPr>
        <p:grpSpPr>
          <a:xfrm>
            <a:off x="189840" y="1700011"/>
            <a:ext cx="3764453" cy="3173545"/>
            <a:chOff x="1425252" y="1700011"/>
            <a:chExt cx="3764453" cy="3173545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685BFE20-521E-FC7F-3DE8-8776A52CBEA8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31B8ACD9-9DF4-A036-49C5-226BAF76EC3C}"/>
                </a:ext>
              </a:extLst>
            </p:cNvPr>
            <p:cNvGrpSpPr/>
            <p:nvPr/>
          </p:nvGrpSpPr>
          <p:grpSpPr>
            <a:xfrm>
              <a:off x="1459138" y="1755113"/>
              <a:ext cx="3725696" cy="3074670"/>
              <a:chOff x="2256806" y="1823207"/>
              <a:chExt cx="3725696" cy="30746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C1D31FDD-694A-034E-C416-AF68B00CB3B9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2717A3D1-0C86-FA0D-9ADE-8C1B3DA834FB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A0F8F370-16B5-D1ED-CC25-8D227322C150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D7740C4-A1D1-2654-FA67-146E7D1F8045}"/>
              </a:ext>
            </a:extLst>
          </p:cNvPr>
          <p:cNvGrpSpPr/>
          <p:nvPr/>
        </p:nvGrpSpPr>
        <p:grpSpPr>
          <a:xfrm>
            <a:off x="4212222" y="1773001"/>
            <a:ext cx="3776691" cy="3100555"/>
            <a:chOff x="6563802" y="1773001"/>
            <a:chExt cx="3776691" cy="31005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A0E0345-2A93-3C62-D6C4-03970FD97FCC}"/>
                </a:ext>
              </a:extLst>
            </p:cNvPr>
            <p:cNvSpPr/>
            <p:nvPr/>
          </p:nvSpPr>
          <p:spPr>
            <a:xfrm flipH="1">
              <a:off x="6563802" y="1773001"/>
              <a:ext cx="3726000" cy="3074400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12E39DDB-1986-8977-949F-C5AF99071802}"/>
                </a:ext>
              </a:extLst>
            </p:cNvPr>
            <p:cNvGrpSpPr/>
            <p:nvPr/>
          </p:nvGrpSpPr>
          <p:grpSpPr>
            <a:xfrm>
              <a:off x="6614797" y="1798886"/>
              <a:ext cx="3725696" cy="3074670"/>
              <a:chOff x="2256806" y="1823207"/>
              <a:chExt cx="3725696" cy="3074670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6550D179-1B7D-9A5F-24E9-F4D681C0EFBC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97A3882A-645A-C6B1-22DA-F0D9BA7C45BD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0F1F33B-5F19-4D52-12FD-3E43A146E836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154A02B-4211-B7D2-9D1B-840E1838791D}"/>
              </a:ext>
            </a:extLst>
          </p:cNvPr>
          <p:cNvGrpSpPr/>
          <p:nvPr/>
        </p:nvGrpSpPr>
        <p:grpSpPr>
          <a:xfrm>
            <a:off x="8246843" y="1755113"/>
            <a:ext cx="3764453" cy="3173545"/>
            <a:chOff x="1425252" y="1700011"/>
            <a:chExt cx="3764453" cy="317354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4D665C0-6C1A-92AE-5D65-4ED6707F5007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E4A4389-81B4-5F77-DA5D-21F9F3498BA3}"/>
                </a:ext>
              </a:extLst>
            </p:cNvPr>
            <p:cNvGrpSpPr/>
            <p:nvPr/>
          </p:nvGrpSpPr>
          <p:grpSpPr>
            <a:xfrm>
              <a:off x="1459138" y="1755113"/>
              <a:ext cx="3725696" cy="3074670"/>
              <a:chOff x="2256806" y="1823207"/>
              <a:chExt cx="3725696" cy="3074670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590E9E1-782F-8417-D428-3D63100DA6D2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5462DC4-AFFA-1783-5478-85096C52D90A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{col3Sub}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95ABA02-31DF-2996-29A0-D62F5505DCA4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7905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2CCB-31EB-D4D9-0FEC-2EF48D955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1F1D0-98AB-3DA1-EE6D-7B3BFAE93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BB61C85A-CE41-9828-466D-39824F96D91F}"/>
              </a:ext>
            </a:extLst>
          </p:cNvPr>
          <p:cNvGrpSpPr/>
          <p:nvPr/>
        </p:nvGrpSpPr>
        <p:grpSpPr>
          <a:xfrm>
            <a:off x="208063" y="1549234"/>
            <a:ext cx="2880000" cy="3074400"/>
            <a:chOff x="660400" y="1549234"/>
            <a:chExt cx="2134793" cy="2487158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01F86FAD-C66E-1B67-9380-3E2E439F705A}"/>
                </a:ext>
              </a:extLst>
            </p:cNvPr>
            <p:cNvSpPr/>
            <p:nvPr/>
          </p:nvSpPr>
          <p:spPr>
            <a:xfrm flipH="1">
              <a:off x="671366" y="1549234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1805995A-B7C9-A03F-3B11-65513CB9DFA2}"/>
                </a:ext>
              </a:extLst>
            </p:cNvPr>
            <p:cNvGrpSpPr/>
            <p:nvPr/>
          </p:nvGrpSpPr>
          <p:grpSpPr>
            <a:xfrm>
              <a:off x="660400" y="1604335"/>
              <a:ext cx="2129926" cy="2160270"/>
              <a:chOff x="660400" y="1604335"/>
              <a:chExt cx="2129926" cy="21602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21EC28DE-3913-E1F0-767C-6286BD29F3E0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D7576F1D-A14A-73C5-0489-24019BFF1862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FAD9A13-F6B7-95A5-852B-B6DA7900A490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AD4457B7-75BB-A44F-BF29-8963537A1756}"/>
              </a:ext>
            </a:extLst>
          </p:cNvPr>
          <p:cNvGrpSpPr/>
          <p:nvPr/>
        </p:nvGrpSpPr>
        <p:grpSpPr>
          <a:xfrm>
            <a:off x="9209608" y="1549232"/>
            <a:ext cx="2880000" cy="3074400"/>
            <a:chOff x="7215441" y="1549233"/>
            <a:chExt cx="2178306" cy="2487157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DCEC10A5-47FE-72F0-EE40-DF02A1A4AB10}"/>
                </a:ext>
              </a:extLst>
            </p:cNvPr>
            <p:cNvSpPr/>
            <p:nvPr/>
          </p:nvSpPr>
          <p:spPr>
            <a:xfrm flipH="1">
              <a:off x="7215441" y="1549233"/>
              <a:ext cx="2123827" cy="2487157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C69A464E-03F3-608B-2F4F-97D80F9BC082}"/>
                </a:ext>
              </a:extLst>
            </p:cNvPr>
            <p:cNvGrpSpPr/>
            <p:nvPr/>
          </p:nvGrpSpPr>
          <p:grpSpPr>
            <a:xfrm>
              <a:off x="7263821" y="1604335"/>
              <a:ext cx="2129926" cy="2160270"/>
              <a:chOff x="660400" y="1604335"/>
              <a:chExt cx="2129926" cy="2160270"/>
            </a:xfrm>
          </p:grpSpPr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9C2725A-BF61-7C6B-C8BF-756A3CCD35A7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{col4Title}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4E82F09-AE11-683B-D856-19FCBB38A3E5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DBEA"/>
                    </a:solidFill>
                    <a:effectLst/>
                    <a:uLnTx/>
                    <a:uFillTx/>
                  </a:rPr>
                  <a:t>{col4Sub}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E3DBEA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D52A67F7-CA34-77F2-D4C8-B86143463152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{col4.item1}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89E3A918-2D73-F00B-A6C7-7914E867D9D8}"/>
              </a:ext>
            </a:extLst>
          </p:cNvPr>
          <p:cNvGrpSpPr/>
          <p:nvPr/>
        </p:nvGrpSpPr>
        <p:grpSpPr>
          <a:xfrm>
            <a:off x="6209093" y="1549235"/>
            <a:ext cx="2880000" cy="3074400"/>
            <a:chOff x="5034083" y="1549235"/>
            <a:chExt cx="2152582" cy="2487158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77ECA8F8-48E8-1389-CBFF-E7C3D4C080C7}"/>
                </a:ext>
              </a:extLst>
            </p:cNvPr>
            <p:cNvSpPr/>
            <p:nvPr/>
          </p:nvSpPr>
          <p:spPr>
            <a:xfrm flipH="1">
              <a:off x="5034083" y="1549235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12A6A8E7-36B4-DF41-0E00-D9EFD3E16388}"/>
                </a:ext>
              </a:extLst>
            </p:cNvPr>
            <p:cNvGrpSpPr/>
            <p:nvPr/>
          </p:nvGrpSpPr>
          <p:grpSpPr>
            <a:xfrm>
              <a:off x="5056739" y="1604335"/>
              <a:ext cx="2129926" cy="2160270"/>
              <a:chOff x="660400" y="1604335"/>
              <a:chExt cx="2129926" cy="2160270"/>
            </a:xfrm>
          </p:grpSpPr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2EAAD1E8-09A8-6673-FC34-A53E9C43FF21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CFA3AA27-AAA5-91B8-5033-5A8D2C9750A1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CFE9"/>
                    </a:solidFill>
                    <a:effectLst/>
                    <a:uLnTx/>
                    <a:uFillTx/>
                  </a:rPr>
                  <a:t>{col3Sub}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D1CFE9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21C8979-4036-0B5B-5E6C-47FE7FC12187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930140D4-CD22-3359-9718-3B72EE567C16}"/>
              </a:ext>
            </a:extLst>
          </p:cNvPr>
          <p:cNvGrpSpPr/>
          <p:nvPr/>
        </p:nvGrpSpPr>
        <p:grpSpPr>
          <a:xfrm>
            <a:off x="3208578" y="1549234"/>
            <a:ext cx="2880000" cy="3074400"/>
            <a:chOff x="2835713" y="1549234"/>
            <a:chExt cx="2140838" cy="2487158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503E6811-57DF-F86D-60B8-F1987F64FA2B}"/>
                </a:ext>
              </a:extLst>
            </p:cNvPr>
            <p:cNvSpPr/>
            <p:nvPr/>
          </p:nvSpPr>
          <p:spPr>
            <a:xfrm flipH="1">
              <a:off x="2852724" y="1549234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4BE09CFE-F558-5C96-07CA-30135889C13D}"/>
                </a:ext>
              </a:extLst>
            </p:cNvPr>
            <p:cNvGrpSpPr/>
            <p:nvPr/>
          </p:nvGrpSpPr>
          <p:grpSpPr>
            <a:xfrm>
              <a:off x="2835713" y="1604335"/>
              <a:ext cx="2129926" cy="2160270"/>
              <a:chOff x="660400" y="1604335"/>
              <a:chExt cx="2129926" cy="2160270"/>
            </a:xfrm>
          </p:grpSpPr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DC317947-E3D1-1611-C6DB-625FB8D58899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E9B5882E-D5D1-449F-1E48-9794F762C578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D7E7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E0D7E7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080755D9-C791-D645-4BE1-36574293B1D4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70982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ADEDC-8646-E657-993D-2D917B9B6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7C35B-1E76-A779-0546-B06C0852A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83C6381-B463-A118-EBBF-13AE871E09FE}"/>
              </a:ext>
            </a:extLst>
          </p:cNvPr>
          <p:cNvGrpSpPr/>
          <p:nvPr/>
        </p:nvGrpSpPr>
        <p:grpSpPr>
          <a:xfrm>
            <a:off x="203199" y="1549234"/>
            <a:ext cx="2160000" cy="3074400"/>
            <a:chOff x="660400" y="1549234"/>
            <a:chExt cx="2134793" cy="2487158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5C893EED-F9C9-6A0D-0995-22630A766EBA}"/>
                </a:ext>
              </a:extLst>
            </p:cNvPr>
            <p:cNvSpPr/>
            <p:nvPr/>
          </p:nvSpPr>
          <p:spPr>
            <a:xfrm flipH="1">
              <a:off x="671366" y="1549234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3B283296-050E-8FE2-A71B-45F70411ABEE}"/>
                </a:ext>
              </a:extLst>
            </p:cNvPr>
            <p:cNvGrpSpPr/>
            <p:nvPr/>
          </p:nvGrpSpPr>
          <p:grpSpPr>
            <a:xfrm>
              <a:off x="660400" y="1604335"/>
              <a:ext cx="2129926" cy="2160270"/>
              <a:chOff x="660400" y="1604335"/>
              <a:chExt cx="2129926" cy="21602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233007D5-903F-CE92-3888-44F12C312960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713A559-99D2-2BF1-90F3-EC1E011CFFCB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1EB33055-DD42-64AA-BFB3-75FA86984449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{col1.item5}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7678598E-E932-9681-07ED-ADE1A52E6B72}"/>
              </a:ext>
            </a:extLst>
          </p:cNvPr>
          <p:cNvGrpSpPr/>
          <p:nvPr/>
        </p:nvGrpSpPr>
        <p:grpSpPr>
          <a:xfrm>
            <a:off x="7474964" y="1549232"/>
            <a:ext cx="2160000" cy="3074400"/>
            <a:chOff x="7215441" y="1549233"/>
            <a:chExt cx="2178306" cy="2487157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EC42160C-C0B7-38A0-118F-645EB1D06EDE}"/>
                </a:ext>
              </a:extLst>
            </p:cNvPr>
            <p:cNvSpPr/>
            <p:nvPr/>
          </p:nvSpPr>
          <p:spPr>
            <a:xfrm flipH="1">
              <a:off x="7215441" y="1549233"/>
              <a:ext cx="2123827" cy="2487157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5A4E42EF-405C-6244-86F0-4EDBC809025E}"/>
                </a:ext>
              </a:extLst>
            </p:cNvPr>
            <p:cNvGrpSpPr/>
            <p:nvPr/>
          </p:nvGrpSpPr>
          <p:grpSpPr>
            <a:xfrm>
              <a:off x="7263821" y="1604335"/>
              <a:ext cx="2129926" cy="2160270"/>
              <a:chOff x="660400" y="1604335"/>
              <a:chExt cx="2129926" cy="2160270"/>
            </a:xfrm>
          </p:grpSpPr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AC88F5C6-4D00-040C-89FE-A37FD99D0ECD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{col4Title}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F541B54-73C4-3740-E146-9F0AA2925ACB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DBEA"/>
                    </a:solidFill>
                    <a:effectLst/>
                    <a:uLnTx/>
                    <a:uFillTx/>
                  </a:rPr>
                  <a:t>{col4Sub}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E3DBEA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5AC7832-28B8-0F85-712E-467B0970FCA5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{col4.item1}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{col4.item5}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3B7E6821-220F-163A-34D1-633211F5EA21}"/>
              </a:ext>
            </a:extLst>
          </p:cNvPr>
          <p:cNvGrpSpPr/>
          <p:nvPr/>
        </p:nvGrpSpPr>
        <p:grpSpPr>
          <a:xfrm>
            <a:off x="5051042" y="1549235"/>
            <a:ext cx="2160000" cy="3074400"/>
            <a:chOff x="5034083" y="1549235"/>
            <a:chExt cx="2152582" cy="2487158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3C283193-5FF1-63AF-FBBE-AFFD82B87E5E}"/>
                </a:ext>
              </a:extLst>
            </p:cNvPr>
            <p:cNvSpPr/>
            <p:nvPr/>
          </p:nvSpPr>
          <p:spPr>
            <a:xfrm flipH="1">
              <a:off x="5034083" y="1549235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53C3F13B-E946-3924-907C-54E8EB6B043F}"/>
                </a:ext>
              </a:extLst>
            </p:cNvPr>
            <p:cNvGrpSpPr/>
            <p:nvPr/>
          </p:nvGrpSpPr>
          <p:grpSpPr>
            <a:xfrm>
              <a:off x="5056739" y="1604335"/>
              <a:ext cx="2129926" cy="2160270"/>
              <a:chOff x="660400" y="1604335"/>
              <a:chExt cx="2129926" cy="2160270"/>
            </a:xfrm>
          </p:grpSpPr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FC229151-6F2D-372E-1790-4C75DE02FC50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39CC69F9-9D66-DA9C-4621-D41200216698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CFE9"/>
                    </a:solidFill>
                    <a:effectLst/>
                    <a:uLnTx/>
                    <a:uFillTx/>
                  </a:rPr>
                  <a:t>{col3Sub}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D1CFE9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109B0A79-4977-8574-D280-CA9A609AC190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{col3.item5}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FF01449-F84C-1E81-DF8B-93BC061463C0}"/>
              </a:ext>
            </a:extLst>
          </p:cNvPr>
          <p:cNvGrpSpPr/>
          <p:nvPr/>
        </p:nvGrpSpPr>
        <p:grpSpPr>
          <a:xfrm>
            <a:off x="2627120" y="1549234"/>
            <a:ext cx="2160000" cy="3074400"/>
            <a:chOff x="2835713" y="1549234"/>
            <a:chExt cx="2140838" cy="2487158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82C1A9CE-7DCA-94A4-660A-4B17EC05C4FA}"/>
                </a:ext>
              </a:extLst>
            </p:cNvPr>
            <p:cNvSpPr/>
            <p:nvPr/>
          </p:nvSpPr>
          <p:spPr>
            <a:xfrm flipH="1">
              <a:off x="2852724" y="1549234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A8E5631C-B04E-CBFA-A638-A0D19EB7C3EF}"/>
                </a:ext>
              </a:extLst>
            </p:cNvPr>
            <p:cNvGrpSpPr/>
            <p:nvPr/>
          </p:nvGrpSpPr>
          <p:grpSpPr>
            <a:xfrm>
              <a:off x="2835713" y="1604335"/>
              <a:ext cx="2129926" cy="2160270"/>
              <a:chOff x="660400" y="1604335"/>
              <a:chExt cx="2129926" cy="2160270"/>
            </a:xfrm>
          </p:grpSpPr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FCBFC0C9-444B-0086-0B22-E136FA15B8BD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E647B5BE-0AD7-B02A-B9A1-4801EAF3B5F7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D7E7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E0D7E7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227D7576-EABE-28B6-D0B1-2BC2504FF353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{col2.item5}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E2CFF903-CF04-5EC3-DBFC-1349547B08B5}"/>
              </a:ext>
            </a:extLst>
          </p:cNvPr>
          <p:cNvGrpSpPr/>
          <p:nvPr/>
        </p:nvGrpSpPr>
        <p:grpSpPr>
          <a:xfrm>
            <a:off x="9898885" y="1549232"/>
            <a:ext cx="2160000" cy="3074400"/>
            <a:chOff x="5034083" y="1549235"/>
            <a:chExt cx="2152582" cy="2487158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4509E17-F09E-336D-C1C3-B99A314359F7}"/>
                </a:ext>
              </a:extLst>
            </p:cNvPr>
            <p:cNvSpPr/>
            <p:nvPr/>
          </p:nvSpPr>
          <p:spPr>
            <a:xfrm flipH="1">
              <a:off x="5034083" y="1549235"/>
              <a:ext cx="2123827" cy="2487158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966A47C-6536-9B90-671A-726725CA59B2}"/>
                </a:ext>
              </a:extLst>
            </p:cNvPr>
            <p:cNvGrpSpPr/>
            <p:nvPr/>
          </p:nvGrpSpPr>
          <p:grpSpPr>
            <a:xfrm>
              <a:off x="5056739" y="1604335"/>
              <a:ext cx="2129926" cy="2160270"/>
              <a:chOff x="660400" y="1604335"/>
              <a:chExt cx="2129926" cy="2160270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5F63C9F-63BA-7DE2-6923-C7DFFDE2E7BF}"/>
                  </a:ext>
                </a:extLst>
              </p:cNvPr>
              <p:cNvSpPr txBox="1"/>
              <p:nvPr/>
            </p:nvSpPr>
            <p:spPr>
              <a:xfrm>
                <a:off x="666493" y="1604335"/>
                <a:ext cx="2028070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{col5Title}</a:t>
                </a:r>
                <a:endParaRPr kumimoji="0" lang="de-DE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3EE976B-6038-F531-98EF-32CD930D6D0F}"/>
                  </a:ext>
                </a:extLst>
              </p:cNvPr>
              <p:cNvSpPr txBox="1"/>
              <p:nvPr/>
            </p:nvSpPr>
            <p:spPr>
              <a:xfrm>
                <a:off x="666499" y="1959479"/>
                <a:ext cx="2123827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CFE9"/>
                    </a:solidFill>
                    <a:effectLst/>
                    <a:uLnTx/>
                    <a:uFillTx/>
                  </a:rPr>
                  <a:t>{col5Sub}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solidFill>
                    <a:srgbClr val="D1CFE9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DFA083A-589B-6D15-5D48-6E11A9894938}"/>
                  </a:ext>
                </a:extLst>
              </p:cNvPr>
              <p:cNvSpPr txBox="1"/>
              <p:nvPr/>
            </p:nvSpPr>
            <p:spPr>
              <a:xfrm>
                <a:off x="660400" y="2370347"/>
                <a:ext cx="2123827" cy="1394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{col5.item1}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{col5.item2}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{col5.item3}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{col5.item4}</a:t>
                </a:r>
                <a:endParaRPr lang="de-DE" sz="14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400" dirty="0"/>
                  <a:t>{col5.item5}</a:t>
                </a:r>
                <a:endParaRPr lang="de-DE" sz="14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43599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771F-C7F3-7D63-A715-9598F4AE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2AFE2-564E-5EB6-C783-1BE010ACA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9C7D4C33-5226-694B-0FCB-5B2C73436005}"/>
              </a:ext>
            </a:extLst>
          </p:cNvPr>
          <p:cNvGrpSpPr/>
          <p:nvPr/>
        </p:nvGrpSpPr>
        <p:grpSpPr>
          <a:xfrm>
            <a:off x="1308199" y="3429000"/>
            <a:ext cx="4320000" cy="2520000"/>
            <a:chOff x="1425252" y="1700011"/>
            <a:chExt cx="3764453" cy="3173545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A187599E-8835-BB59-AB41-B59641C4E5B8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AEEF8D78-8A0C-A62F-BD45-6A2C44CA3A42}"/>
                </a:ext>
              </a:extLst>
            </p:cNvPr>
            <p:cNvGrpSpPr/>
            <p:nvPr/>
          </p:nvGrpSpPr>
          <p:grpSpPr>
            <a:xfrm>
              <a:off x="1464009" y="1742817"/>
              <a:ext cx="3725696" cy="3074670"/>
              <a:chOff x="2256806" y="1823207"/>
              <a:chExt cx="3725696" cy="30746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1CF3ECEE-67AA-83F0-3A37-D5B64DC7B355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EF9FDED6-4613-9CC6-2B35-2010F6C2F0D4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00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41AF4CF9-2828-9A7E-8EC5-F5B4C990668D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DB81ACB5-8DC4-9DBF-DCEB-56C1CDAF996E}"/>
              </a:ext>
            </a:extLst>
          </p:cNvPr>
          <p:cNvGrpSpPr/>
          <p:nvPr/>
        </p:nvGrpSpPr>
        <p:grpSpPr>
          <a:xfrm>
            <a:off x="6432478" y="3429000"/>
            <a:ext cx="4320000" cy="2520000"/>
            <a:chOff x="6563802" y="1773001"/>
            <a:chExt cx="3776691" cy="31005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8ACB0FA-D91C-4E14-ED5F-EEF248FBBC3C}"/>
                </a:ext>
              </a:extLst>
            </p:cNvPr>
            <p:cNvSpPr/>
            <p:nvPr/>
          </p:nvSpPr>
          <p:spPr>
            <a:xfrm flipH="1">
              <a:off x="6563802" y="1773001"/>
              <a:ext cx="3726000" cy="3074400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ECE50C4C-EA55-D192-F298-8BC6DF05C2D6}"/>
                </a:ext>
              </a:extLst>
            </p:cNvPr>
            <p:cNvGrpSpPr/>
            <p:nvPr/>
          </p:nvGrpSpPr>
          <p:grpSpPr>
            <a:xfrm>
              <a:off x="6614797" y="1798886"/>
              <a:ext cx="3725696" cy="3074670"/>
              <a:chOff x="2256806" y="1823207"/>
              <a:chExt cx="3725696" cy="3074670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5B32495F-4C8E-7020-9EE6-2A19012DC40F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548D7FDA-0799-2DA1-58FD-F08D928C09DD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75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6D6702D-D21C-2F93-0D7E-38B1BBCE40F7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7F2153F4-B9AE-21EE-238F-8CC828BEF91F}"/>
              </a:ext>
            </a:extLst>
          </p:cNvPr>
          <p:cNvGrpSpPr/>
          <p:nvPr/>
        </p:nvGrpSpPr>
        <p:grpSpPr>
          <a:xfrm>
            <a:off x="3002216" y="1111001"/>
            <a:ext cx="2520000" cy="2160000"/>
            <a:chOff x="3892297" y="1228234"/>
            <a:chExt cx="2066543" cy="1600200"/>
          </a:xfrm>
        </p:grpSpPr>
        <p:sp>
          <p:nvSpPr>
            <p:cNvPr id="91" name="Rounded Rectangle 7">
              <a:extLst>
                <a:ext uri="{FF2B5EF4-FFF2-40B4-BE49-F238E27FC236}">
                  <a16:creationId xmlns:a16="http://schemas.microsoft.com/office/drawing/2014/main" id="{ED590D32-8908-E37B-CC89-78FA6EA02878}"/>
                </a:ext>
              </a:extLst>
            </p:cNvPr>
            <p:cNvSpPr/>
            <p:nvPr/>
          </p:nvSpPr>
          <p:spPr>
            <a:xfrm>
              <a:off x="3892297" y="1228234"/>
              <a:ext cx="2066543" cy="1600200"/>
            </a:xfrm>
            <a:prstGeom prst="roundRect">
              <a:avLst>
                <a:gd name="adj" fmla="val 6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Rectangle 8">
              <a:extLst>
                <a:ext uri="{FF2B5EF4-FFF2-40B4-BE49-F238E27FC236}">
                  <a16:creationId xmlns:a16="http://schemas.microsoft.com/office/drawing/2014/main" id="{71870BAE-612B-94C2-5C10-BDCC3955A0FB}"/>
                </a:ext>
              </a:extLst>
            </p:cNvPr>
            <p:cNvSpPr/>
            <p:nvPr/>
          </p:nvSpPr>
          <p:spPr>
            <a:xfrm>
              <a:off x="3892297" y="1228234"/>
              <a:ext cx="2066543" cy="64008"/>
            </a:xfrm>
            <a:prstGeom prst="rect">
              <a:avLst/>
            </a:prstGeom>
            <a:solidFill>
              <a:srgbClr val="FE2C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TextBox 9">
              <a:extLst>
                <a:ext uri="{FF2B5EF4-FFF2-40B4-BE49-F238E27FC236}">
                  <a16:creationId xmlns:a16="http://schemas.microsoft.com/office/drawing/2014/main" id="{D3D3252B-B059-E1D3-0928-097B30CAC6D3}"/>
                </a:ext>
              </a:extLst>
            </p:cNvPr>
            <p:cNvSpPr txBox="1"/>
            <p:nvPr/>
          </p:nvSpPr>
          <p:spPr>
            <a:xfrm>
              <a:off x="3953902" y="1569408"/>
              <a:ext cx="1883570" cy="2964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2600" b="1" dirty="0">
                  <a:solidFill>
                    <a:srgbClr val="FE2C55"/>
                  </a:solidFill>
                  <a:latin typeface="微软雅黑"/>
                  <a:ea typeface="微软雅黑"/>
                </a:rPr>
                <a:t>{vItem.item1}</a:t>
              </a:r>
              <a:endParaRPr sz="2600" b="1" dirty="0">
                <a:solidFill>
                  <a:srgbClr val="FE2C55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7" name="TextBox 10">
              <a:extLst>
                <a:ext uri="{FF2B5EF4-FFF2-40B4-BE49-F238E27FC236}">
                  <a16:creationId xmlns:a16="http://schemas.microsoft.com/office/drawing/2014/main" id="{19AF69A3-E6E2-9ED9-474B-7220F43F9A21}"/>
                </a:ext>
              </a:extLst>
            </p:cNvPr>
            <p:cNvSpPr txBox="1"/>
            <p:nvPr/>
          </p:nvSpPr>
          <p:spPr>
            <a:xfrm>
              <a:off x="3953902" y="2310900"/>
              <a:ext cx="1847087" cy="18447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{vItem.item1_Desc}</a:t>
              </a:r>
              <a:endParaRPr lang="en-US" sz="1100" dirty="0"/>
            </a:p>
          </p:txBody>
        </p: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A8F8A669-8B6B-F3DB-34D7-6FBF9C2B7F3D}"/>
              </a:ext>
            </a:extLst>
          </p:cNvPr>
          <p:cNvGrpSpPr/>
          <p:nvPr/>
        </p:nvGrpSpPr>
        <p:grpSpPr>
          <a:xfrm>
            <a:off x="6432476" y="1108185"/>
            <a:ext cx="2520003" cy="2160000"/>
            <a:chOff x="6095998" y="1228234"/>
            <a:chExt cx="2066545" cy="1600200"/>
          </a:xfrm>
        </p:grpSpPr>
        <p:sp>
          <p:nvSpPr>
            <p:cNvPr id="99" name="Rounded Rectangle 11">
              <a:extLst>
                <a:ext uri="{FF2B5EF4-FFF2-40B4-BE49-F238E27FC236}">
                  <a16:creationId xmlns:a16="http://schemas.microsoft.com/office/drawing/2014/main" id="{2A50E936-F42D-A7E8-54B6-10C8ABD59F93}"/>
                </a:ext>
              </a:extLst>
            </p:cNvPr>
            <p:cNvSpPr/>
            <p:nvPr/>
          </p:nvSpPr>
          <p:spPr>
            <a:xfrm>
              <a:off x="6095999" y="1228234"/>
              <a:ext cx="2066543" cy="1600200"/>
            </a:xfrm>
            <a:prstGeom prst="roundRect">
              <a:avLst>
                <a:gd name="adj" fmla="val 6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Rectangle 12">
              <a:extLst>
                <a:ext uri="{FF2B5EF4-FFF2-40B4-BE49-F238E27FC236}">
                  <a16:creationId xmlns:a16="http://schemas.microsoft.com/office/drawing/2014/main" id="{A6DCE46B-E110-840B-4DDC-63E9AE88C733}"/>
                </a:ext>
              </a:extLst>
            </p:cNvPr>
            <p:cNvSpPr/>
            <p:nvPr/>
          </p:nvSpPr>
          <p:spPr>
            <a:xfrm>
              <a:off x="6096000" y="1228234"/>
              <a:ext cx="2066543" cy="64008"/>
            </a:xfrm>
            <a:prstGeom prst="rect">
              <a:avLst/>
            </a:prstGeom>
            <a:solidFill>
              <a:srgbClr val="0FB8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TextBox 13">
              <a:extLst>
                <a:ext uri="{FF2B5EF4-FFF2-40B4-BE49-F238E27FC236}">
                  <a16:creationId xmlns:a16="http://schemas.microsoft.com/office/drawing/2014/main" id="{82B217F6-BFA1-A581-B2A8-24530E83FCF7}"/>
                </a:ext>
              </a:extLst>
            </p:cNvPr>
            <p:cNvSpPr txBox="1"/>
            <p:nvPr/>
          </p:nvSpPr>
          <p:spPr>
            <a:xfrm>
              <a:off x="6150862" y="1571494"/>
              <a:ext cx="1956815" cy="2964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2600" b="1" dirty="0">
                  <a:solidFill>
                    <a:srgbClr val="0FB8C9"/>
                  </a:solidFill>
                  <a:latin typeface="微软雅黑"/>
                  <a:ea typeface="微软雅黑"/>
                </a:rPr>
                <a:t>{vItem.item2}</a:t>
              </a:r>
              <a:endParaRPr sz="2600" b="1" dirty="0">
                <a:solidFill>
                  <a:srgbClr val="0FB8C9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5" name="TextBox 14">
              <a:extLst>
                <a:ext uri="{FF2B5EF4-FFF2-40B4-BE49-F238E27FC236}">
                  <a16:creationId xmlns:a16="http://schemas.microsoft.com/office/drawing/2014/main" id="{149ECD95-F40A-6D77-B9FD-017AC12404B0}"/>
                </a:ext>
              </a:extLst>
            </p:cNvPr>
            <p:cNvSpPr txBox="1"/>
            <p:nvPr/>
          </p:nvSpPr>
          <p:spPr>
            <a:xfrm>
              <a:off x="6095998" y="2312986"/>
              <a:ext cx="1847087" cy="18447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{vItem.item2_Desc}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32973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77647-2821-908A-CB92-305F9C9E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81ECB-11AB-4266-4C7D-1BAFB31559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133E0EA5-E012-0017-EFDA-E6CC776A440E}"/>
              </a:ext>
            </a:extLst>
          </p:cNvPr>
          <p:cNvGrpSpPr/>
          <p:nvPr/>
        </p:nvGrpSpPr>
        <p:grpSpPr>
          <a:xfrm>
            <a:off x="1308199" y="3429000"/>
            <a:ext cx="4320000" cy="2520000"/>
            <a:chOff x="1425252" y="1700011"/>
            <a:chExt cx="3764453" cy="3173545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D78D9453-B468-8B96-95F2-D0C78DA050DE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94C88AEF-4E40-89EC-60FD-7424C3A7BEE5}"/>
                </a:ext>
              </a:extLst>
            </p:cNvPr>
            <p:cNvGrpSpPr/>
            <p:nvPr/>
          </p:nvGrpSpPr>
          <p:grpSpPr>
            <a:xfrm>
              <a:off x="1464009" y="1742817"/>
              <a:ext cx="3725696" cy="3074670"/>
              <a:chOff x="2256806" y="1823207"/>
              <a:chExt cx="3725696" cy="30746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07934EA7-8A30-AD6B-838A-9C20EFECCAD2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CB92320-C0B3-C08E-C6A6-96094746A18F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00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8742B828-96FC-B633-0FD0-7E147A5203B7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453F5023-4ECB-5EFC-9005-AB650AEAAF11}"/>
              </a:ext>
            </a:extLst>
          </p:cNvPr>
          <p:cNvGrpSpPr/>
          <p:nvPr/>
        </p:nvGrpSpPr>
        <p:grpSpPr>
          <a:xfrm>
            <a:off x="6432478" y="3429000"/>
            <a:ext cx="4320000" cy="2520000"/>
            <a:chOff x="6563802" y="1773001"/>
            <a:chExt cx="3776691" cy="31005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95A87890-37D0-19A7-15A2-8F8D24BF6B65}"/>
                </a:ext>
              </a:extLst>
            </p:cNvPr>
            <p:cNvSpPr/>
            <p:nvPr/>
          </p:nvSpPr>
          <p:spPr>
            <a:xfrm flipH="1">
              <a:off x="6563802" y="1773001"/>
              <a:ext cx="3726000" cy="3074400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808BCC37-FEE4-95D4-8C37-AD290D8FFB8B}"/>
                </a:ext>
              </a:extLst>
            </p:cNvPr>
            <p:cNvGrpSpPr/>
            <p:nvPr/>
          </p:nvGrpSpPr>
          <p:grpSpPr>
            <a:xfrm>
              <a:off x="6614797" y="1798886"/>
              <a:ext cx="3725696" cy="3074670"/>
              <a:chOff x="2256806" y="1823207"/>
              <a:chExt cx="3725696" cy="3074670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56DD9E17-3512-56EB-CAAF-65F42CA71021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EE0B18C-B366-41EE-9F5A-FA7A56BE09A9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75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921FF091-17F7-CD91-74D4-7AFF1A4C005E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7D836EB7-C8FA-E2D7-3567-E079E50C89AD}"/>
              </a:ext>
            </a:extLst>
          </p:cNvPr>
          <p:cNvSpPr/>
          <p:nvPr/>
        </p:nvSpPr>
        <p:spPr>
          <a:xfrm>
            <a:off x="2692607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8">
            <a:extLst>
              <a:ext uri="{FF2B5EF4-FFF2-40B4-BE49-F238E27FC236}">
                <a16:creationId xmlns:a16="http://schemas.microsoft.com/office/drawing/2014/main" id="{92ED824F-C9E3-9BC8-8C1F-85973EC34040}"/>
              </a:ext>
            </a:extLst>
          </p:cNvPr>
          <p:cNvSpPr/>
          <p:nvPr/>
        </p:nvSpPr>
        <p:spPr>
          <a:xfrm>
            <a:off x="2692607" y="1372581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">
            <a:extLst>
              <a:ext uri="{FF2B5EF4-FFF2-40B4-BE49-F238E27FC236}">
                <a16:creationId xmlns:a16="http://schemas.microsoft.com/office/drawing/2014/main" id="{1B8255E5-3CD7-DFB8-9695-24D00FFC45D2}"/>
              </a:ext>
            </a:extLst>
          </p:cNvPr>
          <p:cNvSpPr txBox="1"/>
          <p:nvPr/>
        </p:nvSpPr>
        <p:spPr>
          <a:xfrm>
            <a:off x="2802335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97" name="TextBox 10">
            <a:extLst>
              <a:ext uri="{FF2B5EF4-FFF2-40B4-BE49-F238E27FC236}">
                <a16:creationId xmlns:a16="http://schemas.microsoft.com/office/drawing/2014/main" id="{723A51AB-222F-32E7-5FCD-8493DAF6CD72}"/>
              </a:ext>
            </a:extLst>
          </p:cNvPr>
          <p:cNvSpPr txBox="1"/>
          <p:nvPr/>
        </p:nvSpPr>
        <p:spPr>
          <a:xfrm>
            <a:off x="2729380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99" name="Rounded Rectangle 11">
            <a:extLst>
              <a:ext uri="{FF2B5EF4-FFF2-40B4-BE49-F238E27FC236}">
                <a16:creationId xmlns:a16="http://schemas.microsoft.com/office/drawing/2014/main" id="{2B46A072-36BA-1858-0473-1A452336C97E}"/>
              </a:ext>
            </a:extLst>
          </p:cNvPr>
          <p:cNvSpPr/>
          <p:nvPr/>
        </p:nvSpPr>
        <p:spPr>
          <a:xfrm>
            <a:off x="4896310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2">
            <a:extLst>
              <a:ext uri="{FF2B5EF4-FFF2-40B4-BE49-F238E27FC236}">
                <a16:creationId xmlns:a16="http://schemas.microsoft.com/office/drawing/2014/main" id="{DDA5D352-F52E-0C73-0CD6-C7166DB08000}"/>
              </a:ext>
            </a:extLst>
          </p:cNvPr>
          <p:cNvSpPr/>
          <p:nvPr/>
        </p:nvSpPr>
        <p:spPr>
          <a:xfrm>
            <a:off x="4896310" y="1372581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3">
            <a:extLst>
              <a:ext uri="{FF2B5EF4-FFF2-40B4-BE49-F238E27FC236}">
                <a16:creationId xmlns:a16="http://schemas.microsoft.com/office/drawing/2014/main" id="{E4B1C585-7E2B-7A72-78F9-81A234F145FC}"/>
              </a:ext>
            </a:extLst>
          </p:cNvPr>
          <p:cNvSpPr txBox="1"/>
          <p:nvPr/>
        </p:nvSpPr>
        <p:spPr>
          <a:xfrm>
            <a:off x="5006038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105" name="TextBox 14">
            <a:extLst>
              <a:ext uri="{FF2B5EF4-FFF2-40B4-BE49-F238E27FC236}">
                <a16:creationId xmlns:a16="http://schemas.microsoft.com/office/drawing/2014/main" id="{6876C0E4-06D6-57CE-33DE-EFFA5B3419C3}"/>
              </a:ext>
            </a:extLst>
          </p:cNvPr>
          <p:cNvSpPr txBox="1"/>
          <p:nvPr/>
        </p:nvSpPr>
        <p:spPr>
          <a:xfrm>
            <a:off x="4933083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107" name="Rounded Rectangle 15">
            <a:extLst>
              <a:ext uri="{FF2B5EF4-FFF2-40B4-BE49-F238E27FC236}">
                <a16:creationId xmlns:a16="http://schemas.microsoft.com/office/drawing/2014/main" id="{1023A8FB-0E1D-F46B-EC0D-311872CAB9E4}"/>
              </a:ext>
            </a:extLst>
          </p:cNvPr>
          <p:cNvSpPr/>
          <p:nvPr/>
        </p:nvSpPr>
        <p:spPr>
          <a:xfrm>
            <a:off x="7100013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6">
            <a:extLst>
              <a:ext uri="{FF2B5EF4-FFF2-40B4-BE49-F238E27FC236}">
                <a16:creationId xmlns:a16="http://schemas.microsoft.com/office/drawing/2014/main" id="{62B81267-639F-170D-E751-8F4499B39142}"/>
              </a:ext>
            </a:extLst>
          </p:cNvPr>
          <p:cNvSpPr/>
          <p:nvPr/>
        </p:nvSpPr>
        <p:spPr>
          <a:xfrm>
            <a:off x="7100013" y="1372581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80B5A961-0572-AC5E-F7BE-3AA87255FEB7}"/>
              </a:ext>
            </a:extLst>
          </p:cNvPr>
          <p:cNvSpPr txBox="1"/>
          <p:nvPr/>
        </p:nvSpPr>
        <p:spPr>
          <a:xfrm>
            <a:off x="7209741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113" name="TextBox 18">
            <a:extLst>
              <a:ext uri="{FF2B5EF4-FFF2-40B4-BE49-F238E27FC236}">
                <a16:creationId xmlns:a16="http://schemas.microsoft.com/office/drawing/2014/main" id="{6F460ACF-692C-01A1-F062-E0D524C915BB}"/>
              </a:ext>
            </a:extLst>
          </p:cNvPr>
          <p:cNvSpPr txBox="1"/>
          <p:nvPr/>
        </p:nvSpPr>
        <p:spPr>
          <a:xfrm>
            <a:off x="7136786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519164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753E0-A27F-EC6A-9851-DF7B76BA8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9CD13E-8877-894D-4C61-9278A6523A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9BD85B8B-DB88-70C4-0EFC-6199BB411C8B}"/>
              </a:ext>
            </a:extLst>
          </p:cNvPr>
          <p:cNvGrpSpPr/>
          <p:nvPr/>
        </p:nvGrpSpPr>
        <p:grpSpPr>
          <a:xfrm>
            <a:off x="1308199" y="3429000"/>
            <a:ext cx="4320000" cy="2520000"/>
            <a:chOff x="1425252" y="1700011"/>
            <a:chExt cx="3764453" cy="3173545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BDEF4954-ED8D-32E8-406F-5F3946673EF1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64EF05F7-A0D4-FC8C-101D-C9ECDAE0B4C9}"/>
                </a:ext>
              </a:extLst>
            </p:cNvPr>
            <p:cNvGrpSpPr/>
            <p:nvPr/>
          </p:nvGrpSpPr>
          <p:grpSpPr>
            <a:xfrm>
              <a:off x="1464009" y="1742817"/>
              <a:ext cx="3725696" cy="3074670"/>
              <a:chOff x="2256806" y="1823207"/>
              <a:chExt cx="3725696" cy="30746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0F76AD48-42D0-1F01-089C-4F20BF28E548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2B9DDA04-3709-155F-EFE4-FF4A97A9BE0D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00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17F40615-DF9C-221B-49D2-93758A1032B7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7E238566-0A12-02C2-40AE-36D979876801}"/>
              </a:ext>
            </a:extLst>
          </p:cNvPr>
          <p:cNvGrpSpPr/>
          <p:nvPr/>
        </p:nvGrpSpPr>
        <p:grpSpPr>
          <a:xfrm>
            <a:off x="6432478" y="3429000"/>
            <a:ext cx="4320000" cy="2520000"/>
            <a:chOff x="6563802" y="1773001"/>
            <a:chExt cx="3776691" cy="31005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963AFA5-8E42-7F90-F448-22FAFD9F2778}"/>
                </a:ext>
              </a:extLst>
            </p:cNvPr>
            <p:cNvSpPr/>
            <p:nvPr/>
          </p:nvSpPr>
          <p:spPr>
            <a:xfrm flipH="1">
              <a:off x="6563802" y="1773001"/>
              <a:ext cx="3726000" cy="3074400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74E7E8D2-0300-E347-9DBA-0FFCA26FEF52}"/>
                </a:ext>
              </a:extLst>
            </p:cNvPr>
            <p:cNvGrpSpPr/>
            <p:nvPr/>
          </p:nvGrpSpPr>
          <p:grpSpPr>
            <a:xfrm>
              <a:off x="6614797" y="1798886"/>
              <a:ext cx="3725696" cy="3074670"/>
              <a:chOff x="2256806" y="1823207"/>
              <a:chExt cx="3725696" cy="3074670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18480DA8-E45A-81FE-2FA5-78E89EC5A7E0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E65D4BC2-29A7-A4B8-60D3-2184F66C978A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75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6384424A-ED15-6769-36A7-CA3D16891EDC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56AEDFB0-37B6-21BE-8221-18AE686BC9FC}"/>
              </a:ext>
            </a:extLst>
          </p:cNvPr>
          <p:cNvSpPr/>
          <p:nvPr/>
        </p:nvSpPr>
        <p:spPr>
          <a:xfrm>
            <a:off x="1646893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8">
            <a:extLst>
              <a:ext uri="{FF2B5EF4-FFF2-40B4-BE49-F238E27FC236}">
                <a16:creationId xmlns:a16="http://schemas.microsoft.com/office/drawing/2014/main" id="{33732223-0604-9BDF-B4B7-C6157E9E5A81}"/>
              </a:ext>
            </a:extLst>
          </p:cNvPr>
          <p:cNvSpPr/>
          <p:nvPr/>
        </p:nvSpPr>
        <p:spPr>
          <a:xfrm>
            <a:off x="1646893" y="1266739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">
            <a:extLst>
              <a:ext uri="{FF2B5EF4-FFF2-40B4-BE49-F238E27FC236}">
                <a16:creationId xmlns:a16="http://schemas.microsoft.com/office/drawing/2014/main" id="{5504E43C-914A-0488-781A-236677D63D89}"/>
              </a:ext>
            </a:extLst>
          </p:cNvPr>
          <p:cNvSpPr txBox="1"/>
          <p:nvPr/>
        </p:nvSpPr>
        <p:spPr>
          <a:xfrm>
            <a:off x="1756621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97" name="TextBox 10">
            <a:extLst>
              <a:ext uri="{FF2B5EF4-FFF2-40B4-BE49-F238E27FC236}">
                <a16:creationId xmlns:a16="http://schemas.microsoft.com/office/drawing/2014/main" id="{E57A0C7D-323A-32C5-D59F-80BB5DBBBEA6}"/>
              </a:ext>
            </a:extLst>
          </p:cNvPr>
          <p:cNvSpPr txBox="1"/>
          <p:nvPr/>
        </p:nvSpPr>
        <p:spPr>
          <a:xfrm>
            <a:off x="1683666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99" name="Rounded Rectangle 11">
            <a:extLst>
              <a:ext uri="{FF2B5EF4-FFF2-40B4-BE49-F238E27FC236}">
                <a16:creationId xmlns:a16="http://schemas.microsoft.com/office/drawing/2014/main" id="{FEA07DBF-8FF9-713E-E11E-CE6F73D41B30}"/>
              </a:ext>
            </a:extLst>
          </p:cNvPr>
          <p:cNvSpPr/>
          <p:nvPr/>
        </p:nvSpPr>
        <p:spPr>
          <a:xfrm>
            <a:off x="3850596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2">
            <a:extLst>
              <a:ext uri="{FF2B5EF4-FFF2-40B4-BE49-F238E27FC236}">
                <a16:creationId xmlns:a16="http://schemas.microsoft.com/office/drawing/2014/main" id="{901A8425-56F2-29AC-225A-90C0486F6138}"/>
              </a:ext>
            </a:extLst>
          </p:cNvPr>
          <p:cNvSpPr/>
          <p:nvPr/>
        </p:nvSpPr>
        <p:spPr>
          <a:xfrm>
            <a:off x="3850596" y="1266739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3">
            <a:extLst>
              <a:ext uri="{FF2B5EF4-FFF2-40B4-BE49-F238E27FC236}">
                <a16:creationId xmlns:a16="http://schemas.microsoft.com/office/drawing/2014/main" id="{9BC7F92E-D66E-8622-5857-DF149DEC1B9A}"/>
              </a:ext>
            </a:extLst>
          </p:cNvPr>
          <p:cNvSpPr txBox="1"/>
          <p:nvPr/>
        </p:nvSpPr>
        <p:spPr>
          <a:xfrm>
            <a:off x="3960324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105" name="TextBox 14">
            <a:extLst>
              <a:ext uri="{FF2B5EF4-FFF2-40B4-BE49-F238E27FC236}">
                <a16:creationId xmlns:a16="http://schemas.microsoft.com/office/drawing/2014/main" id="{2CCC1D57-047C-A14E-EEB0-FABFECA9B931}"/>
              </a:ext>
            </a:extLst>
          </p:cNvPr>
          <p:cNvSpPr txBox="1"/>
          <p:nvPr/>
        </p:nvSpPr>
        <p:spPr>
          <a:xfrm>
            <a:off x="3887369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107" name="Rounded Rectangle 15">
            <a:extLst>
              <a:ext uri="{FF2B5EF4-FFF2-40B4-BE49-F238E27FC236}">
                <a16:creationId xmlns:a16="http://schemas.microsoft.com/office/drawing/2014/main" id="{DD85AC2D-8863-2181-1DA9-E3949042F386}"/>
              </a:ext>
            </a:extLst>
          </p:cNvPr>
          <p:cNvSpPr/>
          <p:nvPr/>
        </p:nvSpPr>
        <p:spPr>
          <a:xfrm>
            <a:off x="6054299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6">
            <a:extLst>
              <a:ext uri="{FF2B5EF4-FFF2-40B4-BE49-F238E27FC236}">
                <a16:creationId xmlns:a16="http://schemas.microsoft.com/office/drawing/2014/main" id="{00E72D46-92C3-4BB6-EF03-4C34CF5B8E42}"/>
              </a:ext>
            </a:extLst>
          </p:cNvPr>
          <p:cNvSpPr/>
          <p:nvPr/>
        </p:nvSpPr>
        <p:spPr>
          <a:xfrm>
            <a:off x="6054299" y="1266739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94189A14-6A36-164C-CBC7-FCA43E011A83}"/>
              </a:ext>
            </a:extLst>
          </p:cNvPr>
          <p:cNvSpPr txBox="1"/>
          <p:nvPr/>
        </p:nvSpPr>
        <p:spPr>
          <a:xfrm>
            <a:off x="6164027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113" name="TextBox 18">
            <a:extLst>
              <a:ext uri="{FF2B5EF4-FFF2-40B4-BE49-F238E27FC236}">
                <a16:creationId xmlns:a16="http://schemas.microsoft.com/office/drawing/2014/main" id="{C1C286FC-CAD7-B041-45A6-80756C3A9632}"/>
              </a:ext>
            </a:extLst>
          </p:cNvPr>
          <p:cNvSpPr txBox="1"/>
          <p:nvPr/>
        </p:nvSpPr>
        <p:spPr>
          <a:xfrm>
            <a:off x="6091072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115" name="Rounded Rectangle 19">
            <a:extLst>
              <a:ext uri="{FF2B5EF4-FFF2-40B4-BE49-F238E27FC236}">
                <a16:creationId xmlns:a16="http://schemas.microsoft.com/office/drawing/2014/main" id="{18465F60-7D5A-933C-B72A-A54A2DCE4C88}"/>
              </a:ext>
            </a:extLst>
          </p:cNvPr>
          <p:cNvSpPr/>
          <p:nvPr/>
        </p:nvSpPr>
        <p:spPr>
          <a:xfrm>
            <a:off x="8258002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20">
            <a:extLst>
              <a:ext uri="{FF2B5EF4-FFF2-40B4-BE49-F238E27FC236}">
                <a16:creationId xmlns:a16="http://schemas.microsoft.com/office/drawing/2014/main" id="{CD127C57-770F-97FB-7DC4-99D0206EC98F}"/>
              </a:ext>
            </a:extLst>
          </p:cNvPr>
          <p:cNvSpPr/>
          <p:nvPr/>
        </p:nvSpPr>
        <p:spPr>
          <a:xfrm>
            <a:off x="8258002" y="1266739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21">
            <a:extLst>
              <a:ext uri="{FF2B5EF4-FFF2-40B4-BE49-F238E27FC236}">
                <a16:creationId xmlns:a16="http://schemas.microsoft.com/office/drawing/2014/main" id="{550C2813-B38C-18BD-6093-EE98DAE579FE}"/>
              </a:ext>
            </a:extLst>
          </p:cNvPr>
          <p:cNvSpPr txBox="1"/>
          <p:nvPr/>
        </p:nvSpPr>
        <p:spPr>
          <a:xfrm>
            <a:off x="8367730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121" name="TextBox 22">
            <a:extLst>
              <a:ext uri="{FF2B5EF4-FFF2-40B4-BE49-F238E27FC236}">
                <a16:creationId xmlns:a16="http://schemas.microsoft.com/office/drawing/2014/main" id="{71C1C24C-93EF-9F3D-491B-F37FC7ADEEBE}"/>
              </a:ext>
            </a:extLst>
          </p:cNvPr>
          <p:cNvSpPr txBox="1"/>
          <p:nvPr/>
        </p:nvSpPr>
        <p:spPr>
          <a:xfrm>
            <a:off x="8294775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208155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EC73-6F0D-F865-935E-C6757AE68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A7012-48F8-3143-3BBE-7B29F33628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4554AE04-EB53-1232-4EFD-1328B8476AF9}"/>
              </a:ext>
            </a:extLst>
          </p:cNvPr>
          <p:cNvGrpSpPr/>
          <p:nvPr/>
        </p:nvGrpSpPr>
        <p:grpSpPr>
          <a:xfrm>
            <a:off x="1308199" y="3429000"/>
            <a:ext cx="4320000" cy="2520000"/>
            <a:chOff x="1425252" y="1700011"/>
            <a:chExt cx="3764453" cy="3173545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236AA9C1-44F3-0D51-06DA-98CCAEC4F416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14B4BCEF-8069-B6CC-E441-820B6EECD72B}"/>
                </a:ext>
              </a:extLst>
            </p:cNvPr>
            <p:cNvGrpSpPr/>
            <p:nvPr/>
          </p:nvGrpSpPr>
          <p:grpSpPr>
            <a:xfrm>
              <a:off x="1464009" y="1742817"/>
              <a:ext cx="3725696" cy="3074670"/>
              <a:chOff x="2256806" y="1823207"/>
              <a:chExt cx="3725696" cy="30746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B135CA25-EE32-82C9-9D5F-BC90B81AB924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ABD1600-EE4A-05C1-38DA-A90DF5292B1C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00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56DE8F5C-C58F-A485-F97B-448323B34B41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712200B3-72E1-197C-A7BF-25DC039FA7DD}"/>
              </a:ext>
            </a:extLst>
          </p:cNvPr>
          <p:cNvGrpSpPr/>
          <p:nvPr/>
        </p:nvGrpSpPr>
        <p:grpSpPr>
          <a:xfrm>
            <a:off x="6432478" y="3429000"/>
            <a:ext cx="4320000" cy="2520000"/>
            <a:chOff x="6563802" y="1773001"/>
            <a:chExt cx="3776691" cy="31005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98CAF3FC-D1F9-C495-752A-C87F0A8BF753}"/>
                </a:ext>
              </a:extLst>
            </p:cNvPr>
            <p:cNvSpPr/>
            <p:nvPr/>
          </p:nvSpPr>
          <p:spPr>
            <a:xfrm flipH="1">
              <a:off x="6563802" y="1773001"/>
              <a:ext cx="3726000" cy="3074400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658F48CE-E8B4-1AF1-D34C-37E0A29D058A}"/>
                </a:ext>
              </a:extLst>
            </p:cNvPr>
            <p:cNvGrpSpPr/>
            <p:nvPr/>
          </p:nvGrpSpPr>
          <p:grpSpPr>
            <a:xfrm>
              <a:off x="6614797" y="1798886"/>
              <a:ext cx="3725696" cy="3074670"/>
              <a:chOff x="2256806" y="1823207"/>
              <a:chExt cx="3725696" cy="3074670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008A1AA5-7959-BF2B-C215-9FD592F903E5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CA258629-1CDC-7D41-418F-DB0E9BF3603A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75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DDC362DC-B5EB-2C09-934E-7EECD9EB00CE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4725D922-1211-6C7B-726D-4977E87DE8AA}"/>
              </a:ext>
            </a:extLst>
          </p:cNvPr>
          <p:cNvSpPr/>
          <p:nvPr/>
        </p:nvSpPr>
        <p:spPr>
          <a:xfrm>
            <a:off x="576851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8">
            <a:extLst>
              <a:ext uri="{FF2B5EF4-FFF2-40B4-BE49-F238E27FC236}">
                <a16:creationId xmlns:a16="http://schemas.microsoft.com/office/drawing/2014/main" id="{BB8038B6-2D93-0828-6485-92FB161B020F}"/>
              </a:ext>
            </a:extLst>
          </p:cNvPr>
          <p:cNvSpPr/>
          <p:nvPr/>
        </p:nvSpPr>
        <p:spPr>
          <a:xfrm>
            <a:off x="576851" y="1372581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">
            <a:extLst>
              <a:ext uri="{FF2B5EF4-FFF2-40B4-BE49-F238E27FC236}">
                <a16:creationId xmlns:a16="http://schemas.microsoft.com/office/drawing/2014/main" id="{1FA62651-F388-5FF1-74F4-15B87505D5B2}"/>
              </a:ext>
            </a:extLst>
          </p:cNvPr>
          <p:cNvSpPr txBox="1"/>
          <p:nvPr/>
        </p:nvSpPr>
        <p:spPr>
          <a:xfrm>
            <a:off x="686579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97" name="TextBox 10">
            <a:extLst>
              <a:ext uri="{FF2B5EF4-FFF2-40B4-BE49-F238E27FC236}">
                <a16:creationId xmlns:a16="http://schemas.microsoft.com/office/drawing/2014/main" id="{81CB51CB-F82F-3EE6-500B-C3A4165255D4}"/>
              </a:ext>
            </a:extLst>
          </p:cNvPr>
          <p:cNvSpPr txBox="1"/>
          <p:nvPr/>
        </p:nvSpPr>
        <p:spPr>
          <a:xfrm>
            <a:off x="613624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99" name="Rounded Rectangle 11">
            <a:extLst>
              <a:ext uri="{FF2B5EF4-FFF2-40B4-BE49-F238E27FC236}">
                <a16:creationId xmlns:a16="http://schemas.microsoft.com/office/drawing/2014/main" id="{5208F3DE-5455-7AFF-3A9E-5037202F1D02}"/>
              </a:ext>
            </a:extLst>
          </p:cNvPr>
          <p:cNvSpPr/>
          <p:nvPr/>
        </p:nvSpPr>
        <p:spPr>
          <a:xfrm>
            <a:off x="2780554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2">
            <a:extLst>
              <a:ext uri="{FF2B5EF4-FFF2-40B4-BE49-F238E27FC236}">
                <a16:creationId xmlns:a16="http://schemas.microsoft.com/office/drawing/2014/main" id="{3945365E-8FCA-CE1C-6715-D138696D93D7}"/>
              </a:ext>
            </a:extLst>
          </p:cNvPr>
          <p:cNvSpPr/>
          <p:nvPr/>
        </p:nvSpPr>
        <p:spPr>
          <a:xfrm>
            <a:off x="2780554" y="1372581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3">
            <a:extLst>
              <a:ext uri="{FF2B5EF4-FFF2-40B4-BE49-F238E27FC236}">
                <a16:creationId xmlns:a16="http://schemas.microsoft.com/office/drawing/2014/main" id="{474182F6-67AF-B0A4-1482-12763BD0BCDB}"/>
              </a:ext>
            </a:extLst>
          </p:cNvPr>
          <p:cNvSpPr txBox="1"/>
          <p:nvPr/>
        </p:nvSpPr>
        <p:spPr>
          <a:xfrm>
            <a:off x="2890282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105" name="TextBox 14">
            <a:extLst>
              <a:ext uri="{FF2B5EF4-FFF2-40B4-BE49-F238E27FC236}">
                <a16:creationId xmlns:a16="http://schemas.microsoft.com/office/drawing/2014/main" id="{A0239FDA-63E8-C711-61E3-450A07DA881E}"/>
              </a:ext>
            </a:extLst>
          </p:cNvPr>
          <p:cNvSpPr txBox="1"/>
          <p:nvPr/>
        </p:nvSpPr>
        <p:spPr>
          <a:xfrm>
            <a:off x="2817327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107" name="Rounded Rectangle 15">
            <a:extLst>
              <a:ext uri="{FF2B5EF4-FFF2-40B4-BE49-F238E27FC236}">
                <a16:creationId xmlns:a16="http://schemas.microsoft.com/office/drawing/2014/main" id="{4CD60D74-456E-3CF7-E58D-A66C9B5376D7}"/>
              </a:ext>
            </a:extLst>
          </p:cNvPr>
          <p:cNvSpPr/>
          <p:nvPr/>
        </p:nvSpPr>
        <p:spPr>
          <a:xfrm>
            <a:off x="4984257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6">
            <a:extLst>
              <a:ext uri="{FF2B5EF4-FFF2-40B4-BE49-F238E27FC236}">
                <a16:creationId xmlns:a16="http://schemas.microsoft.com/office/drawing/2014/main" id="{A5F3D766-97A7-2A15-B46D-94733EA2D104}"/>
              </a:ext>
            </a:extLst>
          </p:cNvPr>
          <p:cNvSpPr/>
          <p:nvPr/>
        </p:nvSpPr>
        <p:spPr>
          <a:xfrm>
            <a:off x="4984257" y="1372581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E1E2A3C6-3114-60D2-F32F-6173BE025E6A}"/>
              </a:ext>
            </a:extLst>
          </p:cNvPr>
          <p:cNvSpPr txBox="1"/>
          <p:nvPr/>
        </p:nvSpPr>
        <p:spPr>
          <a:xfrm>
            <a:off x="5093985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113" name="TextBox 18">
            <a:extLst>
              <a:ext uri="{FF2B5EF4-FFF2-40B4-BE49-F238E27FC236}">
                <a16:creationId xmlns:a16="http://schemas.microsoft.com/office/drawing/2014/main" id="{6A20892B-DF44-A042-905D-108713A522CA}"/>
              </a:ext>
            </a:extLst>
          </p:cNvPr>
          <p:cNvSpPr txBox="1"/>
          <p:nvPr/>
        </p:nvSpPr>
        <p:spPr>
          <a:xfrm>
            <a:off x="5021030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115" name="Rounded Rectangle 19">
            <a:extLst>
              <a:ext uri="{FF2B5EF4-FFF2-40B4-BE49-F238E27FC236}">
                <a16:creationId xmlns:a16="http://schemas.microsoft.com/office/drawing/2014/main" id="{1FA20946-3CCF-F27B-7B37-9B685165D014}"/>
              </a:ext>
            </a:extLst>
          </p:cNvPr>
          <p:cNvSpPr/>
          <p:nvPr/>
        </p:nvSpPr>
        <p:spPr>
          <a:xfrm>
            <a:off x="7187960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20">
            <a:extLst>
              <a:ext uri="{FF2B5EF4-FFF2-40B4-BE49-F238E27FC236}">
                <a16:creationId xmlns:a16="http://schemas.microsoft.com/office/drawing/2014/main" id="{A9325EDB-6FB4-D5DC-1E12-EFB056FECCD0}"/>
              </a:ext>
            </a:extLst>
          </p:cNvPr>
          <p:cNvSpPr/>
          <p:nvPr/>
        </p:nvSpPr>
        <p:spPr>
          <a:xfrm>
            <a:off x="7187960" y="1372581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21">
            <a:extLst>
              <a:ext uri="{FF2B5EF4-FFF2-40B4-BE49-F238E27FC236}">
                <a16:creationId xmlns:a16="http://schemas.microsoft.com/office/drawing/2014/main" id="{7670BD5B-4BDA-990F-0B04-090950AEDD51}"/>
              </a:ext>
            </a:extLst>
          </p:cNvPr>
          <p:cNvSpPr txBox="1"/>
          <p:nvPr/>
        </p:nvSpPr>
        <p:spPr>
          <a:xfrm>
            <a:off x="7297688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121" name="TextBox 22">
            <a:extLst>
              <a:ext uri="{FF2B5EF4-FFF2-40B4-BE49-F238E27FC236}">
                <a16:creationId xmlns:a16="http://schemas.microsoft.com/office/drawing/2014/main" id="{03B7A87F-9EDC-A8EE-7D37-6C94981D0558}"/>
              </a:ext>
            </a:extLst>
          </p:cNvPr>
          <p:cNvSpPr txBox="1"/>
          <p:nvPr/>
        </p:nvSpPr>
        <p:spPr>
          <a:xfrm>
            <a:off x="7224733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  <p:sp>
        <p:nvSpPr>
          <p:cNvPr id="123" name="Rounded Rectangle 23">
            <a:extLst>
              <a:ext uri="{FF2B5EF4-FFF2-40B4-BE49-F238E27FC236}">
                <a16:creationId xmlns:a16="http://schemas.microsoft.com/office/drawing/2014/main" id="{5DB08E16-7681-4E42-46C2-946DB345FF22}"/>
              </a:ext>
            </a:extLst>
          </p:cNvPr>
          <p:cNvSpPr/>
          <p:nvPr/>
        </p:nvSpPr>
        <p:spPr>
          <a:xfrm>
            <a:off x="9391663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24">
            <a:extLst>
              <a:ext uri="{FF2B5EF4-FFF2-40B4-BE49-F238E27FC236}">
                <a16:creationId xmlns:a16="http://schemas.microsoft.com/office/drawing/2014/main" id="{1B5699E5-3E73-40E9-02C8-DBF710BF5BED}"/>
              </a:ext>
            </a:extLst>
          </p:cNvPr>
          <p:cNvSpPr/>
          <p:nvPr/>
        </p:nvSpPr>
        <p:spPr>
          <a:xfrm>
            <a:off x="9391663" y="1372581"/>
            <a:ext cx="2066543" cy="64008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25">
            <a:extLst>
              <a:ext uri="{FF2B5EF4-FFF2-40B4-BE49-F238E27FC236}">
                <a16:creationId xmlns:a16="http://schemas.microsoft.com/office/drawing/2014/main" id="{557077BE-84A3-2149-F850-1DDF5AB27A83}"/>
              </a:ext>
            </a:extLst>
          </p:cNvPr>
          <p:cNvSpPr txBox="1"/>
          <p:nvPr/>
        </p:nvSpPr>
        <p:spPr>
          <a:xfrm>
            <a:off x="9501391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2D6CEF"/>
                </a:solidFill>
                <a:latin typeface="微软雅黑"/>
                <a:ea typeface="微软雅黑"/>
              </a:rPr>
              <a:t>{vItem.item5}</a:t>
            </a:r>
            <a:endParaRPr sz="2600" b="1" dirty="0">
              <a:solidFill>
                <a:srgbClr val="2D6CEF"/>
              </a:solidFill>
              <a:latin typeface="微软雅黑"/>
              <a:ea typeface="微软雅黑"/>
            </a:endParaRPr>
          </a:p>
        </p:txBody>
      </p:sp>
      <p:sp>
        <p:nvSpPr>
          <p:cNvPr id="129" name="TextBox 26">
            <a:extLst>
              <a:ext uri="{FF2B5EF4-FFF2-40B4-BE49-F238E27FC236}">
                <a16:creationId xmlns:a16="http://schemas.microsoft.com/office/drawing/2014/main" id="{E6214613-2C60-B6E1-D5BB-D87FE926EA1A}"/>
              </a:ext>
            </a:extLst>
          </p:cNvPr>
          <p:cNvSpPr txBox="1"/>
          <p:nvPr/>
        </p:nvSpPr>
        <p:spPr>
          <a:xfrm>
            <a:off x="9428436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{vItem.item5_Desc}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571229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54F5-A883-F16A-8AB6-5ADF51CA7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36EAE-83CB-1146-2549-E7457C1B8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EBCA993-9F86-A325-B45A-87AD8CC7B872}"/>
              </a:ext>
            </a:extLst>
          </p:cNvPr>
          <p:cNvGrpSpPr/>
          <p:nvPr/>
        </p:nvGrpSpPr>
        <p:grpSpPr>
          <a:xfrm>
            <a:off x="183618" y="3606665"/>
            <a:ext cx="3780000" cy="2520000"/>
            <a:chOff x="1425252" y="1700011"/>
            <a:chExt cx="3764453" cy="3173545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7475DD9F-44C6-E341-E2C2-B884C736F0DF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E5761A0E-6C2F-B964-B5FA-148A2E30A3C8}"/>
                </a:ext>
              </a:extLst>
            </p:cNvPr>
            <p:cNvGrpSpPr/>
            <p:nvPr/>
          </p:nvGrpSpPr>
          <p:grpSpPr>
            <a:xfrm>
              <a:off x="1459138" y="1755113"/>
              <a:ext cx="3725696" cy="3074670"/>
              <a:chOff x="2256806" y="1823207"/>
              <a:chExt cx="3725696" cy="307467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579370A-8B4A-61B3-73D1-2BE92D321507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D33EAD70-744E-0E47-C914-846119E05AD3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00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{col1Sub}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39420843-FD02-D726-2C3D-7F2F062C6A3E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{col1.item1}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{col1.item5}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D4F2506-C3FC-7572-932C-238FA05ACD9D}"/>
              </a:ext>
            </a:extLst>
          </p:cNvPr>
          <p:cNvGrpSpPr/>
          <p:nvPr/>
        </p:nvGrpSpPr>
        <p:grpSpPr>
          <a:xfrm>
            <a:off x="4212120" y="3606665"/>
            <a:ext cx="3780000" cy="2520000"/>
            <a:chOff x="6563802" y="1773001"/>
            <a:chExt cx="3776691" cy="31005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08E51F2-1E30-7EF2-B4D6-0B7218267F91}"/>
                </a:ext>
              </a:extLst>
            </p:cNvPr>
            <p:cNvSpPr/>
            <p:nvPr/>
          </p:nvSpPr>
          <p:spPr>
            <a:xfrm flipH="1">
              <a:off x="6563802" y="1773001"/>
              <a:ext cx="3726000" cy="3074400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3F00D83D-E50A-ED48-F49B-F150CF0BB69A}"/>
                </a:ext>
              </a:extLst>
            </p:cNvPr>
            <p:cNvGrpSpPr/>
            <p:nvPr/>
          </p:nvGrpSpPr>
          <p:grpSpPr>
            <a:xfrm>
              <a:off x="6614797" y="1798886"/>
              <a:ext cx="3725696" cy="3074670"/>
              <a:chOff x="2256806" y="1823207"/>
              <a:chExt cx="3725696" cy="3074670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9F1D17CF-DACE-C7F7-CEE0-0EDCFF49E4B4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7936BC6C-5B48-F20A-3448-44542738250A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75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{col2Sub}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F187E0E7-F593-A2C6-2151-14F9B6A46E69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{col2.item1}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{col2.item5}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70CB927-4204-0F0E-743E-B5691E8595C5}"/>
              </a:ext>
            </a:extLst>
          </p:cNvPr>
          <p:cNvGrpSpPr/>
          <p:nvPr/>
        </p:nvGrpSpPr>
        <p:grpSpPr>
          <a:xfrm>
            <a:off x="8240621" y="3606665"/>
            <a:ext cx="3780000" cy="2520000"/>
            <a:chOff x="1425252" y="1700011"/>
            <a:chExt cx="3764453" cy="317354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997F16A-3155-3989-6AAF-A5965ADC1E8A}"/>
                </a:ext>
              </a:extLst>
            </p:cNvPr>
            <p:cNvSpPr/>
            <p:nvPr/>
          </p:nvSpPr>
          <p:spPr>
            <a:xfrm flipH="1">
              <a:off x="1425252" y="1700011"/>
              <a:ext cx="3764453" cy="3173545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F15B0FA-BD37-5D0B-ACFD-6D2C92A539C4}"/>
                </a:ext>
              </a:extLst>
            </p:cNvPr>
            <p:cNvGrpSpPr/>
            <p:nvPr/>
          </p:nvGrpSpPr>
          <p:grpSpPr>
            <a:xfrm>
              <a:off x="1459138" y="1755113"/>
              <a:ext cx="3725696" cy="3074670"/>
              <a:chOff x="2256806" y="1823207"/>
              <a:chExt cx="3725696" cy="3074670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B33FFEE-8E43-5624-D2F4-399AC86F4DB0}"/>
                  </a:ext>
                </a:extLst>
              </p:cNvPr>
              <p:cNvSpPr txBox="1"/>
              <p:nvPr/>
            </p:nvSpPr>
            <p:spPr>
              <a:xfrm>
                <a:off x="2256806" y="1823207"/>
                <a:ext cx="3725686" cy="380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20000"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7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{col3Title}</a:t>
                </a:r>
                <a:endParaRPr kumimoji="0" lang="de-DE" sz="17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6204F32-556D-A57F-3245-30CC8AC3A018}"/>
                  </a:ext>
                </a:extLst>
              </p:cNvPr>
              <p:cNvSpPr txBox="1"/>
              <p:nvPr/>
            </p:nvSpPr>
            <p:spPr>
              <a:xfrm>
                <a:off x="2256816" y="2178351"/>
                <a:ext cx="3725686" cy="321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70000" lnSpcReduction="2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FE6"/>
                    </a:solidFill>
                    <a:effectLst/>
                    <a:uLnTx/>
                    <a:uFillTx/>
                  </a:rPr>
                  <a:t>{col3Sub}</a:t>
                </a:r>
                <a:endParaRPr kumimoji="0" lang="de-DE" sz="1400" i="0" u="none" strike="noStrike" kern="1200" cap="none" spc="0" normalizeH="0" baseline="0" noProof="0" dirty="0">
                  <a:ln>
                    <a:noFill/>
                  </a:ln>
                  <a:solidFill>
                    <a:srgbClr val="CFCFE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F7BF9E0-813D-0714-7C28-3A9513C4924C}"/>
                  </a:ext>
                </a:extLst>
              </p:cNvPr>
              <p:cNvSpPr txBox="1"/>
              <p:nvPr/>
            </p:nvSpPr>
            <p:spPr>
              <a:xfrm>
                <a:off x="2256817" y="2589219"/>
                <a:ext cx="3725685" cy="23086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{col3.item1}</a:t>
                </a:r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{col3.item2}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{col3.item3}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{col3.item4}</a:t>
                </a:r>
                <a:endParaRPr lang="de-DE" sz="1600" dirty="0"/>
              </a:p>
              <a:p>
                <a:pPr marL="285750" indent="-285750" defTabSz="913765">
                  <a:lnSpc>
                    <a:spcPct val="120000"/>
                  </a:lnSpc>
                  <a:buSzPct val="25000"/>
                  <a:buFont typeface="Wingdings" panose="05000000000000000000" pitchFamily="2" charset="2"/>
                  <a:buChar char="q"/>
                  <a:defRPr/>
                </a:pPr>
                <a:r>
                  <a:rPr lang="en-US" altLang="zh-CN" sz="1600" dirty="0"/>
                  <a:t>{col3.item5}</a:t>
                </a:r>
                <a:endParaRPr lang="de-DE" sz="1600" dirty="0"/>
              </a:p>
              <a:p>
                <a:pPr marL="285750" marR="0" lvl="0" indent="-28575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 typeface="Wingdings" panose="05000000000000000000" pitchFamily="2" charset="2"/>
                  <a:buChar char="q"/>
                  <a:defRPr/>
                </a:pPr>
                <a:endParaRPr kumimoji="0" lang="de-DE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C598345-5AE5-6EC3-29F9-F288D08DB43B}"/>
              </a:ext>
            </a:extLst>
          </p:cNvPr>
          <p:cNvSpPr/>
          <p:nvPr/>
        </p:nvSpPr>
        <p:spPr>
          <a:xfrm>
            <a:off x="576851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66C5F18B-7EC9-D7F1-B774-9E9FD6666A4A}"/>
              </a:ext>
            </a:extLst>
          </p:cNvPr>
          <p:cNvSpPr/>
          <p:nvPr/>
        </p:nvSpPr>
        <p:spPr>
          <a:xfrm>
            <a:off x="576851" y="1372581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8EE01B67-A9FD-59C1-7A64-47130CBE7BAA}"/>
              </a:ext>
            </a:extLst>
          </p:cNvPr>
          <p:cNvSpPr txBox="1"/>
          <p:nvPr/>
        </p:nvSpPr>
        <p:spPr>
          <a:xfrm>
            <a:off x="686579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30AF1595-0999-F1BA-BB88-608FCC9CA1E4}"/>
              </a:ext>
            </a:extLst>
          </p:cNvPr>
          <p:cNvSpPr txBox="1"/>
          <p:nvPr/>
        </p:nvSpPr>
        <p:spPr>
          <a:xfrm>
            <a:off x="613624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DC99DAAA-7D85-274D-B5AA-F11BA44C8E66}"/>
              </a:ext>
            </a:extLst>
          </p:cNvPr>
          <p:cNvSpPr/>
          <p:nvPr/>
        </p:nvSpPr>
        <p:spPr>
          <a:xfrm>
            <a:off x="2780554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9AF7B28A-62F1-BCAC-8D3C-F3D27BA96DB7}"/>
              </a:ext>
            </a:extLst>
          </p:cNvPr>
          <p:cNvSpPr/>
          <p:nvPr/>
        </p:nvSpPr>
        <p:spPr>
          <a:xfrm>
            <a:off x="2780554" y="1372581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E28F9642-9873-1C89-C19D-7CD8372D4453}"/>
              </a:ext>
            </a:extLst>
          </p:cNvPr>
          <p:cNvSpPr txBox="1"/>
          <p:nvPr/>
        </p:nvSpPr>
        <p:spPr>
          <a:xfrm>
            <a:off x="2890282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D2A28E6E-B0E5-942F-BBDD-C78538269A7A}"/>
              </a:ext>
            </a:extLst>
          </p:cNvPr>
          <p:cNvSpPr txBox="1"/>
          <p:nvPr/>
        </p:nvSpPr>
        <p:spPr>
          <a:xfrm>
            <a:off x="2817327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30" name="Rounded Rectangle 15">
            <a:extLst>
              <a:ext uri="{FF2B5EF4-FFF2-40B4-BE49-F238E27FC236}">
                <a16:creationId xmlns:a16="http://schemas.microsoft.com/office/drawing/2014/main" id="{5F11BCB8-ACCB-B23B-8E22-59F22E3FBD8E}"/>
              </a:ext>
            </a:extLst>
          </p:cNvPr>
          <p:cNvSpPr/>
          <p:nvPr/>
        </p:nvSpPr>
        <p:spPr>
          <a:xfrm>
            <a:off x="4984257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6">
            <a:extLst>
              <a:ext uri="{FF2B5EF4-FFF2-40B4-BE49-F238E27FC236}">
                <a16:creationId xmlns:a16="http://schemas.microsoft.com/office/drawing/2014/main" id="{CAA04F0A-41EA-4881-4081-8179A6F4DE2A}"/>
              </a:ext>
            </a:extLst>
          </p:cNvPr>
          <p:cNvSpPr/>
          <p:nvPr/>
        </p:nvSpPr>
        <p:spPr>
          <a:xfrm>
            <a:off x="4984257" y="1372581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9001527D-78DA-B5B6-7DEA-AF877FE39261}"/>
              </a:ext>
            </a:extLst>
          </p:cNvPr>
          <p:cNvSpPr txBox="1"/>
          <p:nvPr/>
        </p:nvSpPr>
        <p:spPr>
          <a:xfrm>
            <a:off x="5093985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315FB4A9-BBC8-AA29-5A14-C8A6DD4B2444}"/>
              </a:ext>
            </a:extLst>
          </p:cNvPr>
          <p:cNvSpPr txBox="1"/>
          <p:nvPr/>
        </p:nvSpPr>
        <p:spPr>
          <a:xfrm>
            <a:off x="5021030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38" name="Rounded Rectangle 19">
            <a:extLst>
              <a:ext uri="{FF2B5EF4-FFF2-40B4-BE49-F238E27FC236}">
                <a16:creationId xmlns:a16="http://schemas.microsoft.com/office/drawing/2014/main" id="{F4FF65D7-4661-1F80-5733-397E0AD86EB5}"/>
              </a:ext>
            </a:extLst>
          </p:cNvPr>
          <p:cNvSpPr/>
          <p:nvPr/>
        </p:nvSpPr>
        <p:spPr>
          <a:xfrm>
            <a:off x="7187960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A3B1CA02-CA21-1965-E357-D71A9498A254}"/>
              </a:ext>
            </a:extLst>
          </p:cNvPr>
          <p:cNvSpPr/>
          <p:nvPr/>
        </p:nvSpPr>
        <p:spPr>
          <a:xfrm>
            <a:off x="7187960" y="1372581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D1D012CC-54E3-BD86-7EBB-F18B18B5EEE0}"/>
              </a:ext>
            </a:extLst>
          </p:cNvPr>
          <p:cNvSpPr txBox="1"/>
          <p:nvPr/>
        </p:nvSpPr>
        <p:spPr>
          <a:xfrm>
            <a:off x="7297688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44" name="TextBox 22">
            <a:extLst>
              <a:ext uri="{FF2B5EF4-FFF2-40B4-BE49-F238E27FC236}">
                <a16:creationId xmlns:a16="http://schemas.microsoft.com/office/drawing/2014/main" id="{434414CB-546F-C5E0-E682-504C4112559C}"/>
              </a:ext>
            </a:extLst>
          </p:cNvPr>
          <p:cNvSpPr txBox="1"/>
          <p:nvPr/>
        </p:nvSpPr>
        <p:spPr>
          <a:xfrm>
            <a:off x="7224733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  <p:sp>
        <p:nvSpPr>
          <p:cNvPr id="46" name="Rounded Rectangle 23">
            <a:extLst>
              <a:ext uri="{FF2B5EF4-FFF2-40B4-BE49-F238E27FC236}">
                <a16:creationId xmlns:a16="http://schemas.microsoft.com/office/drawing/2014/main" id="{DC2DD1FD-95D5-D441-BE59-A6DCD5984D4D}"/>
              </a:ext>
            </a:extLst>
          </p:cNvPr>
          <p:cNvSpPr/>
          <p:nvPr/>
        </p:nvSpPr>
        <p:spPr>
          <a:xfrm>
            <a:off x="9391663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24">
            <a:extLst>
              <a:ext uri="{FF2B5EF4-FFF2-40B4-BE49-F238E27FC236}">
                <a16:creationId xmlns:a16="http://schemas.microsoft.com/office/drawing/2014/main" id="{B0DA2A9C-322A-825E-F0CB-BCB83EF97457}"/>
              </a:ext>
            </a:extLst>
          </p:cNvPr>
          <p:cNvSpPr/>
          <p:nvPr/>
        </p:nvSpPr>
        <p:spPr>
          <a:xfrm>
            <a:off x="9391663" y="1372581"/>
            <a:ext cx="2066543" cy="64008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FC9C1B96-B52B-C73F-AE18-35B67C25303A}"/>
              </a:ext>
            </a:extLst>
          </p:cNvPr>
          <p:cNvSpPr txBox="1"/>
          <p:nvPr/>
        </p:nvSpPr>
        <p:spPr>
          <a:xfrm>
            <a:off x="9501391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2D6CEF"/>
                </a:solidFill>
                <a:latin typeface="微软雅黑"/>
                <a:ea typeface="微软雅黑"/>
              </a:rPr>
              <a:t>{vItem.item5}</a:t>
            </a:r>
            <a:endParaRPr sz="2600" b="1" dirty="0">
              <a:solidFill>
                <a:srgbClr val="2D6CEF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26">
            <a:extLst>
              <a:ext uri="{FF2B5EF4-FFF2-40B4-BE49-F238E27FC236}">
                <a16:creationId xmlns:a16="http://schemas.microsoft.com/office/drawing/2014/main" id="{90239EF1-01FA-19DC-4469-9954A6294325}"/>
              </a:ext>
            </a:extLst>
          </p:cNvPr>
          <p:cNvSpPr txBox="1"/>
          <p:nvPr/>
        </p:nvSpPr>
        <p:spPr>
          <a:xfrm>
            <a:off x="9428436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{vItem.item5_Desc}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39081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3C2B-FB33-9962-FF98-8CBBE55A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E14DF-F7A3-6BA0-B58E-022B97597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F301C308-0605-2A7C-F93F-1D9350E606F0}"/>
              </a:ext>
            </a:extLst>
          </p:cNvPr>
          <p:cNvGrpSpPr/>
          <p:nvPr/>
        </p:nvGrpSpPr>
        <p:grpSpPr>
          <a:xfrm>
            <a:off x="3002216" y="1111001"/>
            <a:ext cx="2520000" cy="2160000"/>
            <a:chOff x="3892297" y="1228234"/>
            <a:chExt cx="2066543" cy="1600200"/>
          </a:xfrm>
        </p:grpSpPr>
        <p:sp>
          <p:nvSpPr>
            <p:cNvPr id="91" name="Rounded Rectangle 7">
              <a:extLst>
                <a:ext uri="{FF2B5EF4-FFF2-40B4-BE49-F238E27FC236}">
                  <a16:creationId xmlns:a16="http://schemas.microsoft.com/office/drawing/2014/main" id="{A11B4717-B441-2423-EC01-439C1A55D9AD}"/>
                </a:ext>
              </a:extLst>
            </p:cNvPr>
            <p:cNvSpPr/>
            <p:nvPr/>
          </p:nvSpPr>
          <p:spPr>
            <a:xfrm>
              <a:off x="3892297" y="1228234"/>
              <a:ext cx="2066543" cy="1600200"/>
            </a:xfrm>
            <a:prstGeom prst="roundRect">
              <a:avLst>
                <a:gd name="adj" fmla="val 6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Rectangle 8">
              <a:extLst>
                <a:ext uri="{FF2B5EF4-FFF2-40B4-BE49-F238E27FC236}">
                  <a16:creationId xmlns:a16="http://schemas.microsoft.com/office/drawing/2014/main" id="{84299607-20F0-6483-F658-516D0B71A445}"/>
                </a:ext>
              </a:extLst>
            </p:cNvPr>
            <p:cNvSpPr/>
            <p:nvPr/>
          </p:nvSpPr>
          <p:spPr>
            <a:xfrm>
              <a:off x="3892297" y="1228234"/>
              <a:ext cx="2066543" cy="64008"/>
            </a:xfrm>
            <a:prstGeom prst="rect">
              <a:avLst/>
            </a:prstGeom>
            <a:solidFill>
              <a:srgbClr val="FE2C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TextBox 9">
              <a:extLst>
                <a:ext uri="{FF2B5EF4-FFF2-40B4-BE49-F238E27FC236}">
                  <a16:creationId xmlns:a16="http://schemas.microsoft.com/office/drawing/2014/main" id="{9719FC04-846D-0AC1-C233-12584EF84F15}"/>
                </a:ext>
              </a:extLst>
            </p:cNvPr>
            <p:cNvSpPr txBox="1"/>
            <p:nvPr/>
          </p:nvSpPr>
          <p:spPr>
            <a:xfrm>
              <a:off x="3953902" y="1569408"/>
              <a:ext cx="1883570" cy="2964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2600" b="1" dirty="0">
                  <a:solidFill>
                    <a:srgbClr val="FE2C55"/>
                  </a:solidFill>
                  <a:latin typeface="微软雅黑"/>
                  <a:ea typeface="微软雅黑"/>
                </a:rPr>
                <a:t>{vItem.item1}</a:t>
              </a:r>
              <a:endParaRPr sz="2600" b="1" dirty="0">
                <a:solidFill>
                  <a:srgbClr val="FE2C55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7" name="TextBox 10">
              <a:extLst>
                <a:ext uri="{FF2B5EF4-FFF2-40B4-BE49-F238E27FC236}">
                  <a16:creationId xmlns:a16="http://schemas.microsoft.com/office/drawing/2014/main" id="{5098529D-BF83-A1A7-A841-125343EAB7BC}"/>
                </a:ext>
              </a:extLst>
            </p:cNvPr>
            <p:cNvSpPr txBox="1"/>
            <p:nvPr/>
          </p:nvSpPr>
          <p:spPr>
            <a:xfrm>
              <a:off x="3953902" y="2310900"/>
              <a:ext cx="1847087" cy="18447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{vItem.item1_Desc}</a:t>
              </a:r>
              <a:endParaRPr lang="en-US" sz="1100" dirty="0"/>
            </a:p>
          </p:txBody>
        </p: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53E32FB6-C29B-6B01-8408-2CFBA37F6EA6}"/>
              </a:ext>
            </a:extLst>
          </p:cNvPr>
          <p:cNvGrpSpPr/>
          <p:nvPr/>
        </p:nvGrpSpPr>
        <p:grpSpPr>
          <a:xfrm>
            <a:off x="6432476" y="1108185"/>
            <a:ext cx="2520003" cy="2160000"/>
            <a:chOff x="6095998" y="1228234"/>
            <a:chExt cx="2066545" cy="1600200"/>
          </a:xfrm>
        </p:grpSpPr>
        <p:sp>
          <p:nvSpPr>
            <p:cNvPr id="99" name="Rounded Rectangle 11">
              <a:extLst>
                <a:ext uri="{FF2B5EF4-FFF2-40B4-BE49-F238E27FC236}">
                  <a16:creationId xmlns:a16="http://schemas.microsoft.com/office/drawing/2014/main" id="{80C1CB3E-5F0C-AFD8-EB0D-B407A2897E57}"/>
                </a:ext>
              </a:extLst>
            </p:cNvPr>
            <p:cNvSpPr/>
            <p:nvPr/>
          </p:nvSpPr>
          <p:spPr>
            <a:xfrm>
              <a:off x="6095999" y="1228234"/>
              <a:ext cx="2066543" cy="1600200"/>
            </a:xfrm>
            <a:prstGeom prst="roundRect">
              <a:avLst>
                <a:gd name="adj" fmla="val 6000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Rectangle 12">
              <a:extLst>
                <a:ext uri="{FF2B5EF4-FFF2-40B4-BE49-F238E27FC236}">
                  <a16:creationId xmlns:a16="http://schemas.microsoft.com/office/drawing/2014/main" id="{75B2E123-0897-AD1F-1678-6871A023F30A}"/>
                </a:ext>
              </a:extLst>
            </p:cNvPr>
            <p:cNvSpPr/>
            <p:nvPr/>
          </p:nvSpPr>
          <p:spPr>
            <a:xfrm>
              <a:off x="6096000" y="1228234"/>
              <a:ext cx="2066543" cy="64008"/>
            </a:xfrm>
            <a:prstGeom prst="rect">
              <a:avLst/>
            </a:prstGeom>
            <a:solidFill>
              <a:srgbClr val="0FB8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TextBox 13">
              <a:extLst>
                <a:ext uri="{FF2B5EF4-FFF2-40B4-BE49-F238E27FC236}">
                  <a16:creationId xmlns:a16="http://schemas.microsoft.com/office/drawing/2014/main" id="{F4C1ED94-2F75-0DDE-2A4E-10DD2EBE837E}"/>
                </a:ext>
              </a:extLst>
            </p:cNvPr>
            <p:cNvSpPr txBox="1"/>
            <p:nvPr/>
          </p:nvSpPr>
          <p:spPr>
            <a:xfrm>
              <a:off x="6150862" y="1571494"/>
              <a:ext cx="1956815" cy="2964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2600" b="1" dirty="0">
                  <a:solidFill>
                    <a:srgbClr val="0FB8C9"/>
                  </a:solidFill>
                  <a:latin typeface="微软雅黑"/>
                  <a:ea typeface="微软雅黑"/>
                </a:rPr>
                <a:t>{vItem.item2}</a:t>
              </a:r>
              <a:endParaRPr sz="2600" b="1" dirty="0">
                <a:solidFill>
                  <a:srgbClr val="0FB8C9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5" name="TextBox 14">
              <a:extLst>
                <a:ext uri="{FF2B5EF4-FFF2-40B4-BE49-F238E27FC236}">
                  <a16:creationId xmlns:a16="http://schemas.microsoft.com/office/drawing/2014/main" id="{8E4E4268-D9B3-644D-2082-FBB0E1C6C360}"/>
                </a:ext>
              </a:extLst>
            </p:cNvPr>
            <p:cNvSpPr txBox="1"/>
            <p:nvPr/>
          </p:nvSpPr>
          <p:spPr>
            <a:xfrm>
              <a:off x="6095998" y="2312986"/>
              <a:ext cx="1847087" cy="18447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{vItem.item2_Desc}</a:t>
              </a:r>
              <a:endParaRPr lang="en-US" sz="1100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4929FEFC-002B-7ED2-3B8D-75BA1D88C9B0}"/>
              </a:ext>
            </a:extLst>
          </p:cNvPr>
          <p:cNvGrpSpPr/>
          <p:nvPr/>
        </p:nvGrpSpPr>
        <p:grpSpPr>
          <a:xfrm>
            <a:off x="660400" y="3666812"/>
            <a:ext cx="10872922" cy="758330"/>
            <a:chOff x="645979" y="1742511"/>
            <a:chExt cx="10872922" cy="65577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62AC5E9-0724-2A53-670F-69D1A8D0ADF0}"/>
                </a:ext>
              </a:extLst>
            </p:cNvPr>
            <p:cNvSpPr/>
            <p:nvPr/>
          </p:nvSpPr>
          <p:spPr>
            <a:xfrm>
              <a:off x="728030" y="1796059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DFB41AD9-0DFB-A4C8-AF93-5834993838E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5979" y="1742511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{vItem2.item1}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08FBCCC-2957-2BE8-B925-33AD344FEC3F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205433" y="1796058"/>
              <a:ext cx="8238351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{vItem2.item1_Desc}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47B4584-1911-7689-CA01-30FF3542E7FE}"/>
              </a:ext>
            </a:extLst>
          </p:cNvPr>
          <p:cNvGrpSpPr/>
          <p:nvPr/>
        </p:nvGrpSpPr>
        <p:grpSpPr>
          <a:xfrm>
            <a:off x="660400" y="4689171"/>
            <a:ext cx="10872922" cy="758330"/>
            <a:chOff x="645979" y="2489673"/>
            <a:chExt cx="10872922" cy="655778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C6B96AA2-0B55-6FFB-EC43-69009D5269D7}"/>
                </a:ext>
              </a:extLst>
            </p:cNvPr>
            <p:cNvSpPr/>
            <p:nvPr/>
          </p:nvSpPr>
          <p:spPr>
            <a:xfrm>
              <a:off x="728030" y="2543221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0"/>
              <a:tileRect/>
            </a:gradFill>
            <a:ln w="127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9DFB6AE-1451-AF14-541F-EF325A1CE62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45979" y="2489673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</a:rPr>
                <a:t>{</a:t>
              </a: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vItem2.item2</a:t>
              </a:r>
              <a:r>
                <a:rPr lang="en-US" altLang="zh-CN" sz="3000" b="1" dirty="0">
                  <a:solidFill>
                    <a:srgbClr val="FFFFFF"/>
                  </a:solidFill>
                </a:rPr>
                <a:t>}</a:t>
              </a:r>
              <a:endParaRPr lang="zh-CN" altLang="en-US" sz="3000" b="1" dirty="0">
                <a:solidFill>
                  <a:srgbClr val="FFFFFF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4DF611A-D233-423A-6CC1-77855C31EB30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165979" y="2543220"/>
              <a:ext cx="8338500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{vItem2.item2_Desc}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8111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1F31-5499-765F-BA0F-23881961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44092-8D81-AC7D-3E48-228400E31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FA72DE8D-BB6B-9DA8-EC9D-27CA3FC0750C}"/>
              </a:ext>
            </a:extLst>
          </p:cNvPr>
          <p:cNvSpPr/>
          <p:nvPr/>
        </p:nvSpPr>
        <p:spPr>
          <a:xfrm>
            <a:off x="2692607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8">
            <a:extLst>
              <a:ext uri="{FF2B5EF4-FFF2-40B4-BE49-F238E27FC236}">
                <a16:creationId xmlns:a16="http://schemas.microsoft.com/office/drawing/2014/main" id="{FA8AE1BC-CA0D-DFB3-EB93-CD271605D0CC}"/>
              </a:ext>
            </a:extLst>
          </p:cNvPr>
          <p:cNvSpPr/>
          <p:nvPr/>
        </p:nvSpPr>
        <p:spPr>
          <a:xfrm>
            <a:off x="2692607" y="1372581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">
            <a:extLst>
              <a:ext uri="{FF2B5EF4-FFF2-40B4-BE49-F238E27FC236}">
                <a16:creationId xmlns:a16="http://schemas.microsoft.com/office/drawing/2014/main" id="{833692C3-0753-DB6D-0D6C-C3151FEDED2F}"/>
              </a:ext>
            </a:extLst>
          </p:cNvPr>
          <p:cNvSpPr txBox="1"/>
          <p:nvPr/>
        </p:nvSpPr>
        <p:spPr>
          <a:xfrm>
            <a:off x="2802335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97" name="TextBox 10">
            <a:extLst>
              <a:ext uri="{FF2B5EF4-FFF2-40B4-BE49-F238E27FC236}">
                <a16:creationId xmlns:a16="http://schemas.microsoft.com/office/drawing/2014/main" id="{BF6DB15C-3EC3-ADF4-B129-1B07259C75EB}"/>
              </a:ext>
            </a:extLst>
          </p:cNvPr>
          <p:cNvSpPr txBox="1"/>
          <p:nvPr/>
        </p:nvSpPr>
        <p:spPr>
          <a:xfrm>
            <a:off x="2729380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99" name="Rounded Rectangle 11">
            <a:extLst>
              <a:ext uri="{FF2B5EF4-FFF2-40B4-BE49-F238E27FC236}">
                <a16:creationId xmlns:a16="http://schemas.microsoft.com/office/drawing/2014/main" id="{FE1D4284-E878-0B26-73C0-7C30E6253B2D}"/>
              </a:ext>
            </a:extLst>
          </p:cNvPr>
          <p:cNvSpPr/>
          <p:nvPr/>
        </p:nvSpPr>
        <p:spPr>
          <a:xfrm>
            <a:off x="4896310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2">
            <a:extLst>
              <a:ext uri="{FF2B5EF4-FFF2-40B4-BE49-F238E27FC236}">
                <a16:creationId xmlns:a16="http://schemas.microsoft.com/office/drawing/2014/main" id="{5DB10152-84D9-9361-1990-DFC0EFC05F0B}"/>
              </a:ext>
            </a:extLst>
          </p:cNvPr>
          <p:cNvSpPr/>
          <p:nvPr/>
        </p:nvSpPr>
        <p:spPr>
          <a:xfrm>
            <a:off x="4896310" y="1372581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3">
            <a:extLst>
              <a:ext uri="{FF2B5EF4-FFF2-40B4-BE49-F238E27FC236}">
                <a16:creationId xmlns:a16="http://schemas.microsoft.com/office/drawing/2014/main" id="{D175AB8D-7B20-2B22-A1DE-23C7435AD31E}"/>
              </a:ext>
            </a:extLst>
          </p:cNvPr>
          <p:cNvSpPr txBox="1"/>
          <p:nvPr/>
        </p:nvSpPr>
        <p:spPr>
          <a:xfrm>
            <a:off x="5006038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105" name="TextBox 14">
            <a:extLst>
              <a:ext uri="{FF2B5EF4-FFF2-40B4-BE49-F238E27FC236}">
                <a16:creationId xmlns:a16="http://schemas.microsoft.com/office/drawing/2014/main" id="{CB698772-17B2-2F55-6C28-49909AEF1508}"/>
              </a:ext>
            </a:extLst>
          </p:cNvPr>
          <p:cNvSpPr txBox="1"/>
          <p:nvPr/>
        </p:nvSpPr>
        <p:spPr>
          <a:xfrm>
            <a:off x="4933083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107" name="Rounded Rectangle 15">
            <a:extLst>
              <a:ext uri="{FF2B5EF4-FFF2-40B4-BE49-F238E27FC236}">
                <a16:creationId xmlns:a16="http://schemas.microsoft.com/office/drawing/2014/main" id="{54ABE536-DE6A-F31A-1FB7-BED11FD8E84C}"/>
              </a:ext>
            </a:extLst>
          </p:cNvPr>
          <p:cNvSpPr/>
          <p:nvPr/>
        </p:nvSpPr>
        <p:spPr>
          <a:xfrm>
            <a:off x="7100013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6">
            <a:extLst>
              <a:ext uri="{FF2B5EF4-FFF2-40B4-BE49-F238E27FC236}">
                <a16:creationId xmlns:a16="http://schemas.microsoft.com/office/drawing/2014/main" id="{3474CB4F-5CA5-5D82-75A7-D43973667409}"/>
              </a:ext>
            </a:extLst>
          </p:cNvPr>
          <p:cNvSpPr/>
          <p:nvPr/>
        </p:nvSpPr>
        <p:spPr>
          <a:xfrm>
            <a:off x="7100013" y="1372581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F0EF0B17-0BEC-706A-7812-1B5E03AA9104}"/>
              </a:ext>
            </a:extLst>
          </p:cNvPr>
          <p:cNvSpPr txBox="1"/>
          <p:nvPr/>
        </p:nvSpPr>
        <p:spPr>
          <a:xfrm>
            <a:off x="7209741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113" name="TextBox 18">
            <a:extLst>
              <a:ext uri="{FF2B5EF4-FFF2-40B4-BE49-F238E27FC236}">
                <a16:creationId xmlns:a16="http://schemas.microsoft.com/office/drawing/2014/main" id="{B128ADAE-1E1D-BF95-7AE6-B019F516C484}"/>
              </a:ext>
            </a:extLst>
          </p:cNvPr>
          <p:cNvSpPr txBox="1"/>
          <p:nvPr/>
        </p:nvSpPr>
        <p:spPr>
          <a:xfrm>
            <a:off x="7136786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244BD66-0686-BD38-F407-E2BA98A93FC5}"/>
              </a:ext>
            </a:extLst>
          </p:cNvPr>
          <p:cNvGrpSpPr/>
          <p:nvPr/>
        </p:nvGrpSpPr>
        <p:grpSpPr>
          <a:xfrm>
            <a:off x="660400" y="3666812"/>
            <a:ext cx="10872922" cy="758330"/>
            <a:chOff x="645979" y="1742511"/>
            <a:chExt cx="10872922" cy="65577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E8AA0FD-0260-076A-CDBF-856F33137A16}"/>
                </a:ext>
              </a:extLst>
            </p:cNvPr>
            <p:cNvSpPr/>
            <p:nvPr/>
          </p:nvSpPr>
          <p:spPr>
            <a:xfrm>
              <a:off x="728030" y="1796059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593996F5-1301-46B2-50F9-C84B6667A30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5979" y="1742511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{vItem2.item1}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6D12A12-F6F6-7E56-7A5F-C2E00C835FBC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205433" y="1796058"/>
              <a:ext cx="8238351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{vItem2.item1_Desc}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25FE984-E951-3AE4-28DB-F905B0B6A373}"/>
              </a:ext>
            </a:extLst>
          </p:cNvPr>
          <p:cNvGrpSpPr/>
          <p:nvPr/>
        </p:nvGrpSpPr>
        <p:grpSpPr>
          <a:xfrm>
            <a:off x="660400" y="4689171"/>
            <a:ext cx="10872922" cy="758330"/>
            <a:chOff x="645979" y="2489673"/>
            <a:chExt cx="10872922" cy="655778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278115F-6FD4-D5BC-4F76-D7B68E4D7BBF}"/>
                </a:ext>
              </a:extLst>
            </p:cNvPr>
            <p:cNvSpPr/>
            <p:nvPr/>
          </p:nvSpPr>
          <p:spPr>
            <a:xfrm>
              <a:off x="728030" y="2543221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0"/>
              <a:tileRect/>
            </a:gradFill>
            <a:ln w="127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DAC13A1-4C43-7FAE-0470-15980FC2F688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45979" y="2489673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</a:rPr>
                <a:t>{</a:t>
              </a: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vItem2.item2</a:t>
              </a:r>
              <a:r>
                <a:rPr lang="en-US" altLang="zh-CN" sz="3000" b="1" dirty="0">
                  <a:solidFill>
                    <a:srgbClr val="FFFFFF"/>
                  </a:solidFill>
                </a:rPr>
                <a:t>}</a:t>
              </a:r>
              <a:endParaRPr lang="zh-CN" altLang="en-US" sz="3000" b="1" dirty="0">
                <a:solidFill>
                  <a:srgbClr val="FFFFFF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5E4FF4A-9308-C8B6-1F18-5E608AB0CEC3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165979" y="2543220"/>
              <a:ext cx="8338500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{vItem2.item2_Desc}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21800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EA982-3B0A-B942-C484-C6183B8A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E7EF2-ADA5-5810-34A0-CCCB5919E9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DF3D0E3A-8F35-605F-AF09-27206ACBDA54}"/>
              </a:ext>
            </a:extLst>
          </p:cNvPr>
          <p:cNvSpPr/>
          <p:nvPr/>
        </p:nvSpPr>
        <p:spPr>
          <a:xfrm>
            <a:off x="1646893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8">
            <a:extLst>
              <a:ext uri="{FF2B5EF4-FFF2-40B4-BE49-F238E27FC236}">
                <a16:creationId xmlns:a16="http://schemas.microsoft.com/office/drawing/2014/main" id="{FFA55DDE-21E4-DEDD-3E70-1104DF29458D}"/>
              </a:ext>
            </a:extLst>
          </p:cNvPr>
          <p:cNvSpPr/>
          <p:nvPr/>
        </p:nvSpPr>
        <p:spPr>
          <a:xfrm>
            <a:off x="1646893" y="1266739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">
            <a:extLst>
              <a:ext uri="{FF2B5EF4-FFF2-40B4-BE49-F238E27FC236}">
                <a16:creationId xmlns:a16="http://schemas.microsoft.com/office/drawing/2014/main" id="{DFA5933C-DFB0-1402-09E9-120CCB1AE1BF}"/>
              </a:ext>
            </a:extLst>
          </p:cNvPr>
          <p:cNvSpPr txBox="1"/>
          <p:nvPr/>
        </p:nvSpPr>
        <p:spPr>
          <a:xfrm>
            <a:off x="1756621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97" name="TextBox 10">
            <a:extLst>
              <a:ext uri="{FF2B5EF4-FFF2-40B4-BE49-F238E27FC236}">
                <a16:creationId xmlns:a16="http://schemas.microsoft.com/office/drawing/2014/main" id="{250EDB17-7DFE-7883-AE1A-2B6675613B39}"/>
              </a:ext>
            </a:extLst>
          </p:cNvPr>
          <p:cNvSpPr txBox="1"/>
          <p:nvPr/>
        </p:nvSpPr>
        <p:spPr>
          <a:xfrm>
            <a:off x="1683666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99" name="Rounded Rectangle 11">
            <a:extLst>
              <a:ext uri="{FF2B5EF4-FFF2-40B4-BE49-F238E27FC236}">
                <a16:creationId xmlns:a16="http://schemas.microsoft.com/office/drawing/2014/main" id="{860B06F0-EDA3-DF87-1943-0F3BB761DC2F}"/>
              </a:ext>
            </a:extLst>
          </p:cNvPr>
          <p:cNvSpPr/>
          <p:nvPr/>
        </p:nvSpPr>
        <p:spPr>
          <a:xfrm>
            <a:off x="3850596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2">
            <a:extLst>
              <a:ext uri="{FF2B5EF4-FFF2-40B4-BE49-F238E27FC236}">
                <a16:creationId xmlns:a16="http://schemas.microsoft.com/office/drawing/2014/main" id="{8F4AB378-54B8-E821-A29C-ACB0166C92F7}"/>
              </a:ext>
            </a:extLst>
          </p:cNvPr>
          <p:cNvSpPr/>
          <p:nvPr/>
        </p:nvSpPr>
        <p:spPr>
          <a:xfrm>
            <a:off x="3850596" y="1266739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3">
            <a:extLst>
              <a:ext uri="{FF2B5EF4-FFF2-40B4-BE49-F238E27FC236}">
                <a16:creationId xmlns:a16="http://schemas.microsoft.com/office/drawing/2014/main" id="{E4B95EC3-9EB5-9856-5202-9E5D922C8DB8}"/>
              </a:ext>
            </a:extLst>
          </p:cNvPr>
          <p:cNvSpPr txBox="1"/>
          <p:nvPr/>
        </p:nvSpPr>
        <p:spPr>
          <a:xfrm>
            <a:off x="3960324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105" name="TextBox 14">
            <a:extLst>
              <a:ext uri="{FF2B5EF4-FFF2-40B4-BE49-F238E27FC236}">
                <a16:creationId xmlns:a16="http://schemas.microsoft.com/office/drawing/2014/main" id="{1662F64D-D6B2-5C2B-B1DA-7A5CC510A15A}"/>
              </a:ext>
            </a:extLst>
          </p:cNvPr>
          <p:cNvSpPr txBox="1"/>
          <p:nvPr/>
        </p:nvSpPr>
        <p:spPr>
          <a:xfrm>
            <a:off x="3887369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107" name="Rounded Rectangle 15">
            <a:extLst>
              <a:ext uri="{FF2B5EF4-FFF2-40B4-BE49-F238E27FC236}">
                <a16:creationId xmlns:a16="http://schemas.microsoft.com/office/drawing/2014/main" id="{F5C3754B-5F39-23A4-BF99-D4A025202547}"/>
              </a:ext>
            </a:extLst>
          </p:cNvPr>
          <p:cNvSpPr/>
          <p:nvPr/>
        </p:nvSpPr>
        <p:spPr>
          <a:xfrm>
            <a:off x="6054299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6">
            <a:extLst>
              <a:ext uri="{FF2B5EF4-FFF2-40B4-BE49-F238E27FC236}">
                <a16:creationId xmlns:a16="http://schemas.microsoft.com/office/drawing/2014/main" id="{7B4FA29B-E03B-D1DF-4F6C-C89F39B4D3A3}"/>
              </a:ext>
            </a:extLst>
          </p:cNvPr>
          <p:cNvSpPr/>
          <p:nvPr/>
        </p:nvSpPr>
        <p:spPr>
          <a:xfrm>
            <a:off x="6054299" y="1266739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C224815C-D6DA-D911-9336-02E28B23AB99}"/>
              </a:ext>
            </a:extLst>
          </p:cNvPr>
          <p:cNvSpPr txBox="1"/>
          <p:nvPr/>
        </p:nvSpPr>
        <p:spPr>
          <a:xfrm>
            <a:off x="6164027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113" name="TextBox 18">
            <a:extLst>
              <a:ext uri="{FF2B5EF4-FFF2-40B4-BE49-F238E27FC236}">
                <a16:creationId xmlns:a16="http://schemas.microsoft.com/office/drawing/2014/main" id="{F7A96E46-2CAB-5616-3C2B-EBDD33D55A0E}"/>
              </a:ext>
            </a:extLst>
          </p:cNvPr>
          <p:cNvSpPr txBox="1"/>
          <p:nvPr/>
        </p:nvSpPr>
        <p:spPr>
          <a:xfrm>
            <a:off x="6091072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115" name="Rounded Rectangle 19">
            <a:extLst>
              <a:ext uri="{FF2B5EF4-FFF2-40B4-BE49-F238E27FC236}">
                <a16:creationId xmlns:a16="http://schemas.microsoft.com/office/drawing/2014/main" id="{37C1226B-85EC-E9C7-E5DB-CA5ACF08819C}"/>
              </a:ext>
            </a:extLst>
          </p:cNvPr>
          <p:cNvSpPr/>
          <p:nvPr/>
        </p:nvSpPr>
        <p:spPr>
          <a:xfrm>
            <a:off x="8258002" y="1266739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20">
            <a:extLst>
              <a:ext uri="{FF2B5EF4-FFF2-40B4-BE49-F238E27FC236}">
                <a16:creationId xmlns:a16="http://schemas.microsoft.com/office/drawing/2014/main" id="{5E0E99AF-E6B7-89A0-A270-0AD7F1DE24F3}"/>
              </a:ext>
            </a:extLst>
          </p:cNvPr>
          <p:cNvSpPr/>
          <p:nvPr/>
        </p:nvSpPr>
        <p:spPr>
          <a:xfrm>
            <a:off x="8258002" y="1266739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21">
            <a:extLst>
              <a:ext uri="{FF2B5EF4-FFF2-40B4-BE49-F238E27FC236}">
                <a16:creationId xmlns:a16="http://schemas.microsoft.com/office/drawing/2014/main" id="{C70A4E60-C5B5-D0A2-F241-23B40341FE5C}"/>
              </a:ext>
            </a:extLst>
          </p:cNvPr>
          <p:cNvSpPr txBox="1"/>
          <p:nvPr/>
        </p:nvSpPr>
        <p:spPr>
          <a:xfrm>
            <a:off x="8367730" y="1495339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121" name="TextBox 22">
            <a:extLst>
              <a:ext uri="{FF2B5EF4-FFF2-40B4-BE49-F238E27FC236}">
                <a16:creationId xmlns:a16="http://schemas.microsoft.com/office/drawing/2014/main" id="{CD58A04C-831D-CD9B-2E86-02E3ACAF8DD9}"/>
              </a:ext>
            </a:extLst>
          </p:cNvPr>
          <p:cNvSpPr txBox="1"/>
          <p:nvPr/>
        </p:nvSpPr>
        <p:spPr>
          <a:xfrm>
            <a:off x="8294775" y="2619857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9F5AE10-C2C6-9B0B-6353-C5D6B285174E}"/>
              </a:ext>
            </a:extLst>
          </p:cNvPr>
          <p:cNvGrpSpPr/>
          <p:nvPr/>
        </p:nvGrpSpPr>
        <p:grpSpPr>
          <a:xfrm>
            <a:off x="660400" y="3666812"/>
            <a:ext cx="10872922" cy="758330"/>
            <a:chOff x="645979" y="1742511"/>
            <a:chExt cx="10872922" cy="65577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2F5B59A6-51F9-8443-5C07-3C8D21311BA7}"/>
                </a:ext>
              </a:extLst>
            </p:cNvPr>
            <p:cNvSpPr/>
            <p:nvPr/>
          </p:nvSpPr>
          <p:spPr>
            <a:xfrm>
              <a:off x="728030" y="1796059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07904547-A5E5-CBE1-913F-D3628632B00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5979" y="1742511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{vItem2.item1}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2232606-50F8-D384-4E95-B5921C22BC4F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205433" y="1796058"/>
              <a:ext cx="8238351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{vItem2.item1_Desc}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1BD2816-695E-15BD-C421-2459D7416809}"/>
              </a:ext>
            </a:extLst>
          </p:cNvPr>
          <p:cNvGrpSpPr/>
          <p:nvPr/>
        </p:nvGrpSpPr>
        <p:grpSpPr>
          <a:xfrm>
            <a:off x="660400" y="4689171"/>
            <a:ext cx="10872922" cy="758330"/>
            <a:chOff x="645979" y="2489673"/>
            <a:chExt cx="10872922" cy="655778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4F321D32-910B-D1A1-1549-443FB879AEBC}"/>
                </a:ext>
              </a:extLst>
            </p:cNvPr>
            <p:cNvSpPr/>
            <p:nvPr/>
          </p:nvSpPr>
          <p:spPr>
            <a:xfrm>
              <a:off x="728030" y="2543221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0"/>
              <a:tileRect/>
            </a:gradFill>
            <a:ln w="127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BFB24BD4-78F5-5E7E-048A-1C81AB07F6D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45979" y="2489673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</a:rPr>
                <a:t>{</a:t>
              </a: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vItem2.item2</a:t>
              </a:r>
              <a:r>
                <a:rPr lang="en-US" altLang="zh-CN" sz="3000" b="1" dirty="0">
                  <a:solidFill>
                    <a:srgbClr val="FFFFFF"/>
                  </a:solidFill>
                </a:rPr>
                <a:t>}</a:t>
              </a:r>
              <a:endParaRPr lang="zh-CN" altLang="en-US" sz="3000" b="1" dirty="0">
                <a:solidFill>
                  <a:srgbClr val="FFFFFF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64313FD-AC9F-D279-C908-1AE1C351A98C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165979" y="2543220"/>
              <a:ext cx="8338500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{vItem2.item2_Desc}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27473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1689-1615-082C-323A-3C799BAA2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23943-22A4-EB7B-74AF-AB7BDC187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FA63BA92-1FFF-4C9F-0A78-60BCAAD2DE11}"/>
              </a:ext>
            </a:extLst>
          </p:cNvPr>
          <p:cNvSpPr/>
          <p:nvPr/>
        </p:nvSpPr>
        <p:spPr>
          <a:xfrm>
            <a:off x="576851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2B65E332-6168-0E8A-B046-2D014C8F5A7B}"/>
              </a:ext>
            </a:extLst>
          </p:cNvPr>
          <p:cNvSpPr/>
          <p:nvPr/>
        </p:nvSpPr>
        <p:spPr>
          <a:xfrm>
            <a:off x="576851" y="1372581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E5BD701-B885-BF13-5C6C-590D703B82E6}"/>
              </a:ext>
            </a:extLst>
          </p:cNvPr>
          <p:cNvSpPr txBox="1"/>
          <p:nvPr/>
        </p:nvSpPr>
        <p:spPr>
          <a:xfrm>
            <a:off x="686579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1F76570C-3854-1274-37CB-EB2D1D5B110A}"/>
              </a:ext>
            </a:extLst>
          </p:cNvPr>
          <p:cNvSpPr txBox="1"/>
          <p:nvPr/>
        </p:nvSpPr>
        <p:spPr>
          <a:xfrm>
            <a:off x="613624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8F7BA8C8-A551-1030-7117-D336FB05E08D}"/>
              </a:ext>
            </a:extLst>
          </p:cNvPr>
          <p:cNvSpPr/>
          <p:nvPr/>
        </p:nvSpPr>
        <p:spPr>
          <a:xfrm>
            <a:off x="2780554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0DA18C6F-4D62-DE0B-7299-9E8E471D99DE}"/>
              </a:ext>
            </a:extLst>
          </p:cNvPr>
          <p:cNvSpPr/>
          <p:nvPr/>
        </p:nvSpPr>
        <p:spPr>
          <a:xfrm>
            <a:off x="2780554" y="1372581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E450B376-E005-D41D-5798-492DD03003BC}"/>
              </a:ext>
            </a:extLst>
          </p:cNvPr>
          <p:cNvSpPr txBox="1"/>
          <p:nvPr/>
        </p:nvSpPr>
        <p:spPr>
          <a:xfrm>
            <a:off x="2890282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A7486652-FC67-8C77-2B78-04D4E766C2D2}"/>
              </a:ext>
            </a:extLst>
          </p:cNvPr>
          <p:cNvSpPr txBox="1"/>
          <p:nvPr/>
        </p:nvSpPr>
        <p:spPr>
          <a:xfrm>
            <a:off x="2817327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30" name="Rounded Rectangle 15">
            <a:extLst>
              <a:ext uri="{FF2B5EF4-FFF2-40B4-BE49-F238E27FC236}">
                <a16:creationId xmlns:a16="http://schemas.microsoft.com/office/drawing/2014/main" id="{62DD7111-82E7-7DD5-B220-E0CD304489A8}"/>
              </a:ext>
            </a:extLst>
          </p:cNvPr>
          <p:cNvSpPr/>
          <p:nvPr/>
        </p:nvSpPr>
        <p:spPr>
          <a:xfrm>
            <a:off x="4984257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6">
            <a:extLst>
              <a:ext uri="{FF2B5EF4-FFF2-40B4-BE49-F238E27FC236}">
                <a16:creationId xmlns:a16="http://schemas.microsoft.com/office/drawing/2014/main" id="{3999E8E1-06B6-B9F1-6382-AFDEBB434C26}"/>
              </a:ext>
            </a:extLst>
          </p:cNvPr>
          <p:cNvSpPr/>
          <p:nvPr/>
        </p:nvSpPr>
        <p:spPr>
          <a:xfrm>
            <a:off x="4984257" y="1372581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FB4CF883-3D26-15A4-362A-1184332612FE}"/>
              </a:ext>
            </a:extLst>
          </p:cNvPr>
          <p:cNvSpPr txBox="1"/>
          <p:nvPr/>
        </p:nvSpPr>
        <p:spPr>
          <a:xfrm>
            <a:off x="5093985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4F413CA9-7400-4C4A-D3E1-62874F39716C}"/>
              </a:ext>
            </a:extLst>
          </p:cNvPr>
          <p:cNvSpPr txBox="1"/>
          <p:nvPr/>
        </p:nvSpPr>
        <p:spPr>
          <a:xfrm>
            <a:off x="5021030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38" name="Rounded Rectangle 19">
            <a:extLst>
              <a:ext uri="{FF2B5EF4-FFF2-40B4-BE49-F238E27FC236}">
                <a16:creationId xmlns:a16="http://schemas.microsoft.com/office/drawing/2014/main" id="{125D52B8-8CD8-F22A-F187-DE6CFF93FBAD}"/>
              </a:ext>
            </a:extLst>
          </p:cNvPr>
          <p:cNvSpPr/>
          <p:nvPr/>
        </p:nvSpPr>
        <p:spPr>
          <a:xfrm>
            <a:off x="7187960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9DAF0C3C-F836-6D37-58C6-7FB1317B83B6}"/>
              </a:ext>
            </a:extLst>
          </p:cNvPr>
          <p:cNvSpPr/>
          <p:nvPr/>
        </p:nvSpPr>
        <p:spPr>
          <a:xfrm>
            <a:off x="7187960" y="1372581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CC550426-7F74-9504-87A7-0A56AB8302ED}"/>
              </a:ext>
            </a:extLst>
          </p:cNvPr>
          <p:cNvSpPr txBox="1"/>
          <p:nvPr/>
        </p:nvSpPr>
        <p:spPr>
          <a:xfrm>
            <a:off x="7297688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44" name="TextBox 22">
            <a:extLst>
              <a:ext uri="{FF2B5EF4-FFF2-40B4-BE49-F238E27FC236}">
                <a16:creationId xmlns:a16="http://schemas.microsoft.com/office/drawing/2014/main" id="{005133F3-9F49-F77E-2774-09CA05CC4D8E}"/>
              </a:ext>
            </a:extLst>
          </p:cNvPr>
          <p:cNvSpPr txBox="1"/>
          <p:nvPr/>
        </p:nvSpPr>
        <p:spPr>
          <a:xfrm>
            <a:off x="7224733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  <p:sp>
        <p:nvSpPr>
          <p:cNvPr id="46" name="Rounded Rectangle 23">
            <a:extLst>
              <a:ext uri="{FF2B5EF4-FFF2-40B4-BE49-F238E27FC236}">
                <a16:creationId xmlns:a16="http://schemas.microsoft.com/office/drawing/2014/main" id="{25CE7DB4-8B38-C6E2-1CCF-AF8E87E87848}"/>
              </a:ext>
            </a:extLst>
          </p:cNvPr>
          <p:cNvSpPr/>
          <p:nvPr/>
        </p:nvSpPr>
        <p:spPr>
          <a:xfrm>
            <a:off x="9391663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24">
            <a:extLst>
              <a:ext uri="{FF2B5EF4-FFF2-40B4-BE49-F238E27FC236}">
                <a16:creationId xmlns:a16="http://schemas.microsoft.com/office/drawing/2014/main" id="{9CACB026-F557-95A9-9A8C-3FD33266F7E3}"/>
              </a:ext>
            </a:extLst>
          </p:cNvPr>
          <p:cNvSpPr/>
          <p:nvPr/>
        </p:nvSpPr>
        <p:spPr>
          <a:xfrm>
            <a:off x="9391663" y="1372581"/>
            <a:ext cx="2066543" cy="64008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E5700906-D78D-2578-4109-C62838977337}"/>
              </a:ext>
            </a:extLst>
          </p:cNvPr>
          <p:cNvSpPr txBox="1"/>
          <p:nvPr/>
        </p:nvSpPr>
        <p:spPr>
          <a:xfrm>
            <a:off x="9501391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2D6CEF"/>
                </a:solidFill>
                <a:latin typeface="微软雅黑"/>
                <a:ea typeface="微软雅黑"/>
              </a:rPr>
              <a:t>{vItem.item5}</a:t>
            </a:r>
            <a:endParaRPr sz="2600" b="1" dirty="0">
              <a:solidFill>
                <a:srgbClr val="2D6CEF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26">
            <a:extLst>
              <a:ext uri="{FF2B5EF4-FFF2-40B4-BE49-F238E27FC236}">
                <a16:creationId xmlns:a16="http://schemas.microsoft.com/office/drawing/2014/main" id="{6F7643C9-ED82-8228-A09F-244215EAC335}"/>
              </a:ext>
            </a:extLst>
          </p:cNvPr>
          <p:cNvSpPr txBox="1"/>
          <p:nvPr/>
        </p:nvSpPr>
        <p:spPr>
          <a:xfrm>
            <a:off x="9428436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{vItem.item5_Desc}</a:t>
            </a:r>
            <a:endParaRPr lang="en-US" sz="11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68C08DC-821F-8F8A-5698-57EA5EC61E7C}"/>
              </a:ext>
            </a:extLst>
          </p:cNvPr>
          <p:cNvGrpSpPr/>
          <p:nvPr/>
        </p:nvGrpSpPr>
        <p:grpSpPr>
          <a:xfrm>
            <a:off x="660400" y="3666812"/>
            <a:ext cx="10872922" cy="758330"/>
            <a:chOff x="645979" y="1742511"/>
            <a:chExt cx="10872922" cy="655778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978DD3DB-B919-C57D-12BB-95C95E213074}"/>
                </a:ext>
              </a:extLst>
            </p:cNvPr>
            <p:cNvSpPr/>
            <p:nvPr/>
          </p:nvSpPr>
          <p:spPr>
            <a:xfrm>
              <a:off x="728030" y="1796059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DFEC580B-31BE-DE04-3AF9-C64081A915E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5979" y="1742511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{vItem2.item1}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4423EB3-B996-1F9F-5137-D1DA30F04D3D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205433" y="1796058"/>
              <a:ext cx="8238351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{vItem2.item1_Desc}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1358864-A922-ECE3-CF2B-DD0453EEAB55}"/>
              </a:ext>
            </a:extLst>
          </p:cNvPr>
          <p:cNvGrpSpPr/>
          <p:nvPr/>
        </p:nvGrpSpPr>
        <p:grpSpPr>
          <a:xfrm>
            <a:off x="660400" y="4689171"/>
            <a:ext cx="10872922" cy="758330"/>
            <a:chOff x="645979" y="2489673"/>
            <a:chExt cx="10872922" cy="655778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EB557ECC-84FB-CE68-FBA1-42C71F7626EF}"/>
                </a:ext>
              </a:extLst>
            </p:cNvPr>
            <p:cNvSpPr/>
            <p:nvPr/>
          </p:nvSpPr>
          <p:spPr>
            <a:xfrm>
              <a:off x="728030" y="2543221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0"/>
              <a:tileRect/>
            </a:gradFill>
            <a:ln w="127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970332E5-F9A5-91EC-39DE-0A65DD4C2C6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45979" y="2489673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</a:rPr>
                <a:t>{</a:t>
              </a: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vItem2.item2</a:t>
              </a:r>
              <a:r>
                <a:rPr lang="en-US" altLang="zh-CN" sz="3000" b="1" dirty="0">
                  <a:solidFill>
                    <a:srgbClr val="FFFFFF"/>
                  </a:solidFill>
                </a:rPr>
                <a:t>}</a:t>
              </a:r>
              <a:endParaRPr lang="zh-CN" altLang="en-US" sz="3000" b="1" dirty="0">
                <a:solidFill>
                  <a:srgbClr val="FFFFFF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4487F4FA-E678-7DBC-39F1-E939F2263923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165979" y="2543220"/>
              <a:ext cx="8338500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{vItem2.item2_Desc}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37066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70367-DB53-FD03-3354-24F869CAA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81BD4-A1F0-96B9-53F4-A2531225E0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slideTitle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4CFACE4D-4B1A-3010-7510-4D268C65943B}"/>
              </a:ext>
            </a:extLst>
          </p:cNvPr>
          <p:cNvSpPr/>
          <p:nvPr/>
        </p:nvSpPr>
        <p:spPr>
          <a:xfrm>
            <a:off x="576851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A5584AA3-DA98-120C-491F-52AE09CAB5AE}"/>
              </a:ext>
            </a:extLst>
          </p:cNvPr>
          <p:cNvSpPr/>
          <p:nvPr/>
        </p:nvSpPr>
        <p:spPr>
          <a:xfrm>
            <a:off x="576851" y="1372581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1B4FFF1-6AD4-E38C-75F5-CCD04FD2FCEB}"/>
              </a:ext>
            </a:extLst>
          </p:cNvPr>
          <p:cNvSpPr txBox="1"/>
          <p:nvPr/>
        </p:nvSpPr>
        <p:spPr>
          <a:xfrm>
            <a:off x="686579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FE2C55"/>
                </a:solidFill>
                <a:latin typeface="微软雅黑"/>
                <a:ea typeface="微软雅黑"/>
              </a:rPr>
              <a:t>{vItem.item1}</a:t>
            </a:r>
            <a:endParaRPr sz="2600" b="1" dirty="0">
              <a:solidFill>
                <a:srgbClr val="FE2C55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0484895-A2DF-A455-E994-0C6B06C866CD}"/>
              </a:ext>
            </a:extLst>
          </p:cNvPr>
          <p:cNvSpPr txBox="1"/>
          <p:nvPr/>
        </p:nvSpPr>
        <p:spPr>
          <a:xfrm>
            <a:off x="613624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{vItem.item1_Desc}</a:t>
            </a:r>
            <a:endParaRPr lang="en-US" sz="1100" dirty="0"/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258BB2DB-EA2A-1D79-A1FD-3CBA5319DC9B}"/>
              </a:ext>
            </a:extLst>
          </p:cNvPr>
          <p:cNvSpPr/>
          <p:nvPr/>
        </p:nvSpPr>
        <p:spPr>
          <a:xfrm>
            <a:off x="2780554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78BE6860-E47E-0475-205A-BE20CD5A3A52}"/>
              </a:ext>
            </a:extLst>
          </p:cNvPr>
          <p:cNvSpPr/>
          <p:nvPr/>
        </p:nvSpPr>
        <p:spPr>
          <a:xfrm>
            <a:off x="2780554" y="1372581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91BFD95A-0CB8-E92C-9F07-79EB134E36A0}"/>
              </a:ext>
            </a:extLst>
          </p:cNvPr>
          <p:cNvSpPr txBox="1"/>
          <p:nvPr/>
        </p:nvSpPr>
        <p:spPr>
          <a:xfrm>
            <a:off x="2890282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0FB8C9"/>
                </a:solidFill>
                <a:latin typeface="微软雅黑"/>
                <a:ea typeface="微软雅黑"/>
              </a:rPr>
              <a:t>{vItem.item2}</a:t>
            </a:r>
            <a:endParaRPr sz="2600" b="1" dirty="0">
              <a:solidFill>
                <a:srgbClr val="0FB8C9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C5873564-5330-DE97-7820-4B53714A7F98}"/>
              </a:ext>
            </a:extLst>
          </p:cNvPr>
          <p:cNvSpPr txBox="1"/>
          <p:nvPr/>
        </p:nvSpPr>
        <p:spPr>
          <a:xfrm>
            <a:off x="2817327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{vItem.item2_Desc}</a:t>
            </a:r>
            <a:endParaRPr lang="en-US" sz="1100" dirty="0"/>
          </a:p>
        </p:txBody>
      </p:sp>
      <p:sp>
        <p:nvSpPr>
          <p:cNvPr id="30" name="Rounded Rectangle 15">
            <a:extLst>
              <a:ext uri="{FF2B5EF4-FFF2-40B4-BE49-F238E27FC236}">
                <a16:creationId xmlns:a16="http://schemas.microsoft.com/office/drawing/2014/main" id="{2A883DFF-D159-6ADD-E617-4967DAA0B226}"/>
              </a:ext>
            </a:extLst>
          </p:cNvPr>
          <p:cNvSpPr/>
          <p:nvPr/>
        </p:nvSpPr>
        <p:spPr>
          <a:xfrm>
            <a:off x="4984257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6">
            <a:extLst>
              <a:ext uri="{FF2B5EF4-FFF2-40B4-BE49-F238E27FC236}">
                <a16:creationId xmlns:a16="http://schemas.microsoft.com/office/drawing/2014/main" id="{30EE07D9-F44F-D2CB-52FA-2C86480C0DD1}"/>
              </a:ext>
            </a:extLst>
          </p:cNvPr>
          <p:cNvSpPr/>
          <p:nvPr/>
        </p:nvSpPr>
        <p:spPr>
          <a:xfrm>
            <a:off x="4984257" y="1372581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63954E2B-993D-AC7D-036C-DF43299F6F26}"/>
              </a:ext>
            </a:extLst>
          </p:cNvPr>
          <p:cNvSpPr txBox="1"/>
          <p:nvPr/>
        </p:nvSpPr>
        <p:spPr>
          <a:xfrm>
            <a:off x="5093985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88A1A"/>
                </a:solidFill>
                <a:latin typeface="微软雅黑"/>
                <a:ea typeface="微软雅黑"/>
              </a:rPr>
              <a:t>{vItem.item3}</a:t>
            </a:r>
            <a:endParaRPr sz="2600" b="1" dirty="0">
              <a:solidFill>
                <a:srgbClr val="E88A1A"/>
              </a:solidFill>
              <a:latin typeface="微软雅黑"/>
              <a:ea typeface="微软雅黑"/>
            </a:endParaRPr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C295FA22-8853-6B64-0D31-4BD0E5C1E74F}"/>
              </a:ext>
            </a:extLst>
          </p:cNvPr>
          <p:cNvSpPr txBox="1"/>
          <p:nvPr/>
        </p:nvSpPr>
        <p:spPr>
          <a:xfrm>
            <a:off x="5021030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{vItem.item3_Desc}</a:t>
            </a:r>
            <a:endParaRPr lang="en-US" sz="1100" dirty="0"/>
          </a:p>
        </p:txBody>
      </p:sp>
      <p:sp>
        <p:nvSpPr>
          <p:cNvPr id="38" name="Rounded Rectangle 19">
            <a:extLst>
              <a:ext uri="{FF2B5EF4-FFF2-40B4-BE49-F238E27FC236}">
                <a16:creationId xmlns:a16="http://schemas.microsoft.com/office/drawing/2014/main" id="{4029A83B-8D2F-36F9-08E3-DAD5554BE23A}"/>
              </a:ext>
            </a:extLst>
          </p:cNvPr>
          <p:cNvSpPr/>
          <p:nvPr/>
        </p:nvSpPr>
        <p:spPr>
          <a:xfrm>
            <a:off x="7187960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E17EF5E6-581E-8CA1-9F08-7EA1E68C4708}"/>
              </a:ext>
            </a:extLst>
          </p:cNvPr>
          <p:cNvSpPr/>
          <p:nvPr/>
        </p:nvSpPr>
        <p:spPr>
          <a:xfrm>
            <a:off x="7187960" y="1372581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8EEDADF9-CF6E-54EA-EB9A-14AFD5861642}"/>
              </a:ext>
            </a:extLst>
          </p:cNvPr>
          <p:cNvSpPr txBox="1"/>
          <p:nvPr/>
        </p:nvSpPr>
        <p:spPr>
          <a:xfrm>
            <a:off x="7297688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F9D6E"/>
                </a:solidFill>
                <a:latin typeface="微软雅黑"/>
                <a:ea typeface="微软雅黑"/>
              </a:rPr>
              <a:t>{vItem.item4}</a:t>
            </a:r>
            <a:endParaRPr sz="2600" b="1" dirty="0">
              <a:solidFill>
                <a:srgbClr val="1F9D6E"/>
              </a:solidFill>
              <a:latin typeface="微软雅黑"/>
              <a:ea typeface="微软雅黑"/>
            </a:endParaRPr>
          </a:p>
        </p:txBody>
      </p:sp>
      <p:sp>
        <p:nvSpPr>
          <p:cNvPr id="44" name="TextBox 22">
            <a:extLst>
              <a:ext uri="{FF2B5EF4-FFF2-40B4-BE49-F238E27FC236}">
                <a16:creationId xmlns:a16="http://schemas.microsoft.com/office/drawing/2014/main" id="{76E23AA4-373A-3261-25F2-2F50D67BC9E4}"/>
              </a:ext>
            </a:extLst>
          </p:cNvPr>
          <p:cNvSpPr txBox="1"/>
          <p:nvPr/>
        </p:nvSpPr>
        <p:spPr>
          <a:xfrm>
            <a:off x="7224733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{vItem.item4_Desc}</a:t>
            </a:r>
            <a:endParaRPr lang="en-US" sz="1100" dirty="0"/>
          </a:p>
        </p:txBody>
      </p:sp>
      <p:sp>
        <p:nvSpPr>
          <p:cNvPr id="46" name="Rounded Rectangle 23">
            <a:extLst>
              <a:ext uri="{FF2B5EF4-FFF2-40B4-BE49-F238E27FC236}">
                <a16:creationId xmlns:a16="http://schemas.microsoft.com/office/drawing/2014/main" id="{494A7050-8D5C-0E05-7A82-FA43C990B91D}"/>
              </a:ext>
            </a:extLst>
          </p:cNvPr>
          <p:cNvSpPr/>
          <p:nvPr/>
        </p:nvSpPr>
        <p:spPr>
          <a:xfrm>
            <a:off x="9391663" y="1372581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24">
            <a:extLst>
              <a:ext uri="{FF2B5EF4-FFF2-40B4-BE49-F238E27FC236}">
                <a16:creationId xmlns:a16="http://schemas.microsoft.com/office/drawing/2014/main" id="{476D2170-EC06-5CA5-F6F4-2811BF9F7786}"/>
              </a:ext>
            </a:extLst>
          </p:cNvPr>
          <p:cNvSpPr/>
          <p:nvPr/>
        </p:nvSpPr>
        <p:spPr>
          <a:xfrm>
            <a:off x="9391663" y="1372581"/>
            <a:ext cx="2066543" cy="64008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C444E7BF-8AD3-779E-10B0-4BB9309D3E5B}"/>
              </a:ext>
            </a:extLst>
          </p:cNvPr>
          <p:cNvSpPr txBox="1"/>
          <p:nvPr/>
        </p:nvSpPr>
        <p:spPr>
          <a:xfrm>
            <a:off x="9501391" y="1601181"/>
            <a:ext cx="1847087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2D6CEF"/>
                </a:solidFill>
                <a:latin typeface="微软雅黑"/>
                <a:ea typeface="微软雅黑"/>
              </a:rPr>
              <a:t>{vItem.item5}</a:t>
            </a:r>
            <a:endParaRPr sz="2600" b="1" dirty="0">
              <a:solidFill>
                <a:srgbClr val="2D6CEF"/>
              </a:solidFill>
              <a:latin typeface="微软雅黑"/>
              <a:ea typeface="微软雅黑"/>
            </a:endParaRPr>
          </a:p>
        </p:txBody>
      </p:sp>
      <p:sp>
        <p:nvSpPr>
          <p:cNvPr id="56" name="TextBox 26">
            <a:extLst>
              <a:ext uri="{FF2B5EF4-FFF2-40B4-BE49-F238E27FC236}">
                <a16:creationId xmlns:a16="http://schemas.microsoft.com/office/drawing/2014/main" id="{BB14E4AF-7471-F37F-3BBB-C9731497FDBB}"/>
              </a:ext>
            </a:extLst>
          </p:cNvPr>
          <p:cNvSpPr txBox="1"/>
          <p:nvPr/>
        </p:nvSpPr>
        <p:spPr>
          <a:xfrm>
            <a:off x="9428436" y="2725699"/>
            <a:ext cx="1847087" cy="184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100" dirty="0"/>
              <a:t>{vItem.item5_Desc}</a:t>
            </a:r>
            <a:endParaRPr lang="en-US" sz="11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6AD7531-1E6E-14EE-7B84-F953F242E70F}"/>
              </a:ext>
            </a:extLst>
          </p:cNvPr>
          <p:cNvGrpSpPr/>
          <p:nvPr/>
        </p:nvGrpSpPr>
        <p:grpSpPr>
          <a:xfrm>
            <a:off x="660400" y="3666812"/>
            <a:ext cx="10872922" cy="758330"/>
            <a:chOff x="645979" y="1742511"/>
            <a:chExt cx="10872922" cy="655778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4F1052D3-1D58-E464-5853-BA6912F1F31C}"/>
                </a:ext>
              </a:extLst>
            </p:cNvPr>
            <p:cNvSpPr/>
            <p:nvPr/>
          </p:nvSpPr>
          <p:spPr>
            <a:xfrm>
              <a:off x="728030" y="1796059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CADAD4A1-FC1A-1078-5E71-AF0BDE1D608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45979" y="1742511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{vItem2.item1}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BD485F4-0D7A-020D-8195-D5ACC51C4CE2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3205433" y="1796058"/>
              <a:ext cx="8238351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{vItem2.item1_Desc}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AF8ED5A-B0AD-4035-D1D7-EE6CB33B2DC8}"/>
              </a:ext>
            </a:extLst>
          </p:cNvPr>
          <p:cNvGrpSpPr/>
          <p:nvPr/>
        </p:nvGrpSpPr>
        <p:grpSpPr>
          <a:xfrm>
            <a:off x="660400" y="4689171"/>
            <a:ext cx="10872922" cy="758330"/>
            <a:chOff x="645979" y="2489673"/>
            <a:chExt cx="10872922" cy="655778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CDC254DC-8C4F-4782-DE55-A410B7BD515F}"/>
                </a:ext>
              </a:extLst>
            </p:cNvPr>
            <p:cNvSpPr/>
            <p:nvPr/>
          </p:nvSpPr>
          <p:spPr>
            <a:xfrm>
              <a:off x="728030" y="2543221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0"/>
              <a:tileRect/>
            </a:gradFill>
            <a:ln w="127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84A94F49-7E71-B3A3-15EB-8D1178872DA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5979" y="2489673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</a:rPr>
                <a:t>{</a:t>
              </a: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vItem2.item2</a:t>
              </a:r>
              <a:r>
                <a:rPr lang="en-US" altLang="zh-CN" sz="3000" b="1" dirty="0">
                  <a:solidFill>
                    <a:srgbClr val="FFFFFF"/>
                  </a:solidFill>
                </a:rPr>
                <a:t>}</a:t>
              </a:r>
              <a:endParaRPr lang="zh-CN" altLang="en-US" sz="3000" b="1" dirty="0">
                <a:solidFill>
                  <a:srgbClr val="FFFFFF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0A3D4CB-9461-2642-9312-A766CF6F3984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165979" y="2543220"/>
              <a:ext cx="8338500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{vItem2.item2_Desc}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68775FF-D139-9EB2-B50F-9F8EF7E6E66A}"/>
              </a:ext>
            </a:extLst>
          </p:cNvPr>
          <p:cNvGrpSpPr/>
          <p:nvPr/>
        </p:nvGrpSpPr>
        <p:grpSpPr>
          <a:xfrm>
            <a:off x="660400" y="5711529"/>
            <a:ext cx="10872922" cy="758330"/>
            <a:chOff x="645979" y="3236835"/>
            <a:chExt cx="10872922" cy="655778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EA5B51B5-6973-2C64-82BA-7FD4A7BF0B95}"/>
                </a:ext>
              </a:extLst>
            </p:cNvPr>
            <p:cNvSpPr/>
            <p:nvPr/>
          </p:nvSpPr>
          <p:spPr>
            <a:xfrm>
              <a:off x="728030" y="3290383"/>
              <a:ext cx="10790871" cy="60223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88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972E2979-58A1-BF13-4286-84A78C42627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45979" y="3236835"/>
              <a:ext cx="2520000" cy="31131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>
              <a:normAutofit fontScale="47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 dirty="0">
                  <a:solidFill>
                    <a:srgbClr val="FFFFFF"/>
                  </a:solidFill>
                </a:rPr>
                <a:t>{</a:t>
              </a:r>
              <a:r>
                <a:rPr lang="en-US" altLang="zh-CN" sz="3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vItem2.item3</a:t>
              </a:r>
              <a:r>
                <a:rPr lang="en-US" altLang="zh-CN" sz="3000" b="1" dirty="0">
                  <a:solidFill>
                    <a:srgbClr val="FFFFFF"/>
                  </a:solidFill>
                </a:rPr>
                <a:t>}</a:t>
              </a:r>
              <a:endParaRPr lang="zh-CN" altLang="en-US" sz="3000" b="1" dirty="0">
                <a:solidFill>
                  <a:srgbClr val="FFFFFF"/>
                </a:solidFill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44B000-29C2-04CE-29A9-EF030E489E5F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165979" y="3290382"/>
              <a:ext cx="8351200" cy="60223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{vItem2.item3_Desc}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4321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CFD3E-09BB-4FE7-0665-613BB4889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sz="2800" b="1">
                <a:solidFill>
                  <a:srgbClr val="1A1A2E"/>
                </a:solidFill>
              </a:rPr>
              <a:t>{slideTitle}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66"/>
                </a:solidFill>
              </a:rPr>
              <a:t>{tableTitle}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{cell_r0c0}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{cell_r0c1}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{cell_r0c2}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{cell_r0c3}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{cell_r1c0}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{cell_r1c1}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{cell_r1c2}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{cell_r1c3}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{cell_r2c0}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{cell_r2c1}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{cell_r2c2}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{cell_r2c3}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{cell_r3c0}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{cell_r3c1}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{cell_r3c2}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{cell_r3c3}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{cell_r4c0}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{cell_r4c1}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{cell_r4c2}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{cell_r4c3}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CFD3E-09BB-4FE7-0665-613BB4889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sz="2800" b="1">
                <a:solidFill>
                  <a:srgbClr val="1A1A2E"/>
                </a:solidFill>
              </a:rPr>
              <a:t>{slideTitle}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66"/>
                </a:solidFill>
              </a:rPr>
              <a:t>{tableTitle}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{cell_r0c0}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{cell_r0c1}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{cell_r0c2}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{cell_r0c3}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{cell_r1c0}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{cell_r1c1}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{cell_r1c2}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{cell_r1c3}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{cell_r2c0}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{cell_r2c1}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{cell_r2c2}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{cell_r2c3}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{cell_r3c0}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{cell_r3c1}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{cell_r3c2}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{cell_r3c3}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{cell_r4c0}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{cell_r4c1}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{cell_r4c2}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{cell_r4c3}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{cell_r5c0}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{cell_r5c1}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{cell_r5c2}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222"/>
                          </a:solidFill>
                        </a:rPr>
                        <a:t>{cell_r5c3}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CFD3E-09BB-4FE7-0665-613BB4889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sz="2800" b="1">
                <a:solidFill>
                  <a:srgbClr val="1A1A2E"/>
                </a:solidFill>
              </a:rPr>
              <a:t>{slideTitle}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66"/>
                </a:solidFill>
              </a:rPr>
              <a:t>{tableTitle}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{cell_r0c0}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{cell_r0c1}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{cell_r0c2}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{cell_r0c3}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{cell_r0c4}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{cell_r1c0}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{cell_r1c1}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{cell_r1c2}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{cell_r1c3}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{cell_r1c4}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{cell_r2c0}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{cell_r2c1}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{cell_r2c2}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{cell_r2c3}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{cell_r2c4}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{cell_r3c0}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{cell_r3c1}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{cell_r3c2}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{cell_r3c3}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{cell_r3c4}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{cell_r4c0}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{cell_r4c1}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{cell_r4c2}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{cell_r4c3}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{cell_r4c4}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{cell_r5c0}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{cell_r5c1}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{cell_r5c2}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{cell_r5c3}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</a:rPr>
                        <a:t>{cell_r5c4}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CFD3E-09BB-4FE7-0665-613BB4889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128270"/>
            <a:ext cx="10858500" cy="606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sz="2800" b="1">
                <a:solidFill>
                  <a:srgbClr val="1A1A2E"/>
                </a:solidFill>
              </a:rPr>
              <a:t>{slideTitle}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66"/>
                </a:solidFill>
              </a:rPr>
              <a:t>{tableTitle}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{cell_r0c0}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{cell_r0c1}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{cell_r0c2}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{cell_r0c3}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{cell_r0c4}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{cell_r1c0}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{cell_r1c1}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{cell_r1c2}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{cell_r1c3}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{cell_r1c4}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{cell_r2c0}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{cell_r2c1}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{cell_r2c2}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{cell_r2c3}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{cell_r2c4}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{cell_r3c0}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{cell_r3c1}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{cell_r3c2}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{cell_r3c3}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{cell_r3c4}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{cell_r4c0}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{cell_r4c1}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{cell_r4c2}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{cell_r4c3}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{cell_r4c4}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{cell_r5c0}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{cell_r5c1}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{cell_r5c2}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{cell_r5c3}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{cell_r5c4}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{cell_r6c0}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{cell_r6c1}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{cell_r6c2}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{cell_r6c3}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{cell_r6c4}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{cell_r7c0}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{cell_r7c1}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{cell_r7c2}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{cell_r7c3}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</a:rPr>
                        <a:t>{cell_r7c4}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{slideTitle}</a:t>
            </a:r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12064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575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</a:rPr>
              <a:t>{cap1}</a:t>
            </a:r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512064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30575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</a:rPr>
              <a:t>{cap2}</a:t>
            </a:r>
          </a:p>
        </p:txBody>
      </p:sp>
      <p:pic>
        <p:nvPicPr>
          <p:cNvPr id="7" name="Picture 6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20440"/>
            <a:ext cx="512064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3892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</a:rPr>
              <a:t>{cap3}</a:t>
            </a:r>
          </a:p>
        </p:txBody>
      </p:sp>
      <p:pic>
        <p:nvPicPr>
          <p:cNvPr id="9" name="Picture 8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520440"/>
            <a:ext cx="512064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53892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</a:rPr>
              <a:t>{cap4}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243265" y="1130301"/>
            <a:ext cx="5705470" cy="2785402"/>
          </a:xfrm>
        </p:spPr>
        <p:txBody>
          <a:bodyPr>
            <a:normAutofit/>
          </a:bodyPr>
          <a:lstStyle/>
          <a:p>
            <a:r>
              <a:rPr lang="zh-CN" altLang="en-US" sz="7200" dirty="0"/>
              <a:t>Thank you</a:t>
            </a:r>
            <a:endParaRPr lang="en-US" sz="72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648175"/>
            <a:ext cx="5705470" cy="342899"/>
          </a:xfrm>
        </p:spPr>
        <p:txBody>
          <a:bodyPr/>
          <a:lstStyle/>
          <a:p>
            <a:r>
              <a:rPr lang="en-US" dirty="0"/>
              <a:t>{author}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305276"/>
            <a:ext cx="5705470" cy="342899"/>
          </a:xfrm>
        </p:spPr>
        <p:txBody>
          <a:bodyPr/>
          <a:lstStyle/>
          <a:p>
            <a:r>
              <a:rPr lang="en-US" altLang="zh-CN" dirty="0"/>
              <a:t>{company}-{department}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7.929842519685,&quot;left&quot;:-7.874015748031496e-05,&quot;top&quot;:2.0701574803149603,&quot;width&quot;:960.000078740157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1.5877165354332,&quot;left&quot;:109.6907874015748,&quot;top&quot;:51.28165354330709,&quot;width&quot;:823.917874015748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320157480315,&quot;left&quot;:83.33338582677166,&quot;top&quot;:143.22551181102355,&quot;width&quot;:793.333228346456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1615748031496,&quot;left&quot;:110.18503937007874,&quot;top&quot;:143.1687401574803,&quot;width&quot;:739.63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0615748031496,&quot;left&quot;:71.23472440944882,&quot;top&quot;:134.2696062992126,&quot;width&quot;:821.5031496062993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22834645676,&quot;left&quot;:0,&quot;top&quot;:152.91732283464566,&quot;width&quot;:960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1330708661416,&quot;left&quot;:0,&quot;top&quot;:135.07385826771653,&quot;width&quot;:960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0107086614174,&quot;left&quot;:0,&quot;top&quot;:52.068031496062986,&quot;width&quot;:960}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01031496062996,&quot;left&quot;:52,&quot;top&quot;:137.06614173228348,&quot;width&quot;:856.1355905511812}"/>
</p:tagLst>
</file>

<file path=ppt/theme/theme1.xml><?xml version="1.0" encoding="utf-8"?>
<a:theme xmlns:a="http://schemas.openxmlformats.org/drawingml/2006/main" name="Designed by OfficePLUS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7879BE"/>
      </a:accent1>
      <a:accent2>
        <a:srgbClr val="AF91BC"/>
      </a:accent2>
      <a:accent3>
        <a:srgbClr val="DD90AF"/>
      </a:accent3>
      <a:accent4>
        <a:srgbClr val="F8A299"/>
      </a:accent4>
      <a:accent5>
        <a:srgbClr val="EDC783"/>
      </a:accent5>
      <a:accent6>
        <a:srgbClr val="C6BCB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3456</Words>
  <Application>Microsoft Office PowerPoint</Application>
  <PresentationFormat>宽屏</PresentationFormat>
  <Paragraphs>745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4" baseType="lpstr">
      <vt:lpstr>微软雅黑</vt:lpstr>
      <vt:lpstr>Arial</vt:lpstr>
      <vt:lpstr>Wingdings</vt:lpstr>
      <vt:lpstr>Designed by OfficePLUS</vt:lpstr>
      <vt:lpstr>{title}</vt:lpstr>
      <vt:lpstr>{chapterTitle}</vt:lpstr>
      <vt:lpstr>PowerPoint 演示文稿</vt:lpstr>
      <vt:lpstr>PowerPoint 演示文稿</vt:lpstr>
      <vt:lpstr>PowerPoint 演示文稿</vt:lpstr>
      <vt:lpstr>{slideTitle}</vt:lpstr>
      <vt:lpstr>{slideTitle}</vt:lpstr>
      <vt:lpstr>{slideTitle}</vt:lpstr>
      <vt:lpstr>{slideTitle}</vt:lpstr>
      <vt:lpstr>{slideTitle}</vt:lpstr>
      <vt:lpstr>PowerPoint 演示文稿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{slideTitle}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则灵 和</cp:lastModifiedBy>
  <cp:revision>22</cp:revision>
  <cp:lastPrinted>2024-08-21T16:00:00Z</cp:lastPrinted>
  <dcterms:created xsi:type="dcterms:W3CDTF">2024-08-21T16:00:00Z</dcterms:created>
  <dcterms:modified xsi:type="dcterms:W3CDTF">2026-09-28T10:39:19Z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2F78D812598C4457B9C036999D55DD19_12</vt:lpwstr>
  </property>
</Properties>
</file>