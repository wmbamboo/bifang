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79" r:id="rId4"/>
    <p:sldId id="333" r:id="rId5"/>
    <p:sldId id="332" r:id="rId6"/>
    <p:sldId id="259" r:id="rId7"/>
    <p:sldId id="334" r:id="rId8"/>
    <p:sldId id="335" r:id="rId9"/>
    <p:sldId id="282" r:id="rId10"/>
    <p:sldId id="337" r:id="rId11"/>
    <p:sldId id="336" r:id="rId12"/>
    <p:sldId id="294" r:id="rId13"/>
    <p:sldId id="338" r:id="rId14"/>
    <p:sldId id="339" r:id="rId15"/>
    <p:sldId id="320" r:id="rId16"/>
    <p:sldId id="342" r:id="rId17"/>
    <p:sldId id="341" r:id="rId18"/>
    <p:sldId id="304" r:id="rId19"/>
    <p:sldId id="301" r:id="rId20"/>
    <p:sldId id="340" r:id="rId21"/>
    <p:sldId id="322" r:id="rId22"/>
    <p:sldId id="344" r:id="rId23"/>
    <p:sldId id="345" r:id="rId24"/>
    <p:sldId id="306" r:id="rId25"/>
    <p:sldId id="316" r:id="rId26"/>
    <p:sldId id="319" r:id="rId27"/>
    <p:sldId id="323" r:id="rId28"/>
    <p:sldId id="326" r:id="rId29"/>
    <p:sldId id="329" r:id="rId30"/>
    <p:sldId id="331" r:id="rId31"/>
    <p:sldId id="277" r:id="rId32"/>
  </p:sldIdLst>
  <p:sldSz cx="12192000" cy="6858000"/>
  <p:notesSz cx="6858000" cy="9144000"/>
  <p:custDataLst>
    <p:tags r:id="rId3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86483" autoAdjust="0"/>
  </p:normalViewPr>
  <p:slideViewPr>
    <p:cSldViewPr snapToGrid="0">
      <p:cViewPr varScale="1">
        <p:scale>
          <a:sx n="115" d="100"/>
          <a:sy n="115" d="100"/>
        </p:scale>
        <p:origin x="90" y="435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组合 85"/>
          <p:cNvGrpSpPr/>
          <p:nvPr/>
        </p:nvGrpSpPr>
        <p:grpSpPr>
          <a:xfrm>
            <a:off x="0" y="0"/>
            <a:ext cx="12192002" cy="6858001"/>
            <a:chOff x="0" y="0"/>
            <a:chExt cx="12192002" cy="6858001"/>
          </a:xfrm>
        </p:grpSpPr>
        <p:sp>
          <p:nvSpPr>
            <p:cNvPr id="57" name="任意多边形: 形状 56"/>
            <p:cNvSpPr/>
            <p:nvPr/>
          </p:nvSpPr>
          <p:spPr>
            <a:xfrm>
              <a:off x="7487559" y="1"/>
              <a:ext cx="4704441" cy="5421469"/>
            </a:xfrm>
            <a:custGeom>
              <a:avLst/>
              <a:gdLst>
                <a:gd name="connsiteX0" fmla="*/ 0 w 4704441"/>
                <a:gd name="connsiteY0" fmla="*/ 0 h 5421469"/>
                <a:gd name="connsiteX1" fmla="*/ 4704441 w 4704441"/>
                <a:gd name="connsiteY1" fmla="*/ 0 h 5421469"/>
                <a:gd name="connsiteX2" fmla="*/ 4704441 w 4704441"/>
                <a:gd name="connsiteY2" fmla="*/ 5370535 h 5421469"/>
                <a:gd name="connsiteX3" fmla="*/ 4618387 w 4704441"/>
                <a:gd name="connsiteY3" fmla="*/ 5391422 h 5421469"/>
                <a:gd name="connsiteX4" fmla="*/ 3138203 w 4704441"/>
                <a:gd name="connsiteY4" fmla="*/ 4424291 h 5421469"/>
                <a:gd name="connsiteX5" fmla="*/ 3331691 w 4704441"/>
                <a:gd name="connsiteY5" fmla="*/ 3052157 h 5421469"/>
                <a:gd name="connsiteX6" fmla="*/ 2379645 w 4704441"/>
                <a:gd name="connsiteY6" fmla="*/ 2383652 h 5421469"/>
                <a:gd name="connsiteX7" fmla="*/ 2343749 w 4704441"/>
                <a:gd name="connsiteY7" fmla="*/ 1147989 h 5421469"/>
                <a:gd name="connsiteX8" fmla="*/ 1139108 w 4704441"/>
                <a:gd name="connsiteY8" fmla="*/ 529925 h 5421469"/>
                <a:gd name="connsiteX9" fmla="*/ 7241 w 4704441"/>
                <a:gd name="connsiteY9" fmla="*/ 8695 h 5421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04441" h="5421469">
                  <a:moveTo>
                    <a:pt x="0" y="0"/>
                  </a:moveTo>
                  <a:lnTo>
                    <a:pt x="4704441" y="0"/>
                  </a:lnTo>
                  <a:lnTo>
                    <a:pt x="4704441" y="5370535"/>
                  </a:lnTo>
                  <a:lnTo>
                    <a:pt x="4618387" y="5391422"/>
                  </a:lnTo>
                  <a:cubicBezTo>
                    <a:pt x="3934279" y="5522693"/>
                    <a:pt x="3155112" y="5228063"/>
                    <a:pt x="3138203" y="4424291"/>
                  </a:cubicBezTo>
                  <a:cubicBezTo>
                    <a:pt x="3130080" y="4038708"/>
                    <a:pt x="3554810" y="3396584"/>
                    <a:pt x="3331691" y="3052157"/>
                  </a:cubicBezTo>
                  <a:cubicBezTo>
                    <a:pt x="3120177" y="2725602"/>
                    <a:pt x="2593945" y="2748116"/>
                    <a:pt x="2379645" y="2383652"/>
                  </a:cubicBezTo>
                  <a:cubicBezTo>
                    <a:pt x="2144845" y="1984220"/>
                    <a:pt x="2430706" y="1561192"/>
                    <a:pt x="2343749" y="1147989"/>
                  </a:cubicBezTo>
                  <a:cubicBezTo>
                    <a:pt x="2238997" y="650613"/>
                    <a:pt x="1537535" y="621060"/>
                    <a:pt x="1139108" y="529925"/>
                  </a:cubicBezTo>
                  <a:cubicBezTo>
                    <a:pt x="741649" y="439060"/>
                    <a:pt x="286833" y="311337"/>
                    <a:pt x="7241" y="8695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0" y="4971117"/>
              <a:ext cx="3659048" cy="1886883"/>
            </a:xfrm>
            <a:custGeom>
              <a:avLst/>
              <a:gdLst>
                <a:gd name="connsiteX0" fmla="*/ 1376466 w 3659048"/>
                <a:gd name="connsiteY0" fmla="*/ 157 h 1886883"/>
                <a:gd name="connsiteX1" fmla="*/ 1824758 w 3659048"/>
                <a:gd name="connsiteY1" fmla="*/ 179124 h 1886883"/>
                <a:gd name="connsiteX2" fmla="*/ 2386297 w 3659048"/>
                <a:gd name="connsiteY2" fmla="*/ 509232 h 1886883"/>
                <a:gd name="connsiteX3" fmla="*/ 3234326 w 3659048"/>
                <a:gd name="connsiteY3" fmla="*/ 746089 h 1886883"/>
                <a:gd name="connsiteX4" fmla="*/ 3596347 w 3659048"/>
                <a:gd name="connsiteY4" fmla="*/ 1755512 h 1886883"/>
                <a:gd name="connsiteX5" fmla="*/ 3526032 w 3659048"/>
                <a:gd name="connsiteY5" fmla="*/ 1886883 h 1886883"/>
                <a:gd name="connsiteX6" fmla="*/ 0 w 3659048"/>
                <a:gd name="connsiteY6" fmla="*/ 1886883 h 1886883"/>
                <a:gd name="connsiteX7" fmla="*/ 0 w 3659048"/>
                <a:gd name="connsiteY7" fmla="*/ 374471 h 1886883"/>
                <a:gd name="connsiteX8" fmla="*/ 22041 w 3659048"/>
                <a:gd name="connsiteY8" fmla="*/ 377578 h 1886883"/>
                <a:gd name="connsiteX9" fmla="*/ 436377 w 3659048"/>
                <a:gd name="connsiteY9" fmla="*/ 334107 h 1886883"/>
                <a:gd name="connsiteX10" fmla="*/ 1376466 w 3659048"/>
                <a:gd name="connsiteY10" fmla="*/ 157 h 1886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59048" h="1886883">
                  <a:moveTo>
                    <a:pt x="1376466" y="157"/>
                  </a:moveTo>
                  <a:cubicBezTo>
                    <a:pt x="1516226" y="3261"/>
                    <a:pt x="1662254" y="52873"/>
                    <a:pt x="1824758" y="179124"/>
                  </a:cubicBezTo>
                  <a:cubicBezTo>
                    <a:pt x="2008711" y="322075"/>
                    <a:pt x="2154606" y="450443"/>
                    <a:pt x="2386297" y="509232"/>
                  </a:cubicBezTo>
                  <a:cubicBezTo>
                    <a:pt x="2675599" y="582604"/>
                    <a:pt x="2970788" y="586790"/>
                    <a:pt x="3234326" y="746089"/>
                  </a:cubicBezTo>
                  <a:cubicBezTo>
                    <a:pt x="3586212" y="958816"/>
                    <a:pt x="3761599" y="1364783"/>
                    <a:pt x="3596347" y="1755512"/>
                  </a:cubicBezTo>
                  <a:lnTo>
                    <a:pt x="3526032" y="1886883"/>
                  </a:lnTo>
                  <a:lnTo>
                    <a:pt x="0" y="1886883"/>
                  </a:lnTo>
                  <a:lnTo>
                    <a:pt x="0" y="374471"/>
                  </a:lnTo>
                  <a:lnTo>
                    <a:pt x="22041" y="377578"/>
                  </a:lnTo>
                  <a:cubicBezTo>
                    <a:pt x="157561" y="389377"/>
                    <a:pt x="294995" y="382826"/>
                    <a:pt x="436377" y="334107"/>
                  </a:cubicBezTo>
                  <a:cubicBezTo>
                    <a:pt x="791863" y="211596"/>
                    <a:pt x="1068996" y="-6672"/>
                    <a:pt x="1376466" y="157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0" y="0"/>
              <a:ext cx="5208792" cy="2604768"/>
            </a:xfrm>
            <a:custGeom>
              <a:avLst/>
              <a:gdLst>
                <a:gd name="connsiteX0" fmla="*/ 1087027 w 5208792"/>
                <a:gd name="connsiteY0" fmla="*/ 0 h 2604768"/>
                <a:gd name="connsiteX1" fmla="*/ 4890008 w 5208792"/>
                <a:gd name="connsiteY1" fmla="*/ 0 h 2604768"/>
                <a:gd name="connsiteX2" fmla="*/ 4892209 w 5208792"/>
                <a:gd name="connsiteY2" fmla="*/ 1705 h 2604768"/>
                <a:gd name="connsiteX3" fmla="*/ 5200063 w 5208792"/>
                <a:gd name="connsiteY3" fmla="*/ 439630 h 2604768"/>
                <a:gd name="connsiteX4" fmla="*/ 4735072 w 5208792"/>
                <a:gd name="connsiteY4" fmla="*/ 1204674 h 2604768"/>
                <a:gd name="connsiteX5" fmla="*/ 3442569 w 5208792"/>
                <a:gd name="connsiteY5" fmla="*/ 1328318 h 2604768"/>
                <a:gd name="connsiteX6" fmla="*/ 2386885 w 5208792"/>
                <a:gd name="connsiteY6" fmla="*/ 1586078 h 2604768"/>
                <a:gd name="connsiteX7" fmla="*/ 1956128 w 5208792"/>
                <a:gd name="connsiteY7" fmla="*/ 2172772 h 2604768"/>
                <a:gd name="connsiteX8" fmla="*/ 1057500 w 5208792"/>
                <a:gd name="connsiteY8" fmla="*/ 2220653 h 2604768"/>
                <a:gd name="connsiteX9" fmla="*/ 310985 w 5208792"/>
                <a:gd name="connsiteY9" fmla="*/ 2411944 h 2604768"/>
                <a:gd name="connsiteX10" fmla="*/ 27507 w 5208792"/>
                <a:gd name="connsiteY10" fmla="*/ 2592801 h 2604768"/>
                <a:gd name="connsiteX11" fmla="*/ 0 w 5208792"/>
                <a:gd name="connsiteY11" fmla="*/ 2604768 h 2604768"/>
                <a:gd name="connsiteX12" fmla="*/ 0 w 5208792"/>
                <a:gd name="connsiteY12" fmla="*/ 413420 h 2604768"/>
                <a:gd name="connsiteX13" fmla="*/ 192917 w 5208792"/>
                <a:gd name="connsiteY13" fmla="*/ 307247 h 2604768"/>
                <a:gd name="connsiteX14" fmla="*/ 862861 w 5208792"/>
                <a:gd name="connsiteY14" fmla="*/ 55419 h 2604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08792" h="2604768">
                  <a:moveTo>
                    <a:pt x="1087027" y="0"/>
                  </a:moveTo>
                  <a:lnTo>
                    <a:pt x="4890008" y="0"/>
                  </a:lnTo>
                  <a:lnTo>
                    <a:pt x="4892209" y="1705"/>
                  </a:lnTo>
                  <a:cubicBezTo>
                    <a:pt x="5046331" y="132504"/>
                    <a:pt x="5172976" y="289662"/>
                    <a:pt x="5200063" y="439630"/>
                  </a:cubicBezTo>
                  <a:cubicBezTo>
                    <a:pt x="5259121" y="766800"/>
                    <a:pt x="5009066" y="1064735"/>
                    <a:pt x="4735072" y="1204674"/>
                  </a:cubicBezTo>
                  <a:cubicBezTo>
                    <a:pt x="4334434" y="1409258"/>
                    <a:pt x="3874090" y="1339554"/>
                    <a:pt x="3442569" y="1328318"/>
                  </a:cubicBezTo>
                  <a:cubicBezTo>
                    <a:pt x="3125516" y="1320083"/>
                    <a:pt x="2597292" y="1298614"/>
                    <a:pt x="2386885" y="1586078"/>
                  </a:cubicBezTo>
                  <a:cubicBezTo>
                    <a:pt x="2239181" y="1787956"/>
                    <a:pt x="2192182" y="2043245"/>
                    <a:pt x="1956128" y="2172772"/>
                  </a:cubicBezTo>
                  <a:cubicBezTo>
                    <a:pt x="1686840" y="2320533"/>
                    <a:pt x="1346611" y="2243947"/>
                    <a:pt x="1057500" y="2220653"/>
                  </a:cubicBezTo>
                  <a:cubicBezTo>
                    <a:pt x="762976" y="2196889"/>
                    <a:pt x="545216" y="2227065"/>
                    <a:pt x="310985" y="2411944"/>
                  </a:cubicBezTo>
                  <a:cubicBezTo>
                    <a:pt x="220619" y="2483281"/>
                    <a:pt x="124547" y="2546250"/>
                    <a:pt x="27507" y="2592801"/>
                  </a:cubicBezTo>
                  <a:lnTo>
                    <a:pt x="0" y="2604768"/>
                  </a:lnTo>
                  <a:lnTo>
                    <a:pt x="0" y="413420"/>
                  </a:lnTo>
                  <a:lnTo>
                    <a:pt x="192917" y="307247"/>
                  </a:lnTo>
                  <a:cubicBezTo>
                    <a:pt x="406227" y="201053"/>
                    <a:pt x="636168" y="117853"/>
                    <a:pt x="862861" y="55419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1" y="2286745"/>
              <a:ext cx="1952419" cy="2026550"/>
            </a:xfrm>
            <a:custGeom>
              <a:avLst/>
              <a:gdLst>
                <a:gd name="connsiteX0" fmla="*/ 0 w 1952419"/>
                <a:gd name="connsiteY0" fmla="*/ 0 h 2026550"/>
                <a:gd name="connsiteX1" fmla="*/ 18477 w 1952419"/>
                <a:gd name="connsiteY1" fmla="*/ 21580 h 2026550"/>
                <a:gd name="connsiteX2" fmla="*/ 1021088 w 1952419"/>
                <a:gd name="connsiteY2" fmla="*/ 693993 h 2026550"/>
                <a:gd name="connsiteX3" fmla="*/ 1952088 w 1952419"/>
                <a:gd name="connsiteY3" fmla="*/ 1329691 h 2026550"/>
                <a:gd name="connsiteX4" fmla="*/ 1395427 w 1952419"/>
                <a:gd name="connsiteY4" fmla="*/ 1957388 h 2026550"/>
                <a:gd name="connsiteX5" fmla="*/ 460246 w 1952419"/>
                <a:gd name="connsiteY5" fmla="*/ 1960358 h 2026550"/>
                <a:gd name="connsiteX6" fmla="*/ 222206 w 1952419"/>
                <a:gd name="connsiteY6" fmla="*/ 1899718 h 2026550"/>
                <a:gd name="connsiteX7" fmla="*/ 0 w 1952419"/>
                <a:gd name="connsiteY7" fmla="*/ 1824550 h 202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2419" h="2026550">
                  <a:moveTo>
                    <a:pt x="0" y="0"/>
                  </a:moveTo>
                  <a:lnTo>
                    <a:pt x="18477" y="21580"/>
                  </a:lnTo>
                  <a:cubicBezTo>
                    <a:pt x="303246" y="354837"/>
                    <a:pt x="534434" y="608711"/>
                    <a:pt x="1021088" y="693993"/>
                  </a:cubicBezTo>
                  <a:cubicBezTo>
                    <a:pt x="1405913" y="761453"/>
                    <a:pt x="1968028" y="808488"/>
                    <a:pt x="1952088" y="1329691"/>
                  </a:cubicBezTo>
                  <a:cubicBezTo>
                    <a:pt x="1944632" y="1573230"/>
                    <a:pt x="1599569" y="1877683"/>
                    <a:pt x="1395427" y="1957388"/>
                  </a:cubicBezTo>
                  <a:cubicBezTo>
                    <a:pt x="1103824" y="2071278"/>
                    <a:pt x="757669" y="2024304"/>
                    <a:pt x="460246" y="1960358"/>
                  </a:cubicBezTo>
                  <a:cubicBezTo>
                    <a:pt x="381640" y="1943447"/>
                    <a:pt x="301994" y="1923264"/>
                    <a:pt x="222206" y="1899718"/>
                  </a:cubicBezTo>
                  <a:lnTo>
                    <a:pt x="0" y="182455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1100775" y="4744891"/>
              <a:ext cx="1460653" cy="735269"/>
            </a:xfrm>
            <a:custGeom>
              <a:avLst/>
              <a:gdLst>
                <a:gd name="connsiteX0" fmla="*/ 60610 w 1465988"/>
                <a:gd name="connsiteY0" fmla="*/ 183028 h 737955"/>
                <a:gd name="connsiteX1" fmla="*/ 1023909 w 1465988"/>
                <a:gd name="connsiteY1" fmla="*/ 33859 h 737955"/>
                <a:gd name="connsiteX2" fmla="*/ 1428148 w 1465988"/>
                <a:gd name="connsiteY2" fmla="*/ 435803 h 737955"/>
                <a:gd name="connsiteX3" fmla="*/ 759538 w 1465988"/>
                <a:gd name="connsiteY3" fmla="*/ 500085 h 737955"/>
                <a:gd name="connsiteX4" fmla="*/ 507764 w 1465988"/>
                <a:gd name="connsiteY4" fmla="*/ 714832 h 737955"/>
                <a:gd name="connsiteX5" fmla="*/ 1508 w 1465988"/>
                <a:gd name="connsiteY5" fmla="*/ 301998 h 737955"/>
                <a:gd name="connsiteX6" fmla="*/ 60610 w 1465988"/>
                <a:gd name="connsiteY6" fmla="*/ 182969 h 737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65988" h="737955">
                  <a:moveTo>
                    <a:pt x="60610" y="183028"/>
                  </a:moveTo>
                  <a:cubicBezTo>
                    <a:pt x="251692" y="-19239"/>
                    <a:pt x="837536" y="-28187"/>
                    <a:pt x="1023909" y="33859"/>
                  </a:cubicBezTo>
                  <a:cubicBezTo>
                    <a:pt x="1173490" y="83661"/>
                    <a:pt x="1593270" y="214522"/>
                    <a:pt x="1428148" y="435803"/>
                  </a:cubicBezTo>
                  <a:cubicBezTo>
                    <a:pt x="1252489" y="671153"/>
                    <a:pt x="968044" y="403956"/>
                    <a:pt x="759538" y="500085"/>
                  </a:cubicBezTo>
                  <a:cubicBezTo>
                    <a:pt x="657168" y="547297"/>
                    <a:pt x="607249" y="661381"/>
                    <a:pt x="507764" y="714832"/>
                  </a:cubicBezTo>
                  <a:cubicBezTo>
                    <a:pt x="297785" y="827739"/>
                    <a:pt x="-24747" y="500909"/>
                    <a:pt x="1508" y="301998"/>
                  </a:cubicBezTo>
                  <a:cubicBezTo>
                    <a:pt x="7512" y="256435"/>
                    <a:pt x="28469" y="216994"/>
                    <a:pt x="60610" y="182969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3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958673" y="1517193"/>
              <a:ext cx="1960673" cy="1371399"/>
            </a:xfrm>
            <a:custGeom>
              <a:avLst/>
              <a:gdLst>
                <a:gd name="connsiteX0" fmla="*/ 1237998 w 2382959"/>
                <a:gd name="connsiteY0" fmla="*/ 916 h 1666768"/>
                <a:gd name="connsiteX1" fmla="*/ 2376779 w 2382959"/>
                <a:gd name="connsiteY1" fmla="*/ 597474 h 1666768"/>
                <a:gd name="connsiteX2" fmla="*/ 1644945 w 2382959"/>
                <a:gd name="connsiteY2" fmla="*/ 893221 h 1666768"/>
                <a:gd name="connsiteX3" fmla="*/ 1051449 w 2382959"/>
                <a:gd name="connsiteY3" fmla="*/ 1576961 h 1666768"/>
                <a:gd name="connsiteX4" fmla="*/ 191756 w 2382959"/>
                <a:gd name="connsiteY4" fmla="*/ 1413664 h 1666768"/>
                <a:gd name="connsiteX5" fmla="*/ 1224341 w 2382959"/>
                <a:gd name="connsiteY5" fmla="*/ 1328 h 1666768"/>
                <a:gd name="connsiteX6" fmla="*/ 1237998 w 2382959"/>
                <a:gd name="connsiteY6" fmla="*/ 916 h 1666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82959" h="1666768">
                  <a:moveTo>
                    <a:pt x="1237998" y="916"/>
                  </a:moveTo>
                  <a:cubicBezTo>
                    <a:pt x="1589551" y="-8738"/>
                    <a:pt x="2464785" y="49246"/>
                    <a:pt x="2376779" y="597474"/>
                  </a:cubicBezTo>
                  <a:cubicBezTo>
                    <a:pt x="2320503" y="948262"/>
                    <a:pt x="1859456" y="701786"/>
                    <a:pt x="1644945" y="893221"/>
                  </a:cubicBezTo>
                  <a:cubicBezTo>
                    <a:pt x="1421957" y="1092250"/>
                    <a:pt x="1304400" y="1410897"/>
                    <a:pt x="1051449" y="1576961"/>
                  </a:cubicBezTo>
                  <a:cubicBezTo>
                    <a:pt x="779071" y="1755799"/>
                    <a:pt x="403206" y="1650074"/>
                    <a:pt x="191756" y="1413664"/>
                  </a:cubicBezTo>
                  <a:cubicBezTo>
                    <a:pt x="-425111" y="724273"/>
                    <a:pt x="588696" y="22697"/>
                    <a:pt x="1224341" y="1328"/>
                  </a:cubicBezTo>
                  <a:cubicBezTo>
                    <a:pt x="1228815" y="1151"/>
                    <a:pt x="1233348" y="1034"/>
                    <a:pt x="1237998" y="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2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9815879" y="3495385"/>
              <a:ext cx="2376121" cy="2868907"/>
            </a:xfrm>
            <a:custGeom>
              <a:avLst/>
              <a:gdLst>
                <a:gd name="connsiteX0" fmla="*/ 1274512 w 2376121"/>
                <a:gd name="connsiteY0" fmla="*/ 2503 h 2868907"/>
                <a:gd name="connsiteX1" fmla="*/ 1425028 w 2376121"/>
                <a:gd name="connsiteY1" fmla="*/ 26514 h 2868907"/>
                <a:gd name="connsiteX2" fmla="*/ 2035893 w 2376121"/>
                <a:gd name="connsiteY2" fmla="*/ 161816 h 2868907"/>
                <a:gd name="connsiteX3" fmla="*/ 2286518 w 2376121"/>
                <a:gd name="connsiteY3" fmla="*/ 115080 h 2868907"/>
                <a:gd name="connsiteX4" fmla="*/ 2376121 w 2376121"/>
                <a:gd name="connsiteY4" fmla="*/ 101063 h 2868907"/>
                <a:gd name="connsiteX5" fmla="*/ 2376121 w 2376121"/>
                <a:gd name="connsiteY5" fmla="*/ 2800785 h 2868907"/>
                <a:gd name="connsiteX6" fmla="*/ 2302816 w 2376121"/>
                <a:gd name="connsiteY6" fmla="*/ 2830934 h 2868907"/>
                <a:gd name="connsiteX7" fmla="*/ 2022987 w 2376121"/>
                <a:gd name="connsiteY7" fmla="*/ 2867690 h 2868907"/>
                <a:gd name="connsiteX8" fmla="*/ 1372573 w 2376121"/>
                <a:gd name="connsiteY8" fmla="*/ 2540610 h 2868907"/>
                <a:gd name="connsiteX9" fmla="*/ 591645 w 2376121"/>
                <a:gd name="connsiteY9" fmla="*/ 2479343 h 2868907"/>
                <a:gd name="connsiteX10" fmla="*/ 408747 w 2376121"/>
                <a:gd name="connsiteY10" fmla="*/ 1970126 h 2868907"/>
                <a:gd name="connsiteX11" fmla="*/ 147789 w 2376121"/>
                <a:gd name="connsiteY11" fmla="*/ 1157837 h 2868907"/>
                <a:gd name="connsiteX12" fmla="*/ 261511 w 2376121"/>
                <a:gd name="connsiteY12" fmla="*/ 237584 h 2868907"/>
                <a:gd name="connsiteX13" fmla="*/ 1274512 w 2376121"/>
                <a:gd name="connsiteY13" fmla="*/ 2503 h 2868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76121" h="2868907">
                  <a:moveTo>
                    <a:pt x="1274512" y="2503"/>
                  </a:moveTo>
                  <a:cubicBezTo>
                    <a:pt x="1324341" y="6138"/>
                    <a:pt x="1374498" y="13860"/>
                    <a:pt x="1425028" y="26514"/>
                  </a:cubicBezTo>
                  <a:cubicBezTo>
                    <a:pt x="1633044" y="78622"/>
                    <a:pt x="1812891" y="197548"/>
                    <a:pt x="2035893" y="161816"/>
                  </a:cubicBezTo>
                  <a:cubicBezTo>
                    <a:pt x="2122208" y="147991"/>
                    <a:pt x="2205617" y="129859"/>
                    <a:pt x="2286518" y="115080"/>
                  </a:cubicBezTo>
                  <a:lnTo>
                    <a:pt x="2376121" y="101063"/>
                  </a:lnTo>
                  <a:lnTo>
                    <a:pt x="2376121" y="2800785"/>
                  </a:lnTo>
                  <a:lnTo>
                    <a:pt x="2302816" y="2830934"/>
                  </a:lnTo>
                  <a:cubicBezTo>
                    <a:pt x="2211953" y="2859806"/>
                    <a:pt x="2116882" y="2873206"/>
                    <a:pt x="2022987" y="2867690"/>
                  </a:cubicBezTo>
                  <a:cubicBezTo>
                    <a:pt x="1777018" y="2853258"/>
                    <a:pt x="1604249" y="2605345"/>
                    <a:pt x="1372573" y="2540610"/>
                  </a:cubicBezTo>
                  <a:cubicBezTo>
                    <a:pt x="1116611" y="2469074"/>
                    <a:pt x="841709" y="2600557"/>
                    <a:pt x="591645" y="2479343"/>
                  </a:cubicBezTo>
                  <a:cubicBezTo>
                    <a:pt x="356916" y="2365620"/>
                    <a:pt x="425399" y="2181403"/>
                    <a:pt x="408747" y="1970126"/>
                  </a:cubicBezTo>
                  <a:cubicBezTo>
                    <a:pt x="387306" y="1697443"/>
                    <a:pt x="253255" y="1407137"/>
                    <a:pt x="147789" y="1157837"/>
                  </a:cubicBezTo>
                  <a:cubicBezTo>
                    <a:pt x="28517" y="876064"/>
                    <a:pt x="-162292" y="347143"/>
                    <a:pt x="261511" y="237584"/>
                  </a:cubicBezTo>
                  <a:cubicBezTo>
                    <a:pt x="592999" y="151919"/>
                    <a:pt x="925707" y="-22939"/>
                    <a:pt x="1274512" y="250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8753494" y="0"/>
              <a:ext cx="3436172" cy="2361077"/>
            </a:xfrm>
            <a:custGeom>
              <a:avLst/>
              <a:gdLst>
                <a:gd name="connsiteX0" fmla="*/ 283281 w 3360242"/>
                <a:gd name="connsiteY0" fmla="*/ 0 h 2361077"/>
                <a:gd name="connsiteX1" fmla="*/ 374210 w 3360242"/>
                <a:gd name="connsiteY1" fmla="*/ 0 h 2361077"/>
                <a:gd name="connsiteX2" fmla="*/ 307441 w 3360242"/>
                <a:gd name="connsiteY2" fmla="*/ 13044 h 2361077"/>
                <a:gd name="connsiteX3" fmla="*/ 139780 w 3360242"/>
                <a:gd name="connsiteY3" fmla="*/ 76376 h 2361077"/>
                <a:gd name="connsiteX4" fmla="*/ 43967 w 3360242"/>
                <a:gd name="connsiteY4" fmla="*/ 157052 h 2361077"/>
                <a:gd name="connsiteX5" fmla="*/ 39524 w 3360242"/>
                <a:gd name="connsiteY5" fmla="*/ 345554 h 2361077"/>
                <a:gd name="connsiteX6" fmla="*/ 309251 w 3360242"/>
                <a:gd name="connsiteY6" fmla="*/ 700674 h 2361077"/>
                <a:gd name="connsiteX7" fmla="*/ 318903 w 3360242"/>
                <a:gd name="connsiteY7" fmla="*/ 955702 h 2361077"/>
                <a:gd name="connsiteX8" fmla="*/ 519745 w 3360242"/>
                <a:gd name="connsiteY8" fmla="*/ 1213802 h 2361077"/>
                <a:gd name="connsiteX9" fmla="*/ 833841 w 3360242"/>
                <a:gd name="connsiteY9" fmla="*/ 1328483 h 2361077"/>
                <a:gd name="connsiteX10" fmla="*/ 1152983 w 3360242"/>
                <a:gd name="connsiteY10" fmla="*/ 1346746 h 2361077"/>
                <a:gd name="connsiteX11" fmla="*/ 1682729 w 3360242"/>
                <a:gd name="connsiteY11" fmla="*/ 1554224 h 2361077"/>
                <a:gd name="connsiteX12" fmla="*/ 1888178 w 3360242"/>
                <a:gd name="connsiteY12" fmla="*/ 2047114 h 2361077"/>
                <a:gd name="connsiteX13" fmla="*/ 2303134 w 3360242"/>
                <a:gd name="connsiteY13" fmla="*/ 2300662 h 2361077"/>
                <a:gd name="connsiteX14" fmla="*/ 3350505 w 3360242"/>
                <a:gd name="connsiteY14" fmla="*/ 2298797 h 2361077"/>
                <a:gd name="connsiteX15" fmla="*/ 3351601 w 3360242"/>
                <a:gd name="connsiteY15" fmla="*/ 2317773 h 2361077"/>
                <a:gd name="connsiteX16" fmla="*/ 2351123 w 3360242"/>
                <a:gd name="connsiteY16" fmla="*/ 2332581 h 2361077"/>
                <a:gd name="connsiteX17" fmla="*/ 1940445 w 3360242"/>
                <a:gd name="connsiteY17" fmla="*/ 2149180 h 2361077"/>
                <a:gd name="connsiteX18" fmla="*/ 1742620 w 3360242"/>
                <a:gd name="connsiteY18" fmla="*/ 1713493 h 2361077"/>
                <a:gd name="connsiteX19" fmla="*/ 1586367 w 3360242"/>
                <a:gd name="connsiteY19" fmla="*/ 1483474 h 2361077"/>
                <a:gd name="connsiteX20" fmla="*/ 1271119 w 3360242"/>
                <a:gd name="connsiteY20" fmla="*/ 1376746 h 2361077"/>
                <a:gd name="connsiteX21" fmla="*/ 927680 w 3360242"/>
                <a:gd name="connsiteY21" fmla="*/ 1352011 h 2361077"/>
                <a:gd name="connsiteX22" fmla="*/ 643475 w 3360242"/>
                <a:gd name="connsiteY22" fmla="*/ 1300183 h 2361077"/>
                <a:gd name="connsiteX23" fmla="*/ 289451 w 3360242"/>
                <a:gd name="connsiteY23" fmla="*/ 884514 h 2361077"/>
                <a:gd name="connsiteX24" fmla="*/ 269543 w 3360242"/>
                <a:gd name="connsiteY24" fmla="*/ 628663 h 2361077"/>
                <a:gd name="connsiteX25" fmla="*/ 101334 w 3360242"/>
                <a:gd name="connsiteY25" fmla="*/ 446578 h 2361077"/>
                <a:gd name="connsiteX26" fmla="*/ 1791 w 3360242"/>
                <a:gd name="connsiteY26" fmla="*/ 289228 h 2361077"/>
                <a:gd name="connsiteX27" fmla="*/ 46489 w 3360242"/>
                <a:gd name="connsiteY27" fmla="*/ 122610 h 2361077"/>
                <a:gd name="connsiteX28" fmla="*/ 196291 w 3360242"/>
                <a:gd name="connsiteY28" fmla="*/ 27735 h 2361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360242" h="2361077">
                  <a:moveTo>
                    <a:pt x="283281" y="0"/>
                  </a:moveTo>
                  <a:lnTo>
                    <a:pt x="374210" y="0"/>
                  </a:lnTo>
                  <a:lnTo>
                    <a:pt x="307441" y="13044"/>
                  </a:lnTo>
                  <a:cubicBezTo>
                    <a:pt x="248976" y="28208"/>
                    <a:pt x="191965" y="48186"/>
                    <a:pt x="139780" y="76376"/>
                  </a:cubicBezTo>
                  <a:cubicBezTo>
                    <a:pt x="103912" y="95736"/>
                    <a:pt x="64369" y="120306"/>
                    <a:pt x="43967" y="157052"/>
                  </a:cubicBezTo>
                  <a:cubicBezTo>
                    <a:pt x="13034" y="212665"/>
                    <a:pt x="7385" y="289283"/>
                    <a:pt x="39524" y="345554"/>
                  </a:cubicBezTo>
                  <a:cubicBezTo>
                    <a:pt x="113839" y="475646"/>
                    <a:pt x="291262" y="535975"/>
                    <a:pt x="309251" y="700674"/>
                  </a:cubicBezTo>
                  <a:cubicBezTo>
                    <a:pt x="318574" y="785684"/>
                    <a:pt x="291700" y="872283"/>
                    <a:pt x="318903" y="955702"/>
                  </a:cubicBezTo>
                  <a:cubicBezTo>
                    <a:pt x="353072" y="1060401"/>
                    <a:pt x="429855" y="1151718"/>
                    <a:pt x="519745" y="1213802"/>
                  </a:cubicBezTo>
                  <a:cubicBezTo>
                    <a:pt x="612542" y="1277916"/>
                    <a:pt x="721190" y="1318830"/>
                    <a:pt x="833841" y="1328483"/>
                  </a:cubicBezTo>
                  <a:cubicBezTo>
                    <a:pt x="940021" y="1337587"/>
                    <a:pt x="1046694" y="1338574"/>
                    <a:pt x="1152983" y="1346746"/>
                  </a:cubicBezTo>
                  <a:cubicBezTo>
                    <a:pt x="1338907" y="1361006"/>
                    <a:pt x="1565745" y="1389470"/>
                    <a:pt x="1682729" y="1554224"/>
                  </a:cubicBezTo>
                  <a:cubicBezTo>
                    <a:pt x="1787977" y="1702469"/>
                    <a:pt x="1795764" y="1893165"/>
                    <a:pt x="1888178" y="2047114"/>
                  </a:cubicBezTo>
                  <a:cubicBezTo>
                    <a:pt x="1976972" y="2194976"/>
                    <a:pt x="2140025" y="2266877"/>
                    <a:pt x="2303134" y="2300662"/>
                  </a:cubicBezTo>
                  <a:cubicBezTo>
                    <a:pt x="2650576" y="2372618"/>
                    <a:pt x="3001089" y="2311960"/>
                    <a:pt x="3350505" y="2298797"/>
                  </a:cubicBezTo>
                  <a:cubicBezTo>
                    <a:pt x="3362790" y="2298358"/>
                    <a:pt x="3363778" y="2316731"/>
                    <a:pt x="3351601" y="2317773"/>
                  </a:cubicBezTo>
                  <a:cubicBezTo>
                    <a:pt x="3021381" y="2346622"/>
                    <a:pt x="2680631" y="2390662"/>
                    <a:pt x="2351123" y="2332581"/>
                  </a:cubicBezTo>
                  <a:cubicBezTo>
                    <a:pt x="2204742" y="2306750"/>
                    <a:pt x="2046954" y="2258815"/>
                    <a:pt x="1940445" y="2149180"/>
                  </a:cubicBezTo>
                  <a:cubicBezTo>
                    <a:pt x="1824393" y="2029728"/>
                    <a:pt x="1799329" y="1863713"/>
                    <a:pt x="1742620" y="1713493"/>
                  </a:cubicBezTo>
                  <a:cubicBezTo>
                    <a:pt x="1709658" y="1626235"/>
                    <a:pt x="1664631" y="1538538"/>
                    <a:pt x="1586367" y="1483474"/>
                  </a:cubicBezTo>
                  <a:cubicBezTo>
                    <a:pt x="1494447" y="1418757"/>
                    <a:pt x="1381028" y="1391499"/>
                    <a:pt x="1271119" y="1376746"/>
                  </a:cubicBezTo>
                  <a:cubicBezTo>
                    <a:pt x="1157152" y="1361499"/>
                    <a:pt x="1042361" y="1358154"/>
                    <a:pt x="927680" y="1352011"/>
                  </a:cubicBezTo>
                  <a:cubicBezTo>
                    <a:pt x="830277" y="1346801"/>
                    <a:pt x="734627" y="1337697"/>
                    <a:pt x="643475" y="1300183"/>
                  </a:cubicBezTo>
                  <a:cubicBezTo>
                    <a:pt x="477844" y="1232011"/>
                    <a:pt x="297130" y="1077568"/>
                    <a:pt x="289451" y="884514"/>
                  </a:cubicBezTo>
                  <a:cubicBezTo>
                    <a:pt x="286106" y="799779"/>
                    <a:pt x="312870" y="707475"/>
                    <a:pt x="269543" y="628663"/>
                  </a:cubicBezTo>
                  <a:cubicBezTo>
                    <a:pt x="228574" y="554239"/>
                    <a:pt x="162376" y="503288"/>
                    <a:pt x="101334" y="446578"/>
                  </a:cubicBezTo>
                  <a:cubicBezTo>
                    <a:pt x="55758" y="404183"/>
                    <a:pt x="9689" y="353836"/>
                    <a:pt x="1791" y="289228"/>
                  </a:cubicBezTo>
                  <a:cubicBezTo>
                    <a:pt x="-5065" y="233232"/>
                    <a:pt x="7330" y="165553"/>
                    <a:pt x="46489" y="122610"/>
                  </a:cubicBezTo>
                  <a:cubicBezTo>
                    <a:pt x="85758" y="79557"/>
                    <a:pt x="139108" y="49749"/>
                    <a:pt x="196291" y="27735"/>
                  </a:cubicBez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" name="任意多边形: 形状 74"/>
            <p:cNvSpPr/>
            <p:nvPr/>
          </p:nvSpPr>
          <p:spPr>
            <a:xfrm>
              <a:off x="2" y="1002420"/>
              <a:ext cx="1251276" cy="1363409"/>
            </a:xfrm>
            <a:custGeom>
              <a:avLst/>
              <a:gdLst>
                <a:gd name="connsiteX0" fmla="*/ 400275 w 1376921"/>
                <a:gd name="connsiteY0" fmla="*/ 1490 h 1500314"/>
                <a:gd name="connsiteX1" fmla="*/ 406708 w 1376921"/>
                <a:gd name="connsiteY1" fmla="*/ 14123 h 1500314"/>
                <a:gd name="connsiteX2" fmla="*/ 340776 w 1376921"/>
                <a:gd name="connsiteY2" fmla="*/ 161355 h 1500314"/>
                <a:gd name="connsiteX3" fmla="*/ 273759 w 1376921"/>
                <a:gd name="connsiteY3" fmla="*/ 321665 h 1500314"/>
                <a:gd name="connsiteX4" fmla="*/ 137676 w 1376921"/>
                <a:gd name="connsiteY4" fmla="*/ 489388 h 1500314"/>
                <a:gd name="connsiteX5" fmla="*/ 73793 w 1376921"/>
                <a:gd name="connsiteY5" fmla="*/ 546822 h 1500314"/>
                <a:gd name="connsiteX6" fmla="*/ 72166 w 1376921"/>
                <a:gd name="connsiteY6" fmla="*/ 549233 h 1500314"/>
                <a:gd name="connsiteX7" fmla="*/ 118572 w 1376921"/>
                <a:gd name="connsiteY7" fmla="*/ 577739 h 1500314"/>
                <a:gd name="connsiteX8" fmla="*/ 150634 w 1376921"/>
                <a:gd name="connsiteY8" fmla="*/ 597567 h 1500314"/>
                <a:gd name="connsiteX9" fmla="*/ 293587 w 1376921"/>
                <a:gd name="connsiteY9" fmla="*/ 434907 h 1500314"/>
                <a:gd name="connsiteX10" fmla="*/ 389110 w 1376921"/>
                <a:gd name="connsiteY10" fmla="*/ 284782 h 1500314"/>
                <a:gd name="connsiteX11" fmla="*/ 655972 w 1376921"/>
                <a:gd name="connsiteY11" fmla="*/ 153038 h 1500314"/>
                <a:gd name="connsiteX12" fmla="*/ 670074 w 1376921"/>
                <a:gd name="connsiteY12" fmla="*/ 177025 h 1500314"/>
                <a:gd name="connsiteX13" fmla="*/ 553759 w 1376921"/>
                <a:gd name="connsiteY13" fmla="*/ 319556 h 1500314"/>
                <a:gd name="connsiteX14" fmla="*/ 415507 w 1376921"/>
                <a:gd name="connsiteY14" fmla="*/ 466125 h 1500314"/>
                <a:gd name="connsiteX15" fmla="*/ 283522 w 1376921"/>
                <a:gd name="connsiteY15" fmla="*/ 560202 h 1500314"/>
                <a:gd name="connsiteX16" fmla="*/ 173595 w 1376921"/>
                <a:gd name="connsiteY16" fmla="*/ 611188 h 1500314"/>
                <a:gd name="connsiteX17" fmla="*/ 323961 w 1376921"/>
                <a:gd name="connsiteY17" fmla="*/ 690197 h 1500314"/>
                <a:gd name="connsiteX18" fmla="*/ 537788 w 1376921"/>
                <a:gd name="connsiteY18" fmla="*/ 414054 h 1500314"/>
                <a:gd name="connsiteX19" fmla="*/ 838279 w 1376921"/>
                <a:gd name="connsiteY19" fmla="*/ 294183 h 1500314"/>
                <a:gd name="connsiteX20" fmla="*/ 848525 w 1376921"/>
                <a:gd name="connsiteY20" fmla="*/ 318411 h 1500314"/>
                <a:gd name="connsiteX21" fmla="*/ 694603 w 1376921"/>
                <a:gd name="connsiteY21" fmla="*/ 429543 h 1500314"/>
                <a:gd name="connsiteX22" fmla="*/ 568223 w 1376921"/>
                <a:gd name="connsiteY22" fmla="*/ 559298 h 1500314"/>
                <a:gd name="connsiteX23" fmla="*/ 357771 w 1376921"/>
                <a:gd name="connsiteY23" fmla="*/ 705023 h 1500314"/>
                <a:gd name="connsiteX24" fmla="*/ 407190 w 1376921"/>
                <a:gd name="connsiteY24" fmla="*/ 724730 h 1500314"/>
                <a:gd name="connsiteX25" fmla="*/ 435154 w 1376921"/>
                <a:gd name="connsiteY25" fmla="*/ 734253 h 1500314"/>
                <a:gd name="connsiteX26" fmla="*/ 585580 w 1376921"/>
                <a:gd name="connsiteY26" fmla="*/ 622096 h 1500314"/>
                <a:gd name="connsiteX27" fmla="*/ 724254 w 1376921"/>
                <a:gd name="connsiteY27" fmla="*/ 528381 h 1500314"/>
                <a:gd name="connsiteX28" fmla="*/ 863170 w 1376921"/>
                <a:gd name="connsiteY28" fmla="*/ 495535 h 1500314"/>
                <a:gd name="connsiteX29" fmla="*/ 1043006 w 1376921"/>
                <a:gd name="connsiteY29" fmla="*/ 472212 h 1500314"/>
                <a:gd name="connsiteX30" fmla="*/ 1051926 w 1376921"/>
                <a:gd name="connsiteY30" fmla="*/ 493245 h 1500314"/>
                <a:gd name="connsiteX31" fmla="*/ 910720 w 1376921"/>
                <a:gd name="connsiteY31" fmla="*/ 552005 h 1500314"/>
                <a:gd name="connsiteX32" fmla="*/ 737031 w 1376921"/>
                <a:gd name="connsiteY32" fmla="*/ 647589 h 1500314"/>
                <a:gd name="connsiteX33" fmla="*/ 609265 w 1376921"/>
                <a:gd name="connsiteY33" fmla="*/ 718222 h 1500314"/>
                <a:gd name="connsiteX34" fmla="*/ 478908 w 1376921"/>
                <a:gd name="connsiteY34" fmla="*/ 746848 h 1500314"/>
                <a:gd name="connsiteX35" fmla="*/ 566717 w 1376921"/>
                <a:gd name="connsiteY35" fmla="*/ 769629 h 1500314"/>
                <a:gd name="connsiteX36" fmla="*/ 888783 w 1376921"/>
                <a:gd name="connsiteY36" fmla="*/ 672720 h 1500314"/>
                <a:gd name="connsiteX37" fmla="*/ 1265632 w 1376921"/>
                <a:gd name="connsiteY37" fmla="*/ 724068 h 1500314"/>
                <a:gd name="connsiteX38" fmla="*/ 1271599 w 1376921"/>
                <a:gd name="connsiteY38" fmla="*/ 745462 h 1500314"/>
                <a:gd name="connsiteX39" fmla="*/ 958934 w 1376921"/>
                <a:gd name="connsiteY39" fmla="*/ 804283 h 1500314"/>
                <a:gd name="connsiteX40" fmla="*/ 622283 w 1376921"/>
                <a:gd name="connsiteY40" fmla="*/ 787107 h 1500314"/>
                <a:gd name="connsiteX41" fmla="*/ 656996 w 1376921"/>
                <a:gd name="connsiteY41" fmla="*/ 801269 h 1500314"/>
                <a:gd name="connsiteX42" fmla="*/ 1032459 w 1376921"/>
                <a:gd name="connsiteY42" fmla="*/ 875639 h 1500314"/>
                <a:gd name="connsiteX43" fmla="*/ 1370316 w 1376921"/>
                <a:gd name="connsiteY43" fmla="*/ 1074339 h 1500314"/>
                <a:gd name="connsiteX44" fmla="*/ 1364832 w 1376921"/>
                <a:gd name="connsiteY44" fmla="*/ 1095915 h 1500314"/>
                <a:gd name="connsiteX45" fmla="*/ 970505 w 1376921"/>
                <a:gd name="connsiteY45" fmla="*/ 1006780 h 1500314"/>
                <a:gd name="connsiteX46" fmla="*/ 616979 w 1376921"/>
                <a:gd name="connsiteY46" fmla="*/ 808140 h 1500314"/>
                <a:gd name="connsiteX47" fmla="*/ 612399 w 1376921"/>
                <a:gd name="connsiteY47" fmla="*/ 803258 h 1500314"/>
                <a:gd name="connsiteX48" fmla="*/ 589919 w 1376921"/>
                <a:gd name="connsiteY48" fmla="*/ 796267 h 1500314"/>
                <a:gd name="connsiteX49" fmla="*/ 817186 w 1376921"/>
                <a:gd name="connsiteY49" fmla="*/ 1040348 h 1500314"/>
                <a:gd name="connsiteX50" fmla="*/ 1044754 w 1376921"/>
                <a:gd name="connsiteY50" fmla="*/ 1366392 h 1500314"/>
                <a:gd name="connsiteX51" fmla="*/ 1030953 w 1376921"/>
                <a:gd name="connsiteY51" fmla="*/ 1380254 h 1500314"/>
                <a:gd name="connsiteX52" fmla="*/ 855576 w 1376921"/>
                <a:gd name="connsiteY52" fmla="*/ 1285635 h 1500314"/>
                <a:gd name="connsiteX53" fmla="*/ 745167 w 1376921"/>
                <a:gd name="connsiteY53" fmla="*/ 1159315 h 1500314"/>
                <a:gd name="connsiteX54" fmla="*/ 540862 w 1376921"/>
                <a:gd name="connsiteY54" fmla="*/ 784877 h 1500314"/>
                <a:gd name="connsiteX55" fmla="*/ 540500 w 1376921"/>
                <a:gd name="connsiteY55" fmla="*/ 783129 h 1500314"/>
                <a:gd name="connsiteX56" fmla="*/ 473845 w 1376921"/>
                <a:gd name="connsiteY56" fmla="*/ 766736 h 1500314"/>
                <a:gd name="connsiteX57" fmla="*/ 538391 w 1376921"/>
                <a:gd name="connsiteY57" fmla="*/ 877266 h 1500314"/>
                <a:gd name="connsiteX58" fmla="*/ 617823 w 1376921"/>
                <a:gd name="connsiteY58" fmla="*/ 1071808 h 1500314"/>
                <a:gd name="connsiteX59" fmla="*/ 680561 w 1376921"/>
                <a:gd name="connsiteY59" fmla="*/ 1273280 h 1500314"/>
                <a:gd name="connsiteX60" fmla="*/ 714129 w 1376921"/>
                <a:gd name="connsiteY60" fmla="*/ 1487167 h 1500314"/>
                <a:gd name="connsiteX61" fmla="*/ 695989 w 1376921"/>
                <a:gd name="connsiteY61" fmla="*/ 1497835 h 1500314"/>
                <a:gd name="connsiteX62" fmla="*/ 518563 w 1376921"/>
                <a:gd name="connsiteY62" fmla="*/ 1176672 h 1500314"/>
                <a:gd name="connsiteX63" fmla="*/ 476798 w 1376921"/>
                <a:gd name="connsiteY63" fmla="*/ 960555 h 1500314"/>
                <a:gd name="connsiteX64" fmla="*/ 438288 w 1376921"/>
                <a:gd name="connsiteY64" fmla="*/ 797232 h 1500314"/>
                <a:gd name="connsiteX65" fmla="*/ 432141 w 1376921"/>
                <a:gd name="connsiteY65" fmla="*/ 774210 h 1500314"/>
                <a:gd name="connsiteX66" fmla="*/ 428344 w 1376921"/>
                <a:gd name="connsiteY66" fmla="*/ 756069 h 1500314"/>
                <a:gd name="connsiteX67" fmla="*/ 406889 w 1376921"/>
                <a:gd name="connsiteY67" fmla="*/ 747330 h 1500314"/>
                <a:gd name="connsiteX68" fmla="*/ 378503 w 1376921"/>
                <a:gd name="connsiteY68" fmla="*/ 736965 h 1500314"/>
                <a:gd name="connsiteX69" fmla="*/ 366570 w 1376921"/>
                <a:gd name="connsiteY69" fmla="*/ 732023 h 1500314"/>
                <a:gd name="connsiteX70" fmla="*/ 393329 w 1376921"/>
                <a:gd name="connsiteY70" fmla="*/ 821338 h 1500314"/>
                <a:gd name="connsiteX71" fmla="*/ 409540 w 1376921"/>
                <a:gd name="connsiteY71" fmla="*/ 1004670 h 1500314"/>
                <a:gd name="connsiteX72" fmla="*/ 399114 w 1376921"/>
                <a:gd name="connsiteY72" fmla="*/ 1457215 h 1500314"/>
                <a:gd name="connsiteX73" fmla="*/ 383324 w 1376921"/>
                <a:gd name="connsiteY73" fmla="*/ 1466496 h 1500314"/>
                <a:gd name="connsiteX74" fmla="*/ 267431 w 1376921"/>
                <a:gd name="connsiteY74" fmla="*/ 1177094 h 1500314"/>
                <a:gd name="connsiteX75" fmla="*/ 334568 w 1376921"/>
                <a:gd name="connsiteY75" fmla="*/ 724128 h 1500314"/>
                <a:gd name="connsiteX76" fmla="*/ 334870 w 1376921"/>
                <a:gd name="connsiteY76" fmla="*/ 718704 h 1500314"/>
                <a:gd name="connsiteX77" fmla="*/ 334629 w 1376921"/>
                <a:gd name="connsiteY77" fmla="*/ 718885 h 1500314"/>
                <a:gd name="connsiteX78" fmla="*/ 325890 w 1376921"/>
                <a:gd name="connsiteY78" fmla="*/ 714967 h 1500314"/>
                <a:gd name="connsiteX79" fmla="*/ 321069 w 1376921"/>
                <a:gd name="connsiteY79" fmla="*/ 712858 h 1500314"/>
                <a:gd name="connsiteX80" fmla="*/ 233923 w 1376921"/>
                <a:gd name="connsiteY80" fmla="*/ 670671 h 1500314"/>
                <a:gd name="connsiteX81" fmla="*/ 253389 w 1376921"/>
                <a:gd name="connsiteY81" fmla="*/ 932049 h 1500314"/>
                <a:gd name="connsiteX82" fmla="*/ 201800 w 1376921"/>
                <a:gd name="connsiteY82" fmla="*/ 1117611 h 1500314"/>
                <a:gd name="connsiteX83" fmla="*/ 172691 w 1376921"/>
                <a:gd name="connsiteY83" fmla="*/ 1307331 h 1500314"/>
                <a:gd name="connsiteX84" fmla="*/ 184142 w 1376921"/>
                <a:gd name="connsiteY84" fmla="*/ 1342587 h 1500314"/>
                <a:gd name="connsiteX85" fmla="*/ 161904 w 1376921"/>
                <a:gd name="connsiteY85" fmla="*/ 1351989 h 1500314"/>
                <a:gd name="connsiteX86" fmla="*/ 149428 w 1376921"/>
                <a:gd name="connsiteY86" fmla="*/ 1316733 h 1500314"/>
                <a:gd name="connsiteX87" fmla="*/ 121766 w 1376921"/>
                <a:gd name="connsiteY87" fmla="*/ 1006418 h 1500314"/>
                <a:gd name="connsiteX88" fmla="*/ 154310 w 1376921"/>
                <a:gd name="connsiteY88" fmla="*/ 817602 h 1500314"/>
                <a:gd name="connsiteX89" fmla="*/ 192700 w 1376921"/>
                <a:gd name="connsiteY89" fmla="*/ 648553 h 1500314"/>
                <a:gd name="connsiteX90" fmla="*/ 168051 w 1376921"/>
                <a:gd name="connsiteY90" fmla="*/ 634210 h 1500314"/>
                <a:gd name="connsiteX91" fmla="*/ 142317 w 1376921"/>
                <a:gd name="connsiteY91" fmla="*/ 618781 h 1500314"/>
                <a:gd name="connsiteX92" fmla="*/ 122188 w 1376921"/>
                <a:gd name="connsiteY92" fmla="*/ 606366 h 1500314"/>
                <a:gd name="connsiteX93" fmla="*/ 133940 w 1376921"/>
                <a:gd name="connsiteY93" fmla="*/ 702311 h 1500314"/>
                <a:gd name="connsiteX94" fmla="*/ 98021 w 1376921"/>
                <a:gd name="connsiteY94" fmla="*/ 866056 h 1500314"/>
                <a:gd name="connsiteX95" fmla="*/ 10091 w 1376921"/>
                <a:gd name="connsiteY95" fmla="*/ 1067529 h 1500314"/>
                <a:gd name="connsiteX96" fmla="*/ 0 w 1376921"/>
                <a:gd name="connsiteY96" fmla="*/ 1118340 h 1500314"/>
                <a:gd name="connsiteX97" fmla="*/ 0 w 1376921"/>
                <a:gd name="connsiteY97" fmla="*/ 773825 h 1500314"/>
                <a:gd name="connsiteX98" fmla="*/ 10573 w 1376921"/>
                <a:gd name="connsiteY98" fmla="*/ 749199 h 1500314"/>
                <a:gd name="connsiteX99" fmla="*/ 83255 w 1376921"/>
                <a:gd name="connsiteY99" fmla="*/ 582259 h 1500314"/>
                <a:gd name="connsiteX100" fmla="*/ 43238 w 1376921"/>
                <a:gd name="connsiteY100" fmla="*/ 557791 h 1500314"/>
                <a:gd name="connsiteX101" fmla="*/ 10189 w 1376921"/>
                <a:gd name="connsiteY101" fmla="*/ 695667 h 1500314"/>
                <a:gd name="connsiteX102" fmla="*/ 0 w 1376921"/>
                <a:gd name="connsiteY102" fmla="*/ 710433 h 1500314"/>
                <a:gd name="connsiteX103" fmla="*/ 0 w 1376921"/>
                <a:gd name="connsiteY103" fmla="*/ 561721 h 1500314"/>
                <a:gd name="connsiteX104" fmla="*/ 10814 w 1376921"/>
                <a:gd name="connsiteY104" fmla="*/ 538506 h 1500314"/>
                <a:gd name="connsiteX105" fmla="*/ 0 w 1376921"/>
                <a:gd name="connsiteY105" fmla="*/ 533069 h 1500314"/>
                <a:gd name="connsiteX106" fmla="*/ 0 w 1376921"/>
                <a:gd name="connsiteY106" fmla="*/ 508867 h 1500314"/>
                <a:gd name="connsiteX107" fmla="*/ 50771 w 1376921"/>
                <a:gd name="connsiteY107" fmla="*/ 536457 h 1500314"/>
                <a:gd name="connsiteX108" fmla="*/ 187457 w 1376921"/>
                <a:gd name="connsiteY108" fmla="*/ 195526 h 1500314"/>
                <a:gd name="connsiteX109" fmla="*/ 385614 w 1376921"/>
                <a:gd name="connsiteY109" fmla="*/ 2190 h 1500314"/>
                <a:gd name="connsiteX110" fmla="*/ 400275 w 1376921"/>
                <a:gd name="connsiteY110" fmla="*/ 1490 h 150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376921" h="1500314">
                  <a:moveTo>
                    <a:pt x="400275" y="1490"/>
                  </a:moveTo>
                  <a:cubicBezTo>
                    <a:pt x="404704" y="3622"/>
                    <a:pt x="407763" y="7976"/>
                    <a:pt x="406708" y="14123"/>
                  </a:cubicBezTo>
                  <a:cubicBezTo>
                    <a:pt x="397608" y="67158"/>
                    <a:pt x="357470" y="110008"/>
                    <a:pt x="340776" y="161355"/>
                  </a:cubicBezTo>
                  <a:cubicBezTo>
                    <a:pt x="322575" y="217283"/>
                    <a:pt x="305580" y="271583"/>
                    <a:pt x="273759" y="321665"/>
                  </a:cubicBezTo>
                  <a:cubicBezTo>
                    <a:pt x="234766" y="383077"/>
                    <a:pt x="188963" y="437860"/>
                    <a:pt x="137676" y="489388"/>
                  </a:cubicBezTo>
                  <a:cubicBezTo>
                    <a:pt x="119656" y="507468"/>
                    <a:pt x="98744" y="534528"/>
                    <a:pt x="73793" y="546822"/>
                  </a:cubicBezTo>
                  <a:cubicBezTo>
                    <a:pt x="73251" y="547606"/>
                    <a:pt x="72709" y="548450"/>
                    <a:pt x="72166" y="549233"/>
                  </a:cubicBezTo>
                  <a:cubicBezTo>
                    <a:pt x="87775" y="558575"/>
                    <a:pt x="103264" y="568097"/>
                    <a:pt x="118572" y="577739"/>
                  </a:cubicBezTo>
                  <a:cubicBezTo>
                    <a:pt x="129179" y="584429"/>
                    <a:pt x="139906" y="591058"/>
                    <a:pt x="150634" y="597567"/>
                  </a:cubicBezTo>
                  <a:cubicBezTo>
                    <a:pt x="201981" y="547124"/>
                    <a:pt x="252364" y="493848"/>
                    <a:pt x="293587" y="434907"/>
                  </a:cubicBezTo>
                  <a:cubicBezTo>
                    <a:pt x="327517" y="386332"/>
                    <a:pt x="354095" y="332513"/>
                    <a:pt x="389110" y="284782"/>
                  </a:cubicBezTo>
                  <a:cubicBezTo>
                    <a:pt x="455886" y="193718"/>
                    <a:pt x="551469" y="176301"/>
                    <a:pt x="655972" y="153038"/>
                  </a:cubicBezTo>
                  <a:cubicBezTo>
                    <a:pt x="668748" y="150206"/>
                    <a:pt x="678391" y="167322"/>
                    <a:pt x="670074" y="177025"/>
                  </a:cubicBezTo>
                  <a:cubicBezTo>
                    <a:pt x="630057" y="223671"/>
                    <a:pt x="597573" y="276043"/>
                    <a:pt x="553759" y="319556"/>
                  </a:cubicBezTo>
                  <a:cubicBezTo>
                    <a:pt x="505967" y="367046"/>
                    <a:pt x="462214" y="417670"/>
                    <a:pt x="415507" y="466125"/>
                  </a:cubicBezTo>
                  <a:cubicBezTo>
                    <a:pt x="377659" y="505359"/>
                    <a:pt x="331917" y="535553"/>
                    <a:pt x="283522" y="560202"/>
                  </a:cubicBezTo>
                  <a:cubicBezTo>
                    <a:pt x="248989" y="577739"/>
                    <a:pt x="212046" y="601002"/>
                    <a:pt x="173595" y="611188"/>
                  </a:cubicBezTo>
                  <a:cubicBezTo>
                    <a:pt x="222412" y="639995"/>
                    <a:pt x="272433" y="666693"/>
                    <a:pt x="323961" y="690197"/>
                  </a:cubicBezTo>
                  <a:cubicBezTo>
                    <a:pt x="408817" y="609500"/>
                    <a:pt x="450763" y="493004"/>
                    <a:pt x="537788" y="414054"/>
                  </a:cubicBezTo>
                  <a:cubicBezTo>
                    <a:pt x="624091" y="335768"/>
                    <a:pt x="728413" y="320580"/>
                    <a:pt x="838279" y="294183"/>
                  </a:cubicBezTo>
                  <a:cubicBezTo>
                    <a:pt x="852020" y="290929"/>
                    <a:pt x="858710" y="310516"/>
                    <a:pt x="848525" y="318411"/>
                  </a:cubicBezTo>
                  <a:cubicBezTo>
                    <a:pt x="798081" y="357645"/>
                    <a:pt x="741611" y="385186"/>
                    <a:pt x="694603" y="429543"/>
                  </a:cubicBezTo>
                  <a:cubicBezTo>
                    <a:pt x="650668" y="471007"/>
                    <a:pt x="610832" y="516448"/>
                    <a:pt x="568223" y="559298"/>
                  </a:cubicBezTo>
                  <a:cubicBezTo>
                    <a:pt x="507715" y="620107"/>
                    <a:pt x="441241" y="681459"/>
                    <a:pt x="357771" y="705023"/>
                  </a:cubicBezTo>
                  <a:cubicBezTo>
                    <a:pt x="374103" y="711894"/>
                    <a:pt x="390556" y="718583"/>
                    <a:pt x="407190" y="724730"/>
                  </a:cubicBezTo>
                  <a:cubicBezTo>
                    <a:pt x="416411" y="728166"/>
                    <a:pt x="425752" y="731300"/>
                    <a:pt x="435154" y="734253"/>
                  </a:cubicBezTo>
                  <a:cubicBezTo>
                    <a:pt x="483367" y="694476"/>
                    <a:pt x="535739" y="659823"/>
                    <a:pt x="585580" y="622096"/>
                  </a:cubicBezTo>
                  <a:cubicBezTo>
                    <a:pt x="629213" y="589070"/>
                    <a:pt x="673751" y="550680"/>
                    <a:pt x="724254" y="528381"/>
                  </a:cubicBezTo>
                  <a:cubicBezTo>
                    <a:pt x="769575" y="508372"/>
                    <a:pt x="813992" y="500357"/>
                    <a:pt x="863170" y="495535"/>
                  </a:cubicBezTo>
                  <a:cubicBezTo>
                    <a:pt x="923376" y="489629"/>
                    <a:pt x="982739" y="477636"/>
                    <a:pt x="1043006" y="472212"/>
                  </a:cubicBezTo>
                  <a:cubicBezTo>
                    <a:pt x="1054939" y="471127"/>
                    <a:pt x="1061026" y="485410"/>
                    <a:pt x="1051926" y="493245"/>
                  </a:cubicBezTo>
                  <a:cubicBezTo>
                    <a:pt x="1012270" y="527236"/>
                    <a:pt x="957608" y="531695"/>
                    <a:pt x="910720" y="552005"/>
                  </a:cubicBezTo>
                  <a:cubicBezTo>
                    <a:pt x="849790" y="578402"/>
                    <a:pt x="791392" y="609259"/>
                    <a:pt x="737031" y="647589"/>
                  </a:cubicBezTo>
                  <a:cubicBezTo>
                    <a:pt x="697737" y="675312"/>
                    <a:pt x="656695" y="706228"/>
                    <a:pt x="609265" y="718222"/>
                  </a:cubicBezTo>
                  <a:cubicBezTo>
                    <a:pt x="566234" y="729130"/>
                    <a:pt x="522420" y="737567"/>
                    <a:pt x="478908" y="746848"/>
                  </a:cubicBezTo>
                  <a:cubicBezTo>
                    <a:pt x="508137" y="754623"/>
                    <a:pt x="537608" y="761614"/>
                    <a:pt x="566717" y="769629"/>
                  </a:cubicBezTo>
                  <a:cubicBezTo>
                    <a:pt x="672244" y="710025"/>
                    <a:pt x="765597" y="675131"/>
                    <a:pt x="888783" y="672720"/>
                  </a:cubicBezTo>
                  <a:cubicBezTo>
                    <a:pt x="1017332" y="670189"/>
                    <a:pt x="1137264" y="726840"/>
                    <a:pt x="1265632" y="724068"/>
                  </a:cubicBezTo>
                  <a:cubicBezTo>
                    <a:pt x="1277686" y="723826"/>
                    <a:pt x="1284134" y="740098"/>
                    <a:pt x="1271599" y="745462"/>
                  </a:cubicBezTo>
                  <a:cubicBezTo>
                    <a:pt x="1173846" y="787167"/>
                    <a:pt x="1065666" y="812660"/>
                    <a:pt x="958934" y="804283"/>
                  </a:cubicBezTo>
                  <a:cubicBezTo>
                    <a:pt x="849007" y="795665"/>
                    <a:pt x="732993" y="774933"/>
                    <a:pt x="622283" y="787107"/>
                  </a:cubicBezTo>
                  <a:cubicBezTo>
                    <a:pt x="634035" y="791386"/>
                    <a:pt x="645606" y="796026"/>
                    <a:pt x="656996" y="801269"/>
                  </a:cubicBezTo>
                  <a:cubicBezTo>
                    <a:pt x="779097" y="837671"/>
                    <a:pt x="911022" y="836706"/>
                    <a:pt x="1032459" y="875639"/>
                  </a:cubicBezTo>
                  <a:cubicBezTo>
                    <a:pt x="1159924" y="916500"/>
                    <a:pt x="1253880" y="1012083"/>
                    <a:pt x="1370316" y="1074339"/>
                  </a:cubicBezTo>
                  <a:cubicBezTo>
                    <a:pt x="1381224" y="1080185"/>
                    <a:pt x="1378090" y="1096999"/>
                    <a:pt x="1364832" y="1095915"/>
                  </a:cubicBezTo>
                  <a:cubicBezTo>
                    <a:pt x="1225856" y="1084464"/>
                    <a:pt x="1096282" y="1073375"/>
                    <a:pt x="970505" y="1006780"/>
                  </a:cubicBezTo>
                  <a:cubicBezTo>
                    <a:pt x="850996" y="943499"/>
                    <a:pt x="735826" y="872505"/>
                    <a:pt x="616979" y="808140"/>
                  </a:cubicBezTo>
                  <a:cubicBezTo>
                    <a:pt x="614689" y="806874"/>
                    <a:pt x="613243" y="805127"/>
                    <a:pt x="612399" y="803258"/>
                  </a:cubicBezTo>
                  <a:cubicBezTo>
                    <a:pt x="604926" y="800848"/>
                    <a:pt x="597453" y="798497"/>
                    <a:pt x="589919" y="796267"/>
                  </a:cubicBezTo>
                  <a:cubicBezTo>
                    <a:pt x="682791" y="850990"/>
                    <a:pt x="758365" y="957783"/>
                    <a:pt x="817186" y="1040348"/>
                  </a:cubicBezTo>
                  <a:cubicBezTo>
                    <a:pt x="892941" y="1146780"/>
                    <a:pt x="956764" y="1269845"/>
                    <a:pt x="1044754" y="1366392"/>
                  </a:cubicBezTo>
                  <a:cubicBezTo>
                    <a:pt x="1052227" y="1374649"/>
                    <a:pt x="1039149" y="1387848"/>
                    <a:pt x="1030953" y="1380254"/>
                  </a:cubicBezTo>
                  <a:cubicBezTo>
                    <a:pt x="981233" y="1334451"/>
                    <a:pt x="908490" y="1328424"/>
                    <a:pt x="855576" y="1285635"/>
                  </a:cubicBezTo>
                  <a:cubicBezTo>
                    <a:pt x="811039" y="1249595"/>
                    <a:pt x="777410" y="1206444"/>
                    <a:pt x="745167" y="1159315"/>
                  </a:cubicBezTo>
                  <a:cubicBezTo>
                    <a:pt x="662722" y="1038962"/>
                    <a:pt x="598477" y="918428"/>
                    <a:pt x="540862" y="784877"/>
                  </a:cubicBezTo>
                  <a:cubicBezTo>
                    <a:pt x="540561" y="784274"/>
                    <a:pt x="540681" y="783732"/>
                    <a:pt x="540500" y="783129"/>
                  </a:cubicBezTo>
                  <a:cubicBezTo>
                    <a:pt x="518322" y="777585"/>
                    <a:pt x="496023" y="772402"/>
                    <a:pt x="473845" y="766736"/>
                  </a:cubicBezTo>
                  <a:cubicBezTo>
                    <a:pt x="504401" y="794640"/>
                    <a:pt x="522661" y="841889"/>
                    <a:pt x="538391" y="877266"/>
                  </a:cubicBezTo>
                  <a:cubicBezTo>
                    <a:pt x="566897" y="941209"/>
                    <a:pt x="591788" y="1006840"/>
                    <a:pt x="617823" y="1071808"/>
                  </a:cubicBezTo>
                  <a:cubicBezTo>
                    <a:pt x="644099" y="1137559"/>
                    <a:pt x="668628" y="1203250"/>
                    <a:pt x="680561" y="1273280"/>
                  </a:cubicBezTo>
                  <a:cubicBezTo>
                    <a:pt x="692674" y="1344455"/>
                    <a:pt x="699123" y="1416474"/>
                    <a:pt x="714129" y="1487167"/>
                  </a:cubicBezTo>
                  <a:cubicBezTo>
                    <a:pt x="716118" y="1496569"/>
                    <a:pt x="703281" y="1504524"/>
                    <a:pt x="695989" y="1497835"/>
                  </a:cubicBezTo>
                  <a:cubicBezTo>
                    <a:pt x="610651" y="1419126"/>
                    <a:pt x="550445" y="1286418"/>
                    <a:pt x="518563" y="1176672"/>
                  </a:cubicBezTo>
                  <a:cubicBezTo>
                    <a:pt x="498133" y="1106461"/>
                    <a:pt x="489274" y="1032453"/>
                    <a:pt x="476798" y="960555"/>
                  </a:cubicBezTo>
                  <a:cubicBezTo>
                    <a:pt x="467276" y="905592"/>
                    <a:pt x="452692" y="851231"/>
                    <a:pt x="438288" y="797232"/>
                  </a:cubicBezTo>
                  <a:cubicBezTo>
                    <a:pt x="436239" y="789578"/>
                    <a:pt x="434190" y="781864"/>
                    <a:pt x="432141" y="774210"/>
                  </a:cubicBezTo>
                  <a:cubicBezTo>
                    <a:pt x="430875" y="769328"/>
                    <a:pt x="430574" y="760288"/>
                    <a:pt x="428344" y="756069"/>
                  </a:cubicBezTo>
                  <a:cubicBezTo>
                    <a:pt x="425391" y="750645"/>
                    <a:pt x="412313" y="749139"/>
                    <a:pt x="406889" y="747330"/>
                  </a:cubicBezTo>
                  <a:cubicBezTo>
                    <a:pt x="397306" y="744136"/>
                    <a:pt x="387844" y="740701"/>
                    <a:pt x="378503" y="736965"/>
                  </a:cubicBezTo>
                  <a:cubicBezTo>
                    <a:pt x="374525" y="735337"/>
                    <a:pt x="370548" y="733650"/>
                    <a:pt x="366570" y="732023"/>
                  </a:cubicBezTo>
                  <a:cubicBezTo>
                    <a:pt x="382601" y="758118"/>
                    <a:pt x="386760" y="791446"/>
                    <a:pt x="393329" y="821338"/>
                  </a:cubicBezTo>
                  <a:cubicBezTo>
                    <a:pt x="406587" y="881485"/>
                    <a:pt x="412494" y="943078"/>
                    <a:pt x="409540" y="1004670"/>
                  </a:cubicBezTo>
                  <a:cubicBezTo>
                    <a:pt x="402128" y="1157568"/>
                    <a:pt x="383505" y="1304318"/>
                    <a:pt x="399114" y="1457215"/>
                  </a:cubicBezTo>
                  <a:cubicBezTo>
                    <a:pt x="399958" y="1465411"/>
                    <a:pt x="390315" y="1472402"/>
                    <a:pt x="383324" y="1466496"/>
                  </a:cubicBezTo>
                  <a:cubicBezTo>
                    <a:pt x="296540" y="1393513"/>
                    <a:pt x="263273" y="1288588"/>
                    <a:pt x="267431" y="1177094"/>
                  </a:cubicBezTo>
                  <a:cubicBezTo>
                    <a:pt x="273277" y="1020882"/>
                    <a:pt x="358133" y="882208"/>
                    <a:pt x="334568" y="724128"/>
                  </a:cubicBezTo>
                  <a:cubicBezTo>
                    <a:pt x="334267" y="722139"/>
                    <a:pt x="334388" y="720331"/>
                    <a:pt x="334870" y="718704"/>
                  </a:cubicBezTo>
                  <a:lnTo>
                    <a:pt x="334629" y="718885"/>
                  </a:lnTo>
                  <a:cubicBezTo>
                    <a:pt x="331676" y="717498"/>
                    <a:pt x="328783" y="716233"/>
                    <a:pt x="325890" y="714967"/>
                  </a:cubicBezTo>
                  <a:cubicBezTo>
                    <a:pt x="324082" y="714726"/>
                    <a:pt x="322515" y="713943"/>
                    <a:pt x="321069" y="712858"/>
                  </a:cubicBezTo>
                  <a:cubicBezTo>
                    <a:pt x="291538" y="699659"/>
                    <a:pt x="262549" y="685617"/>
                    <a:pt x="233923" y="670671"/>
                  </a:cubicBezTo>
                  <a:cubicBezTo>
                    <a:pt x="277978" y="741726"/>
                    <a:pt x="268877" y="862079"/>
                    <a:pt x="253389" y="932049"/>
                  </a:cubicBezTo>
                  <a:cubicBezTo>
                    <a:pt x="239467" y="994907"/>
                    <a:pt x="219097" y="1055716"/>
                    <a:pt x="201800" y="1117611"/>
                  </a:cubicBezTo>
                  <a:cubicBezTo>
                    <a:pt x="186613" y="1172092"/>
                    <a:pt x="161662" y="1246461"/>
                    <a:pt x="172691" y="1307331"/>
                  </a:cubicBezTo>
                  <a:cubicBezTo>
                    <a:pt x="176187" y="1319083"/>
                    <a:pt x="179923" y="1330835"/>
                    <a:pt x="184142" y="1342587"/>
                  </a:cubicBezTo>
                  <a:cubicBezTo>
                    <a:pt x="189446" y="1357292"/>
                    <a:pt x="168955" y="1365850"/>
                    <a:pt x="161904" y="1351989"/>
                  </a:cubicBezTo>
                  <a:cubicBezTo>
                    <a:pt x="156239" y="1340779"/>
                    <a:pt x="152201" y="1328967"/>
                    <a:pt x="149428" y="1316733"/>
                  </a:cubicBezTo>
                  <a:cubicBezTo>
                    <a:pt x="116944" y="1217051"/>
                    <a:pt x="110014" y="1110740"/>
                    <a:pt x="121766" y="1006418"/>
                  </a:cubicBezTo>
                  <a:cubicBezTo>
                    <a:pt x="128877" y="942897"/>
                    <a:pt x="140027" y="879918"/>
                    <a:pt x="154310" y="817602"/>
                  </a:cubicBezTo>
                  <a:cubicBezTo>
                    <a:pt x="157926" y="801993"/>
                    <a:pt x="191013" y="647890"/>
                    <a:pt x="192700" y="648553"/>
                  </a:cubicBezTo>
                  <a:cubicBezTo>
                    <a:pt x="183901" y="645299"/>
                    <a:pt x="176127" y="638910"/>
                    <a:pt x="168051" y="634210"/>
                  </a:cubicBezTo>
                  <a:cubicBezTo>
                    <a:pt x="159433" y="629147"/>
                    <a:pt x="150814" y="624024"/>
                    <a:pt x="142317" y="618781"/>
                  </a:cubicBezTo>
                  <a:cubicBezTo>
                    <a:pt x="135567" y="614683"/>
                    <a:pt x="128877" y="610525"/>
                    <a:pt x="122188" y="606366"/>
                  </a:cubicBezTo>
                  <a:cubicBezTo>
                    <a:pt x="133156" y="636379"/>
                    <a:pt x="134422" y="674166"/>
                    <a:pt x="133940" y="702311"/>
                  </a:cubicBezTo>
                  <a:cubicBezTo>
                    <a:pt x="132975" y="759324"/>
                    <a:pt x="119898" y="813443"/>
                    <a:pt x="98021" y="866056"/>
                  </a:cubicBezTo>
                  <a:cubicBezTo>
                    <a:pt x="69996" y="933495"/>
                    <a:pt x="32932" y="998041"/>
                    <a:pt x="10091" y="1067529"/>
                  </a:cubicBezTo>
                  <a:lnTo>
                    <a:pt x="0" y="1118340"/>
                  </a:lnTo>
                  <a:lnTo>
                    <a:pt x="0" y="773825"/>
                  </a:lnTo>
                  <a:lnTo>
                    <a:pt x="10573" y="749199"/>
                  </a:lnTo>
                  <a:cubicBezTo>
                    <a:pt x="33475" y="695200"/>
                    <a:pt x="46010" y="628183"/>
                    <a:pt x="83255" y="582259"/>
                  </a:cubicBezTo>
                  <a:cubicBezTo>
                    <a:pt x="69936" y="574003"/>
                    <a:pt x="56617" y="565867"/>
                    <a:pt x="43238" y="557791"/>
                  </a:cubicBezTo>
                  <a:cubicBezTo>
                    <a:pt x="49717" y="605613"/>
                    <a:pt x="34092" y="652139"/>
                    <a:pt x="10189" y="695667"/>
                  </a:cubicBezTo>
                  <a:lnTo>
                    <a:pt x="0" y="710433"/>
                  </a:lnTo>
                  <a:lnTo>
                    <a:pt x="0" y="561721"/>
                  </a:lnTo>
                  <a:lnTo>
                    <a:pt x="10814" y="538506"/>
                  </a:lnTo>
                  <a:lnTo>
                    <a:pt x="0" y="533069"/>
                  </a:lnTo>
                  <a:lnTo>
                    <a:pt x="0" y="508867"/>
                  </a:lnTo>
                  <a:lnTo>
                    <a:pt x="50771" y="536457"/>
                  </a:lnTo>
                  <a:cubicBezTo>
                    <a:pt x="119837" y="434605"/>
                    <a:pt x="127431" y="302802"/>
                    <a:pt x="187457" y="195526"/>
                  </a:cubicBezTo>
                  <a:cubicBezTo>
                    <a:pt x="233682" y="112840"/>
                    <a:pt x="306303" y="51669"/>
                    <a:pt x="385614" y="2190"/>
                  </a:cubicBezTo>
                  <a:cubicBezTo>
                    <a:pt x="390044" y="-552"/>
                    <a:pt x="395845" y="-642"/>
                    <a:pt x="400275" y="1490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9692446" y="26291"/>
              <a:ext cx="2499554" cy="1309023"/>
            </a:xfrm>
            <a:custGeom>
              <a:avLst/>
              <a:gdLst>
                <a:gd name="connsiteX0" fmla="*/ 2327548 w 2327548"/>
                <a:gd name="connsiteY0" fmla="*/ 379583 h 1218943"/>
                <a:gd name="connsiteX1" fmla="*/ 2327548 w 2327548"/>
                <a:gd name="connsiteY1" fmla="*/ 493956 h 1218943"/>
                <a:gd name="connsiteX2" fmla="*/ 2297176 w 2327548"/>
                <a:gd name="connsiteY2" fmla="*/ 550647 h 1218943"/>
                <a:gd name="connsiteX3" fmla="*/ 2265717 w 2327548"/>
                <a:gd name="connsiteY3" fmla="*/ 664310 h 1218943"/>
                <a:gd name="connsiteX4" fmla="*/ 2283857 w 2327548"/>
                <a:gd name="connsiteY4" fmla="*/ 713006 h 1218943"/>
                <a:gd name="connsiteX5" fmla="*/ 2294042 w 2327548"/>
                <a:gd name="connsiteY5" fmla="*/ 789424 h 1218943"/>
                <a:gd name="connsiteX6" fmla="*/ 2209186 w 2327548"/>
                <a:gd name="connsiteY6" fmla="*/ 968297 h 1218943"/>
                <a:gd name="connsiteX7" fmla="*/ 2062918 w 2327548"/>
                <a:gd name="connsiteY7" fmla="*/ 1073041 h 1218943"/>
                <a:gd name="connsiteX8" fmla="*/ 2045380 w 2327548"/>
                <a:gd name="connsiteY8" fmla="*/ 1053996 h 1218943"/>
                <a:gd name="connsiteX9" fmla="*/ 2127042 w 2327548"/>
                <a:gd name="connsiteY9" fmla="*/ 828297 h 1218943"/>
                <a:gd name="connsiteX10" fmla="*/ 2155669 w 2327548"/>
                <a:gd name="connsiteY10" fmla="*/ 618990 h 1218943"/>
                <a:gd name="connsiteX11" fmla="*/ 2279108 w 2327548"/>
                <a:gd name="connsiteY11" fmla="*/ 426479 h 1218943"/>
                <a:gd name="connsiteX12" fmla="*/ 1387046 w 2327548"/>
                <a:gd name="connsiteY12" fmla="*/ 47461 h 1218943"/>
                <a:gd name="connsiteX13" fmla="*/ 1706801 w 2327548"/>
                <a:gd name="connsiteY13" fmla="*/ 219721 h 1218943"/>
                <a:gd name="connsiteX14" fmla="*/ 1828781 w 2327548"/>
                <a:gd name="connsiteY14" fmla="*/ 297707 h 1218943"/>
                <a:gd name="connsiteX15" fmla="*/ 1955463 w 2327548"/>
                <a:gd name="connsiteY15" fmla="*/ 301744 h 1218943"/>
                <a:gd name="connsiteX16" fmla="*/ 2057374 w 2327548"/>
                <a:gd name="connsiteY16" fmla="*/ 337965 h 1218943"/>
                <a:gd name="connsiteX17" fmla="*/ 2057494 w 2327548"/>
                <a:gd name="connsiteY17" fmla="*/ 338206 h 1218943"/>
                <a:gd name="connsiteX18" fmla="*/ 2167662 w 2327548"/>
                <a:gd name="connsiteY18" fmla="*/ 402571 h 1218943"/>
                <a:gd name="connsiteX19" fmla="*/ 2171338 w 2327548"/>
                <a:gd name="connsiteY19" fmla="*/ 404319 h 1218943"/>
                <a:gd name="connsiteX20" fmla="*/ 2185561 w 2327548"/>
                <a:gd name="connsiteY20" fmla="*/ 399980 h 1218943"/>
                <a:gd name="connsiteX21" fmla="*/ 2191046 w 2327548"/>
                <a:gd name="connsiteY21" fmla="*/ 399919 h 1218943"/>
                <a:gd name="connsiteX22" fmla="*/ 2327548 w 2327548"/>
                <a:gd name="connsiteY22" fmla="*/ 350872 h 1218943"/>
                <a:gd name="connsiteX23" fmla="*/ 2327548 w 2327548"/>
                <a:gd name="connsiteY23" fmla="*/ 373761 h 1218943"/>
                <a:gd name="connsiteX24" fmla="*/ 2130598 w 2327548"/>
                <a:gd name="connsiteY24" fmla="*/ 443553 h 1218943"/>
                <a:gd name="connsiteX25" fmla="*/ 2088471 w 2327548"/>
                <a:gd name="connsiteY25" fmla="*/ 554986 h 1218943"/>
                <a:gd name="connsiteX26" fmla="*/ 2016573 w 2327548"/>
                <a:gd name="connsiteY26" fmla="*/ 656897 h 1218943"/>
                <a:gd name="connsiteX27" fmla="*/ 1956969 w 2327548"/>
                <a:gd name="connsiteY27" fmla="*/ 862347 h 1218943"/>
                <a:gd name="connsiteX28" fmla="*/ 1940275 w 2327548"/>
                <a:gd name="connsiteY28" fmla="*/ 987823 h 1218943"/>
                <a:gd name="connsiteX29" fmla="*/ 1555772 w 2327548"/>
                <a:gd name="connsiteY29" fmla="*/ 1218103 h 1218943"/>
                <a:gd name="connsiteX30" fmla="*/ 1540284 w 2327548"/>
                <a:gd name="connsiteY30" fmla="*/ 1196166 h 1218943"/>
                <a:gd name="connsiteX31" fmla="*/ 1591571 w 2327548"/>
                <a:gd name="connsiteY31" fmla="*/ 1150182 h 1218943"/>
                <a:gd name="connsiteX32" fmla="*/ 1638097 w 2327548"/>
                <a:gd name="connsiteY32" fmla="*/ 1073824 h 1218943"/>
                <a:gd name="connsiteX33" fmla="*/ 1713732 w 2327548"/>
                <a:gd name="connsiteY33" fmla="*/ 985654 h 1218943"/>
                <a:gd name="connsiteX34" fmla="*/ 1793706 w 2327548"/>
                <a:gd name="connsiteY34" fmla="*/ 841495 h 1218943"/>
                <a:gd name="connsiteX35" fmla="*/ 1820344 w 2327548"/>
                <a:gd name="connsiteY35" fmla="*/ 722528 h 1218943"/>
                <a:gd name="connsiteX36" fmla="*/ 1987705 w 2327548"/>
                <a:gd name="connsiteY36" fmla="*/ 523949 h 1218943"/>
                <a:gd name="connsiteX37" fmla="*/ 2060628 w 2327548"/>
                <a:gd name="connsiteY37" fmla="*/ 467780 h 1218943"/>
                <a:gd name="connsiteX38" fmla="*/ 1803530 w 2327548"/>
                <a:gd name="connsiteY38" fmla="*/ 551008 h 1218943"/>
                <a:gd name="connsiteX39" fmla="*/ 1802565 w 2327548"/>
                <a:gd name="connsiteY39" fmla="*/ 556372 h 1218943"/>
                <a:gd name="connsiteX40" fmla="*/ 1655514 w 2327548"/>
                <a:gd name="connsiteY40" fmla="*/ 827212 h 1218943"/>
                <a:gd name="connsiteX41" fmla="*/ 1509065 w 2327548"/>
                <a:gd name="connsiteY41" fmla="*/ 913213 h 1218943"/>
                <a:gd name="connsiteX42" fmla="*/ 1382806 w 2327548"/>
                <a:gd name="connsiteY42" fmla="*/ 1027961 h 1218943"/>
                <a:gd name="connsiteX43" fmla="*/ 1102806 w 2327548"/>
                <a:gd name="connsiteY43" fmla="*/ 1146144 h 1218943"/>
                <a:gd name="connsiteX44" fmla="*/ 717278 w 2327548"/>
                <a:gd name="connsiteY44" fmla="*/ 1209304 h 1218943"/>
                <a:gd name="connsiteX45" fmla="*/ 711855 w 2327548"/>
                <a:gd name="connsiteY45" fmla="*/ 1185378 h 1218943"/>
                <a:gd name="connsiteX46" fmla="*/ 1005475 w 2327548"/>
                <a:gd name="connsiteY46" fmla="*/ 1007952 h 1218943"/>
                <a:gd name="connsiteX47" fmla="*/ 1238949 w 2327548"/>
                <a:gd name="connsiteY47" fmla="*/ 846437 h 1218943"/>
                <a:gd name="connsiteX48" fmla="*/ 1545045 w 2327548"/>
                <a:gd name="connsiteY48" fmla="*/ 731809 h 1218943"/>
                <a:gd name="connsiteX49" fmla="*/ 1745251 w 2327548"/>
                <a:gd name="connsiteY49" fmla="*/ 567823 h 1218943"/>
                <a:gd name="connsiteX50" fmla="*/ 1307593 w 2327548"/>
                <a:gd name="connsiteY50" fmla="*/ 647857 h 1218943"/>
                <a:gd name="connsiteX51" fmla="*/ 1274988 w 2327548"/>
                <a:gd name="connsiteY51" fmla="*/ 649726 h 1218943"/>
                <a:gd name="connsiteX52" fmla="*/ 1262574 w 2327548"/>
                <a:gd name="connsiteY52" fmla="*/ 650630 h 1218943"/>
                <a:gd name="connsiteX53" fmla="*/ 1261910 w 2327548"/>
                <a:gd name="connsiteY53" fmla="*/ 650328 h 1218943"/>
                <a:gd name="connsiteX54" fmla="*/ 1212552 w 2327548"/>
                <a:gd name="connsiteY54" fmla="*/ 651775 h 1218943"/>
                <a:gd name="connsiteX55" fmla="*/ 1131131 w 2327548"/>
                <a:gd name="connsiteY55" fmla="*/ 716803 h 1218943"/>
                <a:gd name="connsiteX56" fmla="*/ 1030907 w 2327548"/>
                <a:gd name="connsiteY56" fmla="*/ 784724 h 1218943"/>
                <a:gd name="connsiteX57" fmla="*/ 850046 w 2327548"/>
                <a:gd name="connsiteY57" fmla="*/ 911887 h 1218943"/>
                <a:gd name="connsiteX58" fmla="*/ 630132 w 2327548"/>
                <a:gd name="connsiteY58" fmla="*/ 922313 h 1218943"/>
                <a:gd name="connsiteX59" fmla="*/ 489951 w 2327548"/>
                <a:gd name="connsiteY59" fmla="*/ 910079 h 1218943"/>
                <a:gd name="connsiteX60" fmla="*/ 375263 w 2327548"/>
                <a:gd name="connsiteY60" fmla="*/ 937380 h 1218943"/>
                <a:gd name="connsiteX61" fmla="*/ 368031 w 2327548"/>
                <a:gd name="connsiteY61" fmla="*/ 917673 h 1218943"/>
                <a:gd name="connsiteX62" fmla="*/ 558535 w 2327548"/>
                <a:gd name="connsiteY62" fmla="*/ 815701 h 1218943"/>
                <a:gd name="connsiteX63" fmla="*/ 746568 w 2327548"/>
                <a:gd name="connsiteY63" fmla="*/ 745128 h 1218943"/>
                <a:gd name="connsiteX64" fmla="*/ 870899 w 2327548"/>
                <a:gd name="connsiteY64" fmla="*/ 739945 h 1218943"/>
                <a:gd name="connsiteX65" fmla="*/ 999328 w 2327548"/>
                <a:gd name="connsiteY65" fmla="*/ 692576 h 1218943"/>
                <a:gd name="connsiteX66" fmla="*/ 1100576 w 2327548"/>
                <a:gd name="connsiteY66" fmla="*/ 647677 h 1218943"/>
                <a:gd name="connsiteX67" fmla="*/ 929177 w 2327548"/>
                <a:gd name="connsiteY67" fmla="*/ 608262 h 1218943"/>
                <a:gd name="connsiteX68" fmla="*/ 923994 w 2327548"/>
                <a:gd name="connsiteY68" fmla="*/ 606996 h 1218943"/>
                <a:gd name="connsiteX69" fmla="*/ 918027 w 2327548"/>
                <a:gd name="connsiteY69" fmla="*/ 603863 h 1218943"/>
                <a:gd name="connsiteX70" fmla="*/ 902840 w 2327548"/>
                <a:gd name="connsiteY70" fmla="*/ 596872 h 1218943"/>
                <a:gd name="connsiteX71" fmla="*/ 694256 w 2327548"/>
                <a:gd name="connsiteY71" fmla="*/ 596751 h 1218943"/>
                <a:gd name="connsiteX72" fmla="*/ 476512 w 2327548"/>
                <a:gd name="connsiteY72" fmla="*/ 578008 h 1218943"/>
                <a:gd name="connsiteX73" fmla="*/ 225922 w 2327548"/>
                <a:gd name="connsiteY73" fmla="*/ 487306 h 1218943"/>
                <a:gd name="connsiteX74" fmla="*/ 16977 w 2327548"/>
                <a:gd name="connsiteY74" fmla="*/ 417276 h 1218943"/>
                <a:gd name="connsiteX75" fmla="*/ 12095 w 2327548"/>
                <a:gd name="connsiteY75" fmla="*/ 419506 h 1218943"/>
                <a:gd name="connsiteX76" fmla="*/ 3778 w 2327548"/>
                <a:gd name="connsiteY76" fmla="*/ 403776 h 1218943"/>
                <a:gd name="connsiteX77" fmla="*/ 301316 w 2327548"/>
                <a:gd name="connsiteY77" fmla="*/ 357853 h 1218943"/>
                <a:gd name="connsiteX78" fmla="*/ 652069 w 2327548"/>
                <a:gd name="connsiteY78" fmla="*/ 378404 h 1218943"/>
                <a:gd name="connsiteX79" fmla="*/ 974979 w 2327548"/>
                <a:gd name="connsiteY79" fmla="*/ 481159 h 1218943"/>
                <a:gd name="connsiteX80" fmla="*/ 1146680 w 2327548"/>
                <a:gd name="connsiteY80" fmla="*/ 554745 h 1218943"/>
                <a:gd name="connsiteX81" fmla="*/ 1273663 w 2327548"/>
                <a:gd name="connsiteY81" fmla="*/ 627186 h 1218943"/>
                <a:gd name="connsiteX82" fmla="*/ 1277279 w 2327548"/>
                <a:gd name="connsiteY82" fmla="*/ 629657 h 1218943"/>
                <a:gd name="connsiteX83" fmla="*/ 1358398 w 2327548"/>
                <a:gd name="connsiteY83" fmla="*/ 622485 h 1218943"/>
                <a:gd name="connsiteX84" fmla="*/ 1641833 w 2327548"/>
                <a:gd name="connsiteY84" fmla="*/ 572283 h 1218943"/>
                <a:gd name="connsiteX85" fmla="*/ 1477245 w 2327548"/>
                <a:gd name="connsiteY85" fmla="*/ 547814 h 1218943"/>
                <a:gd name="connsiteX86" fmla="*/ 1290357 w 2327548"/>
                <a:gd name="connsiteY86" fmla="*/ 457715 h 1218943"/>
                <a:gd name="connsiteX87" fmla="*/ 1026810 w 2327548"/>
                <a:gd name="connsiteY87" fmla="*/ 360685 h 1218943"/>
                <a:gd name="connsiteX88" fmla="*/ 769892 w 2327548"/>
                <a:gd name="connsiteY88" fmla="*/ 264078 h 1218943"/>
                <a:gd name="connsiteX89" fmla="*/ 770916 w 2327548"/>
                <a:gd name="connsiteY89" fmla="*/ 242683 h 1218943"/>
                <a:gd name="connsiteX90" fmla="*/ 1069478 w 2327548"/>
                <a:gd name="connsiteY90" fmla="*/ 210380 h 1218943"/>
                <a:gd name="connsiteX91" fmla="*/ 1293189 w 2327548"/>
                <a:gd name="connsiteY91" fmla="*/ 289450 h 1218943"/>
                <a:gd name="connsiteX92" fmla="*/ 1546792 w 2327548"/>
                <a:gd name="connsiteY92" fmla="*/ 435356 h 1218943"/>
                <a:gd name="connsiteX93" fmla="*/ 1725665 w 2327548"/>
                <a:gd name="connsiteY93" fmla="*/ 550828 h 1218943"/>
                <a:gd name="connsiteX94" fmla="*/ 1845957 w 2327548"/>
                <a:gd name="connsiteY94" fmla="*/ 514969 h 1218943"/>
                <a:gd name="connsiteX95" fmla="*/ 2106853 w 2327548"/>
                <a:gd name="connsiteY95" fmla="*/ 428847 h 1218943"/>
                <a:gd name="connsiteX96" fmla="*/ 2078045 w 2327548"/>
                <a:gd name="connsiteY96" fmla="*/ 431198 h 1218943"/>
                <a:gd name="connsiteX97" fmla="*/ 1930090 w 2327548"/>
                <a:gd name="connsiteY97" fmla="*/ 453677 h 1218943"/>
                <a:gd name="connsiteX98" fmla="*/ 1681851 w 2327548"/>
                <a:gd name="connsiteY98" fmla="*/ 417397 h 1218943"/>
                <a:gd name="connsiteX99" fmla="*/ 1519250 w 2327548"/>
                <a:gd name="connsiteY99" fmla="*/ 272093 h 1218943"/>
                <a:gd name="connsiteX100" fmla="*/ 1452113 w 2327548"/>
                <a:gd name="connsiteY100" fmla="*/ 166566 h 1218943"/>
                <a:gd name="connsiteX101" fmla="*/ 1332363 w 2327548"/>
                <a:gd name="connsiteY101" fmla="*/ 74418 h 1218943"/>
                <a:gd name="connsiteX102" fmla="*/ 1333146 w 2327548"/>
                <a:gd name="connsiteY102" fmla="*/ 56518 h 1218943"/>
                <a:gd name="connsiteX103" fmla="*/ 1387046 w 2327548"/>
                <a:gd name="connsiteY103" fmla="*/ 47461 h 1218943"/>
                <a:gd name="connsiteX104" fmla="*/ 1945518 w 2327548"/>
                <a:gd name="connsiteY104" fmla="*/ 349 h 1218943"/>
                <a:gd name="connsiteX105" fmla="*/ 2098416 w 2327548"/>
                <a:gd name="connsiteY105" fmla="*/ 45068 h 1218943"/>
                <a:gd name="connsiteX106" fmla="*/ 2212200 w 2327548"/>
                <a:gd name="connsiteY106" fmla="*/ 197001 h 1218943"/>
                <a:gd name="connsiteX107" fmla="*/ 2291518 w 2327548"/>
                <a:gd name="connsiteY107" fmla="*/ 273720 h 1218943"/>
                <a:gd name="connsiteX108" fmla="*/ 2327548 w 2327548"/>
                <a:gd name="connsiteY108" fmla="*/ 295960 h 1218943"/>
                <a:gd name="connsiteX109" fmla="*/ 2327548 w 2327548"/>
                <a:gd name="connsiteY109" fmla="*/ 342551 h 1218943"/>
                <a:gd name="connsiteX110" fmla="*/ 2273737 w 2327548"/>
                <a:gd name="connsiteY110" fmla="*/ 339100 h 1218943"/>
                <a:gd name="connsiteX111" fmla="*/ 2067921 w 2327548"/>
                <a:gd name="connsiteY111" fmla="*/ 269562 h 1218943"/>
                <a:gd name="connsiteX112" fmla="*/ 1948351 w 2327548"/>
                <a:gd name="connsiteY112" fmla="*/ 140892 h 1218943"/>
                <a:gd name="connsiteX113" fmla="*/ 1775023 w 2327548"/>
                <a:gd name="connsiteY113" fmla="*/ 37233 h 1218943"/>
                <a:gd name="connsiteX114" fmla="*/ 1781050 w 2327548"/>
                <a:gd name="connsiteY114" fmla="*/ 18188 h 1218943"/>
                <a:gd name="connsiteX115" fmla="*/ 1945518 w 2327548"/>
                <a:gd name="connsiteY115" fmla="*/ 349 h 121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327548" h="1218943">
                  <a:moveTo>
                    <a:pt x="2327548" y="379583"/>
                  </a:moveTo>
                  <a:lnTo>
                    <a:pt x="2327548" y="493956"/>
                  </a:lnTo>
                  <a:lnTo>
                    <a:pt x="2297176" y="550647"/>
                  </a:lnTo>
                  <a:cubicBezTo>
                    <a:pt x="2274154" y="585602"/>
                    <a:pt x="2250168" y="619833"/>
                    <a:pt x="2265717" y="664310"/>
                  </a:cubicBezTo>
                  <a:cubicBezTo>
                    <a:pt x="2271442" y="680582"/>
                    <a:pt x="2278674" y="696553"/>
                    <a:pt x="2283857" y="713006"/>
                  </a:cubicBezTo>
                  <a:cubicBezTo>
                    <a:pt x="2291692" y="738077"/>
                    <a:pt x="2296392" y="762847"/>
                    <a:pt x="2294042" y="789424"/>
                  </a:cubicBezTo>
                  <a:cubicBezTo>
                    <a:pt x="2287895" y="859515"/>
                    <a:pt x="2258545" y="918456"/>
                    <a:pt x="2209186" y="968297"/>
                  </a:cubicBezTo>
                  <a:cubicBezTo>
                    <a:pt x="2167542" y="1010363"/>
                    <a:pt x="2122281" y="1058516"/>
                    <a:pt x="2062918" y="1073041"/>
                  </a:cubicBezTo>
                  <a:cubicBezTo>
                    <a:pt x="2050564" y="1076054"/>
                    <a:pt x="2041102" y="1066170"/>
                    <a:pt x="2045380" y="1053996"/>
                  </a:cubicBezTo>
                  <a:cubicBezTo>
                    <a:pt x="2072802" y="976372"/>
                    <a:pt x="2118364" y="912610"/>
                    <a:pt x="2127042" y="828297"/>
                  </a:cubicBezTo>
                  <a:cubicBezTo>
                    <a:pt x="2134154" y="759170"/>
                    <a:pt x="2126018" y="683716"/>
                    <a:pt x="2155669" y="618990"/>
                  </a:cubicBezTo>
                  <a:cubicBezTo>
                    <a:pt x="2185773" y="553268"/>
                    <a:pt x="2227402" y="484123"/>
                    <a:pt x="2279108" y="426479"/>
                  </a:cubicBezTo>
                  <a:close/>
                  <a:moveTo>
                    <a:pt x="1387046" y="47461"/>
                  </a:moveTo>
                  <a:cubicBezTo>
                    <a:pt x="1512280" y="40348"/>
                    <a:pt x="1631919" y="127174"/>
                    <a:pt x="1706801" y="219721"/>
                  </a:cubicBezTo>
                  <a:cubicBezTo>
                    <a:pt x="1737899" y="258111"/>
                    <a:pt x="1777554" y="292041"/>
                    <a:pt x="1828781" y="297707"/>
                  </a:cubicBezTo>
                  <a:cubicBezTo>
                    <a:pt x="1870848" y="302407"/>
                    <a:pt x="1913457" y="295899"/>
                    <a:pt x="1955463" y="301744"/>
                  </a:cubicBezTo>
                  <a:cubicBezTo>
                    <a:pt x="1993672" y="307108"/>
                    <a:pt x="2024770" y="317414"/>
                    <a:pt x="2057374" y="337965"/>
                  </a:cubicBezTo>
                  <a:lnTo>
                    <a:pt x="2057494" y="338206"/>
                  </a:lnTo>
                  <a:cubicBezTo>
                    <a:pt x="2094197" y="361348"/>
                    <a:pt x="2124210" y="391783"/>
                    <a:pt x="2167662" y="402571"/>
                  </a:cubicBezTo>
                  <a:cubicBezTo>
                    <a:pt x="2169109" y="402933"/>
                    <a:pt x="2170254" y="403596"/>
                    <a:pt x="2171338" y="404319"/>
                  </a:cubicBezTo>
                  <a:cubicBezTo>
                    <a:pt x="2176100" y="403113"/>
                    <a:pt x="2180861" y="401667"/>
                    <a:pt x="2185561" y="399980"/>
                  </a:cubicBezTo>
                  <a:cubicBezTo>
                    <a:pt x="2187611" y="399256"/>
                    <a:pt x="2189419" y="399437"/>
                    <a:pt x="2191046" y="399919"/>
                  </a:cubicBezTo>
                  <a:lnTo>
                    <a:pt x="2327548" y="350872"/>
                  </a:lnTo>
                  <a:lnTo>
                    <a:pt x="2327548" y="373761"/>
                  </a:lnTo>
                  <a:lnTo>
                    <a:pt x="2130598" y="443553"/>
                  </a:lnTo>
                  <a:cubicBezTo>
                    <a:pt x="2105647" y="474289"/>
                    <a:pt x="2103960" y="518766"/>
                    <a:pt x="2088471" y="554986"/>
                  </a:cubicBezTo>
                  <a:cubicBezTo>
                    <a:pt x="2071838" y="594039"/>
                    <a:pt x="2041162" y="622967"/>
                    <a:pt x="2016573" y="656897"/>
                  </a:cubicBezTo>
                  <a:cubicBezTo>
                    <a:pt x="1974085" y="715417"/>
                    <a:pt x="1958837" y="791052"/>
                    <a:pt x="1956969" y="862347"/>
                  </a:cubicBezTo>
                  <a:cubicBezTo>
                    <a:pt x="1955884" y="904354"/>
                    <a:pt x="1956005" y="948107"/>
                    <a:pt x="1940275" y="987823"/>
                  </a:cubicBezTo>
                  <a:cubicBezTo>
                    <a:pt x="1877839" y="1145421"/>
                    <a:pt x="1695290" y="1164405"/>
                    <a:pt x="1555772" y="1218103"/>
                  </a:cubicBezTo>
                  <a:cubicBezTo>
                    <a:pt x="1543297" y="1222864"/>
                    <a:pt x="1530279" y="1206291"/>
                    <a:pt x="1540284" y="1196166"/>
                  </a:cubicBezTo>
                  <a:cubicBezTo>
                    <a:pt x="1555531" y="1180677"/>
                    <a:pt x="1578975" y="1166876"/>
                    <a:pt x="1591571" y="1150182"/>
                  </a:cubicBezTo>
                  <a:cubicBezTo>
                    <a:pt x="1610072" y="1125835"/>
                    <a:pt x="1622367" y="1099679"/>
                    <a:pt x="1638097" y="1073824"/>
                  </a:cubicBezTo>
                  <a:cubicBezTo>
                    <a:pt x="1658769" y="1039834"/>
                    <a:pt x="1685647" y="1013497"/>
                    <a:pt x="1713732" y="985654"/>
                  </a:cubicBezTo>
                  <a:cubicBezTo>
                    <a:pt x="1756220" y="943406"/>
                    <a:pt x="1781653" y="901400"/>
                    <a:pt x="1793706" y="841495"/>
                  </a:cubicBezTo>
                  <a:cubicBezTo>
                    <a:pt x="1801661" y="801900"/>
                    <a:pt x="1806965" y="760798"/>
                    <a:pt x="1820344" y="722528"/>
                  </a:cubicBezTo>
                  <a:cubicBezTo>
                    <a:pt x="1850296" y="636588"/>
                    <a:pt x="1913939" y="574693"/>
                    <a:pt x="1987705" y="523949"/>
                  </a:cubicBezTo>
                  <a:cubicBezTo>
                    <a:pt x="2011631" y="507496"/>
                    <a:pt x="2035677" y="487005"/>
                    <a:pt x="2060628" y="467780"/>
                  </a:cubicBezTo>
                  <a:cubicBezTo>
                    <a:pt x="1975411" y="497190"/>
                    <a:pt x="1889771" y="525395"/>
                    <a:pt x="1803530" y="551008"/>
                  </a:cubicBezTo>
                  <a:cubicBezTo>
                    <a:pt x="1803650" y="552696"/>
                    <a:pt x="1803409" y="554444"/>
                    <a:pt x="1802565" y="556372"/>
                  </a:cubicBezTo>
                  <a:cubicBezTo>
                    <a:pt x="1759414" y="652558"/>
                    <a:pt x="1741636" y="757001"/>
                    <a:pt x="1655514" y="827212"/>
                  </a:cubicBezTo>
                  <a:cubicBezTo>
                    <a:pt x="1610193" y="864216"/>
                    <a:pt x="1556254" y="880247"/>
                    <a:pt x="1509065" y="913213"/>
                  </a:cubicBezTo>
                  <a:cubicBezTo>
                    <a:pt x="1461816" y="946239"/>
                    <a:pt x="1424571" y="988787"/>
                    <a:pt x="1382806" y="1027961"/>
                  </a:cubicBezTo>
                  <a:cubicBezTo>
                    <a:pt x="1300843" y="1104862"/>
                    <a:pt x="1212552" y="1131982"/>
                    <a:pt x="1102806" y="1146144"/>
                  </a:cubicBezTo>
                  <a:cubicBezTo>
                    <a:pt x="973593" y="1162778"/>
                    <a:pt x="845767" y="1187909"/>
                    <a:pt x="717278" y="1209304"/>
                  </a:cubicBezTo>
                  <a:cubicBezTo>
                    <a:pt x="702453" y="1211775"/>
                    <a:pt x="700223" y="1191104"/>
                    <a:pt x="711855" y="1185378"/>
                  </a:cubicBezTo>
                  <a:cubicBezTo>
                    <a:pt x="815393" y="1134694"/>
                    <a:pt x="917063" y="1082744"/>
                    <a:pt x="1005475" y="1007952"/>
                  </a:cubicBezTo>
                  <a:cubicBezTo>
                    <a:pt x="1076710" y="947685"/>
                    <a:pt x="1148669" y="877113"/>
                    <a:pt x="1238949" y="846437"/>
                  </a:cubicBezTo>
                  <a:cubicBezTo>
                    <a:pt x="1343391" y="810940"/>
                    <a:pt x="1458441" y="807083"/>
                    <a:pt x="1545045" y="731809"/>
                  </a:cubicBezTo>
                  <a:cubicBezTo>
                    <a:pt x="1610193" y="675158"/>
                    <a:pt x="1677993" y="621943"/>
                    <a:pt x="1745251" y="567823"/>
                  </a:cubicBezTo>
                  <a:cubicBezTo>
                    <a:pt x="1602238" y="607780"/>
                    <a:pt x="1456031" y="638215"/>
                    <a:pt x="1307593" y="647857"/>
                  </a:cubicBezTo>
                  <a:cubicBezTo>
                    <a:pt x="1296745" y="648581"/>
                    <a:pt x="1285897" y="649183"/>
                    <a:pt x="1274988" y="649726"/>
                  </a:cubicBezTo>
                  <a:cubicBezTo>
                    <a:pt x="1271734" y="652016"/>
                    <a:pt x="1267334" y="652860"/>
                    <a:pt x="1262574" y="650630"/>
                  </a:cubicBezTo>
                  <a:cubicBezTo>
                    <a:pt x="1262333" y="650509"/>
                    <a:pt x="1262152" y="650449"/>
                    <a:pt x="1261910" y="650328"/>
                  </a:cubicBezTo>
                  <a:cubicBezTo>
                    <a:pt x="1245518" y="651112"/>
                    <a:pt x="1229065" y="651534"/>
                    <a:pt x="1212552" y="651775"/>
                  </a:cubicBezTo>
                  <a:cubicBezTo>
                    <a:pt x="1179465" y="665335"/>
                    <a:pt x="1160843" y="697096"/>
                    <a:pt x="1131131" y="716803"/>
                  </a:cubicBezTo>
                  <a:cubicBezTo>
                    <a:pt x="1097442" y="739102"/>
                    <a:pt x="1063271" y="760376"/>
                    <a:pt x="1030907" y="784724"/>
                  </a:cubicBezTo>
                  <a:cubicBezTo>
                    <a:pt x="973714" y="827694"/>
                    <a:pt x="917123" y="884465"/>
                    <a:pt x="850046" y="911887"/>
                  </a:cubicBezTo>
                  <a:cubicBezTo>
                    <a:pt x="779172" y="940875"/>
                    <a:pt x="704201" y="932920"/>
                    <a:pt x="630132" y="922313"/>
                  </a:cubicBezTo>
                  <a:cubicBezTo>
                    <a:pt x="585836" y="915925"/>
                    <a:pt x="534489" y="903208"/>
                    <a:pt x="489951" y="910079"/>
                  </a:cubicBezTo>
                  <a:cubicBezTo>
                    <a:pt x="450898" y="916166"/>
                    <a:pt x="414075" y="930268"/>
                    <a:pt x="375263" y="937380"/>
                  </a:cubicBezTo>
                  <a:cubicBezTo>
                    <a:pt x="363873" y="939429"/>
                    <a:pt x="360257" y="923820"/>
                    <a:pt x="368031" y="917673"/>
                  </a:cubicBezTo>
                  <a:cubicBezTo>
                    <a:pt x="425647" y="872412"/>
                    <a:pt x="495978" y="852464"/>
                    <a:pt x="558535" y="815701"/>
                  </a:cubicBezTo>
                  <a:cubicBezTo>
                    <a:pt x="616211" y="781771"/>
                    <a:pt x="679792" y="754530"/>
                    <a:pt x="746568" y="745128"/>
                  </a:cubicBezTo>
                  <a:cubicBezTo>
                    <a:pt x="788092" y="739282"/>
                    <a:pt x="829495" y="744465"/>
                    <a:pt x="870899" y="739945"/>
                  </a:cubicBezTo>
                  <a:cubicBezTo>
                    <a:pt x="918449" y="734762"/>
                    <a:pt x="957804" y="714452"/>
                    <a:pt x="999328" y="692576"/>
                  </a:cubicBezTo>
                  <a:cubicBezTo>
                    <a:pt x="1032776" y="674917"/>
                    <a:pt x="1066043" y="659368"/>
                    <a:pt x="1100576" y="647677"/>
                  </a:cubicBezTo>
                  <a:cubicBezTo>
                    <a:pt x="1041695" y="642072"/>
                    <a:pt x="983900" y="630139"/>
                    <a:pt x="929177" y="608262"/>
                  </a:cubicBezTo>
                  <a:cubicBezTo>
                    <a:pt x="927549" y="608322"/>
                    <a:pt x="925802" y="608081"/>
                    <a:pt x="923994" y="606996"/>
                  </a:cubicBezTo>
                  <a:cubicBezTo>
                    <a:pt x="922066" y="605851"/>
                    <a:pt x="920016" y="604947"/>
                    <a:pt x="918027" y="603863"/>
                  </a:cubicBezTo>
                  <a:cubicBezTo>
                    <a:pt x="912905" y="601693"/>
                    <a:pt x="907902" y="599282"/>
                    <a:pt x="902840" y="596872"/>
                  </a:cubicBezTo>
                  <a:cubicBezTo>
                    <a:pt x="839379" y="572102"/>
                    <a:pt x="758561" y="590544"/>
                    <a:pt x="694256" y="596751"/>
                  </a:cubicBezTo>
                  <a:cubicBezTo>
                    <a:pt x="617114" y="604224"/>
                    <a:pt x="550339" y="603863"/>
                    <a:pt x="476512" y="578008"/>
                  </a:cubicBezTo>
                  <a:cubicBezTo>
                    <a:pt x="392680" y="548658"/>
                    <a:pt x="309934" y="515993"/>
                    <a:pt x="225922" y="487306"/>
                  </a:cubicBezTo>
                  <a:cubicBezTo>
                    <a:pt x="156495" y="463621"/>
                    <a:pt x="85078" y="444637"/>
                    <a:pt x="16977" y="417276"/>
                  </a:cubicBezTo>
                  <a:cubicBezTo>
                    <a:pt x="15349" y="418060"/>
                    <a:pt x="13722" y="418723"/>
                    <a:pt x="12095" y="419506"/>
                  </a:cubicBezTo>
                  <a:cubicBezTo>
                    <a:pt x="2995" y="424026"/>
                    <a:pt x="-4961" y="408839"/>
                    <a:pt x="3778" y="403776"/>
                  </a:cubicBezTo>
                  <a:cubicBezTo>
                    <a:pt x="96107" y="350320"/>
                    <a:pt x="198380" y="361228"/>
                    <a:pt x="301316" y="357853"/>
                  </a:cubicBezTo>
                  <a:cubicBezTo>
                    <a:pt x="418173" y="354056"/>
                    <a:pt x="537864" y="348150"/>
                    <a:pt x="652069" y="378404"/>
                  </a:cubicBezTo>
                  <a:cubicBezTo>
                    <a:pt x="760671" y="407212"/>
                    <a:pt x="868729" y="444698"/>
                    <a:pt x="974979" y="481159"/>
                  </a:cubicBezTo>
                  <a:cubicBezTo>
                    <a:pt x="1033499" y="501228"/>
                    <a:pt x="1094308" y="521176"/>
                    <a:pt x="1146680" y="554745"/>
                  </a:cubicBezTo>
                  <a:cubicBezTo>
                    <a:pt x="1188867" y="581745"/>
                    <a:pt x="1228040" y="606092"/>
                    <a:pt x="1273663" y="627186"/>
                  </a:cubicBezTo>
                  <a:cubicBezTo>
                    <a:pt x="1275109" y="627849"/>
                    <a:pt x="1276254" y="628693"/>
                    <a:pt x="1277279" y="629657"/>
                  </a:cubicBezTo>
                  <a:cubicBezTo>
                    <a:pt x="1304580" y="627849"/>
                    <a:pt x="1331700" y="625378"/>
                    <a:pt x="1358398" y="622485"/>
                  </a:cubicBezTo>
                  <a:cubicBezTo>
                    <a:pt x="1454222" y="612059"/>
                    <a:pt x="1548540" y="594702"/>
                    <a:pt x="1641833" y="572283"/>
                  </a:cubicBezTo>
                  <a:cubicBezTo>
                    <a:pt x="1586448" y="570595"/>
                    <a:pt x="1531123" y="560531"/>
                    <a:pt x="1477245" y="547814"/>
                  </a:cubicBezTo>
                  <a:cubicBezTo>
                    <a:pt x="1405527" y="530879"/>
                    <a:pt x="1353154" y="493454"/>
                    <a:pt x="1290357" y="457715"/>
                  </a:cubicBezTo>
                  <a:cubicBezTo>
                    <a:pt x="1210141" y="412033"/>
                    <a:pt x="1113112" y="393230"/>
                    <a:pt x="1026810" y="360685"/>
                  </a:cubicBezTo>
                  <a:cubicBezTo>
                    <a:pt x="941351" y="328443"/>
                    <a:pt x="858303" y="287823"/>
                    <a:pt x="769892" y="264078"/>
                  </a:cubicBezTo>
                  <a:cubicBezTo>
                    <a:pt x="758802" y="261064"/>
                    <a:pt x="758018" y="243044"/>
                    <a:pt x="770916" y="242683"/>
                  </a:cubicBezTo>
                  <a:cubicBezTo>
                    <a:pt x="872104" y="240091"/>
                    <a:pt x="966964" y="206221"/>
                    <a:pt x="1069478" y="210380"/>
                  </a:cubicBezTo>
                  <a:cubicBezTo>
                    <a:pt x="1153550" y="213755"/>
                    <a:pt x="1223943" y="243768"/>
                    <a:pt x="1293189" y="289450"/>
                  </a:cubicBezTo>
                  <a:cubicBezTo>
                    <a:pt x="1374007" y="342786"/>
                    <a:pt x="1453982" y="404198"/>
                    <a:pt x="1546792" y="435356"/>
                  </a:cubicBezTo>
                  <a:cubicBezTo>
                    <a:pt x="1622307" y="460668"/>
                    <a:pt x="1675884" y="487547"/>
                    <a:pt x="1725665" y="550828"/>
                  </a:cubicBezTo>
                  <a:cubicBezTo>
                    <a:pt x="1765923" y="539739"/>
                    <a:pt x="1806061" y="527745"/>
                    <a:pt x="1845957" y="514969"/>
                  </a:cubicBezTo>
                  <a:cubicBezTo>
                    <a:pt x="1932923" y="487065"/>
                    <a:pt x="2020008" y="458438"/>
                    <a:pt x="2106853" y="428847"/>
                  </a:cubicBezTo>
                  <a:cubicBezTo>
                    <a:pt x="2097331" y="429330"/>
                    <a:pt x="2087748" y="429992"/>
                    <a:pt x="2078045" y="431198"/>
                  </a:cubicBezTo>
                  <a:cubicBezTo>
                    <a:pt x="2028566" y="437466"/>
                    <a:pt x="1979630" y="447771"/>
                    <a:pt x="1930090" y="453677"/>
                  </a:cubicBezTo>
                  <a:cubicBezTo>
                    <a:pt x="1842884" y="464164"/>
                    <a:pt x="1761765" y="456209"/>
                    <a:pt x="1681851" y="417397"/>
                  </a:cubicBezTo>
                  <a:cubicBezTo>
                    <a:pt x="1609952" y="382502"/>
                    <a:pt x="1559750" y="341641"/>
                    <a:pt x="1519250" y="272093"/>
                  </a:cubicBezTo>
                  <a:cubicBezTo>
                    <a:pt x="1498518" y="236536"/>
                    <a:pt x="1480258" y="197061"/>
                    <a:pt x="1452113" y="166566"/>
                  </a:cubicBezTo>
                  <a:cubicBezTo>
                    <a:pt x="1417218" y="128718"/>
                    <a:pt x="1376117" y="101056"/>
                    <a:pt x="1332363" y="74418"/>
                  </a:cubicBezTo>
                  <a:cubicBezTo>
                    <a:pt x="1325974" y="70500"/>
                    <a:pt x="1324166" y="59049"/>
                    <a:pt x="1333146" y="56518"/>
                  </a:cubicBezTo>
                  <a:cubicBezTo>
                    <a:pt x="1351151" y="51410"/>
                    <a:pt x="1369155" y="48477"/>
                    <a:pt x="1387046" y="47461"/>
                  </a:cubicBezTo>
                  <a:close/>
                  <a:moveTo>
                    <a:pt x="1945518" y="349"/>
                  </a:moveTo>
                  <a:cubicBezTo>
                    <a:pt x="2001989" y="-1926"/>
                    <a:pt x="2056530" y="6226"/>
                    <a:pt x="2098416" y="45068"/>
                  </a:cubicBezTo>
                  <a:cubicBezTo>
                    <a:pt x="2146087" y="89243"/>
                    <a:pt x="2172062" y="147160"/>
                    <a:pt x="2212200" y="197001"/>
                  </a:cubicBezTo>
                  <a:cubicBezTo>
                    <a:pt x="2231545" y="221017"/>
                    <a:pt x="2259976" y="250051"/>
                    <a:pt x="2291518" y="273720"/>
                  </a:cubicBezTo>
                  <a:lnTo>
                    <a:pt x="2327548" y="295960"/>
                  </a:lnTo>
                  <a:lnTo>
                    <a:pt x="2327548" y="342551"/>
                  </a:lnTo>
                  <a:lnTo>
                    <a:pt x="2273737" y="339100"/>
                  </a:lnTo>
                  <a:cubicBezTo>
                    <a:pt x="2199657" y="329972"/>
                    <a:pt x="2125551" y="307394"/>
                    <a:pt x="2067921" y="269562"/>
                  </a:cubicBezTo>
                  <a:cubicBezTo>
                    <a:pt x="2016030" y="235511"/>
                    <a:pt x="1994877" y="179041"/>
                    <a:pt x="1948351" y="140892"/>
                  </a:cubicBezTo>
                  <a:cubicBezTo>
                    <a:pt x="1896039" y="97982"/>
                    <a:pt x="1828118" y="80022"/>
                    <a:pt x="1775023" y="37233"/>
                  </a:cubicBezTo>
                  <a:cubicBezTo>
                    <a:pt x="1767791" y="31447"/>
                    <a:pt x="1771648" y="18731"/>
                    <a:pt x="1781050" y="18188"/>
                  </a:cubicBezTo>
                  <a:cubicBezTo>
                    <a:pt x="1830650" y="15326"/>
                    <a:pt x="1889049" y="2624"/>
                    <a:pt x="1945518" y="349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8948735" y="4782630"/>
              <a:ext cx="3240931" cy="2075370"/>
            </a:xfrm>
            <a:custGeom>
              <a:avLst/>
              <a:gdLst>
                <a:gd name="connsiteX0" fmla="*/ 1095917 w 3240931"/>
                <a:gd name="connsiteY0" fmla="*/ 707 h 2075370"/>
                <a:gd name="connsiteX1" fmla="*/ 2408409 w 3240931"/>
                <a:gd name="connsiteY1" fmla="*/ 368508 h 2075370"/>
                <a:gd name="connsiteX2" fmla="*/ 3000290 w 3240931"/>
                <a:gd name="connsiteY2" fmla="*/ 1112292 h 2075370"/>
                <a:gd name="connsiteX3" fmla="*/ 3238392 w 3240931"/>
                <a:gd name="connsiteY3" fmla="*/ 1896017 h 2075370"/>
                <a:gd name="connsiteX4" fmla="*/ 3240931 w 3240931"/>
                <a:gd name="connsiteY4" fmla="*/ 2075370 h 2075370"/>
                <a:gd name="connsiteX5" fmla="*/ 184065 w 3240931"/>
                <a:gd name="connsiteY5" fmla="*/ 2075370 h 2075370"/>
                <a:gd name="connsiteX6" fmla="*/ 178346 w 3240931"/>
                <a:gd name="connsiteY6" fmla="*/ 2049159 h 2075370"/>
                <a:gd name="connsiteX7" fmla="*/ 141885 w 3240931"/>
                <a:gd name="connsiteY7" fmla="*/ 1716090 h 2075370"/>
                <a:gd name="connsiteX8" fmla="*/ 16144 w 3240931"/>
                <a:gd name="connsiteY8" fmla="*/ 1209834 h 2075370"/>
                <a:gd name="connsiteX9" fmla="*/ 288297 w 3240931"/>
                <a:gd name="connsiteY9" fmla="*/ 525447 h 2075370"/>
                <a:gd name="connsiteX10" fmla="*/ 1095917 w 3240931"/>
                <a:gd name="connsiteY10" fmla="*/ 707 h 207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40931" h="2075370">
                  <a:moveTo>
                    <a:pt x="1095917" y="707"/>
                  </a:moveTo>
                  <a:cubicBezTo>
                    <a:pt x="1583045" y="-9713"/>
                    <a:pt x="2016239" y="94188"/>
                    <a:pt x="2408409" y="368508"/>
                  </a:cubicBezTo>
                  <a:cubicBezTo>
                    <a:pt x="2648062" y="536102"/>
                    <a:pt x="2865645" y="868288"/>
                    <a:pt x="3000290" y="1112292"/>
                  </a:cubicBezTo>
                  <a:cubicBezTo>
                    <a:pt x="3130293" y="1347848"/>
                    <a:pt x="3217459" y="1621050"/>
                    <a:pt x="3238392" y="1896017"/>
                  </a:cubicBezTo>
                  <a:lnTo>
                    <a:pt x="3240931" y="2075370"/>
                  </a:lnTo>
                  <a:lnTo>
                    <a:pt x="184065" y="2075370"/>
                  </a:lnTo>
                  <a:lnTo>
                    <a:pt x="178346" y="2049159"/>
                  </a:lnTo>
                  <a:cubicBezTo>
                    <a:pt x="161125" y="1939373"/>
                    <a:pt x="154224" y="1827555"/>
                    <a:pt x="141885" y="1716090"/>
                  </a:cubicBezTo>
                  <a:cubicBezTo>
                    <a:pt x="122233" y="1539018"/>
                    <a:pt x="55832" y="1382020"/>
                    <a:pt x="16144" y="1209834"/>
                  </a:cubicBezTo>
                  <a:cubicBezTo>
                    <a:pt x="-60941" y="875235"/>
                    <a:pt x="155942" y="787228"/>
                    <a:pt x="288297" y="525447"/>
                  </a:cubicBezTo>
                  <a:cubicBezTo>
                    <a:pt x="468419" y="169125"/>
                    <a:pt x="664885" y="9890"/>
                    <a:pt x="1095917" y="70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" name="任意多边形: 形状 68"/>
            <p:cNvSpPr/>
            <p:nvPr/>
          </p:nvSpPr>
          <p:spPr>
            <a:xfrm>
              <a:off x="753602" y="5302693"/>
              <a:ext cx="4035661" cy="1555308"/>
            </a:xfrm>
            <a:custGeom>
              <a:avLst/>
              <a:gdLst>
                <a:gd name="connsiteX0" fmla="*/ 1032399 w 3740437"/>
                <a:gd name="connsiteY0" fmla="*/ 391 h 1311620"/>
                <a:gd name="connsiteX1" fmla="*/ 1318141 w 3740437"/>
                <a:gd name="connsiteY1" fmla="*/ 93846 h 1311620"/>
                <a:gd name="connsiteX2" fmla="*/ 1591871 w 3740437"/>
                <a:gd name="connsiteY2" fmla="*/ 313336 h 1311620"/>
                <a:gd name="connsiteX3" fmla="*/ 1913755 w 3740437"/>
                <a:gd name="connsiteY3" fmla="*/ 419021 h 1311620"/>
                <a:gd name="connsiteX4" fmla="*/ 2249844 w 3740437"/>
                <a:gd name="connsiteY4" fmla="*/ 466901 h 1311620"/>
                <a:gd name="connsiteX5" fmla="*/ 2812497 w 3740437"/>
                <a:gd name="connsiteY5" fmla="*/ 770851 h 1311620"/>
                <a:gd name="connsiteX6" fmla="*/ 3462353 w 3740437"/>
                <a:gd name="connsiteY6" fmla="*/ 945312 h 1311620"/>
                <a:gd name="connsiteX7" fmla="*/ 3695753 w 3740437"/>
                <a:gd name="connsiteY7" fmla="*/ 1228867 h 1311620"/>
                <a:gd name="connsiteX8" fmla="*/ 3740437 w 3740437"/>
                <a:gd name="connsiteY8" fmla="*/ 1311620 h 1311620"/>
                <a:gd name="connsiteX9" fmla="*/ 3699924 w 3740437"/>
                <a:gd name="connsiteY9" fmla="*/ 1311620 h 1311620"/>
                <a:gd name="connsiteX10" fmla="*/ 3678387 w 3740437"/>
                <a:gd name="connsiteY10" fmla="*/ 1273229 h 1311620"/>
                <a:gd name="connsiteX11" fmla="*/ 3465973 w 3740437"/>
                <a:gd name="connsiteY11" fmla="*/ 987213 h 1311620"/>
                <a:gd name="connsiteX12" fmla="*/ 2841455 w 3740437"/>
                <a:gd name="connsiteY12" fmla="*/ 812752 h 1311620"/>
                <a:gd name="connsiteX13" fmla="*/ 2330850 w 3740437"/>
                <a:gd name="connsiteY13" fmla="*/ 534524 h 1311620"/>
                <a:gd name="connsiteX14" fmla="*/ 2024542 w 3740437"/>
                <a:gd name="connsiteY14" fmla="*/ 455274 h 1311620"/>
                <a:gd name="connsiteX15" fmla="*/ 1738800 w 3740437"/>
                <a:gd name="connsiteY15" fmla="*/ 420447 h 1311620"/>
                <a:gd name="connsiteX16" fmla="*/ 1155965 w 3740437"/>
                <a:gd name="connsiteY16" fmla="*/ 47338 h 1311620"/>
                <a:gd name="connsiteX17" fmla="*/ 571538 w 3740437"/>
                <a:gd name="connsiteY17" fmla="*/ 186644 h 1311620"/>
                <a:gd name="connsiteX18" fmla="*/ 29781 w 3740437"/>
                <a:gd name="connsiteY18" fmla="*/ 1271310 h 1311620"/>
                <a:gd name="connsiteX19" fmla="*/ 29672 w 3740437"/>
                <a:gd name="connsiteY19" fmla="*/ 1271310 h 1311620"/>
                <a:gd name="connsiteX20" fmla="*/ 8776 w 3740437"/>
                <a:gd name="connsiteY20" fmla="*/ 1273064 h 1311620"/>
                <a:gd name="connsiteX21" fmla="*/ 4333 w 3740437"/>
                <a:gd name="connsiteY21" fmla="*/ 1241529 h 1311620"/>
                <a:gd name="connsiteX22" fmla="*/ 123511 w 3740437"/>
                <a:gd name="connsiteY22" fmla="*/ 686554 h 1311620"/>
                <a:gd name="connsiteX23" fmla="*/ 505560 w 3740437"/>
                <a:gd name="connsiteY23" fmla="*/ 200739 h 1311620"/>
                <a:gd name="connsiteX24" fmla="*/ 1032399 w 3740437"/>
                <a:gd name="connsiteY24" fmla="*/ 391 h 1311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740437" h="1311620">
                  <a:moveTo>
                    <a:pt x="1032399" y="391"/>
                  </a:moveTo>
                  <a:cubicBezTo>
                    <a:pt x="1136275" y="4175"/>
                    <a:pt x="1232089" y="34998"/>
                    <a:pt x="1318141" y="93846"/>
                  </a:cubicBezTo>
                  <a:cubicBezTo>
                    <a:pt x="1414942" y="159989"/>
                    <a:pt x="1495728" y="246315"/>
                    <a:pt x="1591871" y="313336"/>
                  </a:cubicBezTo>
                  <a:cubicBezTo>
                    <a:pt x="1690317" y="381946"/>
                    <a:pt x="1795181" y="411124"/>
                    <a:pt x="1913755" y="419021"/>
                  </a:cubicBezTo>
                  <a:cubicBezTo>
                    <a:pt x="2027832" y="426645"/>
                    <a:pt x="2141087" y="426974"/>
                    <a:pt x="2249844" y="466901"/>
                  </a:cubicBezTo>
                  <a:cubicBezTo>
                    <a:pt x="2451728" y="541106"/>
                    <a:pt x="2609681" y="699004"/>
                    <a:pt x="2812497" y="770851"/>
                  </a:cubicBezTo>
                  <a:cubicBezTo>
                    <a:pt x="3025185" y="846208"/>
                    <a:pt x="3271823" y="806829"/>
                    <a:pt x="3462353" y="945312"/>
                  </a:cubicBezTo>
                  <a:cubicBezTo>
                    <a:pt x="3562473" y="1018091"/>
                    <a:pt x="3633456" y="1120007"/>
                    <a:pt x="3695753" y="1228867"/>
                  </a:cubicBezTo>
                  <a:lnTo>
                    <a:pt x="3740437" y="1311620"/>
                  </a:lnTo>
                  <a:lnTo>
                    <a:pt x="3699924" y="1311620"/>
                  </a:lnTo>
                  <a:lnTo>
                    <a:pt x="3678387" y="1273229"/>
                  </a:lnTo>
                  <a:cubicBezTo>
                    <a:pt x="3621074" y="1172699"/>
                    <a:pt x="3559319" y="1059006"/>
                    <a:pt x="3465973" y="987213"/>
                  </a:cubicBezTo>
                  <a:cubicBezTo>
                    <a:pt x="3280871" y="844836"/>
                    <a:pt x="3052553" y="879663"/>
                    <a:pt x="2841455" y="812752"/>
                  </a:cubicBezTo>
                  <a:cubicBezTo>
                    <a:pt x="2652679" y="752916"/>
                    <a:pt x="2505915" y="621179"/>
                    <a:pt x="2330850" y="534524"/>
                  </a:cubicBezTo>
                  <a:cubicBezTo>
                    <a:pt x="2232459" y="485822"/>
                    <a:pt x="2133792" y="462129"/>
                    <a:pt x="2024542" y="455274"/>
                  </a:cubicBezTo>
                  <a:cubicBezTo>
                    <a:pt x="1928728" y="449296"/>
                    <a:pt x="1831433" y="448363"/>
                    <a:pt x="1738800" y="420447"/>
                  </a:cubicBezTo>
                  <a:cubicBezTo>
                    <a:pt x="1510646" y="351672"/>
                    <a:pt x="1385271" y="110574"/>
                    <a:pt x="1155965" y="47338"/>
                  </a:cubicBezTo>
                  <a:cubicBezTo>
                    <a:pt x="953258" y="-8549"/>
                    <a:pt x="736621" y="67466"/>
                    <a:pt x="571538" y="186644"/>
                  </a:cubicBezTo>
                  <a:cubicBezTo>
                    <a:pt x="245157" y="422257"/>
                    <a:pt x="-13217" y="858712"/>
                    <a:pt x="29781" y="1271310"/>
                  </a:cubicBezTo>
                  <a:lnTo>
                    <a:pt x="29672" y="1271310"/>
                  </a:lnTo>
                  <a:cubicBezTo>
                    <a:pt x="31098" y="1284856"/>
                    <a:pt x="10860" y="1286282"/>
                    <a:pt x="8776" y="1273064"/>
                  </a:cubicBezTo>
                  <a:cubicBezTo>
                    <a:pt x="7130" y="1262590"/>
                    <a:pt x="5485" y="1252114"/>
                    <a:pt x="4333" y="1241529"/>
                  </a:cubicBezTo>
                  <a:cubicBezTo>
                    <a:pt x="-16508" y="1051766"/>
                    <a:pt x="40202" y="855641"/>
                    <a:pt x="123511" y="686554"/>
                  </a:cubicBezTo>
                  <a:cubicBezTo>
                    <a:pt x="214773" y="501288"/>
                    <a:pt x="343055" y="329514"/>
                    <a:pt x="505560" y="200739"/>
                  </a:cubicBezTo>
                  <a:cubicBezTo>
                    <a:pt x="654025" y="83097"/>
                    <a:pt x="838742" y="-6684"/>
                    <a:pt x="1032399" y="391"/>
                  </a:cubicBez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67" name="任意多边形: 形状 66"/>
            <p:cNvSpPr/>
            <p:nvPr/>
          </p:nvSpPr>
          <p:spPr>
            <a:xfrm>
              <a:off x="0" y="1"/>
              <a:ext cx="2247308" cy="3316621"/>
            </a:xfrm>
            <a:custGeom>
              <a:avLst/>
              <a:gdLst>
                <a:gd name="connsiteX0" fmla="*/ 850720 w 2247308"/>
                <a:gd name="connsiteY0" fmla="*/ 120 h 3316621"/>
                <a:gd name="connsiteX1" fmla="*/ 859271 w 2247308"/>
                <a:gd name="connsiteY1" fmla="*/ 5282 h 3316621"/>
                <a:gd name="connsiteX2" fmla="*/ 1432418 w 2247308"/>
                <a:gd name="connsiteY2" fmla="*/ 416551 h 3316621"/>
                <a:gd name="connsiteX3" fmla="*/ 1756237 w 2247308"/>
                <a:gd name="connsiteY3" fmla="*/ 504605 h 3316621"/>
                <a:gd name="connsiteX4" fmla="*/ 2007768 w 2247308"/>
                <a:gd name="connsiteY4" fmla="*/ 567405 h 3316621"/>
                <a:gd name="connsiteX5" fmla="*/ 2203783 w 2247308"/>
                <a:gd name="connsiteY5" fmla="*/ 895365 h 3316621"/>
                <a:gd name="connsiteX6" fmla="*/ 2113927 w 2247308"/>
                <a:gd name="connsiteY6" fmla="*/ 1179099 h 3316621"/>
                <a:gd name="connsiteX7" fmla="*/ 2212068 w 2247308"/>
                <a:gd name="connsiteY7" fmla="*/ 1520688 h 3316621"/>
                <a:gd name="connsiteX8" fmla="*/ 2169644 w 2247308"/>
                <a:gd name="connsiteY8" fmla="*/ 1833818 h 3316621"/>
                <a:gd name="connsiteX9" fmla="*/ 1873752 w 2247308"/>
                <a:gd name="connsiteY9" fmla="*/ 2005113 h 3316621"/>
                <a:gd name="connsiteX10" fmla="*/ 1519669 w 2247308"/>
                <a:gd name="connsiteY10" fmla="*/ 2165854 h 3316621"/>
                <a:gd name="connsiteX11" fmla="*/ 1404625 w 2247308"/>
                <a:gd name="connsiteY11" fmla="*/ 2354787 h 3316621"/>
                <a:gd name="connsiteX12" fmla="*/ 1397210 w 2247308"/>
                <a:gd name="connsiteY12" fmla="*/ 2557348 h 3316621"/>
                <a:gd name="connsiteX13" fmla="*/ 830009 w 2247308"/>
                <a:gd name="connsiteY13" fmla="*/ 3062819 h 3316621"/>
                <a:gd name="connsiteX14" fmla="*/ 418714 w 2247308"/>
                <a:gd name="connsiteY14" fmla="*/ 3204510 h 3316621"/>
                <a:gd name="connsiteX15" fmla="*/ 0 w 2247308"/>
                <a:gd name="connsiteY15" fmla="*/ 3316621 h 3316621"/>
                <a:gd name="connsiteX16" fmla="*/ 0 w 2247308"/>
                <a:gd name="connsiteY16" fmla="*/ 3277921 h 3316621"/>
                <a:gd name="connsiteX17" fmla="*/ 129013 w 2247308"/>
                <a:gd name="connsiteY17" fmla="*/ 3232496 h 3316621"/>
                <a:gd name="connsiteX18" fmla="*/ 1105792 w 2247308"/>
                <a:gd name="connsiteY18" fmla="*/ 2870411 h 3316621"/>
                <a:gd name="connsiteX19" fmla="*/ 1326727 w 2247308"/>
                <a:gd name="connsiteY19" fmla="*/ 2655690 h 3316621"/>
                <a:gd name="connsiteX20" fmla="*/ 1355120 w 2247308"/>
                <a:gd name="connsiteY20" fmla="*/ 2376566 h 3316621"/>
                <a:gd name="connsiteX21" fmla="*/ 1647806 w 2247308"/>
                <a:gd name="connsiteY21" fmla="*/ 2044263 h 3316621"/>
                <a:gd name="connsiteX22" fmla="*/ 2009973 w 2247308"/>
                <a:gd name="connsiteY22" fmla="*/ 1903565 h 3316621"/>
                <a:gd name="connsiteX23" fmla="*/ 2188217 w 2247308"/>
                <a:gd name="connsiteY23" fmla="*/ 1553090 h 3316621"/>
                <a:gd name="connsiteX24" fmla="*/ 2086067 w 2247308"/>
                <a:gd name="connsiteY24" fmla="*/ 1171282 h 3316621"/>
                <a:gd name="connsiteX25" fmla="*/ 2182805 w 2247308"/>
                <a:gd name="connsiteY25" fmla="*/ 773574 h 3316621"/>
                <a:gd name="connsiteX26" fmla="*/ 1920249 w 2247308"/>
                <a:gd name="connsiteY26" fmla="*/ 568206 h 3316621"/>
                <a:gd name="connsiteX27" fmla="*/ 1528621 w 2247308"/>
                <a:gd name="connsiteY27" fmla="*/ 474609 h 3316621"/>
                <a:gd name="connsiteX28" fmla="*/ 838025 w 2247308"/>
                <a:gd name="connsiteY28" fmla="*/ 17574 h 3316621"/>
                <a:gd name="connsiteX29" fmla="*/ 838092 w 2247308"/>
                <a:gd name="connsiteY29" fmla="*/ 17641 h 3316621"/>
                <a:gd name="connsiteX30" fmla="*/ 850720 w 2247308"/>
                <a:gd name="connsiteY30" fmla="*/ 120 h 3316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47308" h="3316621">
                  <a:moveTo>
                    <a:pt x="850720" y="120"/>
                  </a:moveTo>
                  <a:cubicBezTo>
                    <a:pt x="853876" y="547"/>
                    <a:pt x="856949" y="2142"/>
                    <a:pt x="859271" y="5282"/>
                  </a:cubicBezTo>
                  <a:cubicBezTo>
                    <a:pt x="1005180" y="202032"/>
                    <a:pt x="1201328" y="337719"/>
                    <a:pt x="1432418" y="416551"/>
                  </a:cubicBezTo>
                  <a:cubicBezTo>
                    <a:pt x="1538308" y="452628"/>
                    <a:pt x="1646805" y="481422"/>
                    <a:pt x="1756237" y="504605"/>
                  </a:cubicBezTo>
                  <a:cubicBezTo>
                    <a:pt x="1840347" y="522442"/>
                    <a:pt x="1926998" y="536940"/>
                    <a:pt x="2007768" y="567405"/>
                  </a:cubicBezTo>
                  <a:cubicBezTo>
                    <a:pt x="2155747" y="623323"/>
                    <a:pt x="2239994" y="732554"/>
                    <a:pt x="2203783" y="895365"/>
                  </a:cubicBezTo>
                  <a:cubicBezTo>
                    <a:pt x="2182338" y="991769"/>
                    <a:pt x="2128892" y="1082160"/>
                    <a:pt x="2113927" y="1179099"/>
                  </a:cubicBezTo>
                  <a:cubicBezTo>
                    <a:pt x="2094953" y="1301892"/>
                    <a:pt x="2159824" y="1414664"/>
                    <a:pt x="2212068" y="1520688"/>
                  </a:cubicBezTo>
                  <a:cubicBezTo>
                    <a:pt x="2268520" y="1635264"/>
                    <a:pt x="2259100" y="1736077"/>
                    <a:pt x="2169644" y="1833818"/>
                  </a:cubicBezTo>
                  <a:cubicBezTo>
                    <a:pt x="2090743" y="1920067"/>
                    <a:pt x="1981779" y="1966365"/>
                    <a:pt x="1873752" y="2005113"/>
                  </a:cubicBezTo>
                  <a:cubicBezTo>
                    <a:pt x="1754699" y="2047804"/>
                    <a:pt x="1617543" y="2081408"/>
                    <a:pt x="1519669" y="2165854"/>
                  </a:cubicBezTo>
                  <a:cubicBezTo>
                    <a:pt x="1462548" y="2215091"/>
                    <a:pt x="1418521" y="2279360"/>
                    <a:pt x="1404625" y="2354787"/>
                  </a:cubicBezTo>
                  <a:cubicBezTo>
                    <a:pt x="1392132" y="2422464"/>
                    <a:pt x="1402755" y="2489472"/>
                    <a:pt x="1397210" y="2557348"/>
                  </a:cubicBezTo>
                  <a:cubicBezTo>
                    <a:pt x="1375430" y="2825984"/>
                    <a:pt x="1047937" y="2974966"/>
                    <a:pt x="830009" y="3062819"/>
                  </a:cubicBezTo>
                  <a:cubicBezTo>
                    <a:pt x="695858" y="3116866"/>
                    <a:pt x="558050" y="3163114"/>
                    <a:pt x="418714" y="3204510"/>
                  </a:cubicBezTo>
                  <a:lnTo>
                    <a:pt x="0" y="3316621"/>
                  </a:lnTo>
                  <a:lnTo>
                    <a:pt x="0" y="3277921"/>
                  </a:lnTo>
                  <a:lnTo>
                    <a:pt x="129013" y="3232496"/>
                  </a:lnTo>
                  <a:cubicBezTo>
                    <a:pt x="459981" y="3125058"/>
                    <a:pt x="810175" y="3064664"/>
                    <a:pt x="1105792" y="2870411"/>
                  </a:cubicBezTo>
                  <a:cubicBezTo>
                    <a:pt x="1186965" y="2817099"/>
                    <a:pt x="1286041" y="2747217"/>
                    <a:pt x="1326727" y="2655690"/>
                  </a:cubicBezTo>
                  <a:cubicBezTo>
                    <a:pt x="1366812" y="2565499"/>
                    <a:pt x="1341959" y="2470832"/>
                    <a:pt x="1355120" y="2376566"/>
                  </a:cubicBezTo>
                  <a:cubicBezTo>
                    <a:pt x="1378570" y="2208811"/>
                    <a:pt x="1499092" y="2106862"/>
                    <a:pt x="1647806" y="2044263"/>
                  </a:cubicBezTo>
                  <a:cubicBezTo>
                    <a:pt x="1766859" y="1994156"/>
                    <a:pt x="1895798" y="1964829"/>
                    <a:pt x="2009973" y="1903565"/>
                  </a:cubicBezTo>
                  <a:cubicBezTo>
                    <a:pt x="2139914" y="1833818"/>
                    <a:pt x="2259368" y="1706549"/>
                    <a:pt x="2188217" y="1553090"/>
                  </a:cubicBezTo>
                  <a:cubicBezTo>
                    <a:pt x="2134636" y="1437579"/>
                    <a:pt x="2058876" y="1303429"/>
                    <a:pt x="2086067" y="1171282"/>
                  </a:cubicBezTo>
                  <a:cubicBezTo>
                    <a:pt x="2112790" y="1041140"/>
                    <a:pt x="2210732" y="911933"/>
                    <a:pt x="2182805" y="773574"/>
                  </a:cubicBezTo>
                  <a:cubicBezTo>
                    <a:pt x="2157151" y="646505"/>
                    <a:pt x="2033423" y="597268"/>
                    <a:pt x="1920249" y="568206"/>
                  </a:cubicBezTo>
                  <a:cubicBezTo>
                    <a:pt x="1790108" y="534803"/>
                    <a:pt x="1657694" y="512689"/>
                    <a:pt x="1528621" y="474609"/>
                  </a:cubicBezTo>
                  <a:cubicBezTo>
                    <a:pt x="1249630" y="392301"/>
                    <a:pt x="1012329" y="255011"/>
                    <a:pt x="838025" y="17574"/>
                  </a:cubicBezTo>
                  <a:lnTo>
                    <a:pt x="838092" y="17641"/>
                  </a:lnTo>
                  <a:cubicBezTo>
                    <a:pt x="831028" y="8071"/>
                    <a:pt x="841250" y="-1161"/>
                    <a:pt x="850720" y="12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9507289" y="5330128"/>
              <a:ext cx="2606447" cy="1527873"/>
            </a:xfrm>
            <a:custGeom>
              <a:avLst/>
              <a:gdLst>
                <a:gd name="connsiteX0" fmla="*/ 1155106 w 2011611"/>
                <a:gd name="connsiteY0" fmla="*/ 196 h 1527873"/>
                <a:gd name="connsiteX1" fmla="*/ 1249989 w 2011611"/>
                <a:gd name="connsiteY1" fmla="*/ 6021 h 1527873"/>
                <a:gd name="connsiteX2" fmla="*/ 1501178 w 2011611"/>
                <a:gd name="connsiteY2" fmla="*/ 171872 h 1527873"/>
                <a:gd name="connsiteX3" fmla="*/ 1637577 w 2011611"/>
                <a:gd name="connsiteY3" fmla="*/ 361086 h 1527873"/>
                <a:gd name="connsiteX4" fmla="*/ 1783136 w 2011611"/>
                <a:gd name="connsiteY4" fmla="*/ 521891 h 1527873"/>
                <a:gd name="connsiteX5" fmla="*/ 2011180 w 2011611"/>
                <a:gd name="connsiteY5" fmla="*/ 851399 h 1527873"/>
                <a:gd name="connsiteX6" fmla="*/ 1993355 w 2011611"/>
                <a:gd name="connsiteY6" fmla="*/ 859845 h 1527873"/>
                <a:gd name="connsiteX7" fmla="*/ 1785603 w 2011611"/>
                <a:gd name="connsiteY7" fmla="*/ 570594 h 1527873"/>
                <a:gd name="connsiteX8" fmla="*/ 1572641 w 2011611"/>
                <a:gd name="connsiteY8" fmla="*/ 325711 h 1527873"/>
                <a:gd name="connsiteX9" fmla="*/ 1349807 w 2011611"/>
                <a:gd name="connsiteY9" fmla="*/ 70628 h 1527873"/>
                <a:gd name="connsiteX10" fmla="*/ 1044760 w 2011611"/>
                <a:gd name="connsiteY10" fmla="*/ 42767 h 1527873"/>
                <a:gd name="connsiteX11" fmla="*/ 662711 w 2011611"/>
                <a:gd name="connsiteY11" fmla="*/ 76990 h 1527873"/>
                <a:gd name="connsiteX12" fmla="*/ 271887 w 2011611"/>
                <a:gd name="connsiteY12" fmla="*/ 163536 h 1527873"/>
                <a:gd name="connsiteX13" fmla="*/ 33586 w 2011611"/>
                <a:gd name="connsiteY13" fmla="*/ 698382 h 1527873"/>
                <a:gd name="connsiteX14" fmla="*/ 99290 w 2011611"/>
                <a:gd name="connsiteY14" fmla="*/ 1421236 h 1527873"/>
                <a:gd name="connsiteX15" fmla="*/ 125120 w 2011611"/>
                <a:gd name="connsiteY15" fmla="*/ 1527873 h 1527873"/>
                <a:gd name="connsiteX16" fmla="*/ 96405 w 2011611"/>
                <a:gd name="connsiteY16" fmla="*/ 1527873 h 1527873"/>
                <a:gd name="connsiteX17" fmla="*/ 69290 w 2011611"/>
                <a:gd name="connsiteY17" fmla="*/ 1416191 h 1527873"/>
                <a:gd name="connsiteX18" fmla="*/ 3915 w 2011611"/>
                <a:gd name="connsiteY18" fmla="*/ 700192 h 1527873"/>
                <a:gd name="connsiteX19" fmla="*/ 186932 w 2011611"/>
                <a:gd name="connsiteY19" fmla="*/ 188161 h 1527873"/>
                <a:gd name="connsiteX20" fmla="*/ 468780 w 2011611"/>
                <a:gd name="connsiteY20" fmla="*/ 71012 h 1527873"/>
                <a:gd name="connsiteX21" fmla="*/ 868214 w 2011611"/>
                <a:gd name="connsiteY21" fmla="*/ 32511 h 1527873"/>
                <a:gd name="connsiteX22" fmla="*/ 1155106 w 2011611"/>
                <a:gd name="connsiteY22" fmla="*/ 196 h 152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11611" h="1527873">
                  <a:moveTo>
                    <a:pt x="1155106" y="196"/>
                  </a:moveTo>
                  <a:cubicBezTo>
                    <a:pt x="1186993" y="-588"/>
                    <a:pt x="1218686" y="907"/>
                    <a:pt x="1249989" y="6021"/>
                  </a:cubicBezTo>
                  <a:cubicBezTo>
                    <a:pt x="1357540" y="23626"/>
                    <a:pt x="1435584" y="87520"/>
                    <a:pt x="1501178" y="171872"/>
                  </a:cubicBezTo>
                  <a:cubicBezTo>
                    <a:pt x="1548894" y="233298"/>
                    <a:pt x="1588436" y="300812"/>
                    <a:pt x="1637577" y="361086"/>
                  </a:cubicBezTo>
                  <a:cubicBezTo>
                    <a:pt x="1683318" y="417193"/>
                    <a:pt x="1733611" y="469186"/>
                    <a:pt x="1783136" y="521891"/>
                  </a:cubicBezTo>
                  <a:cubicBezTo>
                    <a:pt x="1874068" y="618638"/>
                    <a:pt x="1971033" y="721856"/>
                    <a:pt x="2011180" y="851399"/>
                  </a:cubicBezTo>
                  <a:cubicBezTo>
                    <a:pt x="2014416" y="861819"/>
                    <a:pt x="1998565" y="870211"/>
                    <a:pt x="1993355" y="859845"/>
                  </a:cubicBezTo>
                  <a:cubicBezTo>
                    <a:pt x="1939005" y="751581"/>
                    <a:pt x="1868089" y="658949"/>
                    <a:pt x="1785603" y="570594"/>
                  </a:cubicBezTo>
                  <a:cubicBezTo>
                    <a:pt x="1712221" y="491891"/>
                    <a:pt x="1632532" y="415712"/>
                    <a:pt x="1572641" y="325711"/>
                  </a:cubicBezTo>
                  <a:cubicBezTo>
                    <a:pt x="1512641" y="235601"/>
                    <a:pt x="1448363" y="123937"/>
                    <a:pt x="1349807" y="70628"/>
                  </a:cubicBezTo>
                  <a:cubicBezTo>
                    <a:pt x="1256077" y="19897"/>
                    <a:pt x="1146936" y="26698"/>
                    <a:pt x="1044760" y="42767"/>
                  </a:cubicBezTo>
                  <a:cubicBezTo>
                    <a:pt x="918178" y="62621"/>
                    <a:pt x="790225" y="66076"/>
                    <a:pt x="662711" y="76990"/>
                  </a:cubicBezTo>
                  <a:cubicBezTo>
                    <a:pt x="533332" y="88069"/>
                    <a:pt x="387719" y="98928"/>
                    <a:pt x="271887" y="163536"/>
                  </a:cubicBezTo>
                  <a:cubicBezTo>
                    <a:pt x="90625" y="264669"/>
                    <a:pt x="44775" y="508893"/>
                    <a:pt x="33586" y="698382"/>
                  </a:cubicBezTo>
                  <a:cubicBezTo>
                    <a:pt x="19327" y="940193"/>
                    <a:pt x="49765" y="1184746"/>
                    <a:pt x="99290" y="1421236"/>
                  </a:cubicBezTo>
                  <a:lnTo>
                    <a:pt x="125120" y="1527873"/>
                  </a:lnTo>
                  <a:lnTo>
                    <a:pt x="96405" y="1527873"/>
                  </a:lnTo>
                  <a:lnTo>
                    <a:pt x="69290" y="1416191"/>
                  </a:lnTo>
                  <a:cubicBezTo>
                    <a:pt x="21630" y="1182113"/>
                    <a:pt x="-11771" y="939535"/>
                    <a:pt x="3915" y="700192"/>
                  </a:cubicBezTo>
                  <a:cubicBezTo>
                    <a:pt x="15487" y="523701"/>
                    <a:pt x="50423" y="314907"/>
                    <a:pt x="186932" y="188161"/>
                  </a:cubicBezTo>
                  <a:cubicBezTo>
                    <a:pt x="262947" y="117576"/>
                    <a:pt x="368907" y="88508"/>
                    <a:pt x="468780" y="71012"/>
                  </a:cubicBezTo>
                  <a:cubicBezTo>
                    <a:pt x="600846" y="47868"/>
                    <a:pt x="734777" y="42657"/>
                    <a:pt x="868214" y="32511"/>
                  </a:cubicBezTo>
                  <a:cubicBezTo>
                    <a:pt x="962040" y="25395"/>
                    <a:pt x="1059444" y="2546"/>
                    <a:pt x="1155106" y="196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" name="任意多边形: 形状 76"/>
            <p:cNvSpPr/>
            <p:nvPr/>
          </p:nvSpPr>
          <p:spPr>
            <a:xfrm>
              <a:off x="11074553" y="5051401"/>
              <a:ext cx="1117449" cy="1566848"/>
            </a:xfrm>
            <a:custGeom>
              <a:avLst/>
              <a:gdLst>
                <a:gd name="connsiteX0" fmla="*/ 722102 w 1015625"/>
                <a:gd name="connsiteY0" fmla="*/ 655 h 1424074"/>
                <a:gd name="connsiteX1" fmla="*/ 740807 w 1015625"/>
                <a:gd name="connsiteY1" fmla="*/ 9966 h 1424074"/>
                <a:gd name="connsiteX2" fmla="*/ 784681 w 1015625"/>
                <a:gd name="connsiteY2" fmla="*/ 197818 h 1424074"/>
                <a:gd name="connsiteX3" fmla="*/ 801977 w 1015625"/>
                <a:gd name="connsiteY3" fmla="*/ 373496 h 1424074"/>
                <a:gd name="connsiteX4" fmla="*/ 763045 w 1015625"/>
                <a:gd name="connsiteY4" fmla="*/ 568399 h 1424074"/>
                <a:gd name="connsiteX5" fmla="*/ 734237 w 1015625"/>
                <a:gd name="connsiteY5" fmla="*/ 751129 h 1424074"/>
                <a:gd name="connsiteX6" fmla="*/ 742735 w 1015625"/>
                <a:gd name="connsiteY6" fmla="*/ 757577 h 1424074"/>
                <a:gd name="connsiteX7" fmla="*/ 830665 w 1015625"/>
                <a:gd name="connsiteY7" fmla="*/ 845386 h 1424074"/>
                <a:gd name="connsiteX8" fmla="*/ 910639 w 1015625"/>
                <a:gd name="connsiteY8" fmla="*/ 985868 h 1424074"/>
                <a:gd name="connsiteX9" fmla="*/ 935831 w 1015625"/>
                <a:gd name="connsiteY9" fmla="*/ 777827 h 1424074"/>
                <a:gd name="connsiteX10" fmla="*/ 910699 w 1015625"/>
                <a:gd name="connsiteY10" fmla="*/ 534047 h 1424074"/>
                <a:gd name="connsiteX11" fmla="*/ 932094 w 1015625"/>
                <a:gd name="connsiteY11" fmla="*/ 323715 h 1424074"/>
                <a:gd name="connsiteX12" fmla="*/ 979374 w 1015625"/>
                <a:gd name="connsiteY12" fmla="*/ 219823 h 1424074"/>
                <a:gd name="connsiteX13" fmla="*/ 1015625 w 1015625"/>
                <a:gd name="connsiteY13" fmla="*/ 157325 h 1424074"/>
                <a:gd name="connsiteX14" fmla="*/ 1015625 w 1015625"/>
                <a:gd name="connsiteY14" fmla="*/ 897092 h 1424074"/>
                <a:gd name="connsiteX15" fmla="*/ 999307 w 1015625"/>
                <a:gd name="connsiteY15" fmla="*/ 917707 h 1424074"/>
                <a:gd name="connsiteX16" fmla="*/ 926670 w 1015625"/>
                <a:gd name="connsiteY16" fmla="*/ 1026790 h 1424074"/>
                <a:gd name="connsiteX17" fmla="*/ 943002 w 1015625"/>
                <a:gd name="connsiteY17" fmla="*/ 1074762 h 1424074"/>
                <a:gd name="connsiteX18" fmla="*/ 967169 w 1015625"/>
                <a:gd name="connsiteY18" fmla="*/ 1154616 h 1424074"/>
                <a:gd name="connsiteX19" fmla="*/ 998255 w 1015625"/>
                <a:gd name="connsiteY19" fmla="*/ 1065124 h 1424074"/>
                <a:gd name="connsiteX20" fmla="*/ 1015625 w 1015625"/>
                <a:gd name="connsiteY20" fmla="*/ 1027745 h 1424074"/>
                <a:gd name="connsiteX21" fmla="*/ 1015625 w 1015625"/>
                <a:gd name="connsiteY21" fmla="*/ 1159905 h 1424074"/>
                <a:gd name="connsiteX22" fmla="*/ 981875 w 1015625"/>
                <a:gd name="connsiteY22" fmla="*/ 1189450 h 1424074"/>
                <a:gd name="connsiteX23" fmla="*/ 978981 w 1015625"/>
                <a:gd name="connsiteY23" fmla="*/ 1191379 h 1424074"/>
                <a:gd name="connsiteX24" fmla="*/ 1008181 w 1015625"/>
                <a:gd name="connsiteY24" fmla="*/ 1266186 h 1424074"/>
                <a:gd name="connsiteX25" fmla="*/ 1015625 w 1015625"/>
                <a:gd name="connsiteY25" fmla="*/ 1278727 h 1424074"/>
                <a:gd name="connsiteX26" fmla="*/ 1015625 w 1015625"/>
                <a:gd name="connsiteY26" fmla="*/ 1324359 h 1424074"/>
                <a:gd name="connsiteX27" fmla="*/ 997929 w 1015625"/>
                <a:gd name="connsiteY27" fmla="*/ 1297389 h 1424074"/>
                <a:gd name="connsiteX28" fmla="*/ 962047 w 1015625"/>
                <a:gd name="connsiteY28" fmla="*/ 1214581 h 1424074"/>
                <a:gd name="connsiteX29" fmla="*/ 583209 w 1015625"/>
                <a:gd name="connsiteY29" fmla="*/ 1412377 h 1424074"/>
                <a:gd name="connsiteX30" fmla="*/ 226790 w 1015625"/>
                <a:gd name="connsiteY30" fmla="*/ 1421598 h 1424074"/>
                <a:gd name="connsiteX31" fmla="*/ 222270 w 1015625"/>
                <a:gd name="connsiteY31" fmla="*/ 1388271 h 1424074"/>
                <a:gd name="connsiteX32" fmla="*/ 592791 w 1015625"/>
                <a:gd name="connsiteY32" fmla="*/ 1159558 h 1424074"/>
                <a:gd name="connsiteX33" fmla="*/ 798061 w 1015625"/>
                <a:gd name="connsiteY33" fmla="*/ 1154797 h 1424074"/>
                <a:gd name="connsiteX34" fmla="*/ 949089 w 1015625"/>
                <a:gd name="connsiteY34" fmla="*/ 1176553 h 1424074"/>
                <a:gd name="connsiteX35" fmla="*/ 942581 w 1015625"/>
                <a:gd name="connsiteY35" fmla="*/ 1156122 h 1424074"/>
                <a:gd name="connsiteX36" fmla="*/ 913833 w 1015625"/>
                <a:gd name="connsiteY36" fmla="*/ 1063794 h 1424074"/>
                <a:gd name="connsiteX37" fmla="*/ 906782 w 1015625"/>
                <a:gd name="connsiteY37" fmla="*/ 1058490 h 1424074"/>
                <a:gd name="connsiteX38" fmla="*/ 784741 w 1015625"/>
                <a:gd name="connsiteY38" fmla="*/ 1014435 h 1424074"/>
                <a:gd name="connsiteX39" fmla="*/ 653842 w 1015625"/>
                <a:gd name="connsiteY39" fmla="*/ 1015219 h 1424074"/>
                <a:gd name="connsiteX40" fmla="*/ 417716 w 1015625"/>
                <a:gd name="connsiteY40" fmla="*/ 1009433 h 1424074"/>
                <a:gd name="connsiteX41" fmla="*/ 11034 w 1015625"/>
                <a:gd name="connsiteY41" fmla="*/ 763966 h 1424074"/>
                <a:gd name="connsiteX42" fmla="*/ 18688 w 1015625"/>
                <a:gd name="connsiteY42" fmla="*/ 734073 h 1424074"/>
                <a:gd name="connsiteX43" fmla="*/ 166644 w 1015625"/>
                <a:gd name="connsiteY43" fmla="*/ 751490 h 1424074"/>
                <a:gd name="connsiteX44" fmla="*/ 289890 w 1015625"/>
                <a:gd name="connsiteY44" fmla="*/ 746066 h 1424074"/>
                <a:gd name="connsiteX45" fmla="*/ 509201 w 1015625"/>
                <a:gd name="connsiteY45" fmla="*/ 780720 h 1424074"/>
                <a:gd name="connsiteX46" fmla="*/ 724474 w 1015625"/>
                <a:gd name="connsiteY46" fmla="*/ 909570 h 1424074"/>
                <a:gd name="connsiteX47" fmla="*/ 895391 w 1015625"/>
                <a:gd name="connsiteY47" fmla="*/ 1028055 h 1424074"/>
                <a:gd name="connsiteX48" fmla="*/ 902322 w 1015625"/>
                <a:gd name="connsiteY48" fmla="*/ 1030767 h 1424074"/>
                <a:gd name="connsiteX49" fmla="*/ 838560 w 1015625"/>
                <a:gd name="connsiteY49" fmla="*/ 897517 h 1424074"/>
                <a:gd name="connsiteX50" fmla="*/ 767988 w 1015625"/>
                <a:gd name="connsiteY50" fmla="*/ 811516 h 1424074"/>
                <a:gd name="connsiteX51" fmla="*/ 612017 w 1015625"/>
                <a:gd name="connsiteY51" fmla="*/ 688572 h 1424074"/>
                <a:gd name="connsiteX52" fmla="*/ 432662 w 1015625"/>
                <a:gd name="connsiteY52" fmla="*/ 581055 h 1424074"/>
                <a:gd name="connsiteX53" fmla="*/ 287901 w 1015625"/>
                <a:gd name="connsiteY53" fmla="*/ 447685 h 1424074"/>
                <a:gd name="connsiteX54" fmla="*/ 183458 w 1015625"/>
                <a:gd name="connsiteY54" fmla="*/ 272067 h 1424074"/>
                <a:gd name="connsiteX55" fmla="*/ 150252 w 1015625"/>
                <a:gd name="connsiteY55" fmla="*/ 166238 h 1424074"/>
                <a:gd name="connsiteX56" fmla="*/ 131568 w 1015625"/>
                <a:gd name="connsiteY56" fmla="*/ 60650 h 1424074"/>
                <a:gd name="connsiteX57" fmla="*/ 155916 w 1015625"/>
                <a:gd name="connsiteY57" fmla="*/ 50345 h 1424074"/>
                <a:gd name="connsiteX58" fmla="*/ 323097 w 1015625"/>
                <a:gd name="connsiteY58" fmla="*/ 186910 h 1424074"/>
                <a:gd name="connsiteX59" fmla="*/ 474126 w 1015625"/>
                <a:gd name="connsiteY59" fmla="*/ 328838 h 1424074"/>
                <a:gd name="connsiteX60" fmla="*/ 582667 w 1015625"/>
                <a:gd name="connsiteY60" fmla="*/ 503974 h 1424074"/>
                <a:gd name="connsiteX61" fmla="*/ 621720 w 1015625"/>
                <a:gd name="connsiteY61" fmla="*/ 604560 h 1424074"/>
                <a:gd name="connsiteX62" fmla="*/ 642632 w 1015625"/>
                <a:gd name="connsiteY62" fmla="*/ 653918 h 1424074"/>
                <a:gd name="connsiteX63" fmla="*/ 658784 w 1015625"/>
                <a:gd name="connsiteY63" fmla="*/ 689355 h 1424074"/>
                <a:gd name="connsiteX64" fmla="*/ 690906 w 1015625"/>
                <a:gd name="connsiteY64" fmla="*/ 719790 h 1424074"/>
                <a:gd name="connsiteX65" fmla="*/ 714952 w 1015625"/>
                <a:gd name="connsiteY65" fmla="*/ 737267 h 1424074"/>
                <a:gd name="connsiteX66" fmla="*/ 668125 w 1015625"/>
                <a:gd name="connsiteY66" fmla="*/ 570509 h 1424074"/>
                <a:gd name="connsiteX67" fmla="*/ 647454 w 1015625"/>
                <a:gd name="connsiteY67" fmla="*/ 386634 h 1424074"/>
                <a:gd name="connsiteX68" fmla="*/ 709589 w 1015625"/>
                <a:gd name="connsiteY68" fmla="*/ 18102 h 1424074"/>
                <a:gd name="connsiteX69" fmla="*/ 722102 w 1015625"/>
                <a:gd name="connsiteY69" fmla="*/ 655 h 142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015625" h="1424074">
                  <a:moveTo>
                    <a:pt x="722102" y="655"/>
                  </a:moveTo>
                  <a:cubicBezTo>
                    <a:pt x="729386" y="-1350"/>
                    <a:pt x="737703" y="1107"/>
                    <a:pt x="740807" y="9966"/>
                  </a:cubicBezTo>
                  <a:cubicBezTo>
                    <a:pt x="762262" y="71077"/>
                    <a:pt x="773471" y="134176"/>
                    <a:pt x="784681" y="197818"/>
                  </a:cubicBezTo>
                  <a:cubicBezTo>
                    <a:pt x="794806" y="255132"/>
                    <a:pt x="807583" y="314977"/>
                    <a:pt x="801977" y="373496"/>
                  </a:cubicBezTo>
                  <a:cubicBezTo>
                    <a:pt x="795710" y="439669"/>
                    <a:pt x="774496" y="503130"/>
                    <a:pt x="763045" y="568399"/>
                  </a:cubicBezTo>
                  <a:cubicBezTo>
                    <a:pt x="753824" y="621073"/>
                    <a:pt x="742554" y="733410"/>
                    <a:pt x="734237" y="751129"/>
                  </a:cubicBezTo>
                  <a:cubicBezTo>
                    <a:pt x="737071" y="753298"/>
                    <a:pt x="739963" y="755347"/>
                    <a:pt x="742735" y="757577"/>
                  </a:cubicBezTo>
                  <a:cubicBezTo>
                    <a:pt x="775219" y="783432"/>
                    <a:pt x="805292" y="812420"/>
                    <a:pt x="830665" y="845386"/>
                  </a:cubicBezTo>
                  <a:cubicBezTo>
                    <a:pt x="864173" y="888959"/>
                    <a:pt x="889787" y="936208"/>
                    <a:pt x="910639" y="985868"/>
                  </a:cubicBezTo>
                  <a:cubicBezTo>
                    <a:pt x="918534" y="916441"/>
                    <a:pt x="935529" y="848098"/>
                    <a:pt x="935831" y="777827"/>
                  </a:cubicBezTo>
                  <a:cubicBezTo>
                    <a:pt x="936252" y="695442"/>
                    <a:pt x="919619" y="615528"/>
                    <a:pt x="910699" y="534047"/>
                  </a:cubicBezTo>
                  <a:cubicBezTo>
                    <a:pt x="903045" y="463896"/>
                    <a:pt x="909012" y="390793"/>
                    <a:pt x="932094" y="323715"/>
                  </a:cubicBezTo>
                  <a:cubicBezTo>
                    <a:pt x="944479" y="287646"/>
                    <a:pt x="961083" y="253324"/>
                    <a:pt x="979374" y="219823"/>
                  </a:cubicBezTo>
                  <a:lnTo>
                    <a:pt x="1015625" y="157325"/>
                  </a:lnTo>
                  <a:lnTo>
                    <a:pt x="1015625" y="897092"/>
                  </a:lnTo>
                  <a:lnTo>
                    <a:pt x="999307" y="917707"/>
                  </a:lnTo>
                  <a:cubicBezTo>
                    <a:pt x="971358" y="951517"/>
                    <a:pt x="944931" y="986291"/>
                    <a:pt x="926670" y="1026790"/>
                  </a:cubicBezTo>
                  <a:cubicBezTo>
                    <a:pt x="932456" y="1042580"/>
                    <a:pt x="937880" y="1058610"/>
                    <a:pt x="943002" y="1074762"/>
                  </a:cubicBezTo>
                  <a:cubicBezTo>
                    <a:pt x="951319" y="1100858"/>
                    <a:pt x="959033" y="1127737"/>
                    <a:pt x="967169" y="1154616"/>
                  </a:cubicBezTo>
                  <a:cubicBezTo>
                    <a:pt x="976631" y="1124573"/>
                    <a:pt x="986730" y="1094500"/>
                    <a:pt x="998255" y="1065124"/>
                  </a:cubicBezTo>
                  <a:lnTo>
                    <a:pt x="1015625" y="1027745"/>
                  </a:lnTo>
                  <a:lnTo>
                    <a:pt x="1015625" y="1159905"/>
                  </a:lnTo>
                  <a:lnTo>
                    <a:pt x="981875" y="1189450"/>
                  </a:lnTo>
                  <a:cubicBezTo>
                    <a:pt x="980971" y="1190234"/>
                    <a:pt x="980006" y="1190836"/>
                    <a:pt x="978981" y="1191379"/>
                  </a:cubicBezTo>
                  <a:cubicBezTo>
                    <a:pt x="987479" y="1216902"/>
                    <a:pt x="996881" y="1242079"/>
                    <a:pt x="1008181" y="1266186"/>
                  </a:cubicBezTo>
                  <a:lnTo>
                    <a:pt x="1015625" y="1278727"/>
                  </a:lnTo>
                  <a:lnTo>
                    <a:pt x="1015625" y="1324359"/>
                  </a:lnTo>
                  <a:lnTo>
                    <a:pt x="997929" y="1297389"/>
                  </a:lnTo>
                  <a:cubicBezTo>
                    <a:pt x="983954" y="1270796"/>
                    <a:pt x="972383" y="1243178"/>
                    <a:pt x="962047" y="1214581"/>
                  </a:cubicBezTo>
                  <a:cubicBezTo>
                    <a:pt x="824216" y="1255503"/>
                    <a:pt x="727006" y="1383088"/>
                    <a:pt x="583209" y="1412377"/>
                  </a:cubicBezTo>
                  <a:cubicBezTo>
                    <a:pt x="465266" y="1436364"/>
                    <a:pt x="345817" y="1414909"/>
                    <a:pt x="226790" y="1421598"/>
                  </a:cubicBezTo>
                  <a:cubicBezTo>
                    <a:pt x="206179" y="1422744"/>
                    <a:pt x="205576" y="1394840"/>
                    <a:pt x="222270" y="1388271"/>
                  </a:cubicBezTo>
                  <a:cubicBezTo>
                    <a:pt x="359196" y="1334573"/>
                    <a:pt x="444535" y="1188546"/>
                    <a:pt x="592791" y="1159558"/>
                  </a:cubicBezTo>
                  <a:cubicBezTo>
                    <a:pt x="660712" y="1146299"/>
                    <a:pt x="729417" y="1148227"/>
                    <a:pt x="798061" y="1154797"/>
                  </a:cubicBezTo>
                  <a:cubicBezTo>
                    <a:pt x="845491" y="1159317"/>
                    <a:pt x="902805" y="1158714"/>
                    <a:pt x="949089" y="1176553"/>
                  </a:cubicBezTo>
                  <a:cubicBezTo>
                    <a:pt x="946859" y="1169803"/>
                    <a:pt x="944690" y="1162993"/>
                    <a:pt x="942581" y="1156122"/>
                  </a:cubicBezTo>
                  <a:cubicBezTo>
                    <a:pt x="933118" y="1125507"/>
                    <a:pt x="923898" y="1094530"/>
                    <a:pt x="913833" y="1063794"/>
                  </a:cubicBezTo>
                  <a:cubicBezTo>
                    <a:pt x="911543" y="1061985"/>
                    <a:pt x="909132" y="1060238"/>
                    <a:pt x="906782" y="1058490"/>
                  </a:cubicBezTo>
                  <a:cubicBezTo>
                    <a:pt x="865439" y="1045894"/>
                    <a:pt x="827471" y="1022028"/>
                    <a:pt x="784741" y="1014435"/>
                  </a:cubicBezTo>
                  <a:cubicBezTo>
                    <a:pt x="741108" y="1006721"/>
                    <a:pt x="697535" y="1009493"/>
                    <a:pt x="653842" y="1015219"/>
                  </a:cubicBezTo>
                  <a:cubicBezTo>
                    <a:pt x="574771" y="1025645"/>
                    <a:pt x="494857" y="1036553"/>
                    <a:pt x="417716" y="1009433"/>
                  </a:cubicBezTo>
                  <a:cubicBezTo>
                    <a:pt x="265422" y="955916"/>
                    <a:pt x="161521" y="820737"/>
                    <a:pt x="11034" y="763966"/>
                  </a:cubicBezTo>
                  <a:cubicBezTo>
                    <a:pt x="-7467" y="756975"/>
                    <a:pt x="-1199" y="730517"/>
                    <a:pt x="18688" y="734073"/>
                  </a:cubicBezTo>
                  <a:cubicBezTo>
                    <a:pt x="67685" y="742872"/>
                    <a:pt x="116501" y="753479"/>
                    <a:pt x="166644" y="751490"/>
                  </a:cubicBezTo>
                  <a:cubicBezTo>
                    <a:pt x="207685" y="749863"/>
                    <a:pt x="248788" y="746850"/>
                    <a:pt x="289890" y="746066"/>
                  </a:cubicBezTo>
                  <a:cubicBezTo>
                    <a:pt x="365223" y="744620"/>
                    <a:pt x="439110" y="751309"/>
                    <a:pt x="509201" y="780720"/>
                  </a:cubicBezTo>
                  <a:cubicBezTo>
                    <a:pt x="586945" y="813384"/>
                    <a:pt x="655107" y="862381"/>
                    <a:pt x="724474" y="909570"/>
                  </a:cubicBezTo>
                  <a:cubicBezTo>
                    <a:pt x="780462" y="947780"/>
                    <a:pt x="841573" y="985145"/>
                    <a:pt x="895391" y="1028055"/>
                  </a:cubicBezTo>
                  <a:cubicBezTo>
                    <a:pt x="897681" y="1028959"/>
                    <a:pt x="899972" y="1029924"/>
                    <a:pt x="902322" y="1030767"/>
                  </a:cubicBezTo>
                  <a:cubicBezTo>
                    <a:pt x="885628" y="984181"/>
                    <a:pt x="865861" y="938920"/>
                    <a:pt x="838560" y="897517"/>
                  </a:cubicBezTo>
                  <a:cubicBezTo>
                    <a:pt x="818310" y="866841"/>
                    <a:pt x="794023" y="837431"/>
                    <a:pt x="767988" y="811516"/>
                  </a:cubicBezTo>
                  <a:cubicBezTo>
                    <a:pt x="721461" y="765231"/>
                    <a:pt x="665955" y="725756"/>
                    <a:pt x="612017" y="688572"/>
                  </a:cubicBezTo>
                  <a:cubicBezTo>
                    <a:pt x="554522" y="648916"/>
                    <a:pt x="490639" y="619867"/>
                    <a:pt x="432662" y="581055"/>
                  </a:cubicBezTo>
                  <a:cubicBezTo>
                    <a:pt x="377458" y="544112"/>
                    <a:pt x="329847" y="499032"/>
                    <a:pt x="287901" y="447685"/>
                  </a:cubicBezTo>
                  <a:cubicBezTo>
                    <a:pt x="244991" y="395132"/>
                    <a:pt x="208710" y="335106"/>
                    <a:pt x="183458" y="272067"/>
                  </a:cubicBezTo>
                  <a:cubicBezTo>
                    <a:pt x="169778" y="237895"/>
                    <a:pt x="157302" y="202398"/>
                    <a:pt x="150252" y="166238"/>
                  </a:cubicBezTo>
                  <a:cubicBezTo>
                    <a:pt x="143682" y="132549"/>
                    <a:pt x="143923" y="92110"/>
                    <a:pt x="131568" y="60650"/>
                  </a:cubicBezTo>
                  <a:cubicBezTo>
                    <a:pt x="126084" y="46608"/>
                    <a:pt x="149227" y="37026"/>
                    <a:pt x="155916" y="50345"/>
                  </a:cubicBezTo>
                  <a:cubicBezTo>
                    <a:pt x="189545" y="117241"/>
                    <a:pt x="265783" y="144180"/>
                    <a:pt x="323097" y="186910"/>
                  </a:cubicBezTo>
                  <a:cubicBezTo>
                    <a:pt x="378362" y="228132"/>
                    <a:pt x="430794" y="274960"/>
                    <a:pt x="474126" y="328838"/>
                  </a:cubicBezTo>
                  <a:cubicBezTo>
                    <a:pt x="516976" y="382114"/>
                    <a:pt x="556571" y="440452"/>
                    <a:pt x="582667" y="503974"/>
                  </a:cubicBezTo>
                  <a:cubicBezTo>
                    <a:pt x="596347" y="537242"/>
                    <a:pt x="608460" y="571112"/>
                    <a:pt x="621720" y="604560"/>
                  </a:cubicBezTo>
                  <a:cubicBezTo>
                    <a:pt x="628288" y="621193"/>
                    <a:pt x="635159" y="637646"/>
                    <a:pt x="642632" y="653918"/>
                  </a:cubicBezTo>
                  <a:cubicBezTo>
                    <a:pt x="647634" y="664766"/>
                    <a:pt x="652094" y="679712"/>
                    <a:pt x="658784" y="689355"/>
                  </a:cubicBezTo>
                  <a:cubicBezTo>
                    <a:pt x="665955" y="699661"/>
                    <a:pt x="680781" y="711835"/>
                    <a:pt x="690906" y="719790"/>
                  </a:cubicBezTo>
                  <a:cubicBezTo>
                    <a:pt x="698681" y="725877"/>
                    <a:pt x="706816" y="731602"/>
                    <a:pt x="714952" y="737267"/>
                  </a:cubicBezTo>
                  <a:cubicBezTo>
                    <a:pt x="703863" y="681460"/>
                    <a:pt x="678491" y="627521"/>
                    <a:pt x="668125" y="570509"/>
                  </a:cubicBezTo>
                  <a:cubicBezTo>
                    <a:pt x="657036" y="509217"/>
                    <a:pt x="646731" y="449131"/>
                    <a:pt x="647454" y="386634"/>
                  </a:cubicBezTo>
                  <a:cubicBezTo>
                    <a:pt x="648900" y="260194"/>
                    <a:pt x="723751" y="145446"/>
                    <a:pt x="709589" y="18102"/>
                  </a:cubicBezTo>
                  <a:cubicBezTo>
                    <a:pt x="708565" y="9122"/>
                    <a:pt x="714817" y="2659"/>
                    <a:pt x="722102" y="655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1943573" y="3966955"/>
              <a:ext cx="759433" cy="454609"/>
            </a:xfrm>
            <a:custGeom>
              <a:avLst/>
              <a:gdLst>
                <a:gd name="connsiteX0" fmla="*/ 44181 w 1151600"/>
                <a:gd name="connsiteY0" fmla="*/ 443919 h 689367"/>
                <a:gd name="connsiteX1" fmla="*/ 737410 w 1151600"/>
                <a:gd name="connsiteY1" fmla="*/ 661185 h 689367"/>
                <a:gd name="connsiteX2" fmla="*/ 977821 w 1151600"/>
                <a:gd name="connsiteY2" fmla="*/ 369624 h 689367"/>
                <a:gd name="connsiteX3" fmla="*/ 1018683 w 1151600"/>
                <a:gd name="connsiteY3" fmla="*/ 13961 h 689367"/>
                <a:gd name="connsiteX4" fmla="*/ 549482 w 1151600"/>
                <a:gd name="connsiteY4" fmla="*/ 115021 h 689367"/>
                <a:gd name="connsiteX5" fmla="*/ 108570 w 1151600"/>
                <a:gd name="connsiteY5" fmla="*/ 189507 h 689367"/>
                <a:gd name="connsiteX6" fmla="*/ 44276 w 1151600"/>
                <a:gd name="connsiteY6" fmla="*/ 443919 h 68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51600" h="689367">
                  <a:moveTo>
                    <a:pt x="44181" y="443919"/>
                  </a:moveTo>
                  <a:cubicBezTo>
                    <a:pt x="168387" y="622418"/>
                    <a:pt x="532908" y="748053"/>
                    <a:pt x="737410" y="661185"/>
                  </a:cubicBezTo>
                  <a:cubicBezTo>
                    <a:pt x="871998" y="604035"/>
                    <a:pt x="863902" y="449634"/>
                    <a:pt x="977821" y="369624"/>
                  </a:cubicBezTo>
                  <a:cubicBezTo>
                    <a:pt x="1112314" y="275137"/>
                    <a:pt x="1269667" y="95685"/>
                    <a:pt x="1018683" y="13961"/>
                  </a:cubicBezTo>
                  <a:cubicBezTo>
                    <a:pt x="866855" y="-35474"/>
                    <a:pt x="687880" y="57871"/>
                    <a:pt x="549482" y="115021"/>
                  </a:cubicBezTo>
                  <a:cubicBezTo>
                    <a:pt x="408988" y="173029"/>
                    <a:pt x="249635" y="129023"/>
                    <a:pt x="108570" y="189507"/>
                  </a:cubicBezTo>
                  <a:cubicBezTo>
                    <a:pt x="-28971" y="248466"/>
                    <a:pt x="-18303" y="353908"/>
                    <a:pt x="44276" y="443919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9647148" y="3107853"/>
              <a:ext cx="1112732" cy="1181069"/>
            </a:xfrm>
            <a:custGeom>
              <a:avLst/>
              <a:gdLst>
                <a:gd name="connsiteX0" fmla="*/ 1123585 w 2587621"/>
                <a:gd name="connsiteY0" fmla="*/ 53206 h 2746535"/>
                <a:gd name="connsiteX1" fmla="*/ 2547573 w 2587621"/>
                <a:gd name="connsiteY1" fmla="*/ 1219352 h 2746535"/>
                <a:gd name="connsiteX2" fmla="*/ 2273158 w 2587621"/>
                <a:gd name="connsiteY2" fmla="*/ 2362733 h 2746535"/>
                <a:gd name="connsiteX3" fmla="*/ 448930 w 2587621"/>
                <a:gd name="connsiteY3" fmla="*/ 1989734 h 2746535"/>
                <a:gd name="connsiteX4" fmla="*/ 264716 w 2587621"/>
                <a:gd name="connsiteY4" fmla="*/ 1031995 h 2746535"/>
                <a:gd name="connsiteX5" fmla="*/ 113078 w 2587621"/>
                <a:gd name="connsiteY5" fmla="*/ 239230 h 2746535"/>
                <a:gd name="connsiteX6" fmla="*/ 1123585 w 2587621"/>
                <a:gd name="connsiteY6" fmla="*/ 53302 h 274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87621" h="2746535">
                  <a:moveTo>
                    <a:pt x="1123585" y="53206"/>
                  </a:moveTo>
                  <a:cubicBezTo>
                    <a:pt x="1753474" y="221799"/>
                    <a:pt x="2392792" y="759771"/>
                    <a:pt x="2547573" y="1219352"/>
                  </a:cubicBezTo>
                  <a:cubicBezTo>
                    <a:pt x="2656634" y="1543202"/>
                    <a:pt x="2535667" y="2124227"/>
                    <a:pt x="2273158" y="2362733"/>
                  </a:cubicBezTo>
                  <a:cubicBezTo>
                    <a:pt x="1752712" y="2835650"/>
                    <a:pt x="391970" y="3032436"/>
                    <a:pt x="448930" y="1989734"/>
                  </a:cubicBezTo>
                  <a:cubicBezTo>
                    <a:pt x="469694" y="1609115"/>
                    <a:pt x="453216" y="1375658"/>
                    <a:pt x="264716" y="1031995"/>
                  </a:cubicBezTo>
                  <a:cubicBezTo>
                    <a:pt x="121270" y="770534"/>
                    <a:pt x="-156098" y="500024"/>
                    <a:pt x="113078" y="239230"/>
                  </a:cubicBezTo>
                  <a:cubicBezTo>
                    <a:pt x="377111" y="-16612"/>
                    <a:pt x="748681" y="-47092"/>
                    <a:pt x="1123585" y="5330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3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" name="任意多边形: 形状 84"/>
            <p:cNvSpPr/>
            <p:nvPr/>
          </p:nvSpPr>
          <p:spPr>
            <a:xfrm flipH="1">
              <a:off x="1044358" y="5790108"/>
              <a:ext cx="1545850" cy="1067893"/>
            </a:xfrm>
            <a:custGeom>
              <a:avLst/>
              <a:gdLst>
                <a:gd name="connsiteX0" fmla="*/ 1535006 w 1545850"/>
                <a:gd name="connsiteY0" fmla="*/ 710294 h 1067893"/>
                <a:gd name="connsiteX1" fmla="*/ 1544191 w 1545850"/>
                <a:gd name="connsiteY1" fmla="*/ 730590 h 1067893"/>
                <a:gd name="connsiteX2" fmla="*/ 1290840 w 1545850"/>
                <a:gd name="connsiteY2" fmla="*/ 998411 h 1067893"/>
                <a:gd name="connsiteX3" fmla="*/ 1111092 w 1545850"/>
                <a:gd name="connsiteY3" fmla="*/ 1045418 h 1067893"/>
                <a:gd name="connsiteX4" fmla="*/ 1058929 w 1545850"/>
                <a:gd name="connsiteY4" fmla="*/ 1062610 h 1067893"/>
                <a:gd name="connsiteX5" fmla="*/ 1050368 w 1545850"/>
                <a:gd name="connsiteY5" fmla="*/ 1067893 h 1067893"/>
                <a:gd name="connsiteX6" fmla="*/ 940848 w 1545850"/>
                <a:gd name="connsiteY6" fmla="*/ 1067893 h 1067893"/>
                <a:gd name="connsiteX7" fmla="*/ 952629 w 1545850"/>
                <a:gd name="connsiteY7" fmla="*/ 1037535 h 1067893"/>
                <a:gd name="connsiteX8" fmla="*/ 1118356 w 1545850"/>
                <a:gd name="connsiteY8" fmla="*/ 825087 h 1067893"/>
                <a:gd name="connsiteX9" fmla="*/ 1314854 w 1545850"/>
                <a:gd name="connsiteY9" fmla="*/ 765231 h 1067893"/>
                <a:gd name="connsiteX10" fmla="*/ 1526300 w 1545850"/>
                <a:gd name="connsiteY10" fmla="*/ 712039 h 1067893"/>
                <a:gd name="connsiteX11" fmla="*/ 1526421 w 1545850"/>
                <a:gd name="connsiteY11" fmla="*/ 712039 h 1067893"/>
                <a:gd name="connsiteX12" fmla="*/ 1535006 w 1545850"/>
                <a:gd name="connsiteY12" fmla="*/ 710294 h 1067893"/>
                <a:gd name="connsiteX13" fmla="*/ 722989 w 1545850"/>
                <a:gd name="connsiteY13" fmla="*/ 478 h 1067893"/>
                <a:gd name="connsiteX14" fmla="*/ 740730 w 1545850"/>
                <a:gd name="connsiteY14" fmla="*/ 10098 h 1067893"/>
                <a:gd name="connsiteX15" fmla="*/ 776571 w 1545850"/>
                <a:gd name="connsiteY15" fmla="*/ 192968 h 1067893"/>
                <a:gd name="connsiteX16" fmla="*/ 787198 w 1545850"/>
                <a:gd name="connsiteY16" fmla="*/ 363170 h 1067893"/>
                <a:gd name="connsiteX17" fmla="*/ 742831 w 1545850"/>
                <a:gd name="connsiteY17" fmla="*/ 549942 h 1067893"/>
                <a:gd name="connsiteX18" fmla="*/ 708670 w 1545850"/>
                <a:gd name="connsiteY18" fmla="*/ 725307 h 1067893"/>
                <a:gd name="connsiteX19" fmla="*/ 716656 w 1545850"/>
                <a:gd name="connsiteY19" fmla="*/ 731791 h 1067893"/>
                <a:gd name="connsiteX20" fmla="*/ 798484 w 1545850"/>
                <a:gd name="connsiteY20" fmla="*/ 819623 h 1067893"/>
                <a:gd name="connsiteX21" fmla="*/ 870828 w 1545850"/>
                <a:gd name="connsiteY21" fmla="*/ 958006 h 1067893"/>
                <a:gd name="connsiteX22" fmla="*/ 902347 w 1545850"/>
                <a:gd name="connsiteY22" fmla="*/ 758026 h 1067893"/>
                <a:gd name="connsiteX23" fmla="*/ 886497 w 1545850"/>
                <a:gd name="connsiteY23" fmla="*/ 521845 h 1067893"/>
                <a:gd name="connsiteX24" fmla="*/ 914414 w 1545850"/>
                <a:gd name="connsiteY24" fmla="*/ 319523 h 1067893"/>
                <a:gd name="connsiteX25" fmla="*/ 1022479 w 1545850"/>
                <a:gd name="connsiteY25" fmla="*/ 127288 h 1067893"/>
                <a:gd name="connsiteX26" fmla="*/ 1045292 w 1545850"/>
                <a:gd name="connsiteY26" fmla="*/ 130891 h 1067893"/>
                <a:gd name="connsiteX27" fmla="*/ 1137628 w 1545850"/>
                <a:gd name="connsiteY27" fmla="*/ 376437 h 1067893"/>
                <a:gd name="connsiteX28" fmla="*/ 1123940 w 1545850"/>
                <a:gd name="connsiteY28" fmla="*/ 578819 h 1067893"/>
                <a:gd name="connsiteX29" fmla="*/ 1041270 w 1545850"/>
                <a:gd name="connsiteY29" fmla="*/ 798370 h 1067893"/>
                <a:gd name="connsiteX30" fmla="*/ 884876 w 1545850"/>
                <a:gd name="connsiteY30" fmla="*/ 998050 h 1067893"/>
                <a:gd name="connsiteX31" fmla="*/ 898985 w 1545850"/>
                <a:gd name="connsiteY31" fmla="*/ 1044938 h 1067893"/>
                <a:gd name="connsiteX32" fmla="*/ 905033 w 1545850"/>
                <a:gd name="connsiteY32" fmla="*/ 1067893 h 1067893"/>
                <a:gd name="connsiteX33" fmla="*/ 880660 w 1545850"/>
                <a:gd name="connsiteY33" fmla="*/ 1067893 h 1067893"/>
                <a:gd name="connsiteX34" fmla="*/ 871248 w 1545850"/>
                <a:gd name="connsiteY34" fmla="*/ 1033351 h 1067893"/>
                <a:gd name="connsiteX35" fmla="*/ 864584 w 1545850"/>
                <a:gd name="connsiteY35" fmla="*/ 1027948 h 1067893"/>
                <a:gd name="connsiteX36" fmla="*/ 748294 w 1545850"/>
                <a:gd name="connsiteY36" fmla="*/ 981180 h 1067893"/>
                <a:gd name="connsiteX37" fmla="*/ 621919 w 1545850"/>
                <a:gd name="connsiteY37" fmla="*/ 977398 h 1067893"/>
                <a:gd name="connsiteX38" fmla="*/ 394202 w 1545850"/>
                <a:gd name="connsiteY38" fmla="*/ 963650 h 1067893"/>
                <a:gd name="connsiteX39" fmla="*/ 10092 w 1545850"/>
                <a:gd name="connsiteY39" fmla="*/ 712639 h 1067893"/>
                <a:gd name="connsiteX40" fmla="*/ 18557 w 1545850"/>
                <a:gd name="connsiteY40" fmla="*/ 684002 h 1067893"/>
                <a:gd name="connsiteX41" fmla="*/ 160782 w 1545850"/>
                <a:gd name="connsiteY41" fmla="*/ 705975 h 1067893"/>
                <a:gd name="connsiteX42" fmla="*/ 279954 w 1545850"/>
                <a:gd name="connsiteY42" fmla="*/ 705015 h 1067893"/>
                <a:gd name="connsiteX43" fmla="*/ 490500 w 1545850"/>
                <a:gd name="connsiteY43" fmla="*/ 746079 h 1067893"/>
                <a:gd name="connsiteX44" fmla="*/ 693902 w 1545850"/>
                <a:gd name="connsiteY44" fmla="*/ 877918 h 1067893"/>
                <a:gd name="connsiteX45" fmla="*/ 854798 w 1545850"/>
                <a:gd name="connsiteY45" fmla="*/ 998170 h 1067893"/>
                <a:gd name="connsiteX46" fmla="*/ 861402 w 1545850"/>
                <a:gd name="connsiteY46" fmla="*/ 1001052 h 1067893"/>
                <a:gd name="connsiteX47" fmla="*/ 804428 w 1545850"/>
                <a:gd name="connsiteY47" fmla="*/ 870234 h 1067893"/>
                <a:gd name="connsiteX48" fmla="*/ 739289 w 1545850"/>
                <a:gd name="connsiteY48" fmla="*/ 784743 h 1067893"/>
                <a:gd name="connsiteX49" fmla="*/ 592982 w 1545850"/>
                <a:gd name="connsiteY49" fmla="*/ 660708 h 1067893"/>
                <a:gd name="connsiteX50" fmla="*/ 423560 w 1545850"/>
                <a:gd name="connsiteY50" fmla="*/ 550722 h 1067893"/>
                <a:gd name="connsiteX51" fmla="*/ 288419 w 1545850"/>
                <a:gd name="connsiteY51" fmla="*/ 416962 h 1067893"/>
                <a:gd name="connsiteX52" fmla="*/ 193622 w 1545850"/>
                <a:gd name="connsiteY52" fmla="*/ 243818 h 1067893"/>
                <a:gd name="connsiteX53" fmla="*/ 165225 w 1545850"/>
                <a:gd name="connsiteY53" fmla="*/ 140496 h 1067893"/>
                <a:gd name="connsiteX54" fmla="*/ 150816 w 1545850"/>
                <a:gd name="connsiteY54" fmla="*/ 37895 h 1067893"/>
                <a:gd name="connsiteX55" fmla="*/ 174651 w 1545850"/>
                <a:gd name="connsiteY55" fmla="*/ 28829 h 1067893"/>
                <a:gd name="connsiteX56" fmla="*/ 331285 w 1545850"/>
                <a:gd name="connsiteY56" fmla="*/ 166492 h 1067893"/>
                <a:gd name="connsiteX57" fmla="*/ 472189 w 1545850"/>
                <a:gd name="connsiteY57" fmla="*/ 308717 h 1067893"/>
                <a:gd name="connsiteX58" fmla="*/ 570948 w 1545850"/>
                <a:gd name="connsiteY58" fmla="*/ 481501 h 1067893"/>
                <a:gd name="connsiteX59" fmla="*/ 605168 w 1545850"/>
                <a:gd name="connsiteY59" fmla="*/ 579960 h 1067893"/>
                <a:gd name="connsiteX60" fmla="*/ 623660 w 1545850"/>
                <a:gd name="connsiteY60" fmla="*/ 628348 h 1067893"/>
                <a:gd name="connsiteX61" fmla="*/ 638008 w 1545850"/>
                <a:gd name="connsiteY61" fmla="*/ 663109 h 1067893"/>
                <a:gd name="connsiteX62" fmla="*/ 667966 w 1545850"/>
                <a:gd name="connsiteY62" fmla="*/ 693608 h 1067893"/>
                <a:gd name="connsiteX63" fmla="*/ 690600 w 1545850"/>
                <a:gd name="connsiteY63" fmla="*/ 711318 h 1067893"/>
                <a:gd name="connsiteX64" fmla="*/ 651156 w 1545850"/>
                <a:gd name="connsiteY64" fmla="*/ 548681 h 1067893"/>
                <a:gd name="connsiteX65" fmla="*/ 637528 w 1545850"/>
                <a:gd name="connsiteY65" fmla="*/ 370494 h 1067893"/>
                <a:gd name="connsiteX66" fmla="*/ 710291 w 1545850"/>
                <a:gd name="connsiteY66" fmla="*/ 16882 h 1067893"/>
                <a:gd name="connsiteX67" fmla="*/ 722989 w 1545850"/>
                <a:gd name="connsiteY67" fmla="*/ 478 h 1067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545850" h="1067893">
                  <a:moveTo>
                    <a:pt x="1535006" y="710294"/>
                  </a:moveTo>
                  <a:cubicBezTo>
                    <a:pt x="1543099" y="711926"/>
                    <a:pt x="1548829" y="722440"/>
                    <a:pt x="1544191" y="730590"/>
                  </a:cubicBezTo>
                  <a:cubicBezTo>
                    <a:pt x="1483195" y="837334"/>
                    <a:pt x="1404188" y="943177"/>
                    <a:pt x="1290840" y="998411"/>
                  </a:cubicBezTo>
                  <a:cubicBezTo>
                    <a:pt x="1231944" y="1027167"/>
                    <a:pt x="1174549" y="1033472"/>
                    <a:pt x="1111092" y="1045418"/>
                  </a:cubicBezTo>
                  <a:cubicBezTo>
                    <a:pt x="1091760" y="1049050"/>
                    <a:pt x="1074650" y="1055009"/>
                    <a:pt x="1058929" y="1062610"/>
                  </a:cubicBezTo>
                  <a:lnTo>
                    <a:pt x="1050368" y="1067893"/>
                  </a:lnTo>
                  <a:lnTo>
                    <a:pt x="940848" y="1067893"/>
                  </a:lnTo>
                  <a:lnTo>
                    <a:pt x="952629" y="1037535"/>
                  </a:lnTo>
                  <a:cubicBezTo>
                    <a:pt x="989061" y="953650"/>
                    <a:pt x="1037667" y="876282"/>
                    <a:pt x="1118356" y="825087"/>
                  </a:cubicBezTo>
                  <a:cubicBezTo>
                    <a:pt x="1178152" y="787204"/>
                    <a:pt x="1245152" y="772555"/>
                    <a:pt x="1314854" y="765231"/>
                  </a:cubicBezTo>
                  <a:cubicBezTo>
                    <a:pt x="1388458" y="757486"/>
                    <a:pt x="1462182" y="752863"/>
                    <a:pt x="1526300" y="712039"/>
                  </a:cubicBezTo>
                  <a:lnTo>
                    <a:pt x="1526421" y="712039"/>
                  </a:lnTo>
                  <a:cubicBezTo>
                    <a:pt x="1529348" y="710193"/>
                    <a:pt x="1532308" y="709750"/>
                    <a:pt x="1535006" y="710294"/>
                  </a:cubicBezTo>
                  <a:close/>
                  <a:moveTo>
                    <a:pt x="722989" y="478"/>
                  </a:moveTo>
                  <a:cubicBezTo>
                    <a:pt x="730088" y="-1204"/>
                    <a:pt x="738028" y="1453"/>
                    <a:pt x="740730" y="10098"/>
                  </a:cubicBezTo>
                  <a:cubicBezTo>
                    <a:pt x="759281" y="69834"/>
                    <a:pt x="767926" y="131131"/>
                    <a:pt x="776571" y="192968"/>
                  </a:cubicBezTo>
                  <a:cubicBezTo>
                    <a:pt x="784376" y="248681"/>
                    <a:pt x="794642" y="306856"/>
                    <a:pt x="787198" y="363170"/>
                  </a:cubicBezTo>
                  <a:cubicBezTo>
                    <a:pt x="778792" y="426808"/>
                    <a:pt x="756159" y="487324"/>
                    <a:pt x="742831" y="549942"/>
                  </a:cubicBezTo>
                  <a:cubicBezTo>
                    <a:pt x="732085" y="600432"/>
                    <a:pt x="717316" y="708497"/>
                    <a:pt x="708670" y="725307"/>
                  </a:cubicBezTo>
                  <a:cubicBezTo>
                    <a:pt x="711373" y="727468"/>
                    <a:pt x="714074" y="729569"/>
                    <a:pt x="716656" y="731791"/>
                  </a:cubicBezTo>
                  <a:cubicBezTo>
                    <a:pt x="747093" y="757906"/>
                    <a:pt x="775130" y="786904"/>
                    <a:pt x="798484" y="819623"/>
                  </a:cubicBezTo>
                  <a:cubicBezTo>
                    <a:pt x="829343" y="862849"/>
                    <a:pt x="852397" y="909317"/>
                    <a:pt x="870828" y="958006"/>
                  </a:cubicBezTo>
                  <a:cubicBezTo>
                    <a:pt x="880853" y="891246"/>
                    <a:pt x="899585" y="825867"/>
                    <a:pt x="902347" y="758026"/>
                  </a:cubicBezTo>
                  <a:cubicBezTo>
                    <a:pt x="905588" y="678538"/>
                    <a:pt x="892261" y="600852"/>
                    <a:pt x="886497" y="521845"/>
                  </a:cubicBezTo>
                  <a:cubicBezTo>
                    <a:pt x="881514" y="453884"/>
                    <a:pt x="889859" y="383462"/>
                    <a:pt x="914414" y="319523"/>
                  </a:cubicBezTo>
                  <a:cubicBezTo>
                    <a:pt x="940830" y="250722"/>
                    <a:pt x="983275" y="189246"/>
                    <a:pt x="1022479" y="127288"/>
                  </a:cubicBezTo>
                  <a:cubicBezTo>
                    <a:pt x="1028122" y="118343"/>
                    <a:pt x="1043071" y="119844"/>
                    <a:pt x="1045292" y="130891"/>
                  </a:cubicBezTo>
                  <a:cubicBezTo>
                    <a:pt x="1062823" y="217823"/>
                    <a:pt x="1123399" y="289265"/>
                    <a:pt x="1137628" y="376437"/>
                  </a:cubicBezTo>
                  <a:cubicBezTo>
                    <a:pt x="1148794" y="445059"/>
                    <a:pt x="1139069" y="511638"/>
                    <a:pt x="1123940" y="578819"/>
                  </a:cubicBezTo>
                  <a:cubicBezTo>
                    <a:pt x="1107009" y="654164"/>
                    <a:pt x="1087077" y="734552"/>
                    <a:pt x="1041270" y="798370"/>
                  </a:cubicBezTo>
                  <a:cubicBezTo>
                    <a:pt x="991740" y="867412"/>
                    <a:pt x="922939" y="921144"/>
                    <a:pt x="884876" y="998050"/>
                  </a:cubicBezTo>
                  <a:cubicBezTo>
                    <a:pt x="889919" y="1013539"/>
                    <a:pt x="894602" y="1029149"/>
                    <a:pt x="898985" y="1044938"/>
                  </a:cubicBezTo>
                  <a:lnTo>
                    <a:pt x="905033" y="1067893"/>
                  </a:lnTo>
                  <a:lnTo>
                    <a:pt x="880660" y="1067893"/>
                  </a:lnTo>
                  <a:lnTo>
                    <a:pt x="871248" y="1033351"/>
                  </a:lnTo>
                  <a:cubicBezTo>
                    <a:pt x="869026" y="1031490"/>
                    <a:pt x="866805" y="1029689"/>
                    <a:pt x="864584" y="1027948"/>
                  </a:cubicBezTo>
                  <a:cubicBezTo>
                    <a:pt x="825080" y="1014320"/>
                    <a:pt x="789239" y="989945"/>
                    <a:pt x="748294" y="981180"/>
                  </a:cubicBezTo>
                  <a:cubicBezTo>
                    <a:pt x="706449" y="972235"/>
                    <a:pt x="664304" y="973375"/>
                    <a:pt x="621919" y="977398"/>
                  </a:cubicBezTo>
                  <a:cubicBezTo>
                    <a:pt x="545253" y="984722"/>
                    <a:pt x="467746" y="992527"/>
                    <a:pt x="394202" y="963650"/>
                  </a:cubicBezTo>
                  <a:cubicBezTo>
                    <a:pt x="249035" y="906736"/>
                    <a:pt x="153398" y="772675"/>
                    <a:pt x="10092" y="712639"/>
                  </a:cubicBezTo>
                  <a:cubicBezTo>
                    <a:pt x="-7439" y="705255"/>
                    <a:pt x="-534" y="679860"/>
                    <a:pt x="18557" y="684002"/>
                  </a:cubicBezTo>
                  <a:cubicBezTo>
                    <a:pt x="65565" y="694208"/>
                    <a:pt x="112333" y="706155"/>
                    <a:pt x="160782" y="705975"/>
                  </a:cubicBezTo>
                  <a:cubicBezTo>
                    <a:pt x="200466" y="705855"/>
                    <a:pt x="240270" y="704354"/>
                    <a:pt x="279954" y="705015"/>
                  </a:cubicBezTo>
                  <a:cubicBezTo>
                    <a:pt x="352717" y="706215"/>
                    <a:pt x="423800" y="715281"/>
                    <a:pt x="490500" y="746079"/>
                  </a:cubicBezTo>
                  <a:cubicBezTo>
                    <a:pt x="564464" y="780240"/>
                    <a:pt x="628583" y="829949"/>
                    <a:pt x="693902" y="877918"/>
                  </a:cubicBezTo>
                  <a:cubicBezTo>
                    <a:pt x="746674" y="916701"/>
                    <a:pt x="804368" y="954884"/>
                    <a:pt x="854798" y="998170"/>
                  </a:cubicBezTo>
                  <a:cubicBezTo>
                    <a:pt x="857019" y="999131"/>
                    <a:pt x="859181" y="1000152"/>
                    <a:pt x="861402" y="1001052"/>
                  </a:cubicBezTo>
                  <a:cubicBezTo>
                    <a:pt x="846874" y="955545"/>
                    <a:pt x="829343" y="911118"/>
                    <a:pt x="804428" y="870234"/>
                  </a:cubicBezTo>
                  <a:cubicBezTo>
                    <a:pt x="785937" y="839915"/>
                    <a:pt x="763543" y="810678"/>
                    <a:pt x="739289" y="784743"/>
                  </a:cubicBezTo>
                  <a:cubicBezTo>
                    <a:pt x="696003" y="738455"/>
                    <a:pt x="643772" y="698470"/>
                    <a:pt x="592982" y="660708"/>
                  </a:cubicBezTo>
                  <a:cubicBezTo>
                    <a:pt x="538829" y="620424"/>
                    <a:pt x="478132" y="590226"/>
                    <a:pt x="423560" y="550722"/>
                  </a:cubicBezTo>
                  <a:cubicBezTo>
                    <a:pt x="371569" y="513140"/>
                    <a:pt x="327142" y="467993"/>
                    <a:pt x="288419" y="416962"/>
                  </a:cubicBezTo>
                  <a:cubicBezTo>
                    <a:pt x="248795" y="364731"/>
                    <a:pt x="215775" y="305595"/>
                    <a:pt x="193622" y="243818"/>
                  </a:cubicBezTo>
                  <a:cubicBezTo>
                    <a:pt x="181615" y="210378"/>
                    <a:pt x="170809" y="175677"/>
                    <a:pt x="165225" y="140496"/>
                  </a:cubicBezTo>
                  <a:cubicBezTo>
                    <a:pt x="160062" y="107777"/>
                    <a:pt x="161683" y="68693"/>
                    <a:pt x="150816" y="37895"/>
                  </a:cubicBezTo>
                  <a:cubicBezTo>
                    <a:pt x="145954" y="24207"/>
                    <a:pt x="168647" y="15741"/>
                    <a:pt x="174651" y="28829"/>
                  </a:cubicBezTo>
                  <a:cubicBezTo>
                    <a:pt x="204729" y="94629"/>
                    <a:pt x="277432" y="123266"/>
                    <a:pt x="331285" y="166492"/>
                  </a:cubicBezTo>
                  <a:cubicBezTo>
                    <a:pt x="383216" y="208217"/>
                    <a:pt x="432205" y="255225"/>
                    <a:pt x="472189" y="308717"/>
                  </a:cubicBezTo>
                  <a:cubicBezTo>
                    <a:pt x="511752" y="361609"/>
                    <a:pt x="547954" y="419303"/>
                    <a:pt x="570948" y="481501"/>
                  </a:cubicBezTo>
                  <a:cubicBezTo>
                    <a:pt x="583015" y="514100"/>
                    <a:pt x="593522" y="547240"/>
                    <a:pt x="605168" y="579960"/>
                  </a:cubicBezTo>
                  <a:cubicBezTo>
                    <a:pt x="610932" y="596230"/>
                    <a:pt x="616996" y="612439"/>
                    <a:pt x="623660" y="628348"/>
                  </a:cubicBezTo>
                  <a:cubicBezTo>
                    <a:pt x="628103" y="638975"/>
                    <a:pt x="631885" y="653563"/>
                    <a:pt x="638008" y="663109"/>
                  </a:cubicBezTo>
                  <a:cubicBezTo>
                    <a:pt x="644612" y="673316"/>
                    <a:pt x="658480" y="685623"/>
                    <a:pt x="667966" y="693608"/>
                  </a:cubicBezTo>
                  <a:cubicBezTo>
                    <a:pt x="675290" y="699791"/>
                    <a:pt x="682915" y="705555"/>
                    <a:pt x="690600" y="711318"/>
                  </a:cubicBezTo>
                  <a:cubicBezTo>
                    <a:pt x="681835" y="657046"/>
                    <a:pt x="659201" y="604094"/>
                    <a:pt x="651156" y="548681"/>
                  </a:cubicBezTo>
                  <a:cubicBezTo>
                    <a:pt x="642511" y="489185"/>
                    <a:pt x="634646" y="430830"/>
                    <a:pt x="637528" y="370494"/>
                  </a:cubicBezTo>
                  <a:cubicBezTo>
                    <a:pt x="643351" y="248501"/>
                    <a:pt x="719537" y="140316"/>
                    <a:pt x="710291" y="16882"/>
                  </a:cubicBezTo>
                  <a:cubicBezTo>
                    <a:pt x="709631" y="8177"/>
                    <a:pt x="715890" y="2159"/>
                    <a:pt x="722989" y="478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>
          <a:xfrm>
            <a:off x="2686866" y="1184307"/>
            <a:ext cx="6818269" cy="2350279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4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3193080" y="3731375"/>
            <a:ext cx="5805840" cy="619847"/>
          </a:xfrm>
          <a:prstGeom prst="roundRect">
            <a:avLst>
              <a:gd name="adj" fmla="val 48065"/>
            </a:avLst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lang="en-US" sz="20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3243265" y="5537323"/>
            <a:ext cx="5705470" cy="342899"/>
          </a:xfrm>
          <a:prstGeom prst="rect">
            <a:avLst/>
          </a:prstGeom>
          <a:noFill/>
        </p:spPr>
        <p:txBody>
          <a:bodyPr wrap="square" lIns="9000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3243265" y="5194424"/>
            <a:ext cx="5705470" cy="342899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www.officeplus.cn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 flipH="1">
            <a:off x="-1" y="26291"/>
            <a:ext cx="12192001" cy="6831709"/>
            <a:chOff x="-1" y="26291"/>
            <a:chExt cx="12192001" cy="6831709"/>
          </a:xfrm>
        </p:grpSpPr>
        <p:sp>
          <p:nvSpPr>
            <p:cNvPr id="12" name="任意多边形: 形状 11"/>
            <p:cNvSpPr/>
            <p:nvPr/>
          </p:nvSpPr>
          <p:spPr>
            <a:xfrm flipH="1" flipV="1">
              <a:off x="-1" y="5573488"/>
              <a:ext cx="1118294" cy="1284512"/>
            </a:xfrm>
            <a:custGeom>
              <a:avLst/>
              <a:gdLst>
                <a:gd name="connsiteX0" fmla="*/ 1307581 w 1413600"/>
                <a:gd name="connsiteY0" fmla="*/ 1638010 h 1638300"/>
                <a:gd name="connsiteX1" fmla="*/ 1387184 w 1413600"/>
                <a:gd name="connsiteY1" fmla="*/ 1629077 h 1638300"/>
                <a:gd name="connsiteX2" fmla="*/ 1413600 w 1413600"/>
                <a:gd name="connsiteY2" fmla="*/ 1622665 h 1638300"/>
                <a:gd name="connsiteX3" fmla="*/ 1413600 w 1413600"/>
                <a:gd name="connsiteY3" fmla="*/ 0 h 1638300"/>
                <a:gd name="connsiteX4" fmla="*/ 0 w 1413600"/>
                <a:gd name="connsiteY4" fmla="*/ 0 h 1638300"/>
                <a:gd name="connsiteX5" fmla="*/ 45049 w 1413600"/>
                <a:gd name="connsiteY5" fmla="*/ 37022 h 1638300"/>
                <a:gd name="connsiteX6" fmla="*/ 319157 w 1413600"/>
                <a:gd name="connsiteY6" fmla="*/ 136752 h 1638300"/>
                <a:gd name="connsiteX7" fmla="*/ 688943 w 1413600"/>
                <a:gd name="connsiteY7" fmla="*/ 326478 h 1638300"/>
                <a:gd name="connsiteX8" fmla="*/ 699962 w 1413600"/>
                <a:gd name="connsiteY8" fmla="*/ 705787 h 1638300"/>
                <a:gd name="connsiteX9" fmla="*/ 992210 w 1413600"/>
                <a:gd name="connsiteY9" fmla="*/ 910997 h 1638300"/>
                <a:gd name="connsiteX10" fmla="*/ 932815 w 1413600"/>
                <a:gd name="connsiteY10" fmla="*/ 1332198 h 1638300"/>
                <a:gd name="connsiteX11" fmla="*/ 1307581 w 1413600"/>
                <a:gd name="connsiteY11" fmla="*/ 1638010 h 163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3600" h="1638300">
                  <a:moveTo>
                    <a:pt x="1307581" y="1638010"/>
                  </a:moveTo>
                  <a:cubicBezTo>
                    <a:pt x="1334228" y="1637108"/>
                    <a:pt x="1360934" y="1634114"/>
                    <a:pt x="1387184" y="1629077"/>
                  </a:cubicBezTo>
                  <a:lnTo>
                    <a:pt x="1413600" y="1622665"/>
                  </a:lnTo>
                  <a:lnTo>
                    <a:pt x="1413600" y="0"/>
                  </a:lnTo>
                  <a:lnTo>
                    <a:pt x="0" y="0"/>
                  </a:lnTo>
                  <a:lnTo>
                    <a:pt x="45049" y="37022"/>
                  </a:lnTo>
                  <a:cubicBezTo>
                    <a:pt x="126243" y="88549"/>
                    <a:pt x="227652" y="115833"/>
                    <a:pt x="319157" y="136752"/>
                  </a:cubicBezTo>
                  <a:cubicBezTo>
                    <a:pt x="441461" y="164728"/>
                    <a:pt x="656787" y="173800"/>
                    <a:pt x="688943" y="326478"/>
                  </a:cubicBezTo>
                  <a:cubicBezTo>
                    <a:pt x="715636" y="453318"/>
                    <a:pt x="627886" y="583174"/>
                    <a:pt x="699962" y="705787"/>
                  </a:cubicBezTo>
                  <a:cubicBezTo>
                    <a:pt x="765745" y="817666"/>
                    <a:pt x="927282" y="810755"/>
                    <a:pt x="992210" y="910997"/>
                  </a:cubicBezTo>
                  <a:cubicBezTo>
                    <a:pt x="1060700" y="1016725"/>
                    <a:pt x="930321" y="1213837"/>
                    <a:pt x="932815" y="1332198"/>
                  </a:cubicBezTo>
                  <a:cubicBezTo>
                    <a:pt x="937356" y="1548089"/>
                    <a:pt x="1121046" y="1644320"/>
                    <a:pt x="1307581" y="163801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3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9886449" y="26291"/>
              <a:ext cx="2305551" cy="1207423"/>
            </a:xfrm>
            <a:custGeom>
              <a:avLst/>
              <a:gdLst>
                <a:gd name="connsiteX0" fmla="*/ 2327548 w 2327548"/>
                <a:gd name="connsiteY0" fmla="*/ 379583 h 1218943"/>
                <a:gd name="connsiteX1" fmla="*/ 2327548 w 2327548"/>
                <a:gd name="connsiteY1" fmla="*/ 493956 h 1218943"/>
                <a:gd name="connsiteX2" fmla="*/ 2297176 w 2327548"/>
                <a:gd name="connsiteY2" fmla="*/ 550647 h 1218943"/>
                <a:gd name="connsiteX3" fmla="*/ 2265717 w 2327548"/>
                <a:gd name="connsiteY3" fmla="*/ 664310 h 1218943"/>
                <a:gd name="connsiteX4" fmla="*/ 2283857 w 2327548"/>
                <a:gd name="connsiteY4" fmla="*/ 713006 h 1218943"/>
                <a:gd name="connsiteX5" fmla="*/ 2294042 w 2327548"/>
                <a:gd name="connsiteY5" fmla="*/ 789424 h 1218943"/>
                <a:gd name="connsiteX6" fmla="*/ 2209186 w 2327548"/>
                <a:gd name="connsiteY6" fmla="*/ 968297 h 1218943"/>
                <a:gd name="connsiteX7" fmla="*/ 2062918 w 2327548"/>
                <a:gd name="connsiteY7" fmla="*/ 1073041 h 1218943"/>
                <a:gd name="connsiteX8" fmla="*/ 2045380 w 2327548"/>
                <a:gd name="connsiteY8" fmla="*/ 1053996 h 1218943"/>
                <a:gd name="connsiteX9" fmla="*/ 2127042 w 2327548"/>
                <a:gd name="connsiteY9" fmla="*/ 828297 h 1218943"/>
                <a:gd name="connsiteX10" fmla="*/ 2155669 w 2327548"/>
                <a:gd name="connsiteY10" fmla="*/ 618990 h 1218943"/>
                <a:gd name="connsiteX11" fmla="*/ 2279108 w 2327548"/>
                <a:gd name="connsiteY11" fmla="*/ 426479 h 1218943"/>
                <a:gd name="connsiteX12" fmla="*/ 1387046 w 2327548"/>
                <a:gd name="connsiteY12" fmla="*/ 47461 h 1218943"/>
                <a:gd name="connsiteX13" fmla="*/ 1706801 w 2327548"/>
                <a:gd name="connsiteY13" fmla="*/ 219721 h 1218943"/>
                <a:gd name="connsiteX14" fmla="*/ 1828781 w 2327548"/>
                <a:gd name="connsiteY14" fmla="*/ 297707 h 1218943"/>
                <a:gd name="connsiteX15" fmla="*/ 1955463 w 2327548"/>
                <a:gd name="connsiteY15" fmla="*/ 301744 h 1218943"/>
                <a:gd name="connsiteX16" fmla="*/ 2057374 w 2327548"/>
                <a:gd name="connsiteY16" fmla="*/ 337965 h 1218943"/>
                <a:gd name="connsiteX17" fmla="*/ 2057494 w 2327548"/>
                <a:gd name="connsiteY17" fmla="*/ 338206 h 1218943"/>
                <a:gd name="connsiteX18" fmla="*/ 2167662 w 2327548"/>
                <a:gd name="connsiteY18" fmla="*/ 402571 h 1218943"/>
                <a:gd name="connsiteX19" fmla="*/ 2171338 w 2327548"/>
                <a:gd name="connsiteY19" fmla="*/ 404319 h 1218943"/>
                <a:gd name="connsiteX20" fmla="*/ 2185561 w 2327548"/>
                <a:gd name="connsiteY20" fmla="*/ 399980 h 1218943"/>
                <a:gd name="connsiteX21" fmla="*/ 2191046 w 2327548"/>
                <a:gd name="connsiteY21" fmla="*/ 399919 h 1218943"/>
                <a:gd name="connsiteX22" fmla="*/ 2327548 w 2327548"/>
                <a:gd name="connsiteY22" fmla="*/ 350872 h 1218943"/>
                <a:gd name="connsiteX23" fmla="*/ 2327548 w 2327548"/>
                <a:gd name="connsiteY23" fmla="*/ 373761 h 1218943"/>
                <a:gd name="connsiteX24" fmla="*/ 2130598 w 2327548"/>
                <a:gd name="connsiteY24" fmla="*/ 443553 h 1218943"/>
                <a:gd name="connsiteX25" fmla="*/ 2088471 w 2327548"/>
                <a:gd name="connsiteY25" fmla="*/ 554986 h 1218943"/>
                <a:gd name="connsiteX26" fmla="*/ 2016573 w 2327548"/>
                <a:gd name="connsiteY26" fmla="*/ 656897 h 1218943"/>
                <a:gd name="connsiteX27" fmla="*/ 1956969 w 2327548"/>
                <a:gd name="connsiteY27" fmla="*/ 862347 h 1218943"/>
                <a:gd name="connsiteX28" fmla="*/ 1940275 w 2327548"/>
                <a:gd name="connsiteY28" fmla="*/ 987823 h 1218943"/>
                <a:gd name="connsiteX29" fmla="*/ 1555772 w 2327548"/>
                <a:gd name="connsiteY29" fmla="*/ 1218103 h 1218943"/>
                <a:gd name="connsiteX30" fmla="*/ 1540284 w 2327548"/>
                <a:gd name="connsiteY30" fmla="*/ 1196166 h 1218943"/>
                <a:gd name="connsiteX31" fmla="*/ 1591571 w 2327548"/>
                <a:gd name="connsiteY31" fmla="*/ 1150182 h 1218943"/>
                <a:gd name="connsiteX32" fmla="*/ 1638097 w 2327548"/>
                <a:gd name="connsiteY32" fmla="*/ 1073824 h 1218943"/>
                <a:gd name="connsiteX33" fmla="*/ 1713732 w 2327548"/>
                <a:gd name="connsiteY33" fmla="*/ 985654 h 1218943"/>
                <a:gd name="connsiteX34" fmla="*/ 1793706 w 2327548"/>
                <a:gd name="connsiteY34" fmla="*/ 841495 h 1218943"/>
                <a:gd name="connsiteX35" fmla="*/ 1820344 w 2327548"/>
                <a:gd name="connsiteY35" fmla="*/ 722528 h 1218943"/>
                <a:gd name="connsiteX36" fmla="*/ 1987705 w 2327548"/>
                <a:gd name="connsiteY36" fmla="*/ 523949 h 1218943"/>
                <a:gd name="connsiteX37" fmla="*/ 2060628 w 2327548"/>
                <a:gd name="connsiteY37" fmla="*/ 467780 h 1218943"/>
                <a:gd name="connsiteX38" fmla="*/ 1803530 w 2327548"/>
                <a:gd name="connsiteY38" fmla="*/ 551008 h 1218943"/>
                <a:gd name="connsiteX39" fmla="*/ 1802565 w 2327548"/>
                <a:gd name="connsiteY39" fmla="*/ 556372 h 1218943"/>
                <a:gd name="connsiteX40" fmla="*/ 1655514 w 2327548"/>
                <a:gd name="connsiteY40" fmla="*/ 827212 h 1218943"/>
                <a:gd name="connsiteX41" fmla="*/ 1509065 w 2327548"/>
                <a:gd name="connsiteY41" fmla="*/ 913213 h 1218943"/>
                <a:gd name="connsiteX42" fmla="*/ 1382806 w 2327548"/>
                <a:gd name="connsiteY42" fmla="*/ 1027961 h 1218943"/>
                <a:gd name="connsiteX43" fmla="*/ 1102806 w 2327548"/>
                <a:gd name="connsiteY43" fmla="*/ 1146144 h 1218943"/>
                <a:gd name="connsiteX44" fmla="*/ 717278 w 2327548"/>
                <a:gd name="connsiteY44" fmla="*/ 1209304 h 1218943"/>
                <a:gd name="connsiteX45" fmla="*/ 711855 w 2327548"/>
                <a:gd name="connsiteY45" fmla="*/ 1185378 h 1218943"/>
                <a:gd name="connsiteX46" fmla="*/ 1005475 w 2327548"/>
                <a:gd name="connsiteY46" fmla="*/ 1007952 h 1218943"/>
                <a:gd name="connsiteX47" fmla="*/ 1238949 w 2327548"/>
                <a:gd name="connsiteY47" fmla="*/ 846437 h 1218943"/>
                <a:gd name="connsiteX48" fmla="*/ 1545045 w 2327548"/>
                <a:gd name="connsiteY48" fmla="*/ 731809 h 1218943"/>
                <a:gd name="connsiteX49" fmla="*/ 1745251 w 2327548"/>
                <a:gd name="connsiteY49" fmla="*/ 567823 h 1218943"/>
                <a:gd name="connsiteX50" fmla="*/ 1307593 w 2327548"/>
                <a:gd name="connsiteY50" fmla="*/ 647857 h 1218943"/>
                <a:gd name="connsiteX51" fmla="*/ 1274988 w 2327548"/>
                <a:gd name="connsiteY51" fmla="*/ 649726 h 1218943"/>
                <a:gd name="connsiteX52" fmla="*/ 1262574 w 2327548"/>
                <a:gd name="connsiteY52" fmla="*/ 650630 h 1218943"/>
                <a:gd name="connsiteX53" fmla="*/ 1261910 w 2327548"/>
                <a:gd name="connsiteY53" fmla="*/ 650328 h 1218943"/>
                <a:gd name="connsiteX54" fmla="*/ 1212552 w 2327548"/>
                <a:gd name="connsiteY54" fmla="*/ 651775 h 1218943"/>
                <a:gd name="connsiteX55" fmla="*/ 1131131 w 2327548"/>
                <a:gd name="connsiteY55" fmla="*/ 716803 h 1218943"/>
                <a:gd name="connsiteX56" fmla="*/ 1030907 w 2327548"/>
                <a:gd name="connsiteY56" fmla="*/ 784724 h 1218943"/>
                <a:gd name="connsiteX57" fmla="*/ 850046 w 2327548"/>
                <a:gd name="connsiteY57" fmla="*/ 911887 h 1218943"/>
                <a:gd name="connsiteX58" fmla="*/ 630132 w 2327548"/>
                <a:gd name="connsiteY58" fmla="*/ 922313 h 1218943"/>
                <a:gd name="connsiteX59" fmla="*/ 489951 w 2327548"/>
                <a:gd name="connsiteY59" fmla="*/ 910079 h 1218943"/>
                <a:gd name="connsiteX60" fmla="*/ 375263 w 2327548"/>
                <a:gd name="connsiteY60" fmla="*/ 937380 h 1218943"/>
                <a:gd name="connsiteX61" fmla="*/ 368031 w 2327548"/>
                <a:gd name="connsiteY61" fmla="*/ 917673 h 1218943"/>
                <a:gd name="connsiteX62" fmla="*/ 558535 w 2327548"/>
                <a:gd name="connsiteY62" fmla="*/ 815701 h 1218943"/>
                <a:gd name="connsiteX63" fmla="*/ 746568 w 2327548"/>
                <a:gd name="connsiteY63" fmla="*/ 745128 h 1218943"/>
                <a:gd name="connsiteX64" fmla="*/ 870899 w 2327548"/>
                <a:gd name="connsiteY64" fmla="*/ 739945 h 1218943"/>
                <a:gd name="connsiteX65" fmla="*/ 999328 w 2327548"/>
                <a:gd name="connsiteY65" fmla="*/ 692576 h 1218943"/>
                <a:gd name="connsiteX66" fmla="*/ 1100576 w 2327548"/>
                <a:gd name="connsiteY66" fmla="*/ 647677 h 1218943"/>
                <a:gd name="connsiteX67" fmla="*/ 929177 w 2327548"/>
                <a:gd name="connsiteY67" fmla="*/ 608262 h 1218943"/>
                <a:gd name="connsiteX68" fmla="*/ 923994 w 2327548"/>
                <a:gd name="connsiteY68" fmla="*/ 606996 h 1218943"/>
                <a:gd name="connsiteX69" fmla="*/ 918027 w 2327548"/>
                <a:gd name="connsiteY69" fmla="*/ 603863 h 1218943"/>
                <a:gd name="connsiteX70" fmla="*/ 902840 w 2327548"/>
                <a:gd name="connsiteY70" fmla="*/ 596872 h 1218943"/>
                <a:gd name="connsiteX71" fmla="*/ 694256 w 2327548"/>
                <a:gd name="connsiteY71" fmla="*/ 596751 h 1218943"/>
                <a:gd name="connsiteX72" fmla="*/ 476512 w 2327548"/>
                <a:gd name="connsiteY72" fmla="*/ 578008 h 1218943"/>
                <a:gd name="connsiteX73" fmla="*/ 225922 w 2327548"/>
                <a:gd name="connsiteY73" fmla="*/ 487306 h 1218943"/>
                <a:gd name="connsiteX74" fmla="*/ 16977 w 2327548"/>
                <a:gd name="connsiteY74" fmla="*/ 417276 h 1218943"/>
                <a:gd name="connsiteX75" fmla="*/ 12095 w 2327548"/>
                <a:gd name="connsiteY75" fmla="*/ 419506 h 1218943"/>
                <a:gd name="connsiteX76" fmla="*/ 3778 w 2327548"/>
                <a:gd name="connsiteY76" fmla="*/ 403776 h 1218943"/>
                <a:gd name="connsiteX77" fmla="*/ 301316 w 2327548"/>
                <a:gd name="connsiteY77" fmla="*/ 357853 h 1218943"/>
                <a:gd name="connsiteX78" fmla="*/ 652069 w 2327548"/>
                <a:gd name="connsiteY78" fmla="*/ 378404 h 1218943"/>
                <a:gd name="connsiteX79" fmla="*/ 974979 w 2327548"/>
                <a:gd name="connsiteY79" fmla="*/ 481159 h 1218943"/>
                <a:gd name="connsiteX80" fmla="*/ 1146680 w 2327548"/>
                <a:gd name="connsiteY80" fmla="*/ 554745 h 1218943"/>
                <a:gd name="connsiteX81" fmla="*/ 1273663 w 2327548"/>
                <a:gd name="connsiteY81" fmla="*/ 627186 h 1218943"/>
                <a:gd name="connsiteX82" fmla="*/ 1277279 w 2327548"/>
                <a:gd name="connsiteY82" fmla="*/ 629657 h 1218943"/>
                <a:gd name="connsiteX83" fmla="*/ 1358398 w 2327548"/>
                <a:gd name="connsiteY83" fmla="*/ 622485 h 1218943"/>
                <a:gd name="connsiteX84" fmla="*/ 1641833 w 2327548"/>
                <a:gd name="connsiteY84" fmla="*/ 572283 h 1218943"/>
                <a:gd name="connsiteX85" fmla="*/ 1477245 w 2327548"/>
                <a:gd name="connsiteY85" fmla="*/ 547814 h 1218943"/>
                <a:gd name="connsiteX86" fmla="*/ 1290357 w 2327548"/>
                <a:gd name="connsiteY86" fmla="*/ 457715 h 1218943"/>
                <a:gd name="connsiteX87" fmla="*/ 1026810 w 2327548"/>
                <a:gd name="connsiteY87" fmla="*/ 360685 h 1218943"/>
                <a:gd name="connsiteX88" fmla="*/ 769892 w 2327548"/>
                <a:gd name="connsiteY88" fmla="*/ 264078 h 1218943"/>
                <a:gd name="connsiteX89" fmla="*/ 770916 w 2327548"/>
                <a:gd name="connsiteY89" fmla="*/ 242683 h 1218943"/>
                <a:gd name="connsiteX90" fmla="*/ 1069478 w 2327548"/>
                <a:gd name="connsiteY90" fmla="*/ 210380 h 1218943"/>
                <a:gd name="connsiteX91" fmla="*/ 1293189 w 2327548"/>
                <a:gd name="connsiteY91" fmla="*/ 289450 h 1218943"/>
                <a:gd name="connsiteX92" fmla="*/ 1546792 w 2327548"/>
                <a:gd name="connsiteY92" fmla="*/ 435356 h 1218943"/>
                <a:gd name="connsiteX93" fmla="*/ 1725665 w 2327548"/>
                <a:gd name="connsiteY93" fmla="*/ 550828 h 1218943"/>
                <a:gd name="connsiteX94" fmla="*/ 1845957 w 2327548"/>
                <a:gd name="connsiteY94" fmla="*/ 514969 h 1218943"/>
                <a:gd name="connsiteX95" fmla="*/ 2106853 w 2327548"/>
                <a:gd name="connsiteY95" fmla="*/ 428847 h 1218943"/>
                <a:gd name="connsiteX96" fmla="*/ 2078045 w 2327548"/>
                <a:gd name="connsiteY96" fmla="*/ 431198 h 1218943"/>
                <a:gd name="connsiteX97" fmla="*/ 1930090 w 2327548"/>
                <a:gd name="connsiteY97" fmla="*/ 453677 h 1218943"/>
                <a:gd name="connsiteX98" fmla="*/ 1681851 w 2327548"/>
                <a:gd name="connsiteY98" fmla="*/ 417397 h 1218943"/>
                <a:gd name="connsiteX99" fmla="*/ 1519250 w 2327548"/>
                <a:gd name="connsiteY99" fmla="*/ 272093 h 1218943"/>
                <a:gd name="connsiteX100" fmla="*/ 1452113 w 2327548"/>
                <a:gd name="connsiteY100" fmla="*/ 166566 h 1218943"/>
                <a:gd name="connsiteX101" fmla="*/ 1332363 w 2327548"/>
                <a:gd name="connsiteY101" fmla="*/ 74418 h 1218943"/>
                <a:gd name="connsiteX102" fmla="*/ 1333146 w 2327548"/>
                <a:gd name="connsiteY102" fmla="*/ 56518 h 1218943"/>
                <a:gd name="connsiteX103" fmla="*/ 1387046 w 2327548"/>
                <a:gd name="connsiteY103" fmla="*/ 47461 h 1218943"/>
                <a:gd name="connsiteX104" fmla="*/ 1945518 w 2327548"/>
                <a:gd name="connsiteY104" fmla="*/ 349 h 1218943"/>
                <a:gd name="connsiteX105" fmla="*/ 2098416 w 2327548"/>
                <a:gd name="connsiteY105" fmla="*/ 45068 h 1218943"/>
                <a:gd name="connsiteX106" fmla="*/ 2212200 w 2327548"/>
                <a:gd name="connsiteY106" fmla="*/ 197001 h 1218943"/>
                <a:gd name="connsiteX107" fmla="*/ 2291518 w 2327548"/>
                <a:gd name="connsiteY107" fmla="*/ 273720 h 1218943"/>
                <a:gd name="connsiteX108" fmla="*/ 2327548 w 2327548"/>
                <a:gd name="connsiteY108" fmla="*/ 295960 h 1218943"/>
                <a:gd name="connsiteX109" fmla="*/ 2327548 w 2327548"/>
                <a:gd name="connsiteY109" fmla="*/ 342551 h 1218943"/>
                <a:gd name="connsiteX110" fmla="*/ 2273737 w 2327548"/>
                <a:gd name="connsiteY110" fmla="*/ 339100 h 1218943"/>
                <a:gd name="connsiteX111" fmla="*/ 2067921 w 2327548"/>
                <a:gd name="connsiteY111" fmla="*/ 269562 h 1218943"/>
                <a:gd name="connsiteX112" fmla="*/ 1948351 w 2327548"/>
                <a:gd name="connsiteY112" fmla="*/ 140892 h 1218943"/>
                <a:gd name="connsiteX113" fmla="*/ 1775023 w 2327548"/>
                <a:gd name="connsiteY113" fmla="*/ 37233 h 1218943"/>
                <a:gd name="connsiteX114" fmla="*/ 1781050 w 2327548"/>
                <a:gd name="connsiteY114" fmla="*/ 18188 h 1218943"/>
                <a:gd name="connsiteX115" fmla="*/ 1945518 w 2327548"/>
                <a:gd name="connsiteY115" fmla="*/ 349 h 121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327548" h="1218943">
                  <a:moveTo>
                    <a:pt x="2327548" y="379583"/>
                  </a:moveTo>
                  <a:lnTo>
                    <a:pt x="2327548" y="493956"/>
                  </a:lnTo>
                  <a:lnTo>
                    <a:pt x="2297176" y="550647"/>
                  </a:lnTo>
                  <a:cubicBezTo>
                    <a:pt x="2274154" y="585602"/>
                    <a:pt x="2250168" y="619833"/>
                    <a:pt x="2265717" y="664310"/>
                  </a:cubicBezTo>
                  <a:cubicBezTo>
                    <a:pt x="2271442" y="680582"/>
                    <a:pt x="2278674" y="696553"/>
                    <a:pt x="2283857" y="713006"/>
                  </a:cubicBezTo>
                  <a:cubicBezTo>
                    <a:pt x="2291692" y="738077"/>
                    <a:pt x="2296392" y="762847"/>
                    <a:pt x="2294042" y="789424"/>
                  </a:cubicBezTo>
                  <a:cubicBezTo>
                    <a:pt x="2287895" y="859515"/>
                    <a:pt x="2258545" y="918456"/>
                    <a:pt x="2209186" y="968297"/>
                  </a:cubicBezTo>
                  <a:cubicBezTo>
                    <a:pt x="2167542" y="1010363"/>
                    <a:pt x="2122281" y="1058516"/>
                    <a:pt x="2062918" y="1073041"/>
                  </a:cubicBezTo>
                  <a:cubicBezTo>
                    <a:pt x="2050564" y="1076054"/>
                    <a:pt x="2041102" y="1066170"/>
                    <a:pt x="2045380" y="1053996"/>
                  </a:cubicBezTo>
                  <a:cubicBezTo>
                    <a:pt x="2072802" y="976372"/>
                    <a:pt x="2118364" y="912610"/>
                    <a:pt x="2127042" y="828297"/>
                  </a:cubicBezTo>
                  <a:cubicBezTo>
                    <a:pt x="2134154" y="759170"/>
                    <a:pt x="2126018" y="683716"/>
                    <a:pt x="2155669" y="618990"/>
                  </a:cubicBezTo>
                  <a:cubicBezTo>
                    <a:pt x="2185773" y="553268"/>
                    <a:pt x="2227402" y="484123"/>
                    <a:pt x="2279108" y="426479"/>
                  </a:cubicBezTo>
                  <a:close/>
                  <a:moveTo>
                    <a:pt x="1387046" y="47461"/>
                  </a:moveTo>
                  <a:cubicBezTo>
                    <a:pt x="1512280" y="40348"/>
                    <a:pt x="1631919" y="127174"/>
                    <a:pt x="1706801" y="219721"/>
                  </a:cubicBezTo>
                  <a:cubicBezTo>
                    <a:pt x="1737899" y="258111"/>
                    <a:pt x="1777554" y="292041"/>
                    <a:pt x="1828781" y="297707"/>
                  </a:cubicBezTo>
                  <a:cubicBezTo>
                    <a:pt x="1870848" y="302407"/>
                    <a:pt x="1913457" y="295899"/>
                    <a:pt x="1955463" y="301744"/>
                  </a:cubicBezTo>
                  <a:cubicBezTo>
                    <a:pt x="1993672" y="307108"/>
                    <a:pt x="2024770" y="317414"/>
                    <a:pt x="2057374" y="337965"/>
                  </a:cubicBezTo>
                  <a:lnTo>
                    <a:pt x="2057494" y="338206"/>
                  </a:lnTo>
                  <a:cubicBezTo>
                    <a:pt x="2094197" y="361348"/>
                    <a:pt x="2124210" y="391783"/>
                    <a:pt x="2167662" y="402571"/>
                  </a:cubicBezTo>
                  <a:cubicBezTo>
                    <a:pt x="2169109" y="402933"/>
                    <a:pt x="2170254" y="403596"/>
                    <a:pt x="2171338" y="404319"/>
                  </a:cubicBezTo>
                  <a:cubicBezTo>
                    <a:pt x="2176100" y="403113"/>
                    <a:pt x="2180861" y="401667"/>
                    <a:pt x="2185561" y="399980"/>
                  </a:cubicBezTo>
                  <a:cubicBezTo>
                    <a:pt x="2187611" y="399256"/>
                    <a:pt x="2189419" y="399437"/>
                    <a:pt x="2191046" y="399919"/>
                  </a:cubicBezTo>
                  <a:lnTo>
                    <a:pt x="2327548" y="350872"/>
                  </a:lnTo>
                  <a:lnTo>
                    <a:pt x="2327548" y="373761"/>
                  </a:lnTo>
                  <a:lnTo>
                    <a:pt x="2130598" y="443553"/>
                  </a:lnTo>
                  <a:cubicBezTo>
                    <a:pt x="2105647" y="474289"/>
                    <a:pt x="2103960" y="518766"/>
                    <a:pt x="2088471" y="554986"/>
                  </a:cubicBezTo>
                  <a:cubicBezTo>
                    <a:pt x="2071838" y="594039"/>
                    <a:pt x="2041162" y="622967"/>
                    <a:pt x="2016573" y="656897"/>
                  </a:cubicBezTo>
                  <a:cubicBezTo>
                    <a:pt x="1974085" y="715417"/>
                    <a:pt x="1958837" y="791052"/>
                    <a:pt x="1956969" y="862347"/>
                  </a:cubicBezTo>
                  <a:cubicBezTo>
                    <a:pt x="1955884" y="904354"/>
                    <a:pt x="1956005" y="948107"/>
                    <a:pt x="1940275" y="987823"/>
                  </a:cubicBezTo>
                  <a:cubicBezTo>
                    <a:pt x="1877839" y="1145421"/>
                    <a:pt x="1695290" y="1164405"/>
                    <a:pt x="1555772" y="1218103"/>
                  </a:cubicBezTo>
                  <a:cubicBezTo>
                    <a:pt x="1543297" y="1222864"/>
                    <a:pt x="1530279" y="1206291"/>
                    <a:pt x="1540284" y="1196166"/>
                  </a:cubicBezTo>
                  <a:cubicBezTo>
                    <a:pt x="1555531" y="1180677"/>
                    <a:pt x="1578975" y="1166876"/>
                    <a:pt x="1591571" y="1150182"/>
                  </a:cubicBezTo>
                  <a:cubicBezTo>
                    <a:pt x="1610072" y="1125835"/>
                    <a:pt x="1622367" y="1099679"/>
                    <a:pt x="1638097" y="1073824"/>
                  </a:cubicBezTo>
                  <a:cubicBezTo>
                    <a:pt x="1658769" y="1039834"/>
                    <a:pt x="1685647" y="1013497"/>
                    <a:pt x="1713732" y="985654"/>
                  </a:cubicBezTo>
                  <a:cubicBezTo>
                    <a:pt x="1756220" y="943406"/>
                    <a:pt x="1781653" y="901400"/>
                    <a:pt x="1793706" y="841495"/>
                  </a:cubicBezTo>
                  <a:cubicBezTo>
                    <a:pt x="1801661" y="801900"/>
                    <a:pt x="1806965" y="760798"/>
                    <a:pt x="1820344" y="722528"/>
                  </a:cubicBezTo>
                  <a:cubicBezTo>
                    <a:pt x="1850296" y="636588"/>
                    <a:pt x="1913939" y="574693"/>
                    <a:pt x="1987705" y="523949"/>
                  </a:cubicBezTo>
                  <a:cubicBezTo>
                    <a:pt x="2011631" y="507496"/>
                    <a:pt x="2035677" y="487005"/>
                    <a:pt x="2060628" y="467780"/>
                  </a:cubicBezTo>
                  <a:cubicBezTo>
                    <a:pt x="1975411" y="497190"/>
                    <a:pt x="1889771" y="525395"/>
                    <a:pt x="1803530" y="551008"/>
                  </a:cubicBezTo>
                  <a:cubicBezTo>
                    <a:pt x="1803650" y="552696"/>
                    <a:pt x="1803409" y="554444"/>
                    <a:pt x="1802565" y="556372"/>
                  </a:cubicBezTo>
                  <a:cubicBezTo>
                    <a:pt x="1759414" y="652558"/>
                    <a:pt x="1741636" y="757001"/>
                    <a:pt x="1655514" y="827212"/>
                  </a:cubicBezTo>
                  <a:cubicBezTo>
                    <a:pt x="1610193" y="864216"/>
                    <a:pt x="1556254" y="880247"/>
                    <a:pt x="1509065" y="913213"/>
                  </a:cubicBezTo>
                  <a:cubicBezTo>
                    <a:pt x="1461816" y="946239"/>
                    <a:pt x="1424571" y="988787"/>
                    <a:pt x="1382806" y="1027961"/>
                  </a:cubicBezTo>
                  <a:cubicBezTo>
                    <a:pt x="1300843" y="1104862"/>
                    <a:pt x="1212552" y="1131982"/>
                    <a:pt x="1102806" y="1146144"/>
                  </a:cubicBezTo>
                  <a:cubicBezTo>
                    <a:pt x="973593" y="1162778"/>
                    <a:pt x="845767" y="1187909"/>
                    <a:pt x="717278" y="1209304"/>
                  </a:cubicBezTo>
                  <a:cubicBezTo>
                    <a:pt x="702453" y="1211775"/>
                    <a:pt x="700223" y="1191104"/>
                    <a:pt x="711855" y="1185378"/>
                  </a:cubicBezTo>
                  <a:cubicBezTo>
                    <a:pt x="815393" y="1134694"/>
                    <a:pt x="917063" y="1082744"/>
                    <a:pt x="1005475" y="1007952"/>
                  </a:cubicBezTo>
                  <a:cubicBezTo>
                    <a:pt x="1076710" y="947685"/>
                    <a:pt x="1148669" y="877113"/>
                    <a:pt x="1238949" y="846437"/>
                  </a:cubicBezTo>
                  <a:cubicBezTo>
                    <a:pt x="1343391" y="810940"/>
                    <a:pt x="1458441" y="807083"/>
                    <a:pt x="1545045" y="731809"/>
                  </a:cubicBezTo>
                  <a:cubicBezTo>
                    <a:pt x="1610193" y="675158"/>
                    <a:pt x="1677993" y="621943"/>
                    <a:pt x="1745251" y="567823"/>
                  </a:cubicBezTo>
                  <a:cubicBezTo>
                    <a:pt x="1602238" y="607780"/>
                    <a:pt x="1456031" y="638215"/>
                    <a:pt x="1307593" y="647857"/>
                  </a:cubicBezTo>
                  <a:cubicBezTo>
                    <a:pt x="1296745" y="648581"/>
                    <a:pt x="1285897" y="649183"/>
                    <a:pt x="1274988" y="649726"/>
                  </a:cubicBezTo>
                  <a:cubicBezTo>
                    <a:pt x="1271734" y="652016"/>
                    <a:pt x="1267334" y="652860"/>
                    <a:pt x="1262574" y="650630"/>
                  </a:cubicBezTo>
                  <a:cubicBezTo>
                    <a:pt x="1262333" y="650509"/>
                    <a:pt x="1262152" y="650449"/>
                    <a:pt x="1261910" y="650328"/>
                  </a:cubicBezTo>
                  <a:cubicBezTo>
                    <a:pt x="1245518" y="651112"/>
                    <a:pt x="1229065" y="651534"/>
                    <a:pt x="1212552" y="651775"/>
                  </a:cubicBezTo>
                  <a:cubicBezTo>
                    <a:pt x="1179465" y="665335"/>
                    <a:pt x="1160843" y="697096"/>
                    <a:pt x="1131131" y="716803"/>
                  </a:cubicBezTo>
                  <a:cubicBezTo>
                    <a:pt x="1097442" y="739102"/>
                    <a:pt x="1063271" y="760376"/>
                    <a:pt x="1030907" y="784724"/>
                  </a:cubicBezTo>
                  <a:cubicBezTo>
                    <a:pt x="973714" y="827694"/>
                    <a:pt x="917123" y="884465"/>
                    <a:pt x="850046" y="911887"/>
                  </a:cubicBezTo>
                  <a:cubicBezTo>
                    <a:pt x="779172" y="940875"/>
                    <a:pt x="704201" y="932920"/>
                    <a:pt x="630132" y="922313"/>
                  </a:cubicBezTo>
                  <a:cubicBezTo>
                    <a:pt x="585836" y="915925"/>
                    <a:pt x="534489" y="903208"/>
                    <a:pt x="489951" y="910079"/>
                  </a:cubicBezTo>
                  <a:cubicBezTo>
                    <a:pt x="450898" y="916166"/>
                    <a:pt x="414075" y="930268"/>
                    <a:pt x="375263" y="937380"/>
                  </a:cubicBezTo>
                  <a:cubicBezTo>
                    <a:pt x="363873" y="939429"/>
                    <a:pt x="360257" y="923820"/>
                    <a:pt x="368031" y="917673"/>
                  </a:cubicBezTo>
                  <a:cubicBezTo>
                    <a:pt x="425647" y="872412"/>
                    <a:pt x="495978" y="852464"/>
                    <a:pt x="558535" y="815701"/>
                  </a:cubicBezTo>
                  <a:cubicBezTo>
                    <a:pt x="616211" y="781771"/>
                    <a:pt x="679792" y="754530"/>
                    <a:pt x="746568" y="745128"/>
                  </a:cubicBezTo>
                  <a:cubicBezTo>
                    <a:pt x="788092" y="739282"/>
                    <a:pt x="829495" y="744465"/>
                    <a:pt x="870899" y="739945"/>
                  </a:cubicBezTo>
                  <a:cubicBezTo>
                    <a:pt x="918449" y="734762"/>
                    <a:pt x="957804" y="714452"/>
                    <a:pt x="999328" y="692576"/>
                  </a:cubicBezTo>
                  <a:cubicBezTo>
                    <a:pt x="1032776" y="674917"/>
                    <a:pt x="1066043" y="659368"/>
                    <a:pt x="1100576" y="647677"/>
                  </a:cubicBezTo>
                  <a:cubicBezTo>
                    <a:pt x="1041695" y="642072"/>
                    <a:pt x="983900" y="630139"/>
                    <a:pt x="929177" y="608262"/>
                  </a:cubicBezTo>
                  <a:cubicBezTo>
                    <a:pt x="927549" y="608322"/>
                    <a:pt x="925802" y="608081"/>
                    <a:pt x="923994" y="606996"/>
                  </a:cubicBezTo>
                  <a:cubicBezTo>
                    <a:pt x="922066" y="605851"/>
                    <a:pt x="920016" y="604947"/>
                    <a:pt x="918027" y="603863"/>
                  </a:cubicBezTo>
                  <a:cubicBezTo>
                    <a:pt x="912905" y="601693"/>
                    <a:pt x="907902" y="599282"/>
                    <a:pt x="902840" y="596872"/>
                  </a:cubicBezTo>
                  <a:cubicBezTo>
                    <a:pt x="839379" y="572102"/>
                    <a:pt x="758561" y="590544"/>
                    <a:pt x="694256" y="596751"/>
                  </a:cubicBezTo>
                  <a:cubicBezTo>
                    <a:pt x="617114" y="604224"/>
                    <a:pt x="550339" y="603863"/>
                    <a:pt x="476512" y="578008"/>
                  </a:cubicBezTo>
                  <a:cubicBezTo>
                    <a:pt x="392680" y="548658"/>
                    <a:pt x="309934" y="515993"/>
                    <a:pt x="225922" y="487306"/>
                  </a:cubicBezTo>
                  <a:cubicBezTo>
                    <a:pt x="156495" y="463621"/>
                    <a:pt x="85078" y="444637"/>
                    <a:pt x="16977" y="417276"/>
                  </a:cubicBezTo>
                  <a:cubicBezTo>
                    <a:pt x="15349" y="418060"/>
                    <a:pt x="13722" y="418723"/>
                    <a:pt x="12095" y="419506"/>
                  </a:cubicBezTo>
                  <a:cubicBezTo>
                    <a:pt x="2995" y="424026"/>
                    <a:pt x="-4961" y="408839"/>
                    <a:pt x="3778" y="403776"/>
                  </a:cubicBezTo>
                  <a:cubicBezTo>
                    <a:pt x="96107" y="350320"/>
                    <a:pt x="198380" y="361228"/>
                    <a:pt x="301316" y="357853"/>
                  </a:cubicBezTo>
                  <a:cubicBezTo>
                    <a:pt x="418173" y="354056"/>
                    <a:pt x="537864" y="348150"/>
                    <a:pt x="652069" y="378404"/>
                  </a:cubicBezTo>
                  <a:cubicBezTo>
                    <a:pt x="760671" y="407212"/>
                    <a:pt x="868729" y="444698"/>
                    <a:pt x="974979" y="481159"/>
                  </a:cubicBezTo>
                  <a:cubicBezTo>
                    <a:pt x="1033499" y="501228"/>
                    <a:pt x="1094308" y="521176"/>
                    <a:pt x="1146680" y="554745"/>
                  </a:cubicBezTo>
                  <a:cubicBezTo>
                    <a:pt x="1188867" y="581745"/>
                    <a:pt x="1228040" y="606092"/>
                    <a:pt x="1273663" y="627186"/>
                  </a:cubicBezTo>
                  <a:cubicBezTo>
                    <a:pt x="1275109" y="627849"/>
                    <a:pt x="1276254" y="628693"/>
                    <a:pt x="1277279" y="629657"/>
                  </a:cubicBezTo>
                  <a:cubicBezTo>
                    <a:pt x="1304580" y="627849"/>
                    <a:pt x="1331700" y="625378"/>
                    <a:pt x="1358398" y="622485"/>
                  </a:cubicBezTo>
                  <a:cubicBezTo>
                    <a:pt x="1454222" y="612059"/>
                    <a:pt x="1548540" y="594702"/>
                    <a:pt x="1641833" y="572283"/>
                  </a:cubicBezTo>
                  <a:cubicBezTo>
                    <a:pt x="1586448" y="570595"/>
                    <a:pt x="1531123" y="560531"/>
                    <a:pt x="1477245" y="547814"/>
                  </a:cubicBezTo>
                  <a:cubicBezTo>
                    <a:pt x="1405527" y="530879"/>
                    <a:pt x="1353154" y="493454"/>
                    <a:pt x="1290357" y="457715"/>
                  </a:cubicBezTo>
                  <a:cubicBezTo>
                    <a:pt x="1210141" y="412033"/>
                    <a:pt x="1113112" y="393230"/>
                    <a:pt x="1026810" y="360685"/>
                  </a:cubicBezTo>
                  <a:cubicBezTo>
                    <a:pt x="941351" y="328443"/>
                    <a:pt x="858303" y="287823"/>
                    <a:pt x="769892" y="264078"/>
                  </a:cubicBezTo>
                  <a:cubicBezTo>
                    <a:pt x="758802" y="261064"/>
                    <a:pt x="758018" y="243044"/>
                    <a:pt x="770916" y="242683"/>
                  </a:cubicBezTo>
                  <a:cubicBezTo>
                    <a:pt x="872104" y="240091"/>
                    <a:pt x="966964" y="206221"/>
                    <a:pt x="1069478" y="210380"/>
                  </a:cubicBezTo>
                  <a:cubicBezTo>
                    <a:pt x="1153550" y="213755"/>
                    <a:pt x="1223943" y="243768"/>
                    <a:pt x="1293189" y="289450"/>
                  </a:cubicBezTo>
                  <a:cubicBezTo>
                    <a:pt x="1374007" y="342786"/>
                    <a:pt x="1453982" y="404198"/>
                    <a:pt x="1546792" y="435356"/>
                  </a:cubicBezTo>
                  <a:cubicBezTo>
                    <a:pt x="1622307" y="460668"/>
                    <a:pt x="1675884" y="487547"/>
                    <a:pt x="1725665" y="550828"/>
                  </a:cubicBezTo>
                  <a:cubicBezTo>
                    <a:pt x="1765923" y="539739"/>
                    <a:pt x="1806061" y="527745"/>
                    <a:pt x="1845957" y="514969"/>
                  </a:cubicBezTo>
                  <a:cubicBezTo>
                    <a:pt x="1932923" y="487065"/>
                    <a:pt x="2020008" y="458438"/>
                    <a:pt x="2106853" y="428847"/>
                  </a:cubicBezTo>
                  <a:cubicBezTo>
                    <a:pt x="2097331" y="429330"/>
                    <a:pt x="2087748" y="429992"/>
                    <a:pt x="2078045" y="431198"/>
                  </a:cubicBezTo>
                  <a:cubicBezTo>
                    <a:pt x="2028566" y="437466"/>
                    <a:pt x="1979630" y="447771"/>
                    <a:pt x="1930090" y="453677"/>
                  </a:cubicBezTo>
                  <a:cubicBezTo>
                    <a:pt x="1842884" y="464164"/>
                    <a:pt x="1761765" y="456209"/>
                    <a:pt x="1681851" y="417397"/>
                  </a:cubicBezTo>
                  <a:cubicBezTo>
                    <a:pt x="1609952" y="382502"/>
                    <a:pt x="1559750" y="341641"/>
                    <a:pt x="1519250" y="272093"/>
                  </a:cubicBezTo>
                  <a:cubicBezTo>
                    <a:pt x="1498518" y="236536"/>
                    <a:pt x="1480258" y="197061"/>
                    <a:pt x="1452113" y="166566"/>
                  </a:cubicBezTo>
                  <a:cubicBezTo>
                    <a:pt x="1417218" y="128718"/>
                    <a:pt x="1376117" y="101056"/>
                    <a:pt x="1332363" y="74418"/>
                  </a:cubicBezTo>
                  <a:cubicBezTo>
                    <a:pt x="1325974" y="70500"/>
                    <a:pt x="1324166" y="59049"/>
                    <a:pt x="1333146" y="56518"/>
                  </a:cubicBezTo>
                  <a:cubicBezTo>
                    <a:pt x="1351151" y="51410"/>
                    <a:pt x="1369155" y="48477"/>
                    <a:pt x="1387046" y="47461"/>
                  </a:cubicBezTo>
                  <a:close/>
                  <a:moveTo>
                    <a:pt x="1945518" y="349"/>
                  </a:moveTo>
                  <a:cubicBezTo>
                    <a:pt x="2001989" y="-1926"/>
                    <a:pt x="2056530" y="6226"/>
                    <a:pt x="2098416" y="45068"/>
                  </a:cubicBezTo>
                  <a:cubicBezTo>
                    <a:pt x="2146087" y="89243"/>
                    <a:pt x="2172062" y="147160"/>
                    <a:pt x="2212200" y="197001"/>
                  </a:cubicBezTo>
                  <a:cubicBezTo>
                    <a:pt x="2231545" y="221017"/>
                    <a:pt x="2259976" y="250051"/>
                    <a:pt x="2291518" y="273720"/>
                  </a:cubicBezTo>
                  <a:lnTo>
                    <a:pt x="2327548" y="295960"/>
                  </a:lnTo>
                  <a:lnTo>
                    <a:pt x="2327548" y="342551"/>
                  </a:lnTo>
                  <a:lnTo>
                    <a:pt x="2273737" y="339100"/>
                  </a:lnTo>
                  <a:cubicBezTo>
                    <a:pt x="2199657" y="329972"/>
                    <a:pt x="2125551" y="307394"/>
                    <a:pt x="2067921" y="269562"/>
                  </a:cubicBezTo>
                  <a:cubicBezTo>
                    <a:pt x="2016030" y="235511"/>
                    <a:pt x="1994877" y="179041"/>
                    <a:pt x="1948351" y="140892"/>
                  </a:cubicBezTo>
                  <a:cubicBezTo>
                    <a:pt x="1896039" y="97982"/>
                    <a:pt x="1828118" y="80022"/>
                    <a:pt x="1775023" y="37233"/>
                  </a:cubicBezTo>
                  <a:cubicBezTo>
                    <a:pt x="1767791" y="31447"/>
                    <a:pt x="1771648" y="18731"/>
                    <a:pt x="1781050" y="18188"/>
                  </a:cubicBezTo>
                  <a:cubicBezTo>
                    <a:pt x="1830650" y="15326"/>
                    <a:pt x="1889049" y="2624"/>
                    <a:pt x="1945518" y="349"/>
                  </a:cubicBezTo>
                  <a:close/>
                </a:path>
              </a:pathLst>
            </a:custGeom>
            <a:solidFill>
              <a:schemeClr val="accent2">
                <a:alpha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130300"/>
            <a:ext cx="2082800" cy="5003800"/>
          </a:xfrm>
          <a:prstGeom prst="rect">
            <a:avLst/>
          </a:prstGeom>
          <a:noFill/>
        </p:spPr>
        <p:txBody>
          <a:bodyPr anchor="ctr" anchorCtr="0">
            <a:normAutofit/>
          </a:bodyPr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2743200" y="1130300"/>
            <a:ext cx="8775687" cy="5003800"/>
          </a:xfrm>
        </p:spPr>
        <p:txBody>
          <a:bodyPr numCol="2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任意多边形: 形状 9"/>
          <p:cNvSpPr>
            <a:spLocks noChangeAspect="1"/>
          </p:cNvSpPr>
          <p:nvPr/>
        </p:nvSpPr>
        <p:spPr bwMode="auto">
          <a:xfrm>
            <a:off x="2906656" y="5089886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tx2">
              <a:alpha val="1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/>
          <p:cNvGrpSpPr/>
          <p:nvPr/>
        </p:nvGrpSpPr>
        <p:grpSpPr>
          <a:xfrm flipV="1">
            <a:off x="0" y="0"/>
            <a:ext cx="12192002" cy="6858001"/>
            <a:chOff x="0" y="0"/>
            <a:chExt cx="12192002" cy="6858001"/>
          </a:xfrm>
        </p:grpSpPr>
        <p:sp>
          <p:nvSpPr>
            <p:cNvPr id="38" name="任意多边形: 形状 37"/>
            <p:cNvSpPr/>
            <p:nvPr/>
          </p:nvSpPr>
          <p:spPr>
            <a:xfrm>
              <a:off x="7487559" y="1"/>
              <a:ext cx="4704441" cy="5421469"/>
            </a:xfrm>
            <a:custGeom>
              <a:avLst/>
              <a:gdLst>
                <a:gd name="connsiteX0" fmla="*/ 0 w 4704441"/>
                <a:gd name="connsiteY0" fmla="*/ 0 h 5421469"/>
                <a:gd name="connsiteX1" fmla="*/ 4704441 w 4704441"/>
                <a:gd name="connsiteY1" fmla="*/ 0 h 5421469"/>
                <a:gd name="connsiteX2" fmla="*/ 4704441 w 4704441"/>
                <a:gd name="connsiteY2" fmla="*/ 5370535 h 5421469"/>
                <a:gd name="connsiteX3" fmla="*/ 4618387 w 4704441"/>
                <a:gd name="connsiteY3" fmla="*/ 5391422 h 5421469"/>
                <a:gd name="connsiteX4" fmla="*/ 3138203 w 4704441"/>
                <a:gd name="connsiteY4" fmla="*/ 4424291 h 5421469"/>
                <a:gd name="connsiteX5" fmla="*/ 3331691 w 4704441"/>
                <a:gd name="connsiteY5" fmla="*/ 3052157 h 5421469"/>
                <a:gd name="connsiteX6" fmla="*/ 2379645 w 4704441"/>
                <a:gd name="connsiteY6" fmla="*/ 2383652 h 5421469"/>
                <a:gd name="connsiteX7" fmla="*/ 2343749 w 4704441"/>
                <a:gd name="connsiteY7" fmla="*/ 1147989 h 5421469"/>
                <a:gd name="connsiteX8" fmla="*/ 1139108 w 4704441"/>
                <a:gd name="connsiteY8" fmla="*/ 529925 h 5421469"/>
                <a:gd name="connsiteX9" fmla="*/ 7241 w 4704441"/>
                <a:gd name="connsiteY9" fmla="*/ 8695 h 5421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04441" h="5421469">
                  <a:moveTo>
                    <a:pt x="0" y="0"/>
                  </a:moveTo>
                  <a:lnTo>
                    <a:pt x="4704441" y="0"/>
                  </a:lnTo>
                  <a:lnTo>
                    <a:pt x="4704441" y="5370535"/>
                  </a:lnTo>
                  <a:lnTo>
                    <a:pt x="4618387" y="5391422"/>
                  </a:lnTo>
                  <a:cubicBezTo>
                    <a:pt x="3934279" y="5522693"/>
                    <a:pt x="3155112" y="5228063"/>
                    <a:pt x="3138203" y="4424291"/>
                  </a:cubicBezTo>
                  <a:cubicBezTo>
                    <a:pt x="3130080" y="4038708"/>
                    <a:pt x="3554810" y="3396584"/>
                    <a:pt x="3331691" y="3052157"/>
                  </a:cubicBezTo>
                  <a:cubicBezTo>
                    <a:pt x="3120177" y="2725602"/>
                    <a:pt x="2593945" y="2748116"/>
                    <a:pt x="2379645" y="2383652"/>
                  </a:cubicBezTo>
                  <a:cubicBezTo>
                    <a:pt x="2144845" y="1984220"/>
                    <a:pt x="2430706" y="1561192"/>
                    <a:pt x="2343749" y="1147989"/>
                  </a:cubicBezTo>
                  <a:cubicBezTo>
                    <a:pt x="2238997" y="650613"/>
                    <a:pt x="1537535" y="621060"/>
                    <a:pt x="1139108" y="529925"/>
                  </a:cubicBezTo>
                  <a:cubicBezTo>
                    <a:pt x="741649" y="439060"/>
                    <a:pt x="286833" y="311337"/>
                    <a:pt x="7241" y="8695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0" y="4971117"/>
              <a:ext cx="3659048" cy="1886883"/>
            </a:xfrm>
            <a:custGeom>
              <a:avLst/>
              <a:gdLst>
                <a:gd name="connsiteX0" fmla="*/ 1376466 w 3659048"/>
                <a:gd name="connsiteY0" fmla="*/ 157 h 1886883"/>
                <a:gd name="connsiteX1" fmla="*/ 1824758 w 3659048"/>
                <a:gd name="connsiteY1" fmla="*/ 179124 h 1886883"/>
                <a:gd name="connsiteX2" fmla="*/ 2386297 w 3659048"/>
                <a:gd name="connsiteY2" fmla="*/ 509232 h 1886883"/>
                <a:gd name="connsiteX3" fmla="*/ 3234326 w 3659048"/>
                <a:gd name="connsiteY3" fmla="*/ 746089 h 1886883"/>
                <a:gd name="connsiteX4" fmla="*/ 3596347 w 3659048"/>
                <a:gd name="connsiteY4" fmla="*/ 1755512 h 1886883"/>
                <a:gd name="connsiteX5" fmla="*/ 3526032 w 3659048"/>
                <a:gd name="connsiteY5" fmla="*/ 1886883 h 1886883"/>
                <a:gd name="connsiteX6" fmla="*/ 0 w 3659048"/>
                <a:gd name="connsiteY6" fmla="*/ 1886883 h 1886883"/>
                <a:gd name="connsiteX7" fmla="*/ 0 w 3659048"/>
                <a:gd name="connsiteY7" fmla="*/ 374471 h 1886883"/>
                <a:gd name="connsiteX8" fmla="*/ 22041 w 3659048"/>
                <a:gd name="connsiteY8" fmla="*/ 377578 h 1886883"/>
                <a:gd name="connsiteX9" fmla="*/ 436377 w 3659048"/>
                <a:gd name="connsiteY9" fmla="*/ 334107 h 1886883"/>
                <a:gd name="connsiteX10" fmla="*/ 1376466 w 3659048"/>
                <a:gd name="connsiteY10" fmla="*/ 157 h 1886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59048" h="1886883">
                  <a:moveTo>
                    <a:pt x="1376466" y="157"/>
                  </a:moveTo>
                  <a:cubicBezTo>
                    <a:pt x="1516226" y="3261"/>
                    <a:pt x="1662254" y="52873"/>
                    <a:pt x="1824758" y="179124"/>
                  </a:cubicBezTo>
                  <a:cubicBezTo>
                    <a:pt x="2008711" y="322075"/>
                    <a:pt x="2154606" y="450443"/>
                    <a:pt x="2386297" y="509232"/>
                  </a:cubicBezTo>
                  <a:cubicBezTo>
                    <a:pt x="2675599" y="582604"/>
                    <a:pt x="2970788" y="586790"/>
                    <a:pt x="3234326" y="746089"/>
                  </a:cubicBezTo>
                  <a:cubicBezTo>
                    <a:pt x="3586212" y="958816"/>
                    <a:pt x="3761599" y="1364783"/>
                    <a:pt x="3596347" y="1755512"/>
                  </a:cubicBezTo>
                  <a:lnTo>
                    <a:pt x="3526032" y="1886883"/>
                  </a:lnTo>
                  <a:lnTo>
                    <a:pt x="0" y="1886883"/>
                  </a:lnTo>
                  <a:lnTo>
                    <a:pt x="0" y="374471"/>
                  </a:lnTo>
                  <a:lnTo>
                    <a:pt x="22041" y="377578"/>
                  </a:lnTo>
                  <a:cubicBezTo>
                    <a:pt x="157561" y="389377"/>
                    <a:pt x="294995" y="382826"/>
                    <a:pt x="436377" y="334107"/>
                  </a:cubicBezTo>
                  <a:cubicBezTo>
                    <a:pt x="791863" y="211596"/>
                    <a:pt x="1068996" y="-6672"/>
                    <a:pt x="1376466" y="157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0" y="0"/>
              <a:ext cx="5208792" cy="2604768"/>
            </a:xfrm>
            <a:custGeom>
              <a:avLst/>
              <a:gdLst>
                <a:gd name="connsiteX0" fmla="*/ 1087027 w 5208792"/>
                <a:gd name="connsiteY0" fmla="*/ 0 h 2604768"/>
                <a:gd name="connsiteX1" fmla="*/ 4890008 w 5208792"/>
                <a:gd name="connsiteY1" fmla="*/ 0 h 2604768"/>
                <a:gd name="connsiteX2" fmla="*/ 4892209 w 5208792"/>
                <a:gd name="connsiteY2" fmla="*/ 1705 h 2604768"/>
                <a:gd name="connsiteX3" fmla="*/ 5200063 w 5208792"/>
                <a:gd name="connsiteY3" fmla="*/ 439630 h 2604768"/>
                <a:gd name="connsiteX4" fmla="*/ 4735072 w 5208792"/>
                <a:gd name="connsiteY4" fmla="*/ 1204674 h 2604768"/>
                <a:gd name="connsiteX5" fmla="*/ 3442569 w 5208792"/>
                <a:gd name="connsiteY5" fmla="*/ 1328318 h 2604768"/>
                <a:gd name="connsiteX6" fmla="*/ 2386885 w 5208792"/>
                <a:gd name="connsiteY6" fmla="*/ 1586078 h 2604768"/>
                <a:gd name="connsiteX7" fmla="*/ 1956128 w 5208792"/>
                <a:gd name="connsiteY7" fmla="*/ 2172772 h 2604768"/>
                <a:gd name="connsiteX8" fmla="*/ 1057500 w 5208792"/>
                <a:gd name="connsiteY8" fmla="*/ 2220653 h 2604768"/>
                <a:gd name="connsiteX9" fmla="*/ 310985 w 5208792"/>
                <a:gd name="connsiteY9" fmla="*/ 2411944 h 2604768"/>
                <a:gd name="connsiteX10" fmla="*/ 27507 w 5208792"/>
                <a:gd name="connsiteY10" fmla="*/ 2592801 h 2604768"/>
                <a:gd name="connsiteX11" fmla="*/ 0 w 5208792"/>
                <a:gd name="connsiteY11" fmla="*/ 2604768 h 2604768"/>
                <a:gd name="connsiteX12" fmla="*/ 0 w 5208792"/>
                <a:gd name="connsiteY12" fmla="*/ 413420 h 2604768"/>
                <a:gd name="connsiteX13" fmla="*/ 192917 w 5208792"/>
                <a:gd name="connsiteY13" fmla="*/ 307247 h 2604768"/>
                <a:gd name="connsiteX14" fmla="*/ 862861 w 5208792"/>
                <a:gd name="connsiteY14" fmla="*/ 55419 h 2604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08792" h="2604768">
                  <a:moveTo>
                    <a:pt x="1087027" y="0"/>
                  </a:moveTo>
                  <a:lnTo>
                    <a:pt x="4890008" y="0"/>
                  </a:lnTo>
                  <a:lnTo>
                    <a:pt x="4892209" y="1705"/>
                  </a:lnTo>
                  <a:cubicBezTo>
                    <a:pt x="5046331" y="132504"/>
                    <a:pt x="5172976" y="289662"/>
                    <a:pt x="5200063" y="439630"/>
                  </a:cubicBezTo>
                  <a:cubicBezTo>
                    <a:pt x="5259121" y="766800"/>
                    <a:pt x="5009066" y="1064735"/>
                    <a:pt x="4735072" y="1204674"/>
                  </a:cubicBezTo>
                  <a:cubicBezTo>
                    <a:pt x="4334434" y="1409258"/>
                    <a:pt x="3874090" y="1339554"/>
                    <a:pt x="3442569" y="1328318"/>
                  </a:cubicBezTo>
                  <a:cubicBezTo>
                    <a:pt x="3125516" y="1320083"/>
                    <a:pt x="2597292" y="1298614"/>
                    <a:pt x="2386885" y="1586078"/>
                  </a:cubicBezTo>
                  <a:cubicBezTo>
                    <a:pt x="2239181" y="1787956"/>
                    <a:pt x="2192182" y="2043245"/>
                    <a:pt x="1956128" y="2172772"/>
                  </a:cubicBezTo>
                  <a:cubicBezTo>
                    <a:pt x="1686840" y="2320533"/>
                    <a:pt x="1346611" y="2243947"/>
                    <a:pt x="1057500" y="2220653"/>
                  </a:cubicBezTo>
                  <a:cubicBezTo>
                    <a:pt x="762976" y="2196889"/>
                    <a:pt x="545216" y="2227065"/>
                    <a:pt x="310985" y="2411944"/>
                  </a:cubicBezTo>
                  <a:cubicBezTo>
                    <a:pt x="220619" y="2483281"/>
                    <a:pt x="124547" y="2546250"/>
                    <a:pt x="27507" y="2592801"/>
                  </a:cubicBezTo>
                  <a:lnTo>
                    <a:pt x="0" y="2604768"/>
                  </a:lnTo>
                  <a:lnTo>
                    <a:pt x="0" y="413420"/>
                  </a:lnTo>
                  <a:lnTo>
                    <a:pt x="192917" y="307247"/>
                  </a:lnTo>
                  <a:cubicBezTo>
                    <a:pt x="406227" y="201053"/>
                    <a:pt x="636168" y="117853"/>
                    <a:pt x="862861" y="55419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40"/>
            <p:cNvSpPr/>
            <p:nvPr/>
          </p:nvSpPr>
          <p:spPr>
            <a:xfrm>
              <a:off x="1" y="2286745"/>
              <a:ext cx="1952419" cy="2026550"/>
            </a:xfrm>
            <a:custGeom>
              <a:avLst/>
              <a:gdLst>
                <a:gd name="connsiteX0" fmla="*/ 0 w 1952419"/>
                <a:gd name="connsiteY0" fmla="*/ 0 h 2026550"/>
                <a:gd name="connsiteX1" fmla="*/ 18477 w 1952419"/>
                <a:gd name="connsiteY1" fmla="*/ 21580 h 2026550"/>
                <a:gd name="connsiteX2" fmla="*/ 1021088 w 1952419"/>
                <a:gd name="connsiteY2" fmla="*/ 693993 h 2026550"/>
                <a:gd name="connsiteX3" fmla="*/ 1952088 w 1952419"/>
                <a:gd name="connsiteY3" fmla="*/ 1329691 h 2026550"/>
                <a:gd name="connsiteX4" fmla="*/ 1395427 w 1952419"/>
                <a:gd name="connsiteY4" fmla="*/ 1957388 h 2026550"/>
                <a:gd name="connsiteX5" fmla="*/ 460246 w 1952419"/>
                <a:gd name="connsiteY5" fmla="*/ 1960358 h 2026550"/>
                <a:gd name="connsiteX6" fmla="*/ 222206 w 1952419"/>
                <a:gd name="connsiteY6" fmla="*/ 1899718 h 2026550"/>
                <a:gd name="connsiteX7" fmla="*/ 0 w 1952419"/>
                <a:gd name="connsiteY7" fmla="*/ 1824550 h 202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2419" h="2026550">
                  <a:moveTo>
                    <a:pt x="0" y="0"/>
                  </a:moveTo>
                  <a:lnTo>
                    <a:pt x="18477" y="21580"/>
                  </a:lnTo>
                  <a:cubicBezTo>
                    <a:pt x="303246" y="354837"/>
                    <a:pt x="534434" y="608711"/>
                    <a:pt x="1021088" y="693993"/>
                  </a:cubicBezTo>
                  <a:cubicBezTo>
                    <a:pt x="1405913" y="761453"/>
                    <a:pt x="1968028" y="808488"/>
                    <a:pt x="1952088" y="1329691"/>
                  </a:cubicBezTo>
                  <a:cubicBezTo>
                    <a:pt x="1944632" y="1573230"/>
                    <a:pt x="1599569" y="1877683"/>
                    <a:pt x="1395427" y="1957388"/>
                  </a:cubicBezTo>
                  <a:cubicBezTo>
                    <a:pt x="1103824" y="2071278"/>
                    <a:pt x="757669" y="2024304"/>
                    <a:pt x="460246" y="1960358"/>
                  </a:cubicBezTo>
                  <a:cubicBezTo>
                    <a:pt x="381640" y="1943447"/>
                    <a:pt x="301994" y="1923264"/>
                    <a:pt x="222206" y="1899718"/>
                  </a:cubicBezTo>
                  <a:lnTo>
                    <a:pt x="0" y="182455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1100775" y="4744891"/>
              <a:ext cx="1460653" cy="735269"/>
            </a:xfrm>
            <a:custGeom>
              <a:avLst/>
              <a:gdLst>
                <a:gd name="connsiteX0" fmla="*/ 60610 w 1465988"/>
                <a:gd name="connsiteY0" fmla="*/ 183028 h 737955"/>
                <a:gd name="connsiteX1" fmla="*/ 1023909 w 1465988"/>
                <a:gd name="connsiteY1" fmla="*/ 33859 h 737955"/>
                <a:gd name="connsiteX2" fmla="*/ 1428148 w 1465988"/>
                <a:gd name="connsiteY2" fmla="*/ 435803 h 737955"/>
                <a:gd name="connsiteX3" fmla="*/ 759538 w 1465988"/>
                <a:gd name="connsiteY3" fmla="*/ 500085 h 737955"/>
                <a:gd name="connsiteX4" fmla="*/ 507764 w 1465988"/>
                <a:gd name="connsiteY4" fmla="*/ 714832 h 737955"/>
                <a:gd name="connsiteX5" fmla="*/ 1508 w 1465988"/>
                <a:gd name="connsiteY5" fmla="*/ 301998 h 737955"/>
                <a:gd name="connsiteX6" fmla="*/ 60610 w 1465988"/>
                <a:gd name="connsiteY6" fmla="*/ 182969 h 737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65988" h="737955">
                  <a:moveTo>
                    <a:pt x="60610" y="183028"/>
                  </a:moveTo>
                  <a:cubicBezTo>
                    <a:pt x="251692" y="-19239"/>
                    <a:pt x="837536" y="-28187"/>
                    <a:pt x="1023909" y="33859"/>
                  </a:cubicBezTo>
                  <a:cubicBezTo>
                    <a:pt x="1173490" y="83661"/>
                    <a:pt x="1593270" y="214522"/>
                    <a:pt x="1428148" y="435803"/>
                  </a:cubicBezTo>
                  <a:cubicBezTo>
                    <a:pt x="1252489" y="671153"/>
                    <a:pt x="968044" y="403956"/>
                    <a:pt x="759538" y="500085"/>
                  </a:cubicBezTo>
                  <a:cubicBezTo>
                    <a:pt x="657168" y="547297"/>
                    <a:pt x="607249" y="661381"/>
                    <a:pt x="507764" y="714832"/>
                  </a:cubicBezTo>
                  <a:cubicBezTo>
                    <a:pt x="297785" y="827739"/>
                    <a:pt x="-24747" y="500909"/>
                    <a:pt x="1508" y="301998"/>
                  </a:cubicBezTo>
                  <a:cubicBezTo>
                    <a:pt x="7512" y="256435"/>
                    <a:pt x="28469" y="216994"/>
                    <a:pt x="60610" y="182969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3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958673" y="1517193"/>
              <a:ext cx="1960673" cy="1371399"/>
            </a:xfrm>
            <a:custGeom>
              <a:avLst/>
              <a:gdLst>
                <a:gd name="connsiteX0" fmla="*/ 1237998 w 2382959"/>
                <a:gd name="connsiteY0" fmla="*/ 916 h 1666768"/>
                <a:gd name="connsiteX1" fmla="*/ 2376779 w 2382959"/>
                <a:gd name="connsiteY1" fmla="*/ 597474 h 1666768"/>
                <a:gd name="connsiteX2" fmla="*/ 1644945 w 2382959"/>
                <a:gd name="connsiteY2" fmla="*/ 893221 h 1666768"/>
                <a:gd name="connsiteX3" fmla="*/ 1051449 w 2382959"/>
                <a:gd name="connsiteY3" fmla="*/ 1576961 h 1666768"/>
                <a:gd name="connsiteX4" fmla="*/ 191756 w 2382959"/>
                <a:gd name="connsiteY4" fmla="*/ 1413664 h 1666768"/>
                <a:gd name="connsiteX5" fmla="*/ 1224341 w 2382959"/>
                <a:gd name="connsiteY5" fmla="*/ 1328 h 1666768"/>
                <a:gd name="connsiteX6" fmla="*/ 1237998 w 2382959"/>
                <a:gd name="connsiteY6" fmla="*/ 916 h 1666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82959" h="1666768">
                  <a:moveTo>
                    <a:pt x="1237998" y="916"/>
                  </a:moveTo>
                  <a:cubicBezTo>
                    <a:pt x="1589551" y="-8738"/>
                    <a:pt x="2464785" y="49246"/>
                    <a:pt x="2376779" y="597474"/>
                  </a:cubicBezTo>
                  <a:cubicBezTo>
                    <a:pt x="2320503" y="948262"/>
                    <a:pt x="1859456" y="701786"/>
                    <a:pt x="1644945" y="893221"/>
                  </a:cubicBezTo>
                  <a:cubicBezTo>
                    <a:pt x="1421957" y="1092250"/>
                    <a:pt x="1304400" y="1410897"/>
                    <a:pt x="1051449" y="1576961"/>
                  </a:cubicBezTo>
                  <a:cubicBezTo>
                    <a:pt x="779071" y="1755799"/>
                    <a:pt x="403206" y="1650074"/>
                    <a:pt x="191756" y="1413664"/>
                  </a:cubicBezTo>
                  <a:cubicBezTo>
                    <a:pt x="-425111" y="724273"/>
                    <a:pt x="588696" y="22697"/>
                    <a:pt x="1224341" y="1328"/>
                  </a:cubicBezTo>
                  <a:cubicBezTo>
                    <a:pt x="1228815" y="1151"/>
                    <a:pt x="1233348" y="1034"/>
                    <a:pt x="1237998" y="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2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43"/>
            <p:cNvSpPr/>
            <p:nvPr/>
          </p:nvSpPr>
          <p:spPr>
            <a:xfrm>
              <a:off x="9815879" y="3495385"/>
              <a:ext cx="2376121" cy="2868907"/>
            </a:xfrm>
            <a:custGeom>
              <a:avLst/>
              <a:gdLst>
                <a:gd name="connsiteX0" fmla="*/ 1274512 w 2376121"/>
                <a:gd name="connsiteY0" fmla="*/ 2503 h 2868907"/>
                <a:gd name="connsiteX1" fmla="*/ 1425028 w 2376121"/>
                <a:gd name="connsiteY1" fmla="*/ 26514 h 2868907"/>
                <a:gd name="connsiteX2" fmla="*/ 2035893 w 2376121"/>
                <a:gd name="connsiteY2" fmla="*/ 161816 h 2868907"/>
                <a:gd name="connsiteX3" fmla="*/ 2286518 w 2376121"/>
                <a:gd name="connsiteY3" fmla="*/ 115080 h 2868907"/>
                <a:gd name="connsiteX4" fmla="*/ 2376121 w 2376121"/>
                <a:gd name="connsiteY4" fmla="*/ 101063 h 2868907"/>
                <a:gd name="connsiteX5" fmla="*/ 2376121 w 2376121"/>
                <a:gd name="connsiteY5" fmla="*/ 2800785 h 2868907"/>
                <a:gd name="connsiteX6" fmla="*/ 2302816 w 2376121"/>
                <a:gd name="connsiteY6" fmla="*/ 2830934 h 2868907"/>
                <a:gd name="connsiteX7" fmla="*/ 2022987 w 2376121"/>
                <a:gd name="connsiteY7" fmla="*/ 2867690 h 2868907"/>
                <a:gd name="connsiteX8" fmla="*/ 1372573 w 2376121"/>
                <a:gd name="connsiteY8" fmla="*/ 2540610 h 2868907"/>
                <a:gd name="connsiteX9" fmla="*/ 591645 w 2376121"/>
                <a:gd name="connsiteY9" fmla="*/ 2479343 h 2868907"/>
                <a:gd name="connsiteX10" fmla="*/ 408747 w 2376121"/>
                <a:gd name="connsiteY10" fmla="*/ 1970126 h 2868907"/>
                <a:gd name="connsiteX11" fmla="*/ 147789 w 2376121"/>
                <a:gd name="connsiteY11" fmla="*/ 1157837 h 2868907"/>
                <a:gd name="connsiteX12" fmla="*/ 261511 w 2376121"/>
                <a:gd name="connsiteY12" fmla="*/ 237584 h 2868907"/>
                <a:gd name="connsiteX13" fmla="*/ 1274512 w 2376121"/>
                <a:gd name="connsiteY13" fmla="*/ 2503 h 2868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76121" h="2868907">
                  <a:moveTo>
                    <a:pt x="1274512" y="2503"/>
                  </a:moveTo>
                  <a:cubicBezTo>
                    <a:pt x="1324341" y="6138"/>
                    <a:pt x="1374498" y="13860"/>
                    <a:pt x="1425028" y="26514"/>
                  </a:cubicBezTo>
                  <a:cubicBezTo>
                    <a:pt x="1633044" y="78622"/>
                    <a:pt x="1812891" y="197548"/>
                    <a:pt x="2035893" y="161816"/>
                  </a:cubicBezTo>
                  <a:cubicBezTo>
                    <a:pt x="2122208" y="147991"/>
                    <a:pt x="2205617" y="129859"/>
                    <a:pt x="2286518" y="115080"/>
                  </a:cubicBezTo>
                  <a:lnTo>
                    <a:pt x="2376121" y="101063"/>
                  </a:lnTo>
                  <a:lnTo>
                    <a:pt x="2376121" y="2800785"/>
                  </a:lnTo>
                  <a:lnTo>
                    <a:pt x="2302816" y="2830934"/>
                  </a:lnTo>
                  <a:cubicBezTo>
                    <a:pt x="2211953" y="2859806"/>
                    <a:pt x="2116882" y="2873206"/>
                    <a:pt x="2022987" y="2867690"/>
                  </a:cubicBezTo>
                  <a:cubicBezTo>
                    <a:pt x="1777018" y="2853258"/>
                    <a:pt x="1604249" y="2605345"/>
                    <a:pt x="1372573" y="2540610"/>
                  </a:cubicBezTo>
                  <a:cubicBezTo>
                    <a:pt x="1116611" y="2469074"/>
                    <a:pt x="841709" y="2600557"/>
                    <a:pt x="591645" y="2479343"/>
                  </a:cubicBezTo>
                  <a:cubicBezTo>
                    <a:pt x="356916" y="2365620"/>
                    <a:pt x="425399" y="2181403"/>
                    <a:pt x="408747" y="1970126"/>
                  </a:cubicBezTo>
                  <a:cubicBezTo>
                    <a:pt x="387306" y="1697443"/>
                    <a:pt x="253255" y="1407137"/>
                    <a:pt x="147789" y="1157837"/>
                  </a:cubicBezTo>
                  <a:cubicBezTo>
                    <a:pt x="28517" y="876064"/>
                    <a:pt x="-162292" y="347143"/>
                    <a:pt x="261511" y="237584"/>
                  </a:cubicBezTo>
                  <a:cubicBezTo>
                    <a:pt x="592999" y="151919"/>
                    <a:pt x="925707" y="-22939"/>
                    <a:pt x="1274512" y="250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8753494" y="0"/>
              <a:ext cx="3436172" cy="2361077"/>
            </a:xfrm>
            <a:custGeom>
              <a:avLst/>
              <a:gdLst>
                <a:gd name="connsiteX0" fmla="*/ 283281 w 3360242"/>
                <a:gd name="connsiteY0" fmla="*/ 0 h 2361077"/>
                <a:gd name="connsiteX1" fmla="*/ 374210 w 3360242"/>
                <a:gd name="connsiteY1" fmla="*/ 0 h 2361077"/>
                <a:gd name="connsiteX2" fmla="*/ 307441 w 3360242"/>
                <a:gd name="connsiteY2" fmla="*/ 13044 h 2361077"/>
                <a:gd name="connsiteX3" fmla="*/ 139780 w 3360242"/>
                <a:gd name="connsiteY3" fmla="*/ 76376 h 2361077"/>
                <a:gd name="connsiteX4" fmla="*/ 43967 w 3360242"/>
                <a:gd name="connsiteY4" fmla="*/ 157052 h 2361077"/>
                <a:gd name="connsiteX5" fmla="*/ 39524 w 3360242"/>
                <a:gd name="connsiteY5" fmla="*/ 345554 h 2361077"/>
                <a:gd name="connsiteX6" fmla="*/ 309251 w 3360242"/>
                <a:gd name="connsiteY6" fmla="*/ 700674 h 2361077"/>
                <a:gd name="connsiteX7" fmla="*/ 318903 w 3360242"/>
                <a:gd name="connsiteY7" fmla="*/ 955702 h 2361077"/>
                <a:gd name="connsiteX8" fmla="*/ 519745 w 3360242"/>
                <a:gd name="connsiteY8" fmla="*/ 1213802 h 2361077"/>
                <a:gd name="connsiteX9" fmla="*/ 833841 w 3360242"/>
                <a:gd name="connsiteY9" fmla="*/ 1328483 h 2361077"/>
                <a:gd name="connsiteX10" fmla="*/ 1152983 w 3360242"/>
                <a:gd name="connsiteY10" fmla="*/ 1346746 h 2361077"/>
                <a:gd name="connsiteX11" fmla="*/ 1682729 w 3360242"/>
                <a:gd name="connsiteY11" fmla="*/ 1554224 h 2361077"/>
                <a:gd name="connsiteX12" fmla="*/ 1888178 w 3360242"/>
                <a:gd name="connsiteY12" fmla="*/ 2047114 h 2361077"/>
                <a:gd name="connsiteX13" fmla="*/ 2303134 w 3360242"/>
                <a:gd name="connsiteY13" fmla="*/ 2300662 h 2361077"/>
                <a:gd name="connsiteX14" fmla="*/ 3350505 w 3360242"/>
                <a:gd name="connsiteY14" fmla="*/ 2298797 h 2361077"/>
                <a:gd name="connsiteX15" fmla="*/ 3351601 w 3360242"/>
                <a:gd name="connsiteY15" fmla="*/ 2317773 h 2361077"/>
                <a:gd name="connsiteX16" fmla="*/ 2351123 w 3360242"/>
                <a:gd name="connsiteY16" fmla="*/ 2332581 h 2361077"/>
                <a:gd name="connsiteX17" fmla="*/ 1940445 w 3360242"/>
                <a:gd name="connsiteY17" fmla="*/ 2149180 h 2361077"/>
                <a:gd name="connsiteX18" fmla="*/ 1742620 w 3360242"/>
                <a:gd name="connsiteY18" fmla="*/ 1713493 h 2361077"/>
                <a:gd name="connsiteX19" fmla="*/ 1586367 w 3360242"/>
                <a:gd name="connsiteY19" fmla="*/ 1483474 h 2361077"/>
                <a:gd name="connsiteX20" fmla="*/ 1271119 w 3360242"/>
                <a:gd name="connsiteY20" fmla="*/ 1376746 h 2361077"/>
                <a:gd name="connsiteX21" fmla="*/ 927680 w 3360242"/>
                <a:gd name="connsiteY21" fmla="*/ 1352011 h 2361077"/>
                <a:gd name="connsiteX22" fmla="*/ 643475 w 3360242"/>
                <a:gd name="connsiteY22" fmla="*/ 1300183 h 2361077"/>
                <a:gd name="connsiteX23" fmla="*/ 289451 w 3360242"/>
                <a:gd name="connsiteY23" fmla="*/ 884514 h 2361077"/>
                <a:gd name="connsiteX24" fmla="*/ 269543 w 3360242"/>
                <a:gd name="connsiteY24" fmla="*/ 628663 h 2361077"/>
                <a:gd name="connsiteX25" fmla="*/ 101334 w 3360242"/>
                <a:gd name="connsiteY25" fmla="*/ 446578 h 2361077"/>
                <a:gd name="connsiteX26" fmla="*/ 1791 w 3360242"/>
                <a:gd name="connsiteY26" fmla="*/ 289228 h 2361077"/>
                <a:gd name="connsiteX27" fmla="*/ 46489 w 3360242"/>
                <a:gd name="connsiteY27" fmla="*/ 122610 h 2361077"/>
                <a:gd name="connsiteX28" fmla="*/ 196291 w 3360242"/>
                <a:gd name="connsiteY28" fmla="*/ 27735 h 2361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360242" h="2361077">
                  <a:moveTo>
                    <a:pt x="283281" y="0"/>
                  </a:moveTo>
                  <a:lnTo>
                    <a:pt x="374210" y="0"/>
                  </a:lnTo>
                  <a:lnTo>
                    <a:pt x="307441" y="13044"/>
                  </a:lnTo>
                  <a:cubicBezTo>
                    <a:pt x="248976" y="28208"/>
                    <a:pt x="191965" y="48186"/>
                    <a:pt x="139780" y="76376"/>
                  </a:cubicBezTo>
                  <a:cubicBezTo>
                    <a:pt x="103912" y="95736"/>
                    <a:pt x="64369" y="120306"/>
                    <a:pt x="43967" y="157052"/>
                  </a:cubicBezTo>
                  <a:cubicBezTo>
                    <a:pt x="13034" y="212665"/>
                    <a:pt x="7385" y="289283"/>
                    <a:pt x="39524" y="345554"/>
                  </a:cubicBezTo>
                  <a:cubicBezTo>
                    <a:pt x="113839" y="475646"/>
                    <a:pt x="291262" y="535975"/>
                    <a:pt x="309251" y="700674"/>
                  </a:cubicBezTo>
                  <a:cubicBezTo>
                    <a:pt x="318574" y="785684"/>
                    <a:pt x="291700" y="872283"/>
                    <a:pt x="318903" y="955702"/>
                  </a:cubicBezTo>
                  <a:cubicBezTo>
                    <a:pt x="353072" y="1060401"/>
                    <a:pt x="429855" y="1151718"/>
                    <a:pt x="519745" y="1213802"/>
                  </a:cubicBezTo>
                  <a:cubicBezTo>
                    <a:pt x="612542" y="1277916"/>
                    <a:pt x="721190" y="1318830"/>
                    <a:pt x="833841" y="1328483"/>
                  </a:cubicBezTo>
                  <a:cubicBezTo>
                    <a:pt x="940021" y="1337587"/>
                    <a:pt x="1046694" y="1338574"/>
                    <a:pt x="1152983" y="1346746"/>
                  </a:cubicBezTo>
                  <a:cubicBezTo>
                    <a:pt x="1338907" y="1361006"/>
                    <a:pt x="1565745" y="1389470"/>
                    <a:pt x="1682729" y="1554224"/>
                  </a:cubicBezTo>
                  <a:cubicBezTo>
                    <a:pt x="1787977" y="1702469"/>
                    <a:pt x="1795764" y="1893165"/>
                    <a:pt x="1888178" y="2047114"/>
                  </a:cubicBezTo>
                  <a:cubicBezTo>
                    <a:pt x="1976972" y="2194976"/>
                    <a:pt x="2140025" y="2266877"/>
                    <a:pt x="2303134" y="2300662"/>
                  </a:cubicBezTo>
                  <a:cubicBezTo>
                    <a:pt x="2650576" y="2372618"/>
                    <a:pt x="3001089" y="2311960"/>
                    <a:pt x="3350505" y="2298797"/>
                  </a:cubicBezTo>
                  <a:cubicBezTo>
                    <a:pt x="3362790" y="2298358"/>
                    <a:pt x="3363778" y="2316731"/>
                    <a:pt x="3351601" y="2317773"/>
                  </a:cubicBezTo>
                  <a:cubicBezTo>
                    <a:pt x="3021381" y="2346622"/>
                    <a:pt x="2680631" y="2390662"/>
                    <a:pt x="2351123" y="2332581"/>
                  </a:cubicBezTo>
                  <a:cubicBezTo>
                    <a:pt x="2204742" y="2306750"/>
                    <a:pt x="2046954" y="2258815"/>
                    <a:pt x="1940445" y="2149180"/>
                  </a:cubicBezTo>
                  <a:cubicBezTo>
                    <a:pt x="1824393" y="2029728"/>
                    <a:pt x="1799329" y="1863713"/>
                    <a:pt x="1742620" y="1713493"/>
                  </a:cubicBezTo>
                  <a:cubicBezTo>
                    <a:pt x="1709658" y="1626235"/>
                    <a:pt x="1664631" y="1538538"/>
                    <a:pt x="1586367" y="1483474"/>
                  </a:cubicBezTo>
                  <a:cubicBezTo>
                    <a:pt x="1494447" y="1418757"/>
                    <a:pt x="1381028" y="1391499"/>
                    <a:pt x="1271119" y="1376746"/>
                  </a:cubicBezTo>
                  <a:cubicBezTo>
                    <a:pt x="1157152" y="1361499"/>
                    <a:pt x="1042361" y="1358154"/>
                    <a:pt x="927680" y="1352011"/>
                  </a:cubicBezTo>
                  <a:cubicBezTo>
                    <a:pt x="830277" y="1346801"/>
                    <a:pt x="734627" y="1337697"/>
                    <a:pt x="643475" y="1300183"/>
                  </a:cubicBezTo>
                  <a:cubicBezTo>
                    <a:pt x="477844" y="1232011"/>
                    <a:pt x="297130" y="1077568"/>
                    <a:pt x="289451" y="884514"/>
                  </a:cubicBezTo>
                  <a:cubicBezTo>
                    <a:pt x="286106" y="799779"/>
                    <a:pt x="312870" y="707475"/>
                    <a:pt x="269543" y="628663"/>
                  </a:cubicBezTo>
                  <a:cubicBezTo>
                    <a:pt x="228574" y="554239"/>
                    <a:pt x="162376" y="503288"/>
                    <a:pt x="101334" y="446578"/>
                  </a:cubicBezTo>
                  <a:cubicBezTo>
                    <a:pt x="55758" y="404183"/>
                    <a:pt x="9689" y="353836"/>
                    <a:pt x="1791" y="289228"/>
                  </a:cubicBezTo>
                  <a:cubicBezTo>
                    <a:pt x="-5065" y="233232"/>
                    <a:pt x="7330" y="165553"/>
                    <a:pt x="46489" y="122610"/>
                  </a:cubicBezTo>
                  <a:cubicBezTo>
                    <a:pt x="85758" y="79557"/>
                    <a:pt x="139108" y="49749"/>
                    <a:pt x="196291" y="27735"/>
                  </a:cubicBez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2" y="1002420"/>
              <a:ext cx="1251276" cy="1363409"/>
            </a:xfrm>
            <a:custGeom>
              <a:avLst/>
              <a:gdLst>
                <a:gd name="connsiteX0" fmla="*/ 400275 w 1376921"/>
                <a:gd name="connsiteY0" fmla="*/ 1490 h 1500314"/>
                <a:gd name="connsiteX1" fmla="*/ 406708 w 1376921"/>
                <a:gd name="connsiteY1" fmla="*/ 14123 h 1500314"/>
                <a:gd name="connsiteX2" fmla="*/ 340776 w 1376921"/>
                <a:gd name="connsiteY2" fmla="*/ 161355 h 1500314"/>
                <a:gd name="connsiteX3" fmla="*/ 273759 w 1376921"/>
                <a:gd name="connsiteY3" fmla="*/ 321665 h 1500314"/>
                <a:gd name="connsiteX4" fmla="*/ 137676 w 1376921"/>
                <a:gd name="connsiteY4" fmla="*/ 489388 h 1500314"/>
                <a:gd name="connsiteX5" fmla="*/ 73793 w 1376921"/>
                <a:gd name="connsiteY5" fmla="*/ 546822 h 1500314"/>
                <a:gd name="connsiteX6" fmla="*/ 72166 w 1376921"/>
                <a:gd name="connsiteY6" fmla="*/ 549233 h 1500314"/>
                <a:gd name="connsiteX7" fmla="*/ 118572 w 1376921"/>
                <a:gd name="connsiteY7" fmla="*/ 577739 h 1500314"/>
                <a:gd name="connsiteX8" fmla="*/ 150634 w 1376921"/>
                <a:gd name="connsiteY8" fmla="*/ 597567 h 1500314"/>
                <a:gd name="connsiteX9" fmla="*/ 293587 w 1376921"/>
                <a:gd name="connsiteY9" fmla="*/ 434907 h 1500314"/>
                <a:gd name="connsiteX10" fmla="*/ 389110 w 1376921"/>
                <a:gd name="connsiteY10" fmla="*/ 284782 h 1500314"/>
                <a:gd name="connsiteX11" fmla="*/ 655972 w 1376921"/>
                <a:gd name="connsiteY11" fmla="*/ 153038 h 1500314"/>
                <a:gd name="connsiteX12" fmla="*/ 670074 w 1376921"/>
                <a:gd name="connsiteY12" fmla="*/ 177025 h 1500314"/>
                <a:gd name="connsiteX13" fmla="*/ 553759 w 1376921"/>
                <a:gd name="connsiteY13" fmla="*/ 319556 h 1500314"/>
                <a:gd name="connsiteX14" fmla="*/ 415507 w 1376921"/>
                <a:gd name="connsiteY14" fmla="*/ 466125 h 1500314"/>
                <a:gd name="connsiteX15" fmla="*/ 283522 w 1376921"/>
                <a:gd name="connsiteY15" fmla="*/ 560202 h 1500314"/>
                <a:gd name="connsiteX16" fmla="*/ 173595 w 1376921"/>
                <a:gd name="connsiteY16" fmla="*/ 611188 h 1500314"/>
                <a:gd name="connsiteX17" fmla="*/ 323961 w 1376921"/>
                <a:gd name="connsiteY17" fmla="*/ 690197 h 1500314"/>
                <a:gd name="connsiteX18" fmla="*/ 537788 w 1376921"/>
                <a:gd name="connsiteY18" fmla="*/ 414054 h 1500314"/>
                <a:gd name="connsiteX19" fmla="*/ 838279 w 1376921"/>
                <a:gd name="connsiteY19" fmla="*/ 294183 h 1500314"/>
                <a:gd name="connsiteX20" fmla="*/ 848525 w 1376921"/>
                <a:gd name="connsiteY20" fmla="*/ 318411 h 1500314"/>
                <a:gd name="connsiteX21" fmla="*/ 694603 w 1376921"/>
                <a:gd name="connsiteY21" fmla="*/ 429543 h 1500314"/>
                <a:gd name="connsiteX22" fmla="*/ 568223 w 1376921"/>
                <a:gd name="connsiteY22" fmla="*/ 559298 h 1500314"/>
                <a:gd name="connsiteX23" fmla="*/ 357771 w 1376921"/>
                <a:gd name="connsiteY23" fmla="*/ 705023 h 1500314"/>
                <a:gd name="connsiteX24" fmla="*/ 407190 w 1376921"/>
                <a:gd name="connsiteY24" fmla="*/ 724730 h 1500314"/>
                <a:gd name="connsiteX25" fmla="*/ 435154 w 1376921"/>
                <a:gd name="connsiteY25" fmla="*/ 734253 h 1500314"/>
                <a:gd name="connsiteX26" fmla="*/ 585580 w 1376921"/>
                <a:gd name="connsiteY26" fmla="*/ 622096 h 1500314"/>
                <a:gd name="connsiteX27" fmla="*/ 724254 w 1376921"/>
                <a:gd name="connsiteY27" fmla="*/ 528381 h 1500314"/>
                <a:gd name="connsiteX28" fmla="*/ 863170 w 1376921"/>
                <a:gd name="connsiteY28" fmla="*/ 495535 h 1500314"/>
                <a:gd name="connsiteX29" fmla="*/ 1043006 w 1376921"/>
                <a:gd name="connsiteY29" fmla="*/ 472212 h 1500314"/>
                <a:gd name="connsiteX30" fmla="*/ 1051926 w 1376921"/>
                <a:gd name="connsiteY30" fmla="*/ 493245 h 1500314"/>
                <a:gd name="connsiteX31" fmla="*/ 910720 w 1376921"/>
                <a:gd name="connsiteY31" fmla="*/ 552005 h 1500314"/>
                <a:gd name="connsiteX32" fmla="*/ 737031 w 1376921"/>
                <a:gd name="connsiteY32" fmla="*/ 647589 h 1500314"/>
                <a:gd name="connsiteX33" fmla="*/ 609265 w 1376921"/>
                <a:gd name="connsiteY33" fmla="*/ 718222 h 1500314"/>
                <a:gd name="connsiteX34" fmla="*/ 478908 w 1376921"/>
                <a:gd name="connsiteY34" fmla="*/ 746848 h 1500314"/>
                <a:gd name="connsiteX35" fmla="*/ 566717 w 1376921"/>
                <a:gd name="connsiteY35" fmla="*/ 769629 h 1500314"/>
                <a:gd name="connsiteX36" fmla="*/ 888783 w 1376921"/>
                <a:gd name="connsiteY36" fmla="*/ 672720 h 1500314"/>
                <a:gd name="connsiteX37" fmla="*/ 1265632 w 1376921"/>
                <a:gd name="connsiteY37" fmla="*/ 724068 h 1500314"/>
                <a:gd name="connsiteX38" fmla="*/ 1271599 w 1376921"/>
                <a:gd name="connsiteY38" fmla="*/ 745462 h 1500314"/>
                <a:gd name="connsiteX39" fmla="*/ 958934 w 1376921"/>
                <a:gd name="connsiteY39" fmla="*/ 804283 h 1500314"/>
                <a:gd name="connsiteX40" fmla="*/ 622283 w 1376921"/>
                <a:gd name="connsiteY40" fmla="*/ 787107 h 1500314"/>
                <a:gd name="connsiteX41" fmla="*/ 656996 w 1376921"/>
                <a:gd name="connsiteY41" fmla="*/ 801269 h 1500314"/>
                <a:gd name="connsiteX42" fmla="*/ 1032459 w 1376921"/>
                <a:gd name="connsiteY42" fmla="*/ 875639 h 1500314"/>
                <a:gd name="connsiteX43" fmla="*/ 1370316 w 1376921"/>
                <a:gd name="connsiteY43" fmla="*/ 1074339 h 1500314"/>
                <a:gd name="connsiteX44" fmla="*/ 1364832 w 1376921"/>
                <a:gd name="connsiteY44" fmla="*/ 1095915 h 1500314"/>
                <a:gd name="connsiteX45" fmla="*/ 970505 w 1376921"/>
                <a:gd name="connsiteY45" fmla="*/ 1006780 h 1500314"/>
                <a:gd name="connsiteX46" fmla="*/ 616979 w 1376921"/>
                <a:gd name="connsiteY46" fmla="*/ 808140 h 1500314"/>
                <a:gd name="connsiteX47" fmla="*/ 612399 w 1376921"/>
                <a:gd name="connsiteY47" fmla="*/ 803258 h 1500314"/>
                <a:gd name="connsiteX48" fmla="*/ 589919 w 1376921"/>
                <a:gd name="connsiteY48" fmla="*/ 796267 h 1500314"/>
                <a:gd name="connsiteX49" fmla="*/ 817186 w 1376921"/>
                <a:gd name="connsiteY49" fmla="*/ 1040348 h 1500314"/>
                <a:gd name="connsiteX50" fmla="*/ 1044754 w 1376921"/>
                <a:gd name="connsiteY50" fmla="*/ 1366392 h 1500314"/>
                <a:gd name="connsiteX51" fmla="*/ 1030953 w 1376921"/>
                <a:gd name="connsiteY51" fmla="*/ 1380254 h 1500314"/>
                <a:gd name="connsiteX52" fmla="*/ 855576 w 1376921"/>
                <a:gd name="connsiteY52" fmla="*/ 1285635 h 1500314"/>
                <a:gd name="connsiteX53" fmla="*/ 745167 w 1376921"/>
                <a:gd name="connsiteY53" fmla="*/ 1159315 h 1500314"/>
                <a:gd name="connsiteX54" fmla="*/ 540862 w 1376921"/>
                <a:gd name="connsiteY54" fmla="*/ 784877 h 1500314"/>
                <a:gd name="connsiteX55" fmla="*/ 540500 w 1376921"/>
                <a:gd name="connsiteY55" fmla="*/ 783129 h 1500314"/>
                <a:gd name="connsiteX56" fmla="*/ 473845 w 1376921"/>
                <a:gd name="connsiteY56" fmla="*/ 766736 h 1500314"/>
                <a:gd name="connsiteX57" fmla="*/ 538391 w 1376921"/>
                <a:gd name="connsiteY57" fmla="*/ 877266 h 1500314"/>
                <a:gd name="connsiteX58" fmla="*/ 617823 w 1376921"/>
                <a:gd name="connsiteY58" fmla="*/ 1071808 h 1500314"/>
                <a:gd name="connsiteX59" fmla="*/ 680561 w 1376921"/>
                <a:gd name="connsiteY59" fmla="*/ 1273280 h 1500314"/>
                <a:gd name="connsiteX60" fmla="*/ 714129 w 1376921"/>
                <a:gd name="connsiteY60" fmla="*/ 1487167 h 1500314"/>
                <a:gd name="connsiteX61" fmla="*/ 695989 w 1376921"/>
                <a:gd name="connsiteY61" fmla="*/ 1497835 h 1500314"/>
                <a:gd name="connsiteX62" fmla="*/ 518563 w 1376921"/>
                <a:gd name="connsiteY62" fmla="*/ 1176672 h 1500314"/>
                <a:gd name="connsiteX63" fmla="*/ 476798 w 1376921"/>
                <a:gd name="connsiteY63" fmla="*/ 960555 h 1500314"/>
                <a:gd name="connsiteX64" fmla="*/ 438288 w 1376921"/>
                <a:gd name="connsiteY64" fmla="*/ 797232 h 1500314"/>
                <a:gd name="connsiteX65" fmla="*/ 432141 w 1376921"/>
                <a:gd name="connsiteY65" fmla="*/ 774210 h 1500314"/>
                <a:gd name="connsiteX66" fmla="*/ 428344 w 1376921"/>
                <a:gd name="connsiteY66" fmla="*/ 756069 h 1500314"/>
                <a:gd name="connsiteX67" fmla="*/ 406889 w 1376921"/>
                <a:gd name="connsiteY67" fmla="*/ 747330 h 1500314"/>
                <a:gd name="connsiteX68" fmla="*/ 378503 w 1376921"/>
                <a:gd name="connsiteY68" fmla="*/ 736965 h 1500314"/>
                <a:gd name="connsiteX69" fmla="*/ 366570 w 1376921"/>
                <a:gd name="connsiteY69" fmla="*/ 732023 h 1500314"/>
                <a:gd name="connsiteX70" fmla="*/ 393329 w 1376921"/>
                <a:gd name="connsiteY70" fmla="*/ 821338 h 1500314"/>
                <a:gd name="connsiteX71" fmla="*/ 409540 w 1376921"/>
                <a:gd name="connsiteY71" fmla="*/ 1004670 h 1500314"/>
                <a:gd name="connsiteX72" fmla="*/ 399114 w 1376921"/>
                <a:gd name="connsiteY72" fmla="*/ 1457215 h 1500314"/>
                <a:gd name="connsiteX73" fmla="*/ 383324 w 1376921"/>
                <a:gd name="connsiteY73" fmla="*/ 1466496 h 1500314"/>
                <a:gd name="connsiteX74" fmla="*/ 267431 w 1376921"/>
                <a:gd name="connsiteY74" fmla="*/ 1177094 h 1500314"/>
                <a:gd name="connsiteX75" fmla="*/ 334568 w 1376921"/>
                <a:gd name="connsiteY75" fmla="*/ 724128 h 1500314"/>
                <a:gd name="connsiteX76" fmla="*/ 334870 w 1376921"/>
                <a:gd name="connsiteY76" fmla="*/ 718704 h 1500314"/>
                <a:gd name="connsiteX77" fmla="*/ 334629 w 1376921"/>
                <a:gd name="connsiteY77" fmla="*/ 718885 h 1500314"/>
                <a:gd name="connsiteX78" fmla="*/ 325890 w 1376921"/>
                <a:gd name="connsiteY78" fmla="*/ 714967 h 1500314"/>
                <a:gd name="connsiteX79" fmla="*/ 321069 w 1376921"/>
                <a:gd name="connsiteY79" fmla="*/ 712858 h 1500314"/>
                <a:gd name="connsiteX80" fmla="*/ 233923 w 1376921"/>
                <a:gd name="connsiteY80" fmla="*/ 670671 h 1500314"/>
                <a:gd name="connsiteX81" fmla="*/ 253389 w 1376921"/>
                <a:gd name="connsiteY81" fmla="*/ 932049 h 1500314"/>
                <a:gd name="connsiteX82" fmla="*/ 201800 w 1376921"/>
                <a:gd name="connsiteY82" fmla="*/ 1117611 h 1500314"/>
                <a:gd name="connsiteX83" fmla="*/ 172691 w 1376921"/>
                <a:gd name="connsiteY83" fmla="*/ 1307331 h 1500314"/>
                <a:gd name="connsiteX84" fmla="*/ 184142 w 1376921"/>
                <a:gd name="connsiteY84" fmla="*/ 1342587 h 1500314"/>
                <a:gd name="connsiteX85" fmla="*/ 161904 w 1376921"/>
                <a:gd name="connsiteY85" fmla="*/ 1351989 h 1500314"/>
                <a:gd name="connsiteX86" fmla="*/ 149428 w 1376921"/>
                <a:gd name="connsiteY86" fmla="*/ 1316733 h 1500314"/>
                <a:gd name="connsiteX87" fmla="*/ 121766 w 1376921"/>
                <a:gd name="connsiteY87" fmla="*/ 1006418 h 1500314"/>
                <a:gd name="connsiteX88" fmla="*/ 154310 w 1376921"/>
                <a:gd name="connsiteY88" fmla="*/ 817602 h 1500314"/>
                <a:gd name="connsiteX89" fmla="*/ 192700 w 1376921"/>
                <a:gd name="connsiteY89" fmla="*/ 648553 h 1500314"/>
                <a:gd name="connsiteX90" fmla="*/ 168051 w 1376921"/>
                <a:gd name="connsiteY90" fmla="*/ 634210 h 1500314"/>
                <a:gd name="connsiteX91" fmla="*/ 142317 w 1376921"/>
                <a:gd name="connsiteY91" fmla="*/ 618781 h 1500314"/>
                <a:gd name="connsiteX92" fmla="*/ 122188 w 1376921"/>
                <a:gd name="connsiteY92" fmla="*/ 606366 h 1500314"/>
                <a:gd name="connsiteX93" fmla="*/ 133940 w 1376921"/>
                <a:gd name="connsiteY93" fmla="*/ 702311 h 1500314"/>
                <a:gd name="connsiteX94" fmla="*/ 98021 w 1376921"/>
                <a:gd name="connsiteY94" fmla="*/ 866056 h 1500314"/>
                <a:gd name="connsiteX95" fmla="*/ 10091 w 1376921"/>
                <a:gd name="connsiteY95" fmla="*/ 1067529 h 1500314"/>
                <a:gd name="connsiteX96" fmla="*/ 0 w 1376921"/>
                <a:gd name="connsiteY96" fmla="*/ 1118340 h 1500314"/>
                <a:gd name="connsiteX97" fmla="*/ 0 w 1376921"/>
                <a:gd name="connsiteY97" fmla="*/ 773825 h 1500314"/>
                <a:gd name="connsiteX98" fmla="*/ 10573 w 1376921"/>
                <a:gd name="connsiteY98" fmla="*/ 749199 h 1500314"/>
                <a:gd name="connsiteX99" fmla="*/ 83255 w 1376921"/>
                <a:gd name="connsiteY99" fmla="*/ 582259 h 1500314"/>
                <a:gd name="connsiteX100" fmla="*/ 43238 w 1376921"/>
                <a:gd name="connsiteY100" fmla="*/ 557791 h 1500314"/>
                <a:gd name="connsiteX101" fmla="*/ 10189 w 1376921"/>
                <a:gd name="connsiteY101" fmla="*/ 695667 h 1500314"/>
                <a:gd name="connsiteX102" fmla="*/ 0 w 1376921"/>
                <a:gd name="connsiteY102" fmla="*/ 710433 h 1500314"/>
                <a:gd name="connsiteX103" fmla="*/ 0 w 1376921"/>
                <a:gd name="connsiteY103" fmla="*/ 561721 h 1500314"/>
                <a:gd name="connsiteX104" fmla="*/ 10814 w 1376921"/>
                <a:gd name="connsiteY104" fmla="*/ 538506 h 1500314"/>
                <a:gd name="connsiteX105" fmla="*/ 0 w 1376921"/>
                <a:gd name="connsiteY105" fmla="*/ 533069 h 1500314"/>
                <a:gd name="connsiteX106" fmla="*/ 0 w 1376921"/>
                <a:gd name="connsiteY106" fmla="*/ 508867 h 1500314"/>
                <a:gd name="connsiteX107" fmla="*/ 50771 w 1376921"/>
                <a:gd name="connsiteY107" fmla="*/ 536457 h 1500314"/>
                <a:gd name="connsiteX108" fmla="*/ 187457 w 1376921"/>
                <a:gd name="connsiteY108" fmla="*/ 195526 h 1500314"/>
                <a:gd name="connsiteX109" fmla="*/ 385614 w 1376921"/>
                <a:gd name="connsiteY109" fmla="*/ 2190 h 1500314"/>
                <a:gd name="connsiteX110" fmla="*/ 400275 w 1376921"/>
                <a:gd name="connsiteY110" fmla="*/ 1490 h 150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376921" h="1500314">
                  <a:moveTo>
                    <a:pt x="400275" y="1490"/>
                  </a:moveTo>
                  <a:cubicBezTo>
                    <a:pt x="404704" y="3622"/>
                    <a:pt x="407763" y="7976"/>
                    <a:pt x="406708" y="14123"/>
                  </a:cubicBezTo>
                  <a:cubicBezTo>
                    <a:pt x="397608" y="67158"/>
                    <a:pt x="357470" y="110008"/>
                    <a:pt x="340776" y="161355"/>
                  </a:cubicBezTo>
                  <a:cubicBezTo>
                    <a:pt x="322575" y="217283"/>
                    <a:pt x="305580" y="271583"/>
                    <a:pt x="273759" y="321665"/>
                  </a:cubicBezTo>
                  <a:cubicBezTo>
                    <a:pt x="234766" y="383077"/>
                    <a:pt x="188963" y="437860"/>
                    <a:pt x="137676" y="489388"/>
                  </a:cubicBezTo>
                  <a:cubicBezTo>
                    <a:pt x="119656" y="507468"/>
                    <a:pt x="98744" y="534528"/>
                    <a:pt x="73793" y="546822"/>
                  </a:cubicBezTo>
                  <a:cubicBezTo>
                    <a:pt x="73251" y="547606"/>
                    <a:pt x="72709" y="548450"/>
                    <a:pt x="72166" y="549233"/>
                  </a:cubicBezTo>
                  <a:cubicBezTo>
                    <a:pt x="87775" y="558575"/>
                    <a:pt x="103264" y="568097"/>
                    <a:pt x="118572" y="577739"/>
                  </a:cubicBezTo>
                  <a:cubicBezTo>
                    <a:pt x="129179" y="584429"/>
                    <a:pt x="139906" y="591058"/>
                    <a:pt x="150634" y="597567"/>
                  </a:cubicBezTo>
                  <a:cubicBezTo>
                    <a:pt x="201981" y="547124"/>
                    <a:pt x="252364" y="493848"/>
                    <a:pt x="293587" y="434907"/>
                  </a:cubicBezTo>
                  <a:cubicBezTo>
                    <a:pt x="327517" y="386332"/>
                    <a:pt x="354095" y="332513"/>
                    <a:pt x="389110" y="284782"/>
                  </a:cubicBezTo>
                  <a:cubicBezTo>
                    <a:pt x="455886" y="193718"/>
                    <a:pt x="551469" y="176301"/>
                    <a:pt x="655972" y="153038"/>
                  </a:cubicBezTo>
                  <a:cubicBezTo>
                    <a:pt x="668748" y="150206"/>
                    <a:pt x="678391" y="167322"/>
                    <a:pt x="670074" y="177025"/>
                  </a:cubicBezTo>
                  <a:cubicBezTo>
                    <a:pt x="630057" y="223671"/>
                    <a:pt x="597573" y="276043"/>
                    <a:pt x="553759" y="319556"/>
                  </a:cubicBezTo>
                  <a:cubicBezTo>
                    <a:pt x="505967" y="367046"/>
                    <a:pt x="462214" y="417670"/>
                    <a:pt x="415507" y="466125"/>
                  </a:cubicBezTo>
                  <a:cubicBezTo>
                    <a:pt x="377659" y="505359"/>
                    <a:pt x="331917" y="535553"/>
                    <a:pt x="283522" y="560202"/>
                  </a:cubicBezTo>
                  <a:cubicBezTo>
                    <a:pt x="248989" y="577739"/>
                    <a:pt x="212046" y="601002"/>
                    <a:pt x="173595" y="611188"/>
                  </a:cubicBezTo>
                  <a:cubicBezTo>
                    <a:pt x="222412" y="639995"/>
                    <a:pt x="272433" y="666693"/>
                    <a:pt x="323961" y="690197"/>
                  </a:cubicBezTo>
                  <a:cubicBezTo>
                    <a:pt x="408817" y="609500"/>
                    <a:pt x="450763" y="493004"/>
                    <a:pt x="537788" y="414054"/>
                  </a:cubicBezTo>
                  <a:cubicBezTo>
                    <a:pt x="624091" y="335768"/>
                    <a:pt x="728413" y="320580"/>
                    <a:pt x="838279" y="294183"/>
                  </a:cubicBezTo>
                  <a:cubicBezTo>
                    <a:pt x="852020" y="290929"/>
                    <a:pt x="858710" y="310516"/>
                    <a:pt x="848525" y="318411"/>
                  </a:cubicBezTo>
                  <a:cubicBezTo>
                    <a:pt x="798081" y="357645"/>
                    <a:pt x="741611" y="385186"/>
                    <a:pt x="694603" y="429543"/>
                  </a:cubicBezTo>
                  <a:cubicBezTo>
                    <a:pt x="650668" y="471007"/>
                    <a:pt x="610832" y="516448"/>
                    <a:pt x="568223" y="559298"/>
                  </a:cubicBezTo>
                  <a:cubicBezTo>
                    <a:pt x="507715" y="620107"/>
                    <a:pt x="441241" y="681459"/>
                    <a:pt x="357771" y="705023"/>
                  </a:cubicBezTo>
                  <a:cubicBezTo>
                    <a:pt x="374103" y="711894"/>
                    <a:pt x="390556" y="718583"/>
                    <a:pt x="407190" y="724730"/>
                  </a:cubicBezTo>
                  <a:cubicBezTo>
                    <a:pt x="416411" y="728166"/>
                    <a:pt x="425752" y="731300"/>
                    <a:pt x="435154" y="734253"/>
                  </a:cubicBezTo>
                  <a:cubicBezTo>
                    <a:pt x="483367" y="694476"/>
                    <a:pt x="535739" y="659823"/>
                    <a:pt x="585580" y="622096"/>
                  </a:cubicBezTo>
                  <a:cubicBezTo>
                    <a:pt x="629213" y="589070"/>
                    <a:pt x="673751" y="550680"/>
                    <a:pt x="724254" y="528381"/>
                  </a:cubicBezTo>
                  <a:cubicBezTo>
                    <a:pt x="769575" y="508372"/>
                    <a:pt x="813992" y="500357"/>
                    <a:pt x="863170" y="495535"/>
                  </a:cubicBezTo>
                  <a:cubicBezTo>
                    <a:pt x="923376" y="489629"/>
                    <a:pt x="982739" y="477636"/>
                    <a:pt x="1043006" y="472212"/>
                  </a:cubicBezTo>
                  <a:cubicBezTo>
                    <a:pt x="1054939" y="471127"/>
                    <a:pt x="1061026" y="485410"/>
                    <a:pt x="1051926" y="493245"/>
                  </a:cubicBezTo>
                  <a:cubicBezTo>
                    <a:pt x="1012270" y="527236"/>
                    <a:pt x="957608" y="531695"/>
                    <a:pt x="910720" y="552005"/>
                  </a:cubicBezTo>
                  <a:cubicBezTo>
                    <a:pt x="849790" y="578402"/>
                    <a:pt x="791392" y="609259"/>
                    <a:pt x="737031" y="647589"/>
                  </a:cubicBezTo>
                  <a:cubicBezTo>
                    <a:pt x="697737" y="675312"/>
                    <a:pt x="656695" y="706228"/>
                    <a:pt x="609265" y="718222"/>
                  </a:cubicBezTo>
                  <a:cubicBezTo>
                    <a:pt x="566234" y="729130"/>
                    <a:pt x="522420" y="737567"/>
                    <a:pt x="478908" y="746848"/>
                  </a:cubicBezTo>
                  <a:cubicBezTo>
                    <a:pt x="508137" y="754623"/>
                    <a:pt x="537608" y="761614"/>
                    <a:pt x="566717" y="769629"/>
                  </a:cubicBezTo>
                  <a:cubicBezTo>
                    <a:pt x="672244" y="710025"/>
                    <a:pt x="765597" y="675131"/>
                    <a:pt x="888783" y="672720"/>
                  </a:cubicBezTo>
                  <a:cubicBezTo>
                    <a:pt x="1017332" y="670189"/>
                    <a:pt x="1137264" y="726840"/>
                    <a:pt x="1265632" y="724068"/>
                  </a:cubicBezTo>
                  <a:cubicBezTo>
                    <a:pt x="1277686" y="723826"/>
                    <a:pt x="1284134" y="740098"/>
                    <a:pt x="1271599" y="745462"/>
                  </a:cubicBezTo>
                  <a:cubicBezTo>
                    <a:pt x="1173846" y="787167"/>
                    <a:pt x="1065666" y="812660"/>
                    <a:pt x="958934" y="804283"/>
                  </a:cubicBezTo>
                  <a:cubicBezTo>
                    <a:pt x="849007" y="795665"/>
                    <a:pt x="732993" y="774933"/>
                    <a:pt x="622283" y="787107"/>
                  </a:cubicBezTo>
                  <a:cubicBezTo>
                    <a:pt x="634035" y="791386"/>
                    <a:pt x="645606" y="796026"/>
                    <a:pt x="656996" y="801269"/>
                  </a:cubicBezTo>
                  <a:cubicBezTo>
                    <a:pt x="779097" y="837671"/>
                    <a:pt x="911022" y="836706"/>
                    <a:pt x="1032459" y="875639"/>
                  </a:cubicBezTo>
                  <a:cubicBezTo>
                    <a:pt x="1159924" y="916500"/>
                    <a:pt x="1253880" y="1012083"/>
                    <a:pt x="1370316" y="1074339"/>
                  </a:cubicBezTo>
                  <a:cubicBezTo>
                    <a:pt x="1381224" y="1080185"/>
                    <a:pt x="1378090" y="1096999"/>
                    <a:pt x="1364832" y="1095915"/>
                  </a:cubicBezTo>
                  <a:cubicBezTo>
                    <a:pt x="1225856" y="1084464"/>
                    <a:pt x="1096282" y="1073375"/>
                    <a:pt x="970505" y="1006780"/>
                  </a:cubicBezTo>
                  <a:cubicBezTo>
                    <a:pt x="850996" y="943499"/>
                    <a:pt x="735826" y="872505"/>
                    <a:pt x="616979" y="808140"/>
                  </a:cubicBezTo>
                  <a:cubicBezTo>
                    <a:pt x="614689" y="806874"/>
                    <a:pt x="613243" y="805127"/>
                    <a:pt x="612399" y="803258"/>
                  </a:cubicBezTo>
                  <a:cubicBezTo>
                    <a:pt x="604926" y="800848"/>
                    <a:pt x="597453" y="798497"/>
                    <a:pt x="589919" y="796267"/>
                  </a:cubicBezTo>
                  <a:cubicBezTo>
                    <a:pt x="682791" y="850990"/>
                    <a:pt x="758365" y="957783"/>
                    <a:pt x="817186" y="1040348"/>
                  </a:cubicBezTo>
                  <a:cubicBezTo>
                    <a:pt x="892941" y="1146780"/>
                    <a:pt x="956764" y="1269845"/>
                    <a:pt x="1044754" y="1366392"/>
                  </a:cubicBezTo>
                  <a:cubicBezTo>
                    <a:pt x="1052227" y="1374649"/>
                    <a:pt x="1039149" y="1387848"/>
                    <a:pt x="1030953" y="1380254"/>
                  </a:cubicBezTo>
                  <a:cubicBezTo>
                    <a:pt x="981233" y="1334451"/>
                    <a:pt x="908490" y="1328424"/>
                    <a:pt x="855576" y="1285635"/>
                  </a:cubicBezTo>
                  <a:cubicBezTo>
                    <a:pt x="811039" y="1249595"/>
                    <a:pt x="777410" y="1206444"/>
                    <a:pt x="745167" y="1159315"/>
                  </a:cubicBezTo>
                  <a:cubicBezTo>
                    <a:pt x="662722" y="1038962"/>
                    <a:pt x="598477" y="918428"/>
                    <a:pt x="540862" y="784877"/>
                  </a:cubicBezTo>
                  <a:cubicBezTo>
                    <a:pt x="540561" y="784274"/>
                    <a:pt x="540681" y="783732"/>
                    <a:pt x="540500" y="783129"/>
                  </a:cubicBezTo>
                  <a:cubicBezTo>
                    <a:pt x="518322" y="777585"/>
                    <a:pt x="496023" y="772402"/>
                    <a:pt x="473845" y="766736"/>
                  </a:cubicBezTo>
                  <a:cubicBezTo>
                    <a:pt x="504401" y="794640"/>
                    <a:pt x="522661" y="841889"/>
                    <a:pt x="538391" y="877266"/>
                  </a:cubicBezTo>
                  <a:cubicBezTo>
                    <a:pt x="566897" y="941209"/>
                    <a:pt x="591788" y="1006840"/>
                    <a:pt x="617823" y="1071808"/>
                  </a:cubicBezTo>
                  <a:cubicBezTo>
                    <a:pt x="644099" y="1137559"/>
                    <a:pt x="668628" y="1203250"/>
                    <a:pt x="680561" y="1273280"/>
                  </a:cubicBezTo>
                  <a:cubicBezTo>
                    <a:pt x="692674" y="1344455"/>
                    <a:pt x="699123" y="1416474"/>
                    <a:pt x="714129" y="1487167"/>
                  </a:cubicBezTo>
                  <a:cubicBezTo>
                    <a:pt x="716118" y="1496569"/>
                    <a:pt x="703281" y="1504524"/>
                    <a:pt x="695989" y="1497835"/>
                  </a:cubicBezTo>
                  <a:cubicBezTo>
                    <a:pt x="610651" y="1419126"/>
                    <a:pt x="550445" y="1286418"/>
                    <a:pt x="518563" y="1176672"/>
                  </a:cubicBezTo>
                  <a:cubicBezTo>
                    <a:pt x="498133" y="1106461"/>
                    <a:pt x="489274" y="1032453"/>
                    <a:pt x="476798" y="960555"/>
                  </a:cubicBezTo>
                  <a:cubicBezTo>
                    <a:pt x="467276" y="905592"/>
                    <a:pt x="452692" y="851231"/>
                    <a:pt x="438288" y="797232"/>
                  </a:cubicBezTo>
                  <a:cubicBezTo>
                    <a:pt x="436239" y="789578"/>
                    <a:pt x="434190" y="781864"/>
                    <a:pt x="432141" y="774210"/>
                  </a:cubicBezTo>
                  <a:cubicBezTo>
                    <a:pt x="430875" y="769328"/>
                    <a:pt x="430574" y="760288"/>
                    <a:pt x="428344" y="756069"/>
                  </a:cubicBezTo>
                  <a:cubicBezTo>
                    <a:pt x="425391" y="750645"/>
                    <a:pt x="412313" y="749139"/>
                    <a:pt x="406889" y="747330"/>
                  </a:cubicBezTo>
                  <a:cubicBezTo>
                    <a:pt x="397306" y="744136"/>
                    <a:pt x="387844" y="740701"/>
                    <a:pt x="378503" y="736965"/>
                  </a:cubicBezTo>
                  <a:cubicBezTo>
                    <a:pt x="374525" y="735337"/>
                    <a:pt x="370548" y="733650"/>
                    <a:pt x="366570" y="732023"/>
                  </a:cubicBezTo>
                  <a:cubicBezTo>
                    <a:pt x="382601" y="758118"/>
                    <a:pt x="386760" y="791446"/>
                    <a:pt x="393329" y="821338"/>
                  </a:cubicBezTo>
                  <a:cubicBezTo>
                    <a:pt x="406587" y="881485"/>
                    <a:pt x="412494" y="943078"/>
                    <a:pt x="409540" y="1004670"/>
                  </a:cubicBezTo>
                  <a:cubicBezTo>
                    <a:pt x="402128" y="1157568"/>
                    <a:pt x="383505" y="1304318"/>
                    <a:pt x="399114" y="1457215"/>
                  </a:cubicBezTo>
                  <a:cubicBezTo>
                    <a:pt x="399958" y="1465411"/>
                    <a:pt x="390315" y="1472402"/>
                    <a:pt x="383324" y="1466496"/>
                  </a:cubicBezTo>
                  <a:cubicBezTo>
                    <a:pt x="296540" y="1393513"/>
                    <a:pt x="263273" y="1288588"/>
                    <a:pt x="267431" y="1177094"/>
                  </a:cubicBezTo>
                  <a:cubicBezTo>
                    <a:pt x="273277" y="1020882"/>
                    <a:pt x="358133" y="882208"/>
                    <a:pt x="334568" y="724128"/>
                  </a:cubicBezTo>
                  <a:cubicBezTo>
                    <a:pt x="334267" y="722139"/>
                    <a:pt x="334388" y="720331"/>
                    <a:pt x="334870" y="718704"/>
                  </a:cubicBezTo>
                  <a:lnTo>
                    <a:pt x="334629" y="718885"/>
                  </a:lnTo>
                  <a:cubicBezTo>
                    <a:pt x="331676" y="717498"/>
                    <a:pt x="328783" y="716233"/>
                    <a:pt x="325890" y="714967"/>
                  </a:cubicBezTo>
                  <a:cubicBezTo>
                    <a:pt x="324082" y="714726"/>
                    <a:pt x="322515" y="713943"/>
                    <a:pt x="321069" y="712858"/>
                  </a:cubicBezTo>
                  <a:cubicBezTo>
                    <a:pt x="291538" y="699659"/>
                    <a:pt x="262549" y="685617"/>
                    <a:pt x="233923" y="670671"/>
                  </a:cubicBezTo>
                  <a:cubicBezTo>
                    <a:pt x="277978" y="741726"/>
                    <a:pt x="268877" y="862079"/>
                    <a:pt x="253389" y="932049"/>
                  </a:cubicBezTo>
                  <a:cubicBezTo>
                    <a:pt x="239467" y="994907"/>
                    <a:pt x="219097" y="1055716"/>
                    <a:pt x="201800" y="1117611"/>
                  </a:cubicBezTo>
                  <a:cubicBezTo>
                    <a:pt x="186613" y="1172092"/>
                    <a:pt x="161662" y="1246461"/>
                    <a:pt x="172691" y="1307331"/>
                  </a:cubicBezTo>
                  <a:cubicBezTo>
                    <a:pt x="176187" y="1319083"/>
                    <a:pt x="179923" y="1330835"/>
                    <a:pt x="184142" y="1342587"/>
                  </a:cubicBezTo>
                  <a:cubicBezTo>
                    <a:pt x="189446" y="1357292"/>
                    <a:pt x="168955" y="1365850"/>
                    <a:pt x="161904" y="1351989"/>
                  </a:cubicBezTo>
                  <a:cubicBezTo>
                    <a:pt x="156239" y="1340779"/>
                    <a:pt x="152201" y="1328967"/>
                    <a:pt x="149428" y="1316733"/>
                  </a:cubicBezTo>
                  <a:cubicBezTo>
                    <a:pt x="116944" y="1217051"/>
                    <a:pt x="110014" y="1110740"/>
                    <a:pt x="121766" y="1006418"/>
                  </a:cubicBezTo>
                  <a:cubicBezTo>
                    <a:pt x="128877" y="942897"/>
                    <a:pt x="140027" y="879918"/>
                    <a:pt x="154310" y="817602"/>
                  </a:cubicBezTo>
                  <a:cubicBezTo>
                    <a:pt x="157926" y="801993"/>
                    <a:pt x="191013" y="647890"/>
                    <a:pt x="192700" y="648553"/>
                  </a:cubicBezTo>
                  <a:cubicBezTo>
                    <a:pt x="183901" y="645299"/>
                    <a:pt x="176127" y="638910"/>
                    <a:pt x="168051" y="634210"/>
                  </a:cubicBezTo>
                  <a:cubicBezTo>
                    <a:pt x="159433" y="629147"/>
                    <a:pt x="150814" y="624024"/>
                    <a:pt x="142317" y="618781"/>
                  </a:cubicBezTo>
                  <a:cubicBezTo>
                    <a:pt x="135567" y="614683"/>
                    <a:pt x="128877" y="610525"/>
                    <a:pt x="122188" y="606366"/>
                  </a:cubicBezTo>
                  <a:cubicBezTo>
                    <a:pt x="133156" y="636379"/>
                    <a:pt x="134422" y="674166"/>
                    <a:pt x="133940" y="702311"/>
                  </a:cubicBezTo>
                  <a:cubicBezTo>
                    <a:pt x="132975" y="759324"/>
                    <a:pt x="119898" y="813443"/>
                    <a:pt x="98021" y="866056"/>
                  </a:cubicBezTo>
                  <a:cubicBezTo>
                    <a:pt x="69996" y="933495"/>
                    <a:pt x="32932" y="998041"/>
                    <a:pt x="10091" y="1067529"/>
                  </a:cubicBezTo>
                  <a:lnTo>
                    <a:pt x="0" y="1118340"/>
                  </a:lnTo>
                  <a:lnTo>
                    <a:pt x="0" y="773825"/>
                  </a:lnTo>
                  <a:lnTo>
                    <a:pt x="10573" y="749199"/>
                  </a:lnTo>
                  <a:cubicBezTo>
                    <a:pt x="33475" y="695200"/>
                    <a:pt x="46010" y="628183"/>
                    <a:pt x="83255" y="582259"/>
                  </a:cubicBezTo>
                  <a:cubicBezTo>
                    <a:pt x="69936" y="574003"/>
                    <a:pt x="56617" y="565867"/>
                    <a:pt x="43238" y="557791"/>
                  </a:cubicBezTo>
                  <a:cubicBezTo>
                    <a:pt x="49717" y="605613"/>
                    <a:pt x="34092" y="652139"/>
                    <a:pt x="10189" y="695667"/>
                  </a:cubicBezTo>
                  <a:lnTo>
                    <a:pt x="0" y="710433"/>
                  </a:lnTo>
                  <a:lnTo>
                    <a:pt x="0" y="561721"/>
                  </a:lnTo>
                  <a:lnTo>
                    <a:pt x="10814" y="538506"/>
                  </a:lnTo>
                  <a:lnTo>
                    <a:pt x="0" y="533069"/>
                  </a:lnTo>
                  <a:lnTo>
                    <a:pt x="0" y="508867"/>
                  </a:lnTo>
                  <a:lnTo>
                    <a:pt x="50771" y="536457"/>
                  </a:lnTo>
                  <a:cubicBezTo>
                    <a:pt x="119837" y="434605"/>
                    <a:pt x="127431" y="302802"/>
                    <a:pt x="187457" y="195526"/>
                  </a:cubicBezTo>
                  <a:cubicBezTo>
                    <a:pt x="233682" y="112840"/>
                    <a:pt x="306303" y="51669"/>
                    <a:pt x="385614" y="2190"/>
                  </a:cubicBezTo>
                  <a:cubicBezTo>
                    <a:pt x="390044" y="-552"/>
                    <a:pt x="395845" y="-642"/>
                    <a:pt x="400275" y="1490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9692446" y="26291"/>
              <a:ext cx="2499554" cy="1309023"/>
            </a:xfrm>
            <a:custGeom>
              <a:avLst/>
              <a:gdLst>
                <a:gd name="connsiteX0" fmla="*/ 2327548 w 2327548"/>
                <a:gd name="connsiteY0" fmla="*/ 379583 h 1218943"/>
                <a:gd name="connsiteX1" fmla="*/ 2327548 w 2327548"/>
                <a:gd name="connsiteY1" fmla="*/ 493956 h 1218943"/>
                <a:gd name="connsiteX2" fmla="*/ 2297176 w 2327548"/>
                <a:gd name="connsiteY2" fmla="*/ 550647 h 1218943"/>
                <a:gd name="connsiteX3" fmla="*/ 2265717 w 2327548"/>
                <a:gd name="connsiteY3" fmla="*/ 664310 h 1218943"/>
                <a:gd name="connsiteX4" fmla="*/ 2283857 w 2327548"/>
                <a:gd name="connsiteY4" fmla="*/ 713006 h 1218943"/>
                <a:gd name="connsiteX5" fmla="*/ 2294042 w 2327548"/>
                <a:gd name="connsiteY5" fmla="*/ 789424 h 1218943"/>
                <a:gd name="connsiteX6" fmla="*/ 2209186 w 2327548"/>
                <a:gd name="connsiteY6" fmla="*/ 968297 h 1218943"/>
                <a:gd name="connsiteX7" fmla="*/ 2062918 w 2327548"/>
                <a:gd name="connsiteY7" fmla="*/ 1073041 h 1218943"/>
                <a:gd name="connsiteX8" fmla="*/ 2045380 w 2327548"/>
                <a:gd name="connsiteY8" fmla="*/ 1053996 h 1218943"/>
                <a:gd name="connsiteX9" fmla="*/ 2127042 w 2327548"/>
                <a:gd name="connsiteY9" fmla="*/ 828297 h 1218943"/>
                <a:gd name="connsiteX10" fmla="*/ 2155669 w 2327548"/>
                <a:gd name="connsiteY10" fmla="*/ 618990 h 1218943"/>
                <a:gd name="connsiteX11" fmla="*/ 2279108 w 2327548"/>
                <a:gd name="connsiteY11" fmla="*/ 426479 h 1218943"/>
                <a:gd name="connsiteX12" fmla="*/ 1387046 w 2327548"/>
                <a:gd name="connsiteY12" fmla="*/ 47461 h 1218943"/>
                <a:gd name="connsiteX13" fmla="*/ 1706801 w 2327548"/>
                <a:gd name="connsiteY13" fmla="*/ 219721 h 1218943"/>
                <a:gd name="connsiteX14" fmla="*/ 1828781 w 2327548"/>
                <a:gd name="connsiteY14" fmla="*/ 297707 h 1218943"/>
                <a:gd name="connsiteX15" fmla="*/ 1955463 w 2327548"/>
                <a:gd name="connsiteY15" fmla="*/ 301744 h 1218943"/>
                <a:gd name="connsiteX16" fmla="*/ 2057374 w 2327548"/>
                <a:gd name="connsiteY16" fmla="*/ 337965 h 1218943"/>
                <a:gd name="connsiteX17" fmla="*/ 2057494 w 2327548"/>
                <a:gd name="connsiteY17" fmla="*/ 338206 h 1218943"/>
                <a:gd name="connsiteX18" fmla="*/ 2167662 w 2327548"/>
                <a:gd name="connsiteY18" fmla="*/ 402571 h 1218943"/>
                <a:gd name="connsiteX19" fmla="*/ 2171338 w 2327548"/>
                <a:gd name="connsiteY19" fmla="*/ 404319 h 1218943"/>
                <a:gd name="connsiteX20" fmla="*/ 2185561 w 2327548"/>
                <a:gd name="connsiteY20" fmla="*/ 399980 h 1218943"/>
                <a:gd name="connsiteX21" fmla="*/ 2191046 w 2327548"/>
                <a:gd name="connsiteY21" fmla="*/ 399919 h 1218943"/>
                <a:gd name="connsiteX22" fmla="*/ 2327548 w 2327548"/>
                <a:gd name="connsiteY22" fmla="*/ 350872 h 1218943"/>
                <a:gd name="connsiteX23" fmla="*/ 2327548 w 2327548"/>
                <a:gd name="connsiteY23" fmla="*/ 373761 h 1218943"/>
                <a:gd name="connsiteX24" fmla="*/ 2130598 w 2327548"/>
                <a:gd name="connsiteY24" fmla="*/ 443553 h 1218943"/>
                <a:gd name="connsiteX25" fmla="*/ 2088471 w 2327548"/>
                <a:gd name="connsiteY25" fmla="*/ 554986 h 1218943"/>
                <a:gd name="connsiteX26" fmla="*/ 2016573 w 2327548"/>
                <a:gd name="connsiteY26" fmla="*/ 656897 h 1218943"/>
                <a:gd name="connsiteX27" fmla="*/ 1956969 w 2327548"/>
                <a:gd name="connsiteY27" fmla="*/ 862347 h 1218943"/>
                <a:gd name="connsiteX28" fmla="*/ 1940275 w 2327548"/>
                <a:gd name="connsiteY28" fmla="*/ 987823 h 1218943"/>
                <a:gd name="connsiteX29" fmla="*/ 1555772 w 2327548"/>
                <a:gd name="connsiteY29" fmla="*/ 1218103 h 1218943"/>
                <a:gd name="connsiteX30" fmla="*/ 1540284 w 2327548"/>
                <a:gd name="connsiteY30" fmla="*/ 1196166 h 1218943"/>
                <a:gd name="connsiteX31" fmla="*/ 1591571 w 2327548"/>
                <a:gd name="connsiteY31" fmla="*/ 1150182 h 1218943"/>
                <a:gd name="connsiteX32" fmla="*/ 1638097 w 2327548"/>
                <a:gd name="connsiteY32" fmla="*/ 1073824 h 1218943"/>
                <a:gd name="connsiteX33" fmla="*/ 1713732 w 2327548"/>
                <a:gd name="connsiteY33" fmla="*/ 985654 h 1218943"/>
                <a:gd name="connsiteX34" fmla="*/ 1793706 w 2327548"/>
                <a:gd name="connsiteY34" fmla="*/ 841495 h 1218943"/>
                <a:gd name="connsiteX35" fmla="*/ 1820344 w 2327548"/>
                <a:gd name="connsiteY35" fmla="*/ 722528 h 1218943"/>
                <a:gd name="connsiteX36" fmla="*/ 1987705 w 2327548"/>
                <a:gd name="connsiteY36" fmla="*/ 523949 h 1218943"/>
                <a:gd name="connsiteX37" fmla="*/ 2060628 w 2327548"/>
                <a:gd name="connsiteY37" fmla="*/ 467780 h 1218943"/>
                <a:gd name="connsiteX38" fmla="*/ 1803530 w 2327548"/>
                <a:gd name="connsiteY38" fmla="*/ 551008 h 1218943"/>
                <a:gd name="connsiteX39" fmla="*/ 1802565 w 2327548"/>
                <a:gd name="connsiteY39" fmla="*/ 556372 h 1218943"/>
                <a:gd name="connsiteX40" fmla="*/ 1655514 w 2327548"/>
                <a:gd name="connsiteY40" fmla="*/ 827212 h 1218943"/>
                <a:gd name="connsiteX41" fmla="*/ 1509065 w 2327548"/>
                <a:gd name="connsiteY41" fmla="*/ 913213 h 1218943"/>
                <a:gd name="connsiteX42" fmla="*/ 1382806 w 2327548"/>
                <a:gd name="connsiteY42" fmla="*/ 1027961 h 1218943"/>
                <a:gd name="connsiteX43" fmla="*/ 1102806 w 2327548"/>
                <a:gd name="connsiteY43" fmla="*/ 1146144 h 1218943"/>
                <a:gd name="connsiteX44" fmla="*/ 717278 w 2327548"/>
                <a:gd name="connsiteY44" fmla="*/ 1209304 h 1218943"/>
                <a:gd name="connsiteX45" fmla="*/ 711855 w 2327548"/>
                <a:gd name="connsiteY45" fmla="*/ 1185378 h 1218943"/>
                <a:gd name="connsiteX46" fmla="*/ 1005475 w 2327548"/>
                <a:gd name="connsiteY46" fmla="*/ 1007952 h 1218943"/>
                <a:gd name="connsiteX47" fmla="*/ 1238949 w 2327548"/>
                <a:gd name="connsiteY47" fmla="*/ 846437 h 1218943"/>
                <a:gd name="connsiteX48" fmla="*/ 1545045 w 2327548"/>
                <a:gd name="connsiteY48" fmla="*/ 731809 h 1218943"/>
                <a:gd name="connsiteX49" fmla="*/ 1745251 w 2327548"/>
                <a:gd name="connsiteY49" fmla="*/ 567823 h 1218943"/>
                <a:gd name="connsiteX50" fmla="*/ 1307593 w 2327548"/>
                <a:gd name="connsiteY50" fmla="*/ 647857 h 1218943"/>
                <a:gd name="connsiteX51" fmla="*/ 1274988 w 2327548"/>
                <a:gd name="connsiteY51" fmla="*/ 649726 h 1218943"/>
                <a:gd name="connsiteX52" fmla="*/ 1262574 w 2327548"/>
                <a:gd name="connsiteY52" fmla="*/ 650630 h 1218943"/>
                <a:gd name="connsiteX53" fmla="*/ 1261910 w 2327548"/>
                <a:gd name="connsiteY53" fmla="*/ 650328 h 1218943"/>
                <a:gd name="connsiteX54" fmla="*/ 1212552 w 2327548"/>
                <a:gd name="connsiteY54" fmla="*/ 651775 h 1218943"/>
                <a:gd name="connsiteX55" fmla="*/ 1131131 w 2327548"/>
                <a:gd name="connsiteY55" fmla="*/ 716803 h 1218943"/>
                <a:gd name="connsiteX56" fmla="*/ 1030907 w 2327548"/>
                <a:gd name="connsiteY56" fmla="*/ 784724 h 1218943"/>
                <a:gd name="connsiteX57" fmla="*/ 850046 w 2327548"/>
                <a:gd name="connsiteY57" fmla="*/ 911887 h 1218943"/>
                <a:gd name="connsiteX58" fmla="*/ 630132 w 2327548"/>
                <a:gd name="connsiteY58" fmla="*/ 922313 h 1218943"/>
                <a:gd name="connsiteX59" fmla="*/ 489951 w 2327548"/>
                <a:gd name="connsiteY59" fmla="*/ 910079 h 1218943"/>
                <a:gd name="connsiteX60" fmla="*/ 375263 w 2327548"/>
                <a:gd name="connsiteY60" fmla="*/ 937380 h 1218943"/>
                <a:gd name="connsiteX61" fmla="*/ 368031 w 2327548"/>
                <a:gd name="connsiteY61" fmla="*/ 917673 h 1218943"/>
                <a:gd name="connsiteX62" fmla="*/ 558535 w 2327548"/>
                <a:gd name="connsiteY62" fmla="*/ 815701 h 1218943"/>
                <a:gd name="connsiteX63" fmla="*/ 746568 w 2327548"/>
                <a:gd name="connsiteY63" fmla="*/ 745128 h 1218943"/>
                <a:gd name="connsiteX64" fmla="*/ 870899 w 2327548"/>
                <a:gd name="connsiteY64" fmla="*/ 739945 h 1218943"/>
                <a:gd name="connsiteX65" fmla="*/ 999328 w 2327548"/>
                <a:gd name="connsiteY65" fmla="*/ 692576 h 1218943"/>
                <a:gd name="connsiteX66" fmla="*/ 1100576 w 2327548"/>
                <a:gd name="connsiteY66" fmla="*/ 647677 h 1218943"/>
                <a:gd name="connsiteX67" fmla="*/ 929177 w 2327548"/>
                <a:gd name="connsiteY67" fmla="*/ 608262 h 1218943"/>
                <a:gd name="connsiteX68" fmla="*/ 923994 w 2327548"/>
                <a:gd name="connsiteY68" fmla="*/ 606996 h 1218943"/>
                <a:gd name="connsiteX69" fmla="*/ 918027 w 2327548"/>
                <a:gd name="connsiteY69" fmla="*/ 603863 h 1218943"/>
                <a:gd name="connsiteX70" fmla="*/ 902840 w 2327548"/>
                <a:gd name="connsiteY70" fmla="*/ 596872 h 1218943"/>
                <a:gd name="connsiteX71" fmla="*/ 694256 w 2327548"/>
                <a:gd name="connsiteY71" fmla="*/ 596751 h 1218943"/>
                <a:gd name="connsiteX72" fmla="*/ 476512 w 2327548"/>
                <a:gd name="connsiteY72" fmla="*/ 578008 h 1218943"/>
                <a:gd name="connsiteX73" fmla="*/ 225922 w 2327548"/>
                <a:gd name="connsiteY73" fmla="*/ 487306 h 1218943"/>
                <a:gd name="connsiteX74" fmla="*/ 16977 w 2327548"/>
                <a:gd name="connsiteY74" fmla="*/ 417276 h 1218943"/>
                <a:gd name="connsiteX75" fmla="*/ 12095 w 2327548"/>
                <a:gd name="connsiteY75" fmla="*/ 419506 h 1218943"/>
                <a:gd name="connsiteX76" fmla="*/ 3778 w 2327548"/>
                <a:gd name="connsiteY76" fmla="*/ 403776 h 1218943"/>
                <a:gd name="connsiteX77" fmla="*/ 301316 w 2327548"/>
                <a:gd name="connsiteY77" fmla="*/ 357853 h 1218943"/>
                <a:gd name="connsiteX78" fmla="*/ 652069 w 2327548"/>
                <a:gd name="connsiteY78" fmla="*/ 378404 h 1218943"/>
                <a:gd name="connsiteX79" fmla="*/ 974979 w 2327548"/>
                <a:gd name="connsiteY79" fmla="*/ 481159 h 1218943"/>
                <a:gd name="connsiteX80" fmla="*/ 1146680 w 2327548"/>
                <a:gd name="connsiteY80" fmla="*/ 554745 h 1218943"/>
                <a:gd name="connsiteX81" fmla="*/ 1273663 w 2327548"/>
                <a:gd name="connsiteY81" fmla="*/ 627186 h 1218943"/>
                <a:gd name="connsiteX82" fmla="*/ 1277279 w 2327548"/>
                <a:gd name="connsiteY82" fmla="*/ 629657 h 1218943"/>
                <a:gd name="connsiteX83" fmla="*/ 1358398 w 2327548"/>
                <a:gd name="connsiteY83" fmla="*/ 622485 h 1218943"/>
                <a:gd name="connsiteX84" fmla="*/ 1641833 w 2327548"/>
                <a:gd name="connsiteY84" fmla="*/ 572283 h 1218943"/>
                <a:gd name="connsiteX85" fmla="*/ 1477245 w 2327548"/>
                <a:gd name="connsiteY85" fmla="*/ 547814 h 1218943"/>
                <a:gd name="connsiteX86" fmla="*/ 1290357 w 2327548"/>
                <a:gd name="connsiteY86" fmla="*/ 457715 h 1218943"/>
                <a:gd name="connsiteX87" fmla="*/ 1026810 w 2327548"/>
                <a:gd name="connsiteY87" fmla="*/ 360685 h 1218943"/>
                <a:gd name="connsiteX88" fmla="*/ 769892 w 2327548"/>
                <a:gd name="connsiteY88" fmla="*/ 264078 h 1218943"/>
                <a:gd name="connsiteX89" fmla="*/ 770916 w 2327548"/>
                <a:gd name="connsiteY89" fmla="*/ 242683 h 1218943"/>
                <a:gd name="connsiteX90" fmla="*/ 1069478 w 2327548"/>
                <a:gd name="connsiteY90" fmla="*/ 210380 h 1218943"/>
                <a:gd name="connsiteX91" fmla="*/ 1293189 w 2327548"/>
                <a:gd name="connsiteY91" fmla="*/ 289450 h 1218943"/>
                <a:gd name="connsiteX92" fmla="*/ 1546792 w 2327548"/>
                <a:gd name="connsiteY92" fmla="*/ 435356 h 1218943"/>
                <a:gd name="connsiteX93" fmla="*/ 1725665 w 2327548"/>
                <a:gd name="connsiteY93" fmla="*/ 550828 h 1218943"/>
                <a:gd name="connsiteX94" fmla="*/ 1845957 w 2327548"/>
                <a:gd name="connsiteY94" fmla="*/ 514969 h 1218943"/>
                <a:gd name="connsiteX95" fmla="*/ 2106853 w 2327548"/>
                <a:gd name="connsiteY95" fmla="*/ 428847 h 1218943"/>
                <a:gd name="connsiteX96" fmla="*/ 2078045 w 2327548"/>
                <a:gd name="connsiteY96" fmla="*/ 431198 h 1218943"/>
                <a:gd name="connsiteX97" fmla="*/ 1930090 w 2327548"/>
                <a:gd name="connsiteY97" fmla="*/ 453677 h 1218943"/>
                <a:gd name="connsiteX98" fmla="*/ 1681851 w 2327548"/>
                <a:gd name="connsiteY98" fmla="*/ 417397 h 1218943"/>
                <a:gd name="connsiteX99" fmla="*/ 1519250 w 2327548"/>
                <a:gd name="connsiteY99" fmla="*/ 272093 h 1218943"/>
                <a:gd name="connsiteX100" fmla="*/ 1452113 w 2327548"/>
                <a:gd name="connsiteY100" fmla="*/ 166566 h 1218943"/>
                <a:gd name="connsiteX101" fmla="*/ 1332363 w 2327548"/>
                <a:gd name="connsiteY101" fmla="*/ 74418 h 1218943"/>
                <a:gd name="connsiteX102" fmla="*/ 1333146 w 2327548"/>
                <a:gd name="connsiteY102" fmla="*/ 56518 h 1218943"/>
                <a:gd name="connsiteX103" fmla="*/ 1387046 w 2327548"/>
                <a:gd name="connsiteY103" fmla="*/ 47461 h 1218943"/>
                <a:gd name="connsiteX104" fmla="*/ 1945518 w 2327548"/>
                <a:gd name="connsiteY104" fmla="*/ 349 h 1218943"/>
                <a:gd name="connsiteX105" fmla="*/ 2098416 w 2327548"/>
                <a:gd name="connsiteY105" fmla="*/ 45068 h 1218943"/>
                <a:gd name="connsiteX106" fmla="*/ 2212200 w 2327548"/>
                <a:gd name="connsiteY106" fmla="*/ 197001 h 1218943"/>
                <a:gd name="connsiteX107" fmla="*/ 2291518 w 2327548"/>
                <a:gd name="connsiteY107" fmla="*/ 273720 h 1218943"/>
                <a:gd name="connsiteX108" fmla="*/ 2327548 w 2327548"/>
                <a:gd name="connsiteY108" fmla="*/ 295960 h 1218943"/>
                <a:gd name="connsiteX109" fmla="*/ 2327548 w 2327548"/>
                <a:gd name="connsiteY109" fmla="*/ 342551 h 1218943"/>
                <a:gd name="connsiteX110" fmla="*/ 2273737 w 2327548"/>
                <a:gd name="connsiteY110" fmla="*/ 339100 h 1218943"/>
                <a:gd name="connsiteX111" fmla="*/ 2067921 w 2327548"/>
                <a:gd name="connsiteY111" fmla="*/ 269562 h 1218943"/>
                <a:gd name="connsiteX112" fmla="*/ 1948351 w 2327548"/>
                <a:gd name="connsiteY112" fmla="*/ 140892 h 1218943"/>
                <a:gd name="connsiteX113" fmla="*/ 1775023 w 2327548"/>
                <a:gd name="connsiteY113" fmla="*/ 37233 h 1218943"/>
                <a:gd name="connsiteX114" fmla="*/ 1781050 w 2327548"/>
                <a:gd name="connsiteY114" fmla="*/ 18188 h 1218943"/>
                <a:gd name="connsiteX115" fmla="*/ 1945518 w 2327548"/>
                <a:gd name="connsiteY115" fmla="*/ 349 h 121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327548" h="1218943">
                  <a:moveTo>
                    <a:pt x="2327548" y="379583"/>
                  </a:moveTo>
                  <a:lnTo>
                    <a:pt x="2327548" y="493956"/>
                  </a:lnTo>
                  <a:lnTo>
                    <a:pt x="2297176" y="550647"/>
                  </a:lnTo>
                  <a:cubicBezTo>
                    <a:pt x="2274154" y="585602"/>
                    <a:pt x="2250168" y="619833"/>
                    <a:pt x="2265717" y="664310"/>
                  </a:cubicBezTo>
                  <a:cubicBezTo>
                    <a:pt x="2271442" y="680582"/>
                    <a:pt x="2278674" y="696553"/>
                    <a:pt x="2283857" y="713006"/>
                  </a:cubicBezTo>
                  <a:cubicBezTo>
                    <a:pt x="2291692" y="738077"/>
                    <a:pt x="2296392" y="762847"/>
                    <a:pt x="2294042" y="789424"/>
                  </a:cubicBezTo>
                  <a:cubicBezTo>
                    <a:pt x="2287895" y="859515"/>
                    <a:pt x="2258545" y="918456"/>
                    <a:pt x="2209186" y="968297"/>
                  </a:cubicBezTo>
                  <a:cubicBezTo>
                    <a:pt x="2167542" y="1010363"/>
                    <a:pt x="2122281" y="1058516"/>
                    <a:pt x="2062918" y="1073041"/>
                  </a:cubicBezTo>
                  <a:cubicBezTo>
                    <a:pt x="2050564" y="1076054"/>
                    <a:pt x="2041102" y="1066170"/>
                    <a:pt x="2045380" y="1053996"/>
                  </a:cubicBezTo>
                  <a:cubicBezTo>
                    <a:pt x="2072802" y="976372"/>
                    <a:pt x="2118364" y="912610"/>
                    <a:pt x="2127042" y="828297"/>
                  </a:cubicBezTo>
                  <a:cubicBezTo>
                    <a:pt x="2134154" y="759170"/>
                    <a:pt x="2126018" y="683716"/>
                    <a:pt x="2155669" y="618990"/>
                  </a:cubicBezTo>
                  <a:cubicBezTo>
                    <a:pt x="2185773" y="553268"/>
                    <a:pt x="2227402" y="484123"/>
                    <a:pt x="2279108" y="426479"/>
                  </a:cubicBezTo>
                  <a:close/>
                  <a:moveTo>
                    <a:pt x="1387046" y="47461"/>
                  </a:moveTo>
                  <a:cubicBezTo>
                    <a:pt x="1512280" y="40348"/>
                    <a:pt x="1631919" y="127174"/>
                    <a:pt x="1706801" y="219721"/>
                  </a:cubicBezTo>
                  <a:cubicBezTo>
                    <a:pt x="1737899" y="258111"/>
                    <a:pt x="1777554" y="292041"/>
                    <a:pt x="1828781" y="297707"/>
                  </a:cubicBezTo>
                  <a:cubicBezTo>
                    <a:pt x="1870848" y="302407"/>
                    <a:pt x="1913457" y="295899"/>
                    <a:pt x="1955463" y="301744"/>
                  </a:cubicBezTo>
                  <a:cubicBezTo>
                    <a:pt x="1993672" y="307108"/>
                    <a:pt x="2024770" y="317414"/>
                    <a:pt x="2057374" y="337965"/>
                  </a:cubicBezTo>
                  <a:lnTo>
                    <a:pt x="2057494" y="338206"/>
                  </a:lnTo>
                  <a:cubicBezTo>
                    <a:pt x="2094197" y="361348"/>
                    <a:pt x="2124210" y="391783"/>
                    <a:pt x="2167662" y="402571"/>
                  </a:cubicBezTo>
                  <a:cubicBezTo>
                    <a:pt x="2169109" y="402933"/>
                    <a:pt x="2170254" y="403596"/>
                    <a:pt x="2171338" y="404319"/>
                  </a:cubicBezTo>
                  <a:cubicBezTo>
                    <a:pt x="2176100" y="403113"/>
                    <a:pt x="2180861" y="401667"/>
                    <a:pt x="2185561" y="399980"/>
                  </a:cubicBezTo>
                  <a:cubicBezTo>
                    <a:pt x="2187611" y="399256"/>
                    <a:pt x="2189419" y="399437"/>
                    <a:pt x="2191046" y="399919"/>
                  </a:cubicBezTo>
                  <a:lnTo>
                    <a:pt x="2327548" y="350872"/>
                  </a:lnTo>
                  <a:lnTo>
                    <a:pt x="2327548" y="373761"/>
                  </a:lnTo>
                  <a:lnTo>
                    <a:pt x="2130598" y="443553"/>
                  </a:lnTo>
                  <a:cubicBezTo>
                    <a:pt x="2105647" y="474289"/>
                    <a:pt x="2103960" y="518766"/>
                    <a:pt x="2088471" y="554986"/>
                  </a:cubicBezTo>
                  <a:cubicBezTo>
                    <a:pt x="2071838" y="594039"/>
                    <a:pt x="2041162" y="622967"/>
                    <a:pt x="2016573" y="656897"/>
                  </a:cubicBezTo>
                  <a:cubicBezTo>
                    <a:pt x="1974085" y="715417"/>
                    <a:pt x="1958837" y="791052"/>
                    <a:pt x="1956969" y="862347"/>
                  </a:cubicBezTo>
                  <a:cubicBezTo>
                    <a:pt x="1955884" y="904354"/>
                    <a:pt x="1956005" y="948107"/>
                    <a:pt x="1940275" y="987823"/>
                  </a:cubicBezTo>
                  <a:cubicBezTo>
                    <a:pt x="1877839" y="1145421"/>
                    <a:pt x="1695290" y="1164405"/>
                    <a:pt x="1555772" y="1218103"/>
                  </a:cubicBezTo>
                  <a:cubicBezTo>
                    <a:pt x="1543297" y="1222864"/>
                    <a:pt x="1530279" y="1206291"/>
                    <a:pt x="1540284" y="1196166"/>
                  </a:cubicBezTo>
                  <a:cubicBezTo>
                    <a:pt x="1555531" y="1180677"/>
                    <a:pt x="1578975" y="1166876"/>
                    <a:pt x="1591571" y="1150182"/>
                  </a:cubicBezTo>
                  <a:cubicBezTo>
                    <a:pt x="1610072" y="1125835"/>
                    <a:pt x="1622367" y="1099679"/>
                    <a:pt x="1638097" y="1073824"/>
                  </a:cubicBezTo>
                  <a:cubicBezTo>
                    <a:pt x="1658769" y="1039834"/>
                    <a:pt x="1685647" y="1013497"/>
                    <a:pt x="1713732" y="985654"/>
                  </a:cubicBezTo>
                  <a:cubicBezTo>
                    <a:pt x="1756220" y="943406"/>
                    <a:pt x="1781653" y="901400"/>
                    <a:pt x="1793706" y="841495"/>
                  </a:cubicBezTo>
                  <a:cubicBezTo>
                    <a:pt x="1801661" y="801900"/>
                    <a:pt x="1806965" y="760798"/>
                    <a:pt x="1820344" y="722528"/>
                  </a:cubicBezTo>
                  <a:cubicBezTo>
                    <a:pt x="1850296" y="636588"/>
                    <a:pt x="1913939" y="574693"/>
                    <a:pt x="1987705" y="523949"/>
                  </a:cubicBezTo>
                  <a:cubicBezTo>
                    <a:pt x="2011631" y="507496"/>
                    <a:pt x="2035677" y="487005"/>
                    <a:pt x="2060628" y="467780"/>
                  </a:cubicBezTo>
                  <a:cubicBezTo>
                    <a:pt x="1975411" y="497190"/>
                    <a:pt x="1889771" y="525395"/>
                    <a:pt x="1803530" y="551008"/>
                  </a:cubicBezTo>
                  <a:cubicBezTo>
                    <a:pt x="1803650" y="552696"/>
                    <a:pt x="1803409" y="554444"/>
                    <a:pt x="1802565" y="556372"/>
                  </a:cubicBezTo>
                  <a:cubicBezTo>
                    <a:pt x="1759414" y="652558"/>
                    <a:pt x="1741636" y="757001"/>
                    <a:pt x="1655514" y="827212"/>
                  </a:cubicBezTo>
                  <a:cubicBezTo>
                    <a:pt x="1610193" y="864216"/>
                    <a:pt x="1556254" y="880247"/>
                    <a:pt x="1509065" y="913213"/>
                  </a:cubicBezTo>
                  <a:cubicBezTo>
                    <a:pt x="1461816" y="946239"/>
                    <a:pt x="1424571" y="988787"/>
                    <a:pt x="1382806" y="1027961"/>
                  </a:cubicBezTo>
                  <a:cubicBezTo>
                    <a:pt x="1300843" y="1104862"/>
                    <a:pt x="1212552" y="1131982"/>
                    <a:pt x="1102806" y="1146144"/>
                  </a:cubicBezTo>
                  <a:cubicBezTo>
                    <a:pt x="973593" y="1162778"/>
                    <a:pt x="845767" y="1187909"/>
                    <a:pt x="717278" y="1209304"/>
                  </a:cubicBezTo>
                  <a:cubicBezTo>
                    <a:pt x="702453" y="1211775"/>
                    <a:pt x="700223" y="1191104"/>
                    <a:pt x="711855" y="1185378"/>
                  </a:cubicBezTo>
                  <a:cubicBezTo>
                    <a:pt x="815393" y="1134694"/>
                    <a:pt x="917063" y="1082744"/>
                    <a:pt x="1005475" y="1007952"/>
                  </a:cubicBezTo>
                  <a:cubicBezTo>
                    <a:pt x="1076710" y="947685"/>
                    <a:pt x="1148669" y="877113"/>
                    <a:pt x="1238949" y="846437"/>
                  </a:cubicBezTo>
                  <a:cubicBezTo>
                    <a:pt x="1343391" y="810940"/>
                    <a:pt x="1458441" y="807083"/>
                    <a:pt x="1545045" y="731809"/>
                  </a:cubicBezTo>
                  <a:cubicBezTo>
                    <a:pt x="1610193" y="675158"/>
                    <a:pt x="1677993" y="621943"/>
                    <a:pt x="1745251" y="567823"/>
                  </a:cubicBezTo>
                  <a:cubicBezTo>
                    <a:pt x="1602238" y="607780"/>
                    <a:pt x="1456031" y="638215"/>
                    <a:pt x="1307593" y="647857"/>
                  </a:cubicBezTo>
                  <a:cubicBezTo>
                    <a:pt x="1296745" y="648581"/>
                    <a:pt x="1285897" y="649183"/>
                    <a:pt x="1274988" y="649726"/>
                  </a:cubicBezTo>
                  <a:cubicBezTo>
                    <a:pt x="1271734" y="652016"/>
                    <a:pt x="1267334" y="652860"/>
                    <a:pt x="1262574" y="650630"/>
                  </a:cubicBezTo>
                  <a:cubicBezTo>
                    <a:pt x="1262333" y="650509"/>
                    <a:pt x="1262152" y="650449"/>
                    <a:pt x="1261910" y="650328"/>
                  </a:cubicBezTo>
                  <a:cubicBezTo>
                    <a:pt x="1245518" y="651112"/>
                    <a:pt x="1229065" y="651534"/>
                    <a:pt x="1212552" y="651775"/>
                  </a:cubicBezTo>
                  <a:cubicBezTo>
                    <a:pt x="1179465" y="665335"/>
                    <a:pt x="1160843" y="697096"/>
                    <a:pt x="1131131" y="716803"/>
                  </a:cubicBezTo>
                  <a:cubicBezTo>
                    <a:pt x="1097442" y="739102"/>
                    <a:pt x="1063271" y="760376"/>
                    <a:pt x="1030907" y="784724"/>
                  </a:cubicBezTo>
                  <a:cubicBezTo>
                    <a:pt x="973714" y="827694"/>
                    <a:pt x="917123" y="884465"/>
                    <a:pt x="850046" y="911887"/>
                  </a:cubicBezTo>
                  <a:cubicBezTo>
                    <a:pt x="779172" y="940875"/>
                    <a:pt x="704201" y="932920"/>
                    <a:pt x="630132" y="922313"/>
                  </a:cubicBezTo>
                  <a:cubicBezTo>
                    <a:pt x="585836" y="915925"/>
                    <a:pt x="534489" y="903208"/>
                    <a:pt x="489951" y="910079"/>
                  </a:cubicBezTo>
                  <a:cubicBezTo>
                    <a:pt x="450898" y="916166"/>
                    <a:pt x="414075" y="930268"/>
                    <a:pt x="375263" y="937380"/>
                  </a:cubicBezTo>
                  <a:cubicBezTo>
                    <a:pt x="363873" y="939429"/>
                    <a:pt x="360257" y="923820"/>
                    <a:pt x="368031" y="917673"/>
                  </a:cubicBezTo>
                  <a:cubicBezTo>
                    <a:pt x="425647" y="872412"/>
                    <a:pt x="495978" y="852464"/>
                    <a:pt x="558535" y="815701"/>
                  </a:cubicBezTo>
                  <a:cubicBezTo>
                    <a:pt x="616211" y="781771"/>
                    <a:pt x="679792" y="754530"/>
                    <a:pt x="746568" y="745128"/>
                  </a:cubicBezTo>
                  <a:cubicBezTo>
                    <a:pt x="788092" y="739282"/>
                    <a:pt x="829495" y="744465"/>
                    <a:pt x="870899" y="739945"/>
                  </a:cubicBezTo>
                  <a:cubicBezTo>
                    <a:pt x="918449" y="734762"/>
                    <a:pt x="957804" y="714452"/>
                    <a:pt x="999328" y="692576"/>
                  </a:cubicBezTo>
                  <a:cubicBezTo>
                    <a:pt x="1032776" y="674917"/>
                    <a:pt x="1066043" y="659368"/>
                    <a:pt x="1100576" y="647677"/>
                  </a:cubicBezTo>
                  <a:cubicBezTo>
                    <a:pt x="1041695" y="642072"/>
                    <a:pt x="983900" y="630139"/>
                    <a:pt x="929177" y="608262"/>
                  </a:cubicBezTo>
                  <a:cubicBezTo>
                    <a:pt x="927549" y="608322"/>
                    <a:pt x="925802" y="608081"/>
                    <a:pt x="923994" y="606996"/>
                  </a:cubicBezTo>
                  <a:cubicBezTo>
                    <a:pt x="922066" y="605851"/>
                    <a:pt x="920016" y="604947"/>
                    <a:pt x="918027" y="603863"/>
                  </a:cubicBezTo>
                  <a:cubicBezTo>
                    <a:pt x="912905" y="601693"/>
                    <a:pt x="907902" y="599282"/>
                    <a:pt x="902840" y="596872"/>
                  </a:cubicBezTo>
                  <a:cubicBezTo>
                    <a:pt x="839379" y="572102"/>
                    <a:pt x="758561" y="590544"/>
                    <a:pt x="694256" y="596751"/>
                  </a:cubicBezTo>
                  <a:cubicBezTo>
                    <a:pt x="617114" y="604224"/>
                    <a:pt x="550339" y="603863"/>
                    <a:pt x="476512" y="578008"/>
                  </a:cubicBezTo>
                  <a:cubicBezTo>
                    <a:pt x="392680" y="548658"/>
                    <a:pt x="309934" y="515993"/>
                    <a:pt x="225922" y="487306"/>
                  </a:cubicBezTo>
                  <a:cubicBezTo>
                    <a:pt x="156495" y="463621"/>
                    <a:pt x="85078" y="444637"/>
                    <a:pt x="16977" y="417276"/>
                  </a:cubicBezTo>
                  <a:cubicBezTo>
                    <a:pt x="15349" y="418060"/>
                    <a:pt x="13722" y="418723"/>
                    <a:pt x="12095" y="419506"/>
                  </a:cubicBezTo>
                  <a:cubicBezTo>
                    <a:pt x="2995" y="424026"/>
                    <a:pt x="-4961" y="408839"/>
                    <a:pt x="3778" y="403776"/>
                  </a:cubicBezTo>
                  <a:cubicBezTo>
                    <a:pt x="96107" y="350320"/>
                    <a:pt x="198380" y="361228"/>
                    <a:pt x="301316" y="357853"/>
                  </a:cubicBezTo>
                  <a:cubicBezTo>
                    <a:pt x="418173" y="354056"/>
                    <a:pt x="537864" y="348150"/>
                    <a:pt x="652069" y="378404"/>
                  </a:cubicBezTo>
                  <a:cubicBezTo>
                    <a:pt x="760671" y="407212"/>
                    <a:pt x="868729" y="444698"/>
                    <a:pt x="974979" y="481159"/>
                  </a:cubicBezTo>
                  <a:cubicBezTo>
                    <a:pt x="1033499" y="501228"/>
                    <a:pt x="1094308" y="521176"/>
                    <a:pt x="1146680" y="554745"/>
                  </a:cubicBezTo>
                  <a:cubicBezTo>
                    <a:pt x="1188867" y="581745"/>
                    <a:pt x="1228040" y="606092"/>
                    <a:pt x="1273663" y="627186"/>
                  </a:cubicBezTo>
                  <a:cubicBezTo>
                    <a:pt x="1275109" y="627849"/>
                    <a:pt x="1276254" y="628693"/>
                    <a:pt x="1277279" y="629657"/>
                  </a:cubicBezTo>
                  <a:cubicBezTo>
                    <a:pt x="1304580" y="627849"/>
                    <a:pt x="1331700" y="625378"/>
                    <a:pt x="1358398" y="622485"/>
                  </a:cubicBezTo>
                  <a:cubicBezTo>
                    <a:pt x="1454222" y="612059"/>
                    <a:pt x="1548540" y="594702"/>
                    <a:pt x="1641833" y="572283"/>
                  </a:cubicBezTo>
                  <a:cubicBezTo>
                    <a:pt x="1586448" y="570595"/>
                    <a:pt x="1531123" y="560531"/>
                    <a:pt x="1477245" y="547814"/>
                  </a:cubicBezTo>
                  <a:cubicBezTo>
                    <a:pt x="1405527" y="530879"/>
                    <a:pt x="1353154" y="493454"/>
                    <a:pt x="1290357" y="457715"/>
                  </a:cubicBezTo>
                  <a:cubicBezTo>
                    <a:pt x="1210141" y="412033"/>
                    <a:pt x="1113112" y="393230"/>
                    <a:pt x="1026810" y="360685"/>
                  </a:cubicBezTo>
                  <a:cubicBezTo>
                    <a:pt x="941351" y="328443"/>
                    <a:pt x="858303" y="287823"/>
                    <a:pt x="769892" y="264078"/>
                  </a:cubicBezTo>
                  <a:cubicBezTo>
                    <a:pt x="758802" y="261064"/>
                    <a:pt x="758018" y="243044"/>
                    <a:pt x="770916" y="242683"/>
                  </a:cubicBezTo>
                  <a:cubicBezTo>
                    <a:pt x="872104" y="240091"/>
                    <a:pt x="966964" y="206221"/>
                    <a:pt x="1069478" y="210380"/>
                  </a:cubicBezTo>
                  <a:cubicBezTo>
                    <a:pt x="1153550" y="213755"/>
                    <a:pt x="1223943" y="243768"/>
                    <a:pt x="1293189" y="289450"/>
                  </a:cubicBezTo>
                  <a:cubicBezTo>
                    <a:pt x="1374007" y="342786"/>
                    <a:pt x="1453982" y="404198"/>
                    <a:pt x="1546792" y="435356"/>
                  </a:cubicBezTo>
                  <a:cubicBezTo>
                    <a:pt x="1622307" y="460668"/>
                    <a:pt x="1675884" y="487547"/>
                    <a:pt x="1725665" y="550828"/>
                  </a:cubicBezTo>
                  <a:cubicBezTo>
                    <a:pt x="1765923" y="539739"/>
                    <a:pt x="1806061" y="527745"/>
                    <a:pt x="1845957" y="514969"/>
                  </a:cubicBezTo>
                  <a:cubicBezTo>
                    <a:pt x="1932923" y="487065"/>
                    <a:pt x="2020008" y="458438"/>
                    <a:pt x="2106853" y="428847"/>
                  </a:cubicBezTo>
                  <a:cubicBezTo>
                    <a:pt x="2097331" y="429330"/>
                    <a:pt x="2087748" y="429992"/>
                    <a:pt x="2078045" y="431198"/>
                  </a:cubicBezTo>
                  <a:cubicBezTo>
                    <a:pt x="2028566" y="437466"/>
                    <a:pt x="1979630" y="447771"/>
                    <a:pt x="1930090" y="453677"/>
                  </a:cubicBezTo>
                  <a:cubicBezTo>
                    <a:pt x="1842884" y="464164"/>
                    <a:pt x="1761765" y="456209"/>
                    <a:pt x="1681851" y="417397"/>
                  </a:cubicBezTo>
                  <a:cubicBezTo>
                    <a:pt x="1609952" y="382502"/>
                    <a:pt x="1559750" y="341641"/>
                    <a:pt x="1519250" y="272093"/>
                  </a:cubicBezTo>
                  <a:cubicBezTo>
                    <a:pt x="1498518" y="236536"/>
                    <a:pt x="1480258" y="197061"/>
                    <a:pt x="1452113" y="166566"/>
                  </a:cubicBezTo>
                  <a:cubicBezTo>
                    <a:pt x="1417218" y="128718"/>
                    <a:pt x="1376117" y="101056"/>
                    <a:pt x="1332363" y="74418"/>
                  </a:cubicBezTo>
                  <a:cubicBezTo>
                    <a:pt x="1325974" y="70500"/>
                    <a:pt x="1324166" y="59049"/>
                    <a:pt x="1333146" y="56518"/>
                  </a:cubicBezTo>
                  <a:cubicBezTo>
                    <a:pt x="1351151" y="51410"/>
                    <a:pt x="1369155" y="48477"/>
                    <a:pt x="1387046" y="47461"/>
                  </a:cubicBezTo>
                  <a:close/>
                  <a:moveTo>
                    <a:pt x="1945518" y="349"/>
                  </a:moveTo>
                  <a:cubicBezTo>
                    <a:pt x="2001989" y="-1926"/>
                    <a:pt x="2056530" y="6226"/>
                    <a:pt x="2098416" y="45068"/>
                  </a:cubicBezTo>
                  <a:cubicBezTo>
                    <a:pt x="2146087" y="89243"/>
                    <a:pt x="2172062" y="147160"/>
                    <a:pt x="2212200" y="197001"/>
                  </a:cubicBezTo>
                  <a:cubicBezTo>
                    <a:pt x="2231545" y="221017"/>
                    <a:pt x="2259976" y="250051"/>
                    <a:pt x="2291518" y="273720"/>
                  </a:cubicBezTo>
                  <a:lnTo>
                    <a:pt x="2327548" y="295960"/>
                  </a:lnTo>
                  <a:lnTo>
                    <a:pt x="2327548" y="342551"/>
                  </a:lnTo>
                  <a:lnTo>
                    <a:pt x="2273737" y="339100"/>
                  </a:lnTo>
                  <a:cubicBezTo>
                    <a:pt x="2199657" y="329972"/>
                    <a:pt x="2125551" y="307394"/>
                    <a:pt x="2067921" y="269562"/>
                  </a:cubicBezTo>
                  <a:cubicBezTo>
                    <a:pt x="2016030" y="235511"/>
                    <a:pt x="1994877" y="179041"/>
                    <a:pt x="1948351" y="140892"/>
                  </a:cubicBezTo>
                  <a:cubicBezTo>
                    <a:pt x="1896039" y="97982"/>
                    <a:pt x="1828118" y="80022"/>
                    <a:pt x="1775023" y="37233"/>
                  </a:cubicBezTo>
                  <a:cubicBezTo>
                    <a:pt x="1767791" y="31447"/>
                    <a:pt x="1771648" y="18731"/>
                    <a:pt x="1781050" y="18188"/>
                  </a:cubicBezTo>
                  <a:cubicBezTo>
                    <a:pt x="1830650" y="15326"/>
                    <a:pt x="1889049" y="2624"/>
                    <a:pt x="1945518" y="349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8948735" y="4782630"/>
              <a:ext cx="3240931" cy="2075370"/>
            </a:xfrm>
            <a:custGeom>
              <a:avLst/>
              <a:gdLst>
                <a:gd name="connsiteX0" fmla="*/ 1095917 w 3240931"/>
                <a:gd name="connsiteY0" fmla="*/ 707 h 2075370"/>
                <a:gd name="connsiteX1" fmla="*/ 2408409 w 3240931"/>
                <a:gd name="connsiteY1" fmla="*/ 368508 h 2075370"/>
                <a:gd name="connsiteX2" fmla="*/ 3000290 w 3240931"/>
                <a:gd name="connsiteY2" fmla="*/ 1112292 h 2075370"/>
                <a:gd name="connsiteX3" fmla="*/ 3238392 w 3240931"/>
                <a:gd name="connsiteY3" fmla="*/ 1896017 h 2075370"/>
                <a:gd name="connsiteX4" fmla="*/ 3240931 w 3240931"/>
                <a:gd name="connsiteY4" fmla="*/ 2075370 h 2075370"/>
                <a:gd name="connsiteX5" fmla="*/ 184065 w 3240931"/>
                <a:gd name="connsiteY5" fmla="*/ 2075370 h 2075370"/>
                <a:gd name="connsiteX6" fmla="*/ 178346 w 3240931"/>
                <a:gd name="connsiteY6" fmla="*/ 2049159 h 2075370"/>
                <a:gd name="connsiteX7" fmla="*/ 141885 w 3240931"/>
                <a:gd name="connsiteY7" fmla="*/ 1716090 h 2075370"/>
                <a:gd name="connsiteX8" fmla="*/ 16144 w 3240931"/>
                <a:gd name="connsiteY8" fmla="*/ 1209834 h 2075370"/>
                <a:gd name="connsiteX9" fmla="*/ 288297 w 3240931"/>
                <a:gd name="connsiteY9" fmla="*/ 525447 h 2075370"/>
                <a:gd name="connsiteX10" fmla="*/ 1095917 w 3240931"/>
                <a:gd name="connsiteY10" fmla="*/ 707 h 207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40931" h="2075370">
                  <a:moveTo>
                    <a:pt x="1095917" y="707"/>
                  </a:moveTo>
                  <a:cubicBezTo>
                    <a:pt x="1583045" y="-9713"/>
                    <a:pt x="2016239" y="94188"/>
                    <a:pt x="2408409" y="368508"/>
                  </a:cubicBezTo>
                  <a:cubicBezTo>
                    <a:pt x="2648062" y="536102"/>
                    <a:pt x="2865645" y="868288"/>
                    <a:pt x="3000290" y="1112292"/>
                  </a:cubicBezTo>
                  <a:cubicBezTo>
                    <a:pt x="3130293" y="1347848"/>
                    <a:pt x="3217459" y="1621050"/>
                    <a:pt x="3238392" y="1896017"/>
                  </a:cubicBezTo>
                  <a:lnTo>
                    <a:pt x="3240931" y="2075370"/>
                  </a:lnTo>
                  <a:lnTo>
                    <a:pt x="184065" y="2075370"/>
                  </a:lnTo>
                  <a:lnTo>
                    <a:pt x="178346" y="2049159"/>
                  </a:lnTo>
                  <a:cubicBezTo>
                    <a:pt x="161125" y="1939373"/>
                    <a:pt x="154224" y="1827555"/>
                    <a:pt x="141885" y="1716090"/>
                  </a:cubicBezTo>
                  <a:cubicBezTo>
                    <a:pt x="122233" y="1539018"/>
                    <a:pt x="55832" y="1382020"/>
                    <a:pt x="16144" y="1209834"/>
                  </a:cubicBezTo>
                  <a:cubicBezTo>
                    <a:pt x="-60941" y="875235"/>
                    <a:pt x="155942" y="787228"/>
                    <a:pt x="288297" y="525447"/>
                  </a:cubicBezTo>
                  <a:cubicBezTo>
                    <a:pt x="468419" y="169125"/>
                    <a:pt x="664885" y="9890"/>
                    <a:pt x="1095917" y="70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多边形: 形状 48"/>
            <p:cNvSpPr/>
            <p:nvPr/>
          </p:nvSpPr>
          <p:spPr>
            <a:xfrm>
              <a:off x="753602" y="5302693"/>
              <a:ext cx="4035661" cy="1555308"/>
            </a:xfrm>
            <a:custGeom>
              <a:avLst/>
              <a:gdLst>
                <a:gd name="connsiteX0" fmla="*/ 1032399 w 3740437"/>
                <a:gd name="connsiteY0" fmla="*/ 391 h 1311620"/>
                <a:gd name="connsiteX1" fmla="*/ 1318141 w 3740437"/>
                <a:gd name="connsiteY1" fmla="*/ 93846 h 1311620"/>
                <a:gd name="connsiteX2" fmla="*/ 1591871 w 3740437"/>
                <a:gd name="connsiteY2" fmla="*/ 313336 h 1311620"/>
                <a:gd name="connsiteX3" fmla="*/ 1913755 w 3740437"/>
                <a:gd name="connsiteY3" fmla="*/ 419021 h 1311620"/>
                <a:gd name="connsiteX4" fmla="*/ 2249844 w 3740437"/>
                <a:gd name="connsiteY4" fmla="*/ 466901 h 1311620"/>
                <a:gd name="connsiteX5" fmla="*/ 2812497 w 3740437"/>
                <a:gd name="connsiteY5" fmla="*/ 770851 h 1311620"/>
                <a:gd name="connsiteX6" fmla="*/ 3462353 w 3740437"/>
                <a:gd name="connsiteY6" fmla="*/ 945312 h 1311620"/>
                <a:gd name="connsiteX7" fmla="*/ 3695753 w 3740437"/>
                <a:gd name="connsiteY7" fmla="*/ 1228867 h 1311620"/>
                <a:gd name="connsiteX8" fmla="*/ 3740437 w 3740437"/>
                <a:gd name="connsiteY8" fmla="*/ 1311620 h 1311620"/>
                <a:gd name="connsiteX9" fmla="*/ 3699924 w 3740437"/>
                <a:gd name="connsiteY9" fmla="*/ 1311620 h 1311620"/>
                <a:gd name="connsiteX10" fmla="*/ 3678387 w 3740437"/>
                <a:gd name="connsiteY10" fmla="*/ 1273229 h 1311620"/>
                <a:gd name="connsiteX11" fmla="*/ 3465973 w 3740437"/>
                <a:gd name="connsiteY11" fmla="*/ 987213 h 1311620"/>
                <a:gd name="connsiteX12" fmla="*/ 2841455 w 3740437"/>
                <a:gd name="connsiteY12" fmla="*/ 812752 h 1311620"/>
                <a:gd name="connsiteX13" fmla="*/ 2330850 w 3740437"/>
                <a:gd name="connsiteY13" fmla="*/ 534524 h 1311620"/>
                <a:gd name="connsiteX14" fmla="*/ 2024542 w 3740437"/>
                <a:gd name="connsiteY14" fmla="*/ 455274 h 1311620"/>
                <a:gd name="connsiteX15" fmla="*/ 1738800 w 3740437"/>
                <a:gd name="connsiteY15" fmla="*/ 420447 h 1311620"/>
                <a:gd name="connsiteX16" fmla="*/ 1155965 w 3740437"/>
                <a:gd name="connsiteY16" fmla="*/ 47338 h 1311620"/>
                <a:gd name="connsiteX17" fmla="*/ 571538 w 3740437"/>
                <a:gd name="connsiteY17" fmla="*/ 186644 h 1311620"/>
                <a:gd name="connsiteX18" fmla="*/ 29781 w 3740437"/>
                <a:gd name="connsiteY18" fmla="*/ 1271310 h 1311620"/>
                <a:gd name="connsiteX19" fmla="*/ 29672 w 3740437"/>
                <a:gd name="connsiteY19" fmla="*/ 1271310 h 1311620"/>
                <a:gd name="connsiteX20" fmla="*/ 8776 w 3740437"/>
                <a:gd name="connsiteY20" fmla="*/ 1273064 h 1311620"/>
                <a:gd name="connsiteX21" fmla="*/ 4333 w 3740437"/>
                <a:gd name="connsiteY21" fmla="*/ 1241529 h 1311620"/>
                <a:gd name="connsiteX22" fmla="*/ 123511 w 3740437"/>
                <a:gd name="connsiteY22" fmla="*/ 686554 h 1311620"/>
                <a:gd name="connsiteX23" fmla="*/ 505560 w 3740437"/>
                <a:gd name="connsiteY23" fmla="*/ 200739 h 1311620"/>
                <a:gd name="connsiteX24" fmla="*/ 1032399 w 3740437"/>
                <a:gd name="connsiteY24" fmla="*/ 391 h 1311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740437" h="1311620">
                  <a:moveTo>
                    <a:pt x="1032399" y="391"/>
                  </a:moveTo>
                  <a:cubicBezTo>
                    <a:pt x="1136275" y="4175"/>
                    <a:pt x="1232089" y="34998"/>
                    <a:pt x="1318141" y="93846"/>
                  </a:cubicBezTo>
                  <a:cubicBezTo>
                    <a:pt x="1414942" y="159989"/>
                    <a:pt x="1495728" y="246315"/>
                    <a:pt x="1591871" y="313336"/>
                  </a:cubicBezTo>
                  <a:cubicBezTo>
                    <a:pt x="1690317" y="381946"/>
                    <a:pt x="1795181" y="411124"/>
                    <a:pt x="1913755" y="419021"/>
                  </a:cubicBezTo>
                  <a:cubicBezTo>
                    <a:pt x="2027832" y="426645"/>
                    <a:pt x="2141087" y="426974"/>
                    <a:pt x="2249844" y="466901"/>
                  </a:cubicBezTo>
                  <a:cubicBezTo>
                    <a:pt x="2451728" y="541106"/>
                    <a:pt x="2609681" y="699004"/>
                    <a:pt x="2812497" y="770851"/>
                  </a:cubicBezTo>
                  <a:cubicBezTo>
                    <a:pt x="3025185" y="846208"/>
                    <a:pt x="3271823" y="806829"/>
                    <a:pt x="3462353" y="945312"/>
                  </a:cubicBezTo>
                  <a:cubicBezTo>
                    <a:pt x="3562473" y="1018091"/>
                    <a:pt x="3633456" y="1120007"/>
                    <a:pt x="3695753" y="1228867"/>
                  </a:cubicBezTo>
                  <a:lnTo>
                    <a:pt x="3740437" y="1311620"/>
                  </a:lnTo>
                  <a:lnTo>
                    <a:pt x="3699924" y="1311620"/>
                  </a:lnTo>
                  <a:lnTo>
                    <a:pt x="3678387" y="1273229"/>
                  </a:lnTo>
                  <a:cubicBezTo>
                    <a:pt x="3621074" y="1172699"/>
                    <a:pt x="3559319" y="1059006"/>
                    <a:pt x="3465973" y="987213"/>
                  </a:cubicBezTo>
                  <a:cubicBezTo>
                    <a:pt x="3280871" y="844836"/>
                    <a:pt x="3052553" y="879663"/>
                    <a:pt x="2841455" y="812752"/>
                  </a:cubicBezTo>
                  <a:cubicBezTo>
                    <a:pt x="2652679" y="752916"/>
                    <a:pt x="2505915" y="621179"/>
                    <a:pt x="2330850" y="534524"/>
                  </a:cubicBezTo>
                  <a:cubicBezTo>
                    <a:pt x="2232459" y="485822"/>
                    <a:pt x="2133792" y="462129"/>
                    <a:pt x="2024542" y="455274"/>
                  </a:cubicBezTo>
                  <a:cubicBezTo>
                    <a:pt x="1928728" y="449296"/>
                    <a:pt x="1831433" y="448363"/>
                    <a:pt x="1738800" y="420447"/>
                  </a:cubicBezTo>
                  <a:cubicBezTo>
                    <a:pt x="1510646" y="351672"/>
                    <a:pt x="1385271" y="110574"/>
                    <a:pt x="1155965" y="47338"/>
                  </a:cubicBezTo>
                  <a:cubicBezTo>
                    <a:pt x="953258" y="-8549"/>
                    <a:pt x="736621" y="67466"/>
                    <a:pt x="571538" y="186644"/>
                  </a:cubicBezTo>
                  <a:cubicBezTo>
                    <a:pt x="245157" y="422257"/>
                    <a:pt x="-13217" y="858712"/>
                    <a:pt x="29781" y="1271310"/>
                  </a:cubicBezTo>
                  <a:lnTo>
                    <a:pt x="29672" y="1271310"/>
                  </a:lnTo>
                  <a:cubicBezTo>
                    <a:pt x="31098" y="1284856"/>
                    <a:pt x="10860" y="1286282"/>
                    <a:pt x="8776" y="1273064"/>
                  </a:cubicBezTo>
                  <a:cubicBezTo>
                    <a:pt x="7130" y="1262590"/>
                    <a:pt x="5485" y="1252114"/>
                    <a:pt x="4333" y="1241529"/>
                  </a:cubicBezTo>
                  <a:cubicBezTo>
                    <a:pt x="-16508" y="1051766"/>
                    <a:pt x="40202" y="855641"/>
                    <a:pt x="123511" y="686554"/>
                  </a:cubicBezTo>
                  <a:cubicBezTo>
                    <a:pt x="214773" y="501288"/>
                    <a:pt x="343055" y="329514"/>
                    <a:pt x="505560" y="200739"/>
                  </a:cubicBezTo>
                  <a:cubicBezTo>
                    <a:pt x="654025" y="83097"/>
                    <a:pt x="838742" y="-6684"/>
                    <a:pt x="1032399" y="391"/>
                  </a:cubicBez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0" y="1"/>
              <a:ext cx="2247308" cy="3316621"/>
            </a:xfrm>
            <a:custGeom>
              <a:avLst/>
              <a:gdLst>
                <a:gd name="connsiteX0" fmla="*/ 850720 w 2247308"/>
                <a:gd name="connsiteY0" fmla="*/ 120 h 3316621"/>
                <a:gd name="connsiteX1" fmla="*/ 859271 w 2247308"/>
                <a:gd name="connsiteY1" fmla="*/ 5282 h 3316621"/>
                <a:gd name="connsiteX2" fmla="*/ 1432418 w 2247308"/>
                <a:gd name="connsiteY2" fmla="*/ 416551 h 3316621"/>
                <a:gd name="connsiteX3" fmla="*/ 1756237 w 2247308"/>
                <a:gd name="connsiteY3" fmla="*/ 504605 h 3316621"/>
                <a:gd name="connsiteX4" fmla="*/ 2007768 w 2247308"/>
                <a:gd name="connsiteY4" fmla="*/ 567405 h 3316621"/>
                <a:gd name="connsiteX5" fmla="*/ 2203783 w 2247308"/>
                <a:gd name="connsiteY5" fmla="*/ 895365 h 3316621"/>
                <a:gd name="connsiteX6" fmla="*/ 2113927 w 2247308"/>
                <a:gd name="connsiteY6" fmla="*/ 1179099 h 3316621"/>
                <a:gd name="connsiteX7" fmla="*/ 2212068 w 2247308"/>
                <a:gd name="connsiteY7" fmla="*/ 1520688 h 3316621"/>
                <a:gd name="connsiteX8" fmla="*/ 2169644 w 2247308"/>
                <a:gd name="connsiteY8" fmla="*/ 1833818 h 3316621"/>
                <a:gd name="connsiteX9" fmla="*/ 1873752 w 2247308"/>
                <a:gd name="connsiteY9" fmla="*/ 2005113 h 3316621"/>
                <a:gd name="connsiteX10" fmla="*/ 1519669 w 2247308"/>
                <a:gd name="connsiteY10" fmla="*/ 2165854 h 3316621"/>
                <a:gd name="connsiteX11" fmla="*/ 1404625 w 2247308"/>
                <a:gd name="connsiteY11" fmla="*/ 2354787 h 3316621"/>
                <a:gd name="connsiteX12" fmla="*/ 1397210 w 2247308"/>
                <a:gd name="connsiteY12" fmla="*/ 2557348 h 3316621"/>
                <a:gd name="connsiteX13" fmla="*/ 830009 w 2247308"/>
                <a:gd name="connsiteY13" fmla="*/ 3062819 h 3316621"/>
                <a:gd name="connsiteX14" fmla="*/ 418714 w 2247308"/>
                <a:gd name="connsiteY14" fmla="*/ 3204510 h 3316621"/>
                <a:gd name="connsiteX15" fmla="*/ 0 w 2247308"/>
                <a:gd name="connsiteY15" fmla="*/ 3316621 h 3316621"/>
                <a:gd name="connsiteX16" fmla="*/ 0 w 2247308"/>
                <a:gd name="connsiteY16" fmla="*/ 3277921 h 3316621"/>
                <a:gd name="connsiteX17" fmla="*/ 129013 w 2247308"/>
                <a:gd name="connsiteY17" fmla="*/ 3232496 h 3316621"/>
                <a:gd name="connsiteX18" fmla="*/ 1105792 w 2247308"/>
                <a:gd name="connsiteY18" fmla="*/ 2870411 h 3316621"/>
                <a:gd name="connsiteX19" fmla="*/ 1326727 w 2247308"/>
                <a:gd name="connsiteY19" fmla="*/ 2655690 h 3316621"/>
                <a:gd name="connsiteX20" fmla="*/ 1355120 w 2247308"/>
                <a:gd name="connsiteY20" fmla="*/ 2376566 h 3316621"/>
                <a:gd name="connsiteX21" fmla="*/ 1647806 w 2247308"/>
                <a:gd name="connsiteY21" fmla="*/ 2044263 h 3316621"/>
                <a:gd name="connsiteX22" fmla="*/ 2009973 w 2247308"/>
                <a:gd name="connsiteY22" fmla="*/ 1903565 h 3316621"/>
                <a:gd name="connsiteX23" fmla="*/ 2188217 w 2247308"/>
                <a:gd name="connsiteY23" fmla="*/ 1553090 h 3316621"/>
                <a:gd name="connsiteX24" fmla="*/ 2086067 w 2247308"/>
                <a:gd name="connsiteY24" fmla="*/ 1171282 h 3316621"/>
                <a:gd name="connsiteX25" fmla="*/ 2182805 w 2247308"/>
                <a:gd name="connsiteY25" fmla="*/ 773574 h 3316621"/>
                <a:gd name="connsiteX26" fmla="*/ 1920249 w 2247308"/>
                <a:gd name="connsiteY26" fmla="*/ 568206 h 3316621"/>
                <a:gd name="connsiteX27" fmla="*/ 1528621 w 2247308"/>
                <a:gd name="connsiteY27" fmla="*/ 474609 h 3316621"/>
                <a:gd name="connsiteX28" fmla="*/ 838025 w 2247308"/>
                <a:gd name="connsiteY28" fmla="*/ 17574 h 3316621"/>
                <a:gd name="connsiteX29" fmla="*/ 838092 w 2247308"/>
                <a:gd name="connsiteY29" fmla="*/ 17641 h 3316621"/>
                <a:gd name="connsiteX30" fmla="*/ 850720 w 2247308"/>
                <a:gd name="connsiteY30" fmla="*/ 120 h 3316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47308" h="3316621">
                  <a:moveTo>
                    <a:pt x="850720" y="120"/>
                  </a:moveTo>
                  <a:cubicBezTo>
                    <a:pt x="853876" y="547"/>
                    <a:pt x="856949" y="2142"/>
                    <a:pt x="859271" y="5282"/>
                  </a:cubicBezTo>
                  <a:cubicBezTo>
                    <a:pt x="1005180" y="202032"/>
                    <a:pt x="1201328" y="337719"/>
                    <a:pt x="1432418" y="416551"/>
                  </a:cubicBezTo>
                  <a:cubicBezTo>
                    <a:pt x="1538308" y="452628"/>
                    <a:pt x="1646805" y="481422"/>
                    <a:pt x="1756237" y="504605"/>
                  </a:cubicBezTo>
                  <a:cubicBezTo>
                    <a:pt x="1840347" y="522442"/>
                    <a:pt x="1926998" y="536940"/>
                    <a:pt x="2007768" y="567405"/>
                  </a:cubicBezTo>
                  <a:cubicBezTo>
                    <a:pt x="2155747" y="623323"/>
                    <a:pt x="2239994" y="732554"/>
                    <a:pt x="2203783" y="895365"/>
                  </a:cubicBezTo>
                  <a:cubicBezTo>
                    <a:pt x="2182338" y="991769"/>
                    <a:pt x="2128892" y="1082160"/>
                    <a:pt x="2113927" y="1179099"/>
                  </a:cubicBezTo>
                  <a:cubicBezTo>
                    <a:pt x="2094953" y="1301892"/>
                    <a:pt x="2159824" y="1414664"/>
                    <a:pt x="2212068" y="1520688"/>
                  </a:cubicBezTo>
                  <a:cubicBezTo>
                    <a:pt x="2268520" y="1635264"/>
                    <a:pt x="2259100" y="1736077"/>
                    <a:pt x="2169644" y="1833818"/>
                  </a:cubicBezTo>
                  <a:cubicBezTo>
                    <a:pt x="2090743" y="1920067"/>
                    <a:pt x="1981779" y="1966365"/>
                    <a:pt x="1873752" y="2005113"/>
                  </a:cubicBezTo>
                  <a:cubicBezTo>
                    <a:pt x="1754699" y="2047804"/>
                    <a:pt x="1617543" y="2081408"/>
                    <a:pt x="1519669" y="2165854"/>
                  </a:cubicBezTo>
                  <a:cubicBezTo>
                    <a:pt x="1462548" y="2215091"/>
                    <a:pt x="1418521" y="2279360"/>
                    <a:pt x="1404625" y="2354787"/>
                  </a:cubicBezTo>
                  <a:cubicBezTo>
                    <a:pt x="1392132" y="2422464"/>
                    <a:pt x="1402755" y="2489472"/>
                    <a:pt x="1397210" y="2557348"/>
                  </a:cubicBezTo>
                  <a:cubicBezTo>
                    <a:pt x="1375430" y="2825984"/>
                    <a:pt x="1047937" y="2974966"/>
                    <a:pt x="830009" y="3062819"/>
                  </a:cubicBezTo>
                  <a:cubicBezTo>
                    <a:pt x="695858" y="3116866"/>
                    <a:pt x="558050" y="3163114"/>
                    <a:pt x="418714" y="3204510"/>
                  </a:cubicBezTo>
                  <a:lnTo>
                    <a:pt x="0" y="3316621"/>
                  </a:lnTo>
                  <a:lnTo>
                    <a:pt x="0" y="3277921"/>
                  </a:lnTo>
                  <a:lnTo>
                    <a:pt x="129013" y="3232496"/>
                  </a:lnTo>
                  <a:cubicBezTo>
                    <a:pt x="459981" y="3125058"/>
                    <a:pt x="810175" y="3064664"/>
                    <a:pt x="1105792" y="2870411"/>
                  </a:cubicBezTo>
                  <a:cubicBezTo>
                    <a:pt x="1186965" y="2817099"/>
                    <a:pt x="1286041" y="2747217"/>
                    <a:pt x="1326727" y="2655690"/>
                  </a:cubicBezTo>
                  <a:cubicBezTo>
                    <a:pt x="1366812" y="2565499"/>
                    <a:pt x="1341959" y="2470832"/>
                    <a:pt x="1355120" y="2376566"/>
                  </a:cubicBezTo>
                  <a:cubicBezTo>
                    <a:pt x="1378570" y="2208811"/>
                    <a:pt x="1499092" y="2106862"/>
                    <a:pt x="1647806" y="2044263"/>
                  </a:cubicBezTo>
                  <a:cubicBezTo>
                    <a:pt x="1766859" y="1994156"/>
                    <a:pt x="1895798" y="1964829"/>
                    <a:pt x="2009973" y="1903565"/>
                  </a:cubicBezTo>
                  <a:cubicBezTo>
                    <a:pt x="2139914" y="1833818"/>
                    <a:pt x="2259368" y="1706549"/>
                    <a:pt x="2188217" y="1553090"/>
                  </a:cubicBezTo>
                  <a:cubicBezTo>
                    <a:pt x="2134636" y="1437579"/>
                    <a:pt x="2058876" y="1303429"/>
                    <a:pt x="2086067" y="1171282"/>
                  </a:cubicBezTo>
                  <a:cubicBezTo>
                    <a:pt x="2112790" y="1041140"/>
                    <a:pt x="2210732" y="911933"/>
                    <a:pt x="2182805" y="773574"/>
                  </a:cubicBezTo>
                  <a:cubicBezTo>
                    <a:pt x="2157151" y="646505"/>
                    <a:pt x="2033423" y="597268"/>
                    <a:pt x="1920249" y="568206"/>
                  </a:cubicBezTo>
                  <a:cubicBezTo>
                    <a:pt x="1790108" y="534803"/>
                    <a:pt x="1657694" y="512689"/>
                    <a:pt x="1528621" y="474609"/>
                  </a:cubicBezTo>
                  <a:cubicBezTo>
                    <a:pt x="1249630" y="392301"/>
                    <a:pt x="1012329" y="255011"/>
                    <a:pt x="838025" y="17574"/>
                  </a:cubicBezTo>
                  <a:lnTo>
                    <a:pt x="838092" y="17641"/>
                  </a:lnTo>
                  <a:cubicBezTo>
                    <a:pt x="831028" y="8071"/>
                    <a:pt x="841250" y="-1161"/>
                    <a:pt x="850720" y="12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任意多边形: 形状 50"/>
            <p:cNvSpPr/>
            <p:nvPr/>
          </p:nvSpPr>
          <p:spPr>
            <a:xfrm>
              <a:off x="9507289" y="5330128"/>
              <a:ext cx="2606447" cy="1527873"/>
            </a:xfrm>
            <a:custGeom>
              <a:avLst/>
              <a:gdLst>
                <a:gd name="connsiteX0" fmla="*/ 1155106 w 2011611"/>
                <a:gd name="connsiteY0" fmla="*/ 196 h 1527873"/>
                <a:gd name="connsiteX1" fmla="*/ 1249989 w 2011611"/>
                <a:gd name="connsiteY1" fmla="*/ 6021 h 1527873"/>
                <a:gd name="connsiteX2" fmla="*/ 1501178 w 2011611"/>
                <a:gd name="connsiteY2" fmla="*/ 171872 h 1527873"/>
                <a:gd name="connsiteX3" fmla="*/ 1637577 w 2011611"/>
                <a:gd name="connsiteY3" fmla="*/ 361086 h 1527873"/>
                <a:gd name="connsiteX4" fmla="*/ 1783136 w 2011611"/>
                <a:gd name="connsiteY4" fmla="*/ 521891 h 1527873"/>
                <a:gd name="connsiteX5" fmla="*/ 2011180 w 2011611"/>
                <a:gd name="connsiteY5" fmla="*/ 851399 h 1527873"/>
                <a:gd name="connsiteX6" fmla="*/ 1993355 w 2011611"/>
                <a:gd name="connsiteY6" fmla="*/ 859845 h 1527873"/>
                <a:gd name="connsiteX7" fmla="*/ 1785603 w 2011611"/>
                <a:gd name="connsiteY7" fmla="*/ 570594 h 1527873"/>
                <a:gd name="connsiteX8" fmla="*/ 1572641 w 2011611"/>
                <a:gd name="connsiteY8" fmla="*/ 325711 h 1527873"/>
                <a:gd name="connsiteX9" fmla="*/ 1349807 w 2011611"/>
                <a:gd name="connsiteY9" fmla="*/ 70628 h 1527873"/>
                <a:gd name="connsiteX10" fmla="*/ 1044760 w 2011611"/>
                <a:gd name="connsiteY10" fmla="*/ 42767 h 1527873"/>
                <a:gd name="connsiteX11" fmla="*/ 662711 w 2011611"/>
                <a:gd name="connsiteY11" fmla="*/ 76990 h 1527873"/>
                <a:gd name="connsiteX12" fmla="*/ 271887 w 2011611"/>
                <a:gd name="connsiteY12" fmla="*/ 163536 h 1527873"/>
                <a:gd name="connsiteX13" fmla="*/ 33586 w 2011611"/>
                <a:gd name="connsiteY13" fmla="*/ 698382 h 1527873"/>
                <a:gd name="connsiteX14" fmla="*/ 99290 w 2011611"/>
                <a:gd name="connsiteY14" fmla="*/ 1421236 h 1527873"/>
                <a:gd name="connsiteX15" fmla="*/ 125120 w 2011611"/>
                <a:gd name="connsiteY15" fmla="*/ 1527873 h 1527873"/>
                <a:gd name="connsiteX16" fmla="*/ 96405 w 2011611"/>
                <a:gd name="connsiteY16" fmla="*/ 1527873 h 1527873"/>
                <a:gd name="connsiteX17" fmla="*/ 69290 w 2011611"/>
                <a:gd name="connsiteY17" fmla="*/ 1416191 h 1527873"/>
                <a:gd name="connsiteX18" fmla="*/ 3915 w 2011611"/>
                <a:gd name="connsiteY18" fmla="*/ 700192 h 1527873"/>
                <a:gd name="connsiteX19" fmla="*/ 186932 w 2011611"/>
                <a:gd name="connsiteY19" fmla="*/ 188161 h 1527873"/>
                <a:gd name="connsiteX20" fmla="*/ 468780 w 2011611"/>
                <a:gd name="connsiteY20" fmla="*/ 71012 h 1527873"/>
                <a:gd name="connsiteX21" fmla="*/ 868214 w 2011611"/>
                <a:gd name="connsiteY21" fmla="*/ 32511 h 1527873"/>
                <a:gd name="connsiteX22" fmla="*/ 1155106 w 2011611"/>
                <a:gd name="connsiteY22" fmla="*/ 196 h 152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11611" h="1527873">
                  <a:moveTo>
                    <a:pt x="1155106" y="196"/>
                  </a:moveTo>
                  <a:cubicBezTo>
                    <a:pt x="1186993" y="-588"/>
                    <a:pt x="1218686" y="907"/>
                    <a:pt x="1249989" y="6021"/>
                  </a:cubicBezTo>
                  <a:cubicBezTo>
                    <a:pt x="1357540" y="23626"/>
                    <a:pt x="1435584" y="87520"/>
                    <a:pt x="1501178" y="171872"/>
                  </a:cubicBezTo>
                  <a:cubicBezTo>
                    <a:pt x="1548894" y="233298"/>
                    <a:pt x="1588436" y="300812"/>
                    <a:pt x="1637577" y="361086"/>
                  </a:cubicBezTo>
                  <a:cubicBezTo>
                    <a:pt x="1683318" y="417193"/>
                    <a:pt x="1733611" y="469186"/>
                    <a:pt x="1783136" y="521891"/>
                  </a:cubicBezTo>
                  <a:cubicBezTo>
                    <a:pt x="1874068" y="618638"/>
                    <a:pt x="1971033" y="721856"/>
                    <a:pt x="2011180" y="851399"/>
                  </a:cubicBezTo>
                  <a:cubicBezTo>
                    <a:pt x="2014416" y="861819"/>
                    <a:pt x="1998565" y="870211"/>
                    <a:pt x="1993355" y="859845"/>
                  </a:cubicBezTo>
                  <a:cubicBezTo>
                    <a:pt x="1939005" y="751581"/>
                    <a:pt x="1868089" y="658949"/>
                    <a:pt x="1785603" y="570594"/>
                  </a:cubicBezTo>
                  <a:cubicBezTo>
                    <a:pt x="1712221" y="491891"/>
                    <a:pt x="1632532" y="415712"/>
                    <a:pt x="1572641" y="325711"/>
                  </a:cubicBezTo>
                  <a:cubicBezTo>
                    <a:pt x="1512641" y="235601"/>
                    <a:pt x="1448363" y="123937"/>
                    <a:pt x="1349807" y="70628"/>
                  </a:cubicBezTo>
                  <a:cubicBezTo>
                    <a:pt x="1256077" y="19897"/>
                    <a:pt x="1146936" y="26698"/>
                    <a:pt x="1044760" y="42767"/>
                  </a:cubicBezTo>
                  <a:cubicBezTo>
                    <a:pt x="918178" y="62621"/>
                    <a:pt x="790225" y="66076"/>
                    <a:pt x="662711" y="76990"/>
                  </a:cubicBezTo>
                  <a:cubicBezTo>
                    <a:pt x="533332" y="88069"/>
                    <a:pt x="387719" y="98928"/>
                    <a:pt x="271887" y="163536"/>
                  </a:cubicBezTo>
                  <a:cubicBezTo>
                    <a:pt x="90625" y="264669"/>
                    <a:pt x="44775" y="508893"/>
                    <a:pt x="33586" y="698382"/>
                  </a:cubicBezTo>
                  <a:cubicBezTo>
                    <a:pt x="19327" y="940193"/>
                    <a:pt x="49765" y="1184746"/>
                    <a:pt x="99290" y="1421236"/>
                  </a:cubicBezTo>
                  <a:lnTo>
                    <a:pt x="125120" y="1527873"/>
                  </a:lnTo>
                  <a:lnTo>
                    <a:pt x="96405" y="1527873"/>
                  </a:lnTo>
                  <a:lnTo>
                    <a:pt x="69290" y="1416191"/>
                  </a:lnTo>
                  <a:cubicBezTo>
                    <a:pt x="21630" y="1182113"/>
                    <a:pt x="-11771" y="939535"/>
                    <a:pt x="3915" y="700192"/>
                  </a:cubicBezTo>
                  <a:cubicBezTo>
                    <a:pt x="15487" y="523701"/>
                    <a:pt x="50423" y="314907"/>
                    <a:pt x="186932" y="188161"/>
                  </a:cubicBezTo>
                  <a:cubicBezTo>
                    <a:pt x="262947" y="117576"/>
                    <a:pt x="368907" y="88508"/>
                    <a:pt x="468780" y="71012"/>
                  </a:cubicBezTo>
                  <a:cubicBezTo>
                    <a:pt x="600846" y="47868"/>
                    <a:pt x="734777" y="42657"/>
                    <a:pt x="868214" y="32511"/>
                  </a:cubicBezTo>
                  <a:cubicBezTo>
                    <a:pt x="962040" y="25395"/>
                    <a:pt x="1059444" y="2546"/>
                    <a:pt x="1155106" y="196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11074553" y="5051401"/>
              <a:ext cx="1117449" cy="1566848"/>
            </a:xfrm>
            <a:custGeom>
              <a:avLst/>
              <a:gdLst>
                <a:gd name="connsiteX0" fmla="*/ 722102 w 1015625"/>
                <a:gd name="connsiteY0" fmla="*/ 655 h 1424074"/>
                <a:gd name="connsiteX1" fmla="*/ 740807 w 1015625"/>
                <a:gd name="connsiteY1" fmla="*/ 9966 h 1424074"/>
                <a:gd name="connsiteX2" fmla="*/ 784681 w 1015625"/>
                <a:gd name="connsiteY2" fmla="*/ 197818 h 1424074"/>
                <a:gd name="connsiteX3" fmla="*/ 801977 w 1015625"/>
                <a:gd name="connsiteY3" fmla="*/ 373496 h 1424074"/>
                <a:gd name="connsiteX4" fmla="*/ 763045 w 1015625"/>
                <a:gd name="connsiteY4" fmla="*/ 568399 h 1424074"/>
                <a:gd name="connsiteX5" fmla="*/ 734237 w 1015625"/>
                <a:gd name="connsiteY5" fmla="*/ 751129 h 1424074"/>
                <a:gd name="connsiteX6" fmla="*/ 742735 w 1015625"/>
                <a:gd name="connsiteY6" fmla="*/ 757577 h 1424074"/>
                <a:gd name="connsiteX7" fmla="*/ 830665 w 1015625"/>
                <a:gd name="connsiteY7" fmla="*/ 845386 h 1424074"/>
                <a:gd name="connsiteX8" fmla="*/ 910639 w 1015625"/>
                <a:gd name="connsiteY8" fmla="*/ 985868 h 1424074"/>
                <a:gd name="connsiteX9" fmla="*/ 935831 w 1015625"/>
                <a:gd name="connsiteY9" fmla="*/ 777827 h 1424074"/>
                <a:gd name="connsiteX10" fmla="*/ 910699 w 1015625"/>
                <a:gd name="connsiteY10" fmla="*/ 534047 h 1424074"/>
                <a:gd name="connsiteX11" fmla="*/ 932094 w 1015625"/>
                <a:gd name="connsiteY11" fmla="*/ 323715 h 1424074"/>
                <a:gd name="connsiteX12" fmla="*/ 979374 w 1015625"/>
                <a:gd name="connsiteY12" fmla="*/ 219823 h 1424074"/>
                <a:gd name="connsiteX13" fmla="*/ 1015625 w 1015625"/>
                <a:gd name="connsiteY13" fmla="*/ 157325 h 1424074"/>
                <a:gd name="connsiteX14" fmla="*/ 1015625 w 1015625"/>
                <a:gd name="connsiteY14" fmla="*/ 897092 h 1424074"/>
                <a:gd name="connsiteX15" fmla="*/ 999307 w 1015625"/>
                <a:gd name="connsiteY15" fmla="*/ 917707 h 1424074"/>
                <a:gd name="connsiteX16" fmla="*/ 926670 w 1015625"/>
                <a:gd name="connsiteY16" fmla="*/ 1026790 h 1424074"/>
                <a:gd name="connsiteX17" fmla="*/ 943002 w 1015625"/>
                <a:gd name="connsiteY17" fmla="*/ 1074762 h 1424074"/>
                <a:gd name="connsiteX18" fmla="*/ 967169 w 1015625"/>
                <a:gd name="connsiteY18" fmla="*/ 1154616 h 1424074"/>
                <a:gd name="connsiteX19" fmla="*/ 998255 w 1015625"/>
                <a:gd name="connsiteY19" fmla="*/ 1065124 h 1424074"/>
                <a:gd name="connsiteX20" fmla="*/ 1015625 w 1015625"/>
                <a:gd name="connsiteY20" fmla="*/ 1027745 h 1424074"/>
                <a:gd name="connsiteX21" fmla="*/ 1015625 w 1015625"/>
                <a:gd name="connsiteY21" fmla="*/ 1159905 h 1424074"/>
                <a:gd name="connsiteX22" fmla="*/ 981875 w 1015625"/>
                <a:gd name="connsiteY22" fmla="*/ 1189450 h 1424074"/>
                <a:gd name="connsiteX23" fmla="*/ 978981 w 1015625"/>
                <a:gd name="connsiteY23" fmla="*/ 1191379 h 1424074"/>
                <a:gd name="connsiteX24" fmla="*/ 1008181 w 1015625"/>
                <a:gd name="connsiteY24" fmla="*/ 1266186 h 1424074"/>
                <a:gd name="connsiteX25" fmla="*/ 1015625 w 1015625"/>
                <a:gd name="connsiteY25" fmla="*/ 1278727 h 1424074"/>
                <a:gd name="connsiteX26" fmla="*/ 1015625 w 1015625"/>
                <a:gd name="connsiteY26" fmla="*/ 1324359 h 1424074"/>
                <a:gd name="connsiteX27" fmla="*/ 997929 w 1015625"/>
                <a:gd name="connsiteY27" fmla="*/ 1297389 h 1424074"/>
                <a:gd name="connsiteX28" fmla="*/ 962047 w 1015625"/>
                <a:gd name="connsiteY28" fmla="*/ 1214581 h 1424074"/>
                <a:gd name="connsiteX29" fmla="*/ 583209 w 1015625"/>
                <a:gd name="connsiteY29" fmla="*/ 1412377 h 1424074"/>
                <a:gd name="connsiteX30" fmla="*/ 226790 w 1015625"/>
                <a:gd name="connsiteY30" fmla="*/ 1421598 h 1424074"/>
                <a:gd name="connsiteX31" fmla="*/ 222270 w 1015625"/>
                <a:gd name="connsiteY31" fmla="*/ 1388271 h 1424074"/>
                <a:gd name="connsiteX32" fmla="*/ 592791 w 1015625"/>
                <a:gd name="connsiteY32" fmla="*/ 1159558 h 1424074"/>
                <a:gd name="connsiteX33" fmla="*/ 798061 w 1015625"/>
                <a:gd name="connsiteY33" fmla="*/ 1154797 h 1424074"/>
                <a:gd name="connsiteX34" fmla="*/ 949089 w 1015625"/>
                <a:gd name="connsiteY34" fmla="*/ 1176553 h 1424074"/>
                <a:gd name="connsiteX35" fmla="*/ 942581 w 1015625"/>
                <a:gd name="connsiteY35" fmla="*/ 1156122 h 1424074"/>
                <a:gd name="connsiteX36" fmla="*/ 913833 w 1015625"/>
                <a:gd name="connsiteY36" fmla="*/ 1063794 h 1424074"/>
                <a:gd name="connsiteX37" fmla="*/ 906782 w 1015625"/>
                <a:gd name="connsiteY37" fmla="*/ 1058490 h 1424074"/>
                <a:gd name="connsiteX38" fmla="*/ 784741 w 1015625"/>
                <a:gd name="connsiteY38" fmla="*/ 1014435 h 1424074"/>
                <a:gd name="connsiteX39" fmla="*/ 653842 w 1015625"/>
                <a:gd name="connsiteY39" fmla="*/ 1015219 h 1424074"/>
                <a:gd name="connsiteX40" fmla="*/ 417716 w 1015625"/>
                <a:gd name="connsiteY40" fmla="*/ 1009433 h 1424074"/>
                <a:gd name="connsiteX41" fmla="*/ 11034 w 1015625"/>
                <a:gd name="connsiteY41" fmla="*/ 763966 h 1424074"/>
                <a:gd name="connsiteX42" fmla="*/ 18688 w 1015625"/>
                <a:gd name="connsiteY42" fmla="*/ 734073 h 1424074"/>
                <a:gd name="connsiteX43" fmla="*/ 166644 w 1015625"/>
                <a:gd name="connsiteY43" fmla="*/ 751490 h 1424074"/>
                <a:gd name="connsiteX44" fmla="*/ 289890 w 1015625"/>
                <a:gd name="connsiteY44" fmla="*/ 746066 h 1424074"/>
                <a:gd name="connsiteX45" fmla="*/ 509201 w 1015625"/>
                <a:gd name="connsiteY45" fmla="*/ 780720 h 1424074"/>
                <a:gd name="connsiteX46" fmla="*/ 724474 w 1015625"/>
                <a:gd name="connsiteY46" fmla="*/ 909570 h 1424074"/>
                <a:gd name="connsiteX47" fmla="*/ 895391 w 1015625"/>
                <a:gd name="connsiteY47" fmla="*/ 1028055 h 1424074"/>
                <a:gd name="connsiteX48" fmla="*/ 902322 w 1015625"/>
                <a:gd name="connsiteY48" fmla="*/ 1030767 h 1424074"/>
                <a:gd name="connsiteX49" fmla="*/ 838560 w 1015625"/>
                <a:gd name="connsiteY49" fmla="*/ 897517 h 1424074"/>
                <a:gd name="connsiteX50" fmla="*/ 767988 w 1015625"/>
                <a:gd name="connsiteY50" fmla="*/ 811516 h 1424074"/>
                <a:gd name="connsiteX51" fmla="*/ 612017 w 1015625"/>
                <a:gd name="connsiteY51" fmla="*/ 688572 h 1424074"/>
                <a:gd name="connsiteX52" fmla="*/ 432662 w 1015625"/>
                <a:gd name="connsiteY52" fmla="*/ 581055 h 1424074"/>
                <a:gd name="connsiteX53" fmla="*/ 287901 w 1015625"/>
                <a:gd name="connsiteY53" fmla="*/ 447685 h 1424074"/>
                <a:gd name="connsiteX54" fmla="*/ 183458 w 1015625"/>
                <a:gd name="connsiteY54" fmla="*/ 272067 h 1424074"/>
                <a:gd name="connsiteX55" fmla="*/ 150252 w 1015625"/>
                <a:gd name="connsiteY55" fmla="*/ 166238 h 1424074"/>
                <a:gd name="connsiteX56" fmla="*/ 131568 w 1015625"/>
                <a:gd name="connsiteY56" fmla="*/ 60650 h 1424074"/>
                <a:gd name="connsiteX57" fmla="*/ 155916 w 1015625"/>
                <a:gd name="connsiteY57" fmla="*/ 50345 h 1424074"/>
                <a:gd name="connsiteX58" fmla="*/ 323097 w 1015625"/>
                <a:gd name="connsiteY58" fmla="*/ 186910 h 1424074"/>
                <a:gd name="connsiteX59" fmla="*/ 474126 w 1015625"/>
                <a:gd name="connsiteY59" fmla="*/ 328838 h 1424074"/>
                <a:gd name="connsiteX60" fmla="*/ 582667 w 1015625"/>
                <a:gd name="connsiteY60" fmla="*/ 503974 h 1424074"/>
                <a:gd name="connsiteX61" fmla="*/ 621720 w 1015625"/>
                <a:gd name="connsiteY61" fmla="*/ 604560 h 1424074"/>
                <a:gd name="connsiteX62" fmla="*/ 642632 w 1015625"/>
                <a:gd name="connsiteY62" fmla="*/ 653918 h 1424074"/>
                <a:gd name="connsiteX63" fmla="*/ 658784 w 1015625"/>
                <a:gd name="connsiteY63" fmla="*/ 689355 h 1424074"/>
                <a:gd name="connsiteX64" fmla="*/ 690906 w 1015625"/>
                <a:gd name="connsiteY64" fmla="*/ 719790 h 1424074"/>
                <a:gd name="connsiteX65" fmla="*/ 714952 w 1015625"/>
                <a:gd name="connsiteY65" fmla="*/ 737267 h 1424074"/>
                <a:gd name="connsiteX66" fmla="*/ 668125 w 1015625"/>
                <a:gd name="connsiteY66" fmla="*/ 570509 h 1424074"/>
                <a:gd name="connsiteX67" fmla="*/ 647454 w 1015625"/>
                <a:gd name="connsiteY67" fmla="*/ 386634 h 1424074"/>
                <a:gd name="connsiteX68" fmla="*/ 709589 w 1015625"/>
                <a:gd name="connsiteY68" fmla="*/ 18102 h 1424074"/>
                <a:gd name="connsiteX69" fmla="*/ 722102 w 1015625"/>
                <a:gd name="connsiteY69" fmla="*/ 655 h 142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015625" h="1424074">
                  <a:moveTo>
                    <a:pt x="722102" y="655"/>
                  </a:moveTo>
                  <a:cubicBezTo>
                    <a:pt x="729386" y="-1350"/>
                    <a:pt x="737703" y="1107"/>
                    <a:pt x="740807" y="9966"/>
                  </a:cubicBezTo>
                  <a:cubicBezTo>
                    <a:pt x="762262" y="71077"/>
                    <a:pt x="773471" y="134176"/>
                    <a:pt x="784681" y="197818"/>
                  </a:cubicBezTo>
                  <a:cubicBezTo>
                    <a:pt x="794806" y="255132"/>
                    <a:pt x="807583" y="314977"/>
                    <a:pt x="801977" y="373496"/>
                  </a:cubicBezTo>
                  <a:cubicBezTo>
                    <a:pt x="795710" y="439669"/>
                    <a:pt x="774496" y="503130"/>
                    <a:pt x="763045" y="568399"/>
                  </a:cubicBezTo>
                  <a:cubicBezTo>
                    <a:pt x="753824" y="621073"/>
                    <a:pt x="742554" y="733410"/>
                    <a:pt x="734237" y="751129"/>
                  </a:cubicBezTo>
                  <a:cubicBezTo>
                    <a:pt x="737071" y="753298"/>
                    <a:pt x="739963" y="755347"/>
                    <a:pt x="742735" y="757577"/>
                  </a:cubicBezTo>
                  <a:cubicBezTo>
                    <a:pt x="775219" y="783432"/>
                    <a:pt x="805292" y="812420"/>
                    <a:pt x="830665" y="845386"/>
                  </a:cubicBezTo>
                  <a:cubicBezTo>
                    <a:pt x="864173" y="888959"/>
                    <a:pt x="889787" y="936208"/>
                    <a:pt x="910639" y="985868"/>
                  </a:cubicBezTo>
                  <a:cubicBezTo>
                    <a:pt x="918534" y="916441"/>
                    <a:pt x="935529" y="848098"/>
                    <a:pt x="935831" y="777827"/>
                  </a:cubicBezTo>
                  <a:cubicBezTo>
                    <a:pt x="936252" y="695442"/>
                    <a:pt x="919619" y="615528"/>
                    <a:pt x="910699" y="534047"/>
                  </a:cubicBezTo>
                  <a:cubicBezTo>
                    <a:pt x="903045" y="463896"/>
                    <a:pt x="909012" y="390793"/>
                    <a:pt x="932094" y="323715"/>
                  </a:cubicBezTo>
                  <a:cubicBezTo>
                    <a:pt x="944479" y="287646"/>
                    <a:pt x="961083" y="253324"/>
                    <a:pt x="979374" y="219823"/>
                  </a:cubicBezTo>
                  <a:lnTo>
                    <a:pt x="1015625" y="157325"/>
                  </a:lnTo>
                  <a:lnTo>
                    <a:pt x="1015625" y="897092"/>
                  </a:lnTo>
                  <a:lnTo>
                    <a:pt x="999307" y="917707"/>
                  </a:lnTo>
                  <a:cubicBezTo>
                    <a:pt x="971358" y="951517"/>
                    <a:pt x="944931" y="986291"/>
                    <a:pt x="926670" y="1026790"/>
                  </a:cubicBezTo>
                  <a:cubicBezTo>
                    <a:pt x="932456" y="1042580"/>
                    <a:pt x="937880" y="1058610"/>
                    <a:pt x="943002" y="1074762"/>
                  </a:cubicBezTo>
                  <a:cubicBezTo>
                    <a:pt x="951319" y="1100858"/>
                    <a:pt x="959033" y="1127737"/>
                    <a:pt x="967169" y="1154616"/>
                  </a:cubicBezTo>
                  <a:cubicBezTo>
                    <a:pt x="976631" y="1124573"/>
                    <a:pt x="986730" y="1094500"/>
                    <a:pt x="998255" y="1065124"/>
                  </a:cubicBezTo>
                  <a:lnTo>
                    <a:pt x="1015625" y="1027745"/>
                  </a:lnTo>
                  <a:lnTo>
                    <a:pt x="1015625" y="1159905"/>
                  </a:lnTo>
                  <a:lnTo>
                    <a:pt x="981875" y="1189450"/>
                  </a:lnTo>
                  <a:cubicBezTo>
                    <a:pt x="980971" y="1190234"/>
                    <a:pt x="980006" y="1190836"/>
                    <a:pt x="978981" y="1191379"/>
                  </a:cubicBezTo>
                  <a:cubicBezTo>
                    <a:pt x="987479" y="1216902"/>
                    <a:pt x="996881" y="1242079"/>
                    <a:pt x="1008181" y="1266186"/>
                  </a:cubicBezTo>
                  <a:lnTo>
                    <a:pt x="1015625" y="1278727"/>
                  </a:lnTo>
                  <a:lnTo>
                    <a:pt x="1015625" y="1324359"/>
                  </a:lnTo>
                  <a:lnTo>
                    <a:pt x="997929" y="1297389"/>
                  </a:lnTo>
                  <a:cubicBezTo>
                    <a:pt x="983954" y="1270796"/>
                    <a:pt x="972383" y="1243178"/>
                    <a:pt x="962047" y="1214581"/>
                  </a:cubicBezTo>
                  <a:cubicBezTo>
                    <a:pt x="824216" y="1255503"/>
                    <a:pt x="727006" y="1383088"/>
                    <a:pt x="583209" y="1412377"/>
                  </a:cubicBezTo>
                  <a:cubicBezTo>
                    <a:pt x="465266" y="1436364"/>
                    <a:pt x="345817" y="1414909"/>
                    <a:pt x="226790" y="1421598"/>
                  </a:cubicBezTo>
                  <a:cubicBezTo>
                    <a:pt x="206179" y="1422744"/>
                    <a:pt x="205576" y="1394840"/>
                    <a:pt x="222270" y="1388271"/>
                  </a:cubicBezTo>
                  <a:cubicBezTo>
                    <a:pt x="359196" y="1334573"/>
                    <a:pt x="444535" y="1188546"/>
                    <a:pt x="592791" y="1159558"/>
                  </a:cubicBezTo>
                  <a:cubicBezTo>
                    <a:pt x="660712" y="1146299"/>
                    <a:pt x="729417" y="1148227"/>
                    <a:pt x="798061" y="1154797"/>
                  </a:cubicBezTo>
                  <a:cubicBezTo>
                    <a:pt x="845491" y="1159317"/>
                    <a:pt x="902805" y="1158714"/>
                    <a:pt x="949089" y="1176553"/>
                  </a:cubicBezTo>
                  <a:cubicBezTo>
                    <a:pt x="946859" y="1169803"/>
                    <a:pt x="944690" y="1162993"/>
                    <a:pt x="942581" y="1156122"/>
                  </a:cubicBezTo>
                  <a:cubicBezTo>
                    <a:pt x="933118" y="1125507"/>
                    <a:pt x="923898" y="1094530"/>
                    <a:pt x="913833" y="1063794"/>
                  </a:cubicBezTo>
                  <a:cubicBezTo>
                    <a:pt x="911543" y="1061985"/>
                    <a:pt x="909132" y="1060238"/>
                    <a:pt x="906782" y="1058490"/>
                  </a:cubicBezTo>
                  <a:cubicBezTo>
                    <a:pt x="865439" y="1045894"/>
                    <a:pt x="827471" y="1022028"/>
                    <a:pt x="784741" y="1014435"/>
                  </a:cubicBezTo>
                  <a:cubicBezTo>
                    <a:pt x="741108" y="1006721"/>
                    <a:pt x="697535" y="1009493"/>
                    <a:pt x="653842" y="1015219"/>
                  </a:cubicBezTo>
                  <a:cubicBezTo>
                    <a:pt x="574771" y="1025645"/>
                    <a:pt x="494857" y="1036553"/>
                    <a:pt x="417716" y="1009433"/>
                  </a:cubicBezTo>
                  <a:cubicBezTo>
                    <a:pt x="265422" y="955916"/>
                    <a:pt x="161521" y="820737"/>
                    <a:pt x="11034" y="763966"/>
                  </a:cubicBezTo>
                  <a:cubicBezTo>
                    <a:pt x="-7467" y="756975"/>
                    <a:pt x="-1199" y="730517"/>
                    <a:pt x="18688" y="734073"/>
                  </a:cubicBezTo>
                  <a:cubicBezTo>
                    <a:pt x="67685" y="742872"/>
                    <a:pt x="116501" y="753479"/>
                    <a:pt x="166644" y="751490"/>
                  </a:cubicBezTo>
                  <a:cubicBezTo>
                    <a:pt x="207685" y="749863"/>
                    <a:pt x="248788" y="746850"/>
                    <a:pt x="289890" y="746066"/>
                  </a:cubicBezTo>
                  <a:cubicBezTo>
                    <a:pt x="365223" y="744620"/>
                    <a:pt x="439110" y="751309"/>
                    <a:pt x="509201" y="780720"/>
                  </a:cubicBezTo>
                  <a:cubicBezTo>
                    <a:pt x="586945" y="813384"/>
                    <a:pt x="655107" y="862381"/>
                    <a:pt x="724474" y="909570"/>
                  </a:cubicBezTo>
                  <a:cubicBezTo>
                    <a:pt x="780462" y="947780"/>
                    <a:pt x="841573" y="985145"/>
                    <a:pt x="895391" y="1028055"/>
                  </a:cubicBezTo>
                  <a:cubicBezTo>
                    <a:pt x="897681" y="1028959"/>
                    <a:pt x="899972" y="1029924"/>
                    <a:pt x="902322" y="1030767"/>
                  </a:cubicBezTo>
                  <a:cubicBezTo>
                    <a:pt x="885628" y="984181"/>
                    <a:pt x="865861" y="938920"/>
                    <a:pt x="838560" y="897517"/>
                  </a:cubicBezTo>
                  <a:cubicBezTo>
                    <a:pt x="818310" y="866841"/>
                    <a:pt x="794023" y="837431"/>
                    <a:pt x="767988" y="811516"/>
                  </a:cubicBezTo>
                  <a:cubicBezTo>
                    <a:pt x="721461" y="765231"/>
                    <a:pt x="665955" y="725756"/>
                    <a:pt x="612017" y="688572"/>
                  </a:cubicBezTo>
                  <a:cubicBezTo>
                    <a:pt x="554522" y="648916"/>
                    <a:pt x="490639" y="619867"/>
                    <a:pt x="432662" y="581055"/>
                  </a:cubicBezTo>
                  <a:cubicBezTo>
                    <a:pt x="377458" y="544112"/>
                    <a:pt x="329847" y="499032"/>
                    <a:pt x="287901" y="447685"/>
                  </a:cubicBezTo>
                  <a:cubicBezTo>
                    <a:pt x="244991" y="395132"/>
                    <a:pt x="208710" y="335106"/>
                    <a:pt x="183458" y="272067"/>
                  </a:cubicBezTo>
                  <a:cubicBezTo>
                    <a:pt x="169778" y="237895"/>
                    <a:pt x="157302" y="202398"/>
                    <a:pt x="150252" y="166238"/>
                  </a:cubicBezTo>
                  <a:cubicBezTo>
                    <a:pt x="143682" y="132549"/>
                    <a:pt x="143923" y="92110"/>
                    <a:pt x="131568" y="60650"/>
                  </a:cubicBezTo>
                  <a:cubicBezTo>
                    <a:pt x="126084" y="46608"/>
                    <a:pt x="149227" y="37026"/>
                    <a:pt x="155916" y="50345"/>
                  </a:cubicBezTo>
                  <a:cubicBezTo>
                    <a:pt x="189545" y="117241"/>
                    <a:pt x="265783" y="144180"/>
                    <a:pt x="323097" y="186910"/>
                  </a:cubicBezTo>
                  <a:cubicBezTo>
                    <a:pt x="378362" y="228132"/>
                    <a:pt x="430794" y="274960"/>
                    <a:pt x="474126" y="328838"/>
                  </a:cubicBezTo>
                  <a:cubicBezTo>
                    <a:pt x="516976" y="382114"/>
                    <a:pt x="556571" y="440452"/>
                    <a:pt x="582667" y="503974"/>
                  </a:cubicBezTo>
                  <a:cubicBezTo>
                    <a:pt x="596347" y="537242"/>
                    <a:pt x="608460" y="571112"/>
                    <a:pt x="621720" y="604560"/>
                  </a:cubicBezTo>
                  <a:cubicBezTo>
                    <a:pt x="628288" y="621193"/>
                    <a:pt x="635159" y="637646"/>
                    <a:pt x="642632" y="653918"/>
                  </a:cubicBezTo>
                  <a:cubicBezTo>
                    <a:pt x="647634" y="664766"/>
                    <a:pt x="652094" y="679712"/>
                    <a:pt x="658784" y="689355"/>
                  </a:cubicBezTo>
                  <a:cubicBezTo>
                    <a:pt x="665955" y="699661"/>
                    <a:pt x="680781" y="711835"/>
                    <a:pt x="690906" y="719790"/>
                  </a:cubicBezTo>
                  <a:cubicBezTo>
                    <a:pt x="698681" y="725877"/>
                    <a:pt x="706816" y="731602"/>
                    <a:pt x="714952" y="737267"/>
                  </a:cubicBezTo>
                  <a:cubicBezTo>
                    <a:pt x="703863" y="681460"/>
                    <a:pt x="678491" y="627521"/>
                    <a:pt x="668125" y="570509"/>
                  </a:cubicBezTo>
                  <a:cubicBezTo>
                    <a:pt x="657036" y="509217"/>
                    <a:pt x="646731" y="449131"/>
                    <a:pt x="647454" y="386634"/>
                  </a:cubicBezTo>
                  <a:cubicBezTo>
                    <a:pt x="648900" y="260194"/>
                    <a:pt x="723751" y="145446"/>
                    <a:pt x="709589" y="18102"/>
                  </a:cubicBezTo>
                  <a:cubicBezTo>
                    <a:pt x="708565" y="9122"/>
                    <a:pt x="714817" y="2659"/>
                    <a:pt x="722102" y="655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1943573" y="3966955"/>
              <a:ext cx="759433" cy="454609"/>
            </a:xfrm>
            <a:custGeom>
              <a:avLst/>
              <a:gdLst>
                <a:gd name="connsiteX0" fmla="*/ 44181 w 1151600"/>
                <a:gd name="connsiteY0" fmla="*/ 443919 h 689367"/>
                <a:gd name="connsiteX1" fmla="*/ 737410 w 1151600"/>
                <a:gd name="connsiteY1" fmla="*/ 661185 h 689367"/>
                <a:gd name="connsiteX2" fmla="*/ 977821 w 1151600"/>
                <a:gd name="connsiteY2" fmla="*/ 369624 h 689367"/>
                <a:gd name="connsiteX3" fmla="*/ 1018683 w 1151600"/>
                <a:gd name="connsiteY3" fmla="*/ 13961 h 689367"/>
                <a:gd name="connsiteX4" fmla="*/ 549482 w 1151600"/>
                <a:gd name="connsiteY4" fmla="*/ 115021 h 689367"/>
                <a:gd name="connsiteX5" fmla="*/ 108570 w 1151600"/>
                <a:gd name="connsiteY5" fmla="*/ 189507 h 689367"/>
                <a:gd name="connsiteX6" fmla="*/ 44276 w 1151600"/>
                <a:gd name="connsiteY6" fmla="*/ 443919 h 68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51600" h="689367">
                  <a:moveTo>
                    <a:pt x="44181" y="443919"/>
                  </a:moveTo>
                  <a:cubicBezTo>
                    <a:pt x="168387" y="622418"/>
                    <a:pt x="532908" y="748053"/>
                    <a:pt x="737410" y="661185"/>
                  </a:cubicBezTo>
                  <a:cubicBezTo>
                    <a:pt x="871998" y="604035"/>
                    <a:pt x="863902" y="449634"/>
                    <a:pt x="977821" y="369624"/>
                  </a:cubicBezTo>
                  <a:cubicBezTo>
                    <a:pt x="1112314" y="275137"/>
                    <a:pt x="1269667" y="95685"/>
                    <a:pt x="1018683" y="13961"/>
                  </a:cubicBezTo>
                  <a:cubicBezTo>
                    <a:pt x="866855" y="-35474"/>
                    <a:pt x="687880" y="57871"/>
                    <a:pt x="549482" y="115021"/>
                  </a:cubicBezTo>
                  <a:cubicBezTo>
                    <a:pt x="408988" y="173029"/>
                    <a:pt x="249635" y="129023"/>
                    <a:pt x="108570" y="189507"/>
                  </a:cubicBezTo>
                  <a:cubicBezTo>
                    <a:pt x="-28971" y="248466"/>
                    <a:pt x="-18303" y="353908"/>
                    <a:pt x="44276" y="443919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9647148" y="3107853"/>
              <a:ext cx="1112732" cy="1181069"/>
            </a:xfrm>
            <a:custGeom>
              <a:avLst/>
              <a:gdLst>
                <a:gd name="connsiteX0" fmla="*/ 1123585 w 2587621"/>
                <a:gd name="connsiteY0" fmla="*/ 53206 h 2746535"/>
                <a:gd name="connsiteX1" fmla="*/ 2547573 w 2587621"/>
                <a:gd name="connsiteY1" fmla="*/ 1219352 h 2746535"/>
                <a:gd name="connsiteX2" fmla="*/ 2273158 w 2587621"/>
                <a:gd name="connsiteY2" fmla="*/ 2362733 h 2746535"/>
                <a:gd name="connsiteX3" fmla="*/ 448930 w 2587621"/>
                <a:gd name="connsiteY3" fmla="*/ 1989734 h 2746535"/>
                <a:gd name="connsiteX4" fmla="*/ 264716 w 2587621"/>
                <a:gd name="connsiteY4" fmla="*/ 1031995 h 2746535"/>
                <a:gd name="connsiteX5" fmla="*/ 113078 w 2587621"/>
                <a:gd name="connsiteY5" fmla="*/ 239230 h 2746535"/>
                <a:gd name="connsiteX6" fmla="*/ 1123585 w 2587621"/>
                <a:gd name="connsiteY6" fmla="*/ 53302 h 274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87621" h="2746535">
                  <a:moveTo>
                    <a:pt x="1123585" y="53206"/>
                  </a:moveTo>
                  <a:cubicBezTo>
                    <a:pt x="1753474" y="221799"/>
                    <a:pt x="2392792" y="759771"/>
                    <a:pt x="2547573" y="1219352"/>
                  </a:cubicBezTo>
                  <a:cubicBezTo>
                    <a:pt x="2656634" y="1543202"/>
                    <a:pt x="2535667" y="2124227"/>
                    <a:pt x="2273158" y="2362733"/>
                  </a:cubicBezTo>
                  <a:cubicBezTo>
                    <a:pt x="1752712" y="2835650"/>
                    <a:pt x="391970" y="3032436"/>
                    <a:pt x="448930" y="1989734"/>
                  </a:cubicBezTo>
                  <a:cubicBezTo>
                    <a:pt x="469694" y="1609115"/>
                    <a:pt x="453216" y="1375658"/>
                    <a:pt x="264716" y="1031995"/>
                  </a:cubicBezTo>
                  <a:cubicBezTo>
                    <a:pt x="121270" y="770534"/>
                    <a:pt x="-156098" y="500024"/>
                    <a:pt x="113078" y="239230"/>
                  </a:cubicBezTo>
                  <a:cubicBezTo>
                    <a:pt x="377111" y="-16612"/>
                    <a:pt x="748681" y="-47092"/>
                    <a:pt x="1123585" y="5330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3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多边形: 形状 54"/>
            <p:cNvSpPr/>
            <p:nvPr/>
          </p:nvSpPr>
          <p:spPr>
            <a:xfrm flipH="1">
              <a:off x="1044358" y="5790108"/>
              <a:ext cx="1545850" cy="1067893"/>
            </a:xfrm>
            <a:custGeom>
              <a:avLst/>
              <a:gdLst>
                <a:gd name="connsiteX0" fmla="*/ 1535006 w 1545850"/>
                <a:gd name="connsiteY0" fmla="*/ 710294 h 1067893"/>
                <a:gd name="connsiteX1" fmla="*/ 1544191 w 1545850"/>
                <a:gd name="connsiteY1" fmla="*/ 730590 h 1067893"/>
                <a:gd name="connsiteX2" fmla="*/ 1290840 w 1545850"/>
                <a:gd name="connsiteY2" fmla="*/ 998411 h 1067893"/>
                <a:gd name="connsiteX3" fmla="*/ 1111092 w 1545850"/>
                <a:gd name="connsiteY3" fmla="*/ 1045418 h 1067893"/>
                <a:gd name="connsiteX4" fmla="*/ 1058929 w 1545850"/>
                <a:gd name="connsiteY4" fmla="*/ 1062610 h 1067893"/>
                <a:gd name="connsiteX5" fmla="*/ 1050368 w 1545850"/>
                <a:gd name="connsiteY5" fmla="*/ 1067893 h 1067893"/>
                <a:gd name="connsiteX6" fmla="*/ 940848 w 1545850"/>
                <a:gd name="connsiteY6" fmla="*/ 1067893 h 1067893"/>
                <a:gd name="connsiteX7" fmla="*/ 952629 w 1545850"/>
                <a:gd name="connsiteY7" fmla="*/ 1037535 h 1067893"/>
                <a:gd name="connsiteX8" fmla="*/ 1118356 w 1545850"/>
                <a:gd name="connsiteY8" fmla="*/ 825087 h 1067893"/>
                <a:gd name="connsiteX9" fmla="*/ 1314854 w 1545850"/>
                <a:gd name="connsiteY9" fmla="*/ 765231 h 1067893"/>
                <a:gd name="connsiteX10" fmla="*/ 1526300 w 1545850"/>
                <a:gd name="connsiteY10" fmla="*/ 712039 h 1067893"/>
                <a:gd name="connsiteX11" fmla="*/ 1526421 w 1545850"/>
                <a:gd name="connsiteY11" fmla="*/ 712039 h 1067893"/>
                <a:gd name="connsiteX12" fmla="*/ 1535006 w 1545850"/>
                <a:gd name="connsiteY12" fmla="*/ 710294 h 1067893"/>
                <a:gd name="connsiteX13" fmla="*/ 722989 w 1545850"/>
                <a:gd name="connsiteY13" fmla="*/ 478 h 1067893"/>
                <a:gd name="connsiteX14" fmla="*/ 740730 w 1545850"/>
                <a:gd name="connsiteY14" fmla="*/ 10098 h 1067893"/>
                <a:gd name="connsiteX15" fmla="*/ 776571 w 1545850"/>
                <a:gd name="connsiteY15" fmla="*/ 192968 h 1067893"/>
                <a:gd name="connsiteX16" fmla="*/ 787198 w 1545850"/>
                <a:gd name="connsiteY16" fmla="*/ 363170 h 1067893"/>
                <a:gd name="connsiteX17" fmla="*/ 742831 w 1545850"/>
                <a:gd name="connsiteY17" fmla="*/ 549942 h 1067893"/>
                <a:gd name="connsiteX18" fmla="*/ 708670 w 1545850"/>
                <a:gd name="connsiteY18" fmla="*/ 725307 h 1067893"/>
                <a:gd name="connsiteX19" fmla="*/ 716656 w 1545850"/>
                <a:gd name="connsiteY19" fmla="*/ 731791 h 1067893"/>
                <a:gd name="connsiteX20" fmla="*/ 798484 w 1545850"/>
                <a:gd name="connsiteY20" fmla="*/ 819623 h 1067893"/>
                <a:gd name="connsiteX21" fmla="*/ 870828 w 1545850"/>
                <a:gd name="connsiteY21" fmla="*/ 958006 h 1067893"/>
                <a:gd name="connsiteX22" fmla="*/ 902347 w 1545850"/>
                <a:gd name="connsiteY22" fmla="*/ 758026 h 1067893"/>
                <a:gd name="connsiteX23" fmla="*/ 886497 w 1545850"/>
                <a:gd name="connsiteY23" fmla="*/ 521845 h 1067893"/>
                <a:gd name="connsiteX24" fmla="*/ 914414 w 1545850"/>
                <a:gd name="connsiteY24" fmla="*/ 319523 h 1067893"/>
                <a:gd name="connsiteX25" fmla="*/ 1022479 w 1545850"/>
                <a:gd name="connsiteY25" fmla="*/ 127288 h 1067893"/>
                <a:gd name="connsiteX26" fmla="*/ 1045292 w 1545850"/>
                <a:gd name="connsiteY26" fmla="*/ 130891 h 1067893"/>
                <a:gd name="connsiteX27" fmla="*/ 1137628 w 1545850"/>
                <a:gd name="connsiteY27" fmla="*/ 376437 h 1067893"/>
                <a:gd name="connsiteX28" fmla="*/ 1123940 w 1545850"/>
                <a:gd name="connsiteY28" fmla="*/ 578819 h 1067893"/>
                <a:gd name="connsiteX29" fmla="*/ 1041270 w 1545850"/>
                <a:gd name="connsiteY29" fmla="*/ 798370 h 1067893"/>
                <a:gd name="connsiteX30" fmla="*/ 884876 w 1545850"/>
                <a:gd name="connsiteY30" fmla="*/ 998050 h 1067893"/>
                <a:gd name="connsiteX31" fmla="*/ 898985 w 1545850"/>
                <a:gd name="connsiteY31" fmla="*/ 1044938 h 1067893"/>
                <a:gd name="connsiteX32" fmla="*/ 905033 w 1545850"/>
                <a:gd name="connsiteY32" fmla="*/ 1067893 h 1067893"/>
                <a:gd name="connsiteX33" fmla="*/ 880660 w 1545850"/>
                <a:gd name="connsiteY33" fmla="*/ 1067893 h 1067893"/>
                <a:gd name="connsiteX34" fmla="*/ 871248 w 1545850"/>
                <a:gd name="connsiteY34" fmla="*/ 1033351 h 1067893"/>
                <a:gd name="connsiteX35" fmla="*/ 864584 w 1545850"/>
                <a:gd name="connsiteY35" fmla="*/ 1027948 h 1067893"/>
                <a:gd name="connsiteX36" fmla="*/ 748294 w 1545850"/>
                <a:gd name="connsiteY36" fmla="*/ 981180 h 1067893"/>
                <a:gd name="connsiteX37" fmla="*/ 621919 w 1545850"/>
                <a:gd name="connsiteY37" fmla="*/ 977398 h 1067893"/>
                <a:gd name="connsiteX38" fmla="*/ 394202 w 1545850"/>
                <a:gd name="connsiteY38" fmla="*/ 963650 h 1067893"/>
                <a:gd name="connsiteX39" fmla="*/ 10092 w 1545850"/>
                <a:gd name="connsiteY39" fmla="*/ 712639 h 1067893"/>
                <a:gd name="connsiteX40" fmla="*/ 18557 w 1545850"/>
                <a:gd name="connsiteY40" fmla="*/ 684002 h 1067893"/>
                <a:gd name="connsiteX41" fmla="*/ 160782 w 1545850"/>
                <a:gd name="connsiteY41" fmla="*/ 705975 h 1067893"/>
                <a:gd name="connsiteX42" fmla="*/ 279954 w 1545850"/>
                <a:gd name="connsiteY42" fmla="*/ 705015 h 1067893"/>
                <a:gd name="connsiteX43" fmla="*/ 490500 w 1545850"/>
                <a:gd name="connsiteY43" fmla="*/ 746079 h 1067893"/>
                <a:gd name="connsiteX44" fmla="*/ 693902 w 1545850"/>
                <a:gd name="connsiteY44" fmla="*/ 877918 h 1067893"/>
                <a:gd name="connsiteX45" fmla="*/ 854798 w 1545850"/>
                <a:gd name="connsiteY45" fmla="*/ 998170 h 1067893"/>
                <a:gd name="connsiteX46" fmla="*/ 861402 w 1545850"/>
                <a:gd name="connsiteY46" fmla="*/ 1001052 h 1067893"/>
                <a:gd name="connsiteX47" fmla="*/ 804428 w 1545850"/>
                <a:gd name="connsiteY47" fmla="*/ 870234 h 1067893"/>
                <a:gd name="connsiteX48" fmla="*/ 739289 w 1545850"/>
                <a:gd name="connsiteY48" fmla="*/ 784743 h 1067893"/>
                <a:gd name="connsiteX49" fmla="*/ 592982 w 1545850"/>
                <a:gd name="connsiteY49" fmla="*/ 660708 h 1067893"/>
                <a:gd name="connsiteX50" fmla="*/ 423560 w 1545850"/>
                <a:gd name="connsiteY50" fmla="*/ 550722 h 1067893"/>
                <a:gd name="connsiteX51" fmla="*/ 288419 w 1545850"/>
                <a:gd name="connsiteY51" fmla="*/ 416962 h 1067893"/>
                <a:gd name="connsiteX52" fmla="*/ 193622 w 1545850"/>
                <a:gd name="connsiteY52" fmla="*/ 243818 h 1067893"/>
                <a:gd name="connsiteX53" fmla="*/ 165225 w 1545850"/>
                <a:gd name="connsiteY53" fmla="*/ 140496 h 1067893"/>
                <a:gd name="connsiteX54" fmla="*/ 150816 w 1545850"/>
                <a:gd name="connsiteY54" fmla="*/ 37895 h 1067893"/>
                <a:gd name="connsiteX55" fmla="*/ 174651 w 1545850"/>
                <a:gd name="connsiteY55" fmla="*/ 28829 h 1067893"/>
                <a:gd name="connsiteX56" fmla="*/ 331285 w 1545850"/>
                <a:gd name="connsiteY56" fmla="*/ 166492 h 1067893"/>
                <a:gd name="connsiteX57" fmla="*/ 472189 w 1545850"/>
                <a:gd name="connsiteY57" fmla="*/ 308717 h 1067893"/>
                <a:gd name="connsiteX58" fmla="*/ 570948 w 1545850"/>
                <a:gd name="connsiteY58" fmla="*/ 481501 h 1067893"/>
                <a:gd name="connsiteX59" fmla="*/ 605168 w 1545850"/>
                <a:gd name="connsiteY59" fmla="*/ 579960 h 1067893"/>
                <a:gd name="connsiteX60" fmla="*/ 623660 w 1545850"/>
                <a:gd name="connsiteY60" fmla="*/ 628348 h 1067893"/>
                <a:gd name="connsiteX61" fmla="*/ 638008 w 1545850"/>
                <a:gd name="connsiteY61" fmla="*/ 663109 h 1067893"/>
                <a:gd name="connsiteX62" fmla="*/ 667966 w 1545850"/>
                <a:gd name="connsiteY62" fmla="*/ 693608 h 1067893"/>
                <a:gd name="connsiteX63" fmla="*/ 690600 w 1545850"/>
                <a:gd name="connsiteY63" fmla="*/ 711318 h 1067893"/>
                <a:gd name="connsiteX64" fmla="*/ 651156 w 1545850"/>
                <a:gd name="connsiteY64" fmla="*/ 548681 h 1067893"/>
                <a:gd name="connsiteX65" fmla="*/ 637528 w 1545850"/>
                <a:gd name="connsiteY65" fmla="*/ 370494 h 1067893"/>
                <a:gd name="connsiteX66" fmla="*/ 710291 w 1545850"/>
                <a:gd name="connsiteY66" fmla="*/ 16882 h 1067893"/>
                <a:gd name="connsiteX67" fmla="*/ 722989 w 1545850"/>
                <a:gd name="connsiteY67" fmla="*/ 478 h 1067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545850" h="1067893">
                  <a:moveTo>
                    <a:pt x="1535006" y="710294"/>
                  </a:moveTo>
                  <a:cubicBezTo>
                    <a:pt x="1543099" y="711926"/>
                    <a:pt x="1548829" y="722440"/>
                    <a:pt x="1544191" y="730590"/>
                  </a:cubicBezTo>
                  <a:cubicBezTo>
                    <a:pt x="1483195" y="837334"/>
                    <a:pt x="1404188" y="943177"/>
                    <a:pt x="1290840" y="998411"/>
                  </a:cubicBezTo>
                  <a:cubicBezTo>
                    <a:pt x="1231944" y="1027167"/>
                    <a:pt x="1174549" y="1033472"/>
                    <a:pt x="1111092" y="1045418"/>
                  </a:cubicBezTo>
                  <a:cubicBezTo>
                    <a:pt x="1091760" y="1049050"/>
                    <a:pt x="1074650" y="1055009"/>
                    <a:pt x="1058929" y="1062610"/>
                  </a:cubicBezTo>
                  <a:lnTo>
                    <a:pt x="1050368" y="1067893"/>
                  </a:lnTo>
                  <a:lnTo>
                    <a:pt x="940848" y="1067893"/>
                  </a:lnTo>
                  <a:lnTo>
                    <a:pt x="952629" y="1037535"/>
                  </a:lnTo>
                  <a:cubicBezTo>
                    <a:pt x="989061" y="953650"/>
                    <a:pt x="1037667" y="876282"/>
                    <a:pt x="1118356" y="825087"/>
                  </a:cubicBezTo>
                  <a:cubicBezTo>
                    <a:pt x="1178152" y="787204"/>
                    <a:pt x="1245152" y="772555"/>
                    <a:pt x="1314854" y="765231"/>
                  </a:cubicBezTo>
                  <a:cubicBezTo>
                    <a:pt x="1388458" y="757486"/>
                    <a:pt x="1462182" y="752863"/>
                    <a:pt x="1526300" y="712039"/>
                  </a:cubicBezTo>
                  <a:lnTo>
                    <a:pt x="1526421" y="712039"/>
                  </a:lnTo>
                  <a:cubicBezTo>
                    <a:pt x="1529348" y="710193"/>
                    <a:pt x="1532308" y="709750"/>
                    <a:pt x="1535006" y="710294"/>
                  </a:cubicBezTo>
                  <a:close/>
                  <a:moveTo>
                    <a:pt x="722989" y="478"/>
                  </a:moveTo>
                  <a:cubicBezTo>
                    <a:pt x="730088" y="-1204"/>
                    <a:pt x="738028" y="1453"/>
                    <a:pt x="740730" y="10098"/>
                  </a:cubicBezTo>
                  <a:cubicBezTo>
                    <a:pt x="759281" y="69834"/>
                    <a:pt x="767926" y="131131"/>
                    <a:pt x="776571" y="192968"/>
                  </a:cubicBezTo>
                  <a:cubicBezTo>
                    <a:pt x="784376" y="248681"/>
                    <a:pt x="794642" y="306856"/>
                    <a:pt x="787198" y="363170"/>
                  </a:cubicBezTo>
                  <a:cubicBezTo>
                    <a:pt x="778792" y="426808"/>
                    <a:pt x="756159" y="487324"/>
                    <a:pt x="742831" y="549942"/>
                  </a:cubicBezTo>
                  <a:cubicBezTo>
                    <a:pt x="732085" y="600432"/>
                    <a:pt x="717316" y="708497"/>
                    <a:pt x="708670" y="725307"/>
                  </a:cubicBezTo>
                  <a:cubicBezTo>
                    <a:pt x="711373" y="727468"/>
                    <a:pt x="714074" y="729569"/>
                    <a:pt x="716656" y="731791"/>
                  </a:cubicBezTo>
                  <a:cubicBezTo>
                    <a:pt x="747093" y="757906"/>
                    <a:pt x="775130" y="786904"/>
                    <a:pt x="798484" y="819623"/>
                  </a:cubicBezTo>
                  <a:cubicBezTo>
                    <a:pt x="829343" y="862849"/>
                    <a:pt x="852397" y="909317"/>
                    <a:pt x="870828" y="958006"/>
                  </a:cubicBezTo>
                  <a:cubicBezTo>
                    <a:pt x="880853" y="891246"/>
                    <a:pt x="899585" y="825867"/>
                    <a:pt x="902347" y="758026"/>
                  </a:cubicBezTo>
                  <a:cubicBezTo>
                    <a:pt x="905588" y="678538"/>
                    <a:pt x="892261" y="600852"/>
                    <a:pt x="886497" y="521845"/>
                  </a:cubicBezTo>
                  <a:cubicBezTo>
                    <a:pt x="881514" y="453884"/>
                    <a:pt x="889859" y="383462"/>
                    <a:pt x="914414" y="319523"/>
                  </a:cubicBezTo>
                  <a:cubicBezTo>
                    <a:pt x="940830" y="250722"/>
                    <a:pt x="983275" y="189246"/>
                    <a:pt x="1022479" y="127288"/>
                  </a:cubicBezTo>
                  <a:cubicBezTo>
                    <a:pt x="1028122" y="118343"/>
                    <a:pt x="1043071" y="119844"/>
                    <a:pt x="1045292" y="130891"/>
                  </a:cubicBezTo>
                  <a:cubicBezTo>
                    <a:pt x="1062823" y="217823"/>
                    <a:pt x="1123399" y="289265"/>
                    <a:pt x="1137628" y="376437"/>
                  </a:cubicBezTo>
                  <a:cubicBezTo>
                    <a:pt x="1148794" y="445059"/>
                    <a:pt x="1139069" y="511638"/>
                    <a:pt x="1123940" y="578819"/>
                  </a:cubicBezTo>
                  <a:cubicBezTo>
                    <a:pt x="1107009" y="654164"/>
                    <a:pt x="1087077" y="734552"/>
                    <a:pt x="1041270" y="798370"/>
                  </a:cubicBezTo>
                  <a:cubicBezTo>
                    <a:pt x="991740" y="867412"/>
                    <a:pt x="922939" y="921144"/>
                    <a:pt x="884876" y="998050"/>
                  </a:cubicBezTo>
                  <a:cubicBezTo>
                    <a:pt x="889919" y="1013539"/>
                    <a:pt x="894602" y="1029149"/>
                    <a:pt x="898985" y="1044938"/>
                  </a:cubicBezTo>
                  <a:lnTo>
                    <a:pt x="905033" y="1067893"/>
                  </a:lnTo>
                  <a:lnTo>
                    <a:pt x="880660" y="1067893"/>
                  </a:lnTo>
                  <a:lnTo>
                    <a:pt x="871248" y="1033351"/>
                  </a:lnTo>
                  <a:cubicBezTo>
                    <a:pt x="869026" y="1031490"/>
                    <a:pt x="866805" y="1029689"/>
                    <a:pt x="864584" y="1027948"/>
                  </a:cubicBezTo>
                  <a:cubicBezTo>
                    <a:pt x="825080" y="1014320"/>
                    <a:pt x="789239" y="989945"/>
                    <a:pt x="748294" y="981180"/>
                  </a:cubicBezTo>
                  <a:cubicBezTo>
                    <a:pt x="706449" y="972235"/>
                    <a:pt x="664304" y="973375"/>
                    <a:pt x="621919" y="977398"/>
                  </a:cubicBezTo>
                  <a:cubicBezTo>
                    <a:pt x="545253" y="984722"/>
                    <a:pt x="467746" y="992527"/>
                    <a:pt x="394202" y="963650"/>
                  </a:cubicBezTo>
                  <a:cubicBezTo>
                    <a:pt x="249035" y="906736"/>
                    <a:pt x="153398" y="772675"/>
                    <a:pt x="10092" y="712639"/>
                  </a:cubicBezTo>
                  <a:cubicBezTo>
                    <a:pt x="-7439" y="705255"/>
                    <a:pt x="-534" y="679860"/>
                    <a:pt x="18557" y="684002"/>
                  </a:cubicBezTo>
                  <a:cubicBezTo>
                    <a:pt x="65565" y="694208"/>
                    <a:pt x="112333" y="706155"/>
                    <a:pt x="160782" y="705975"/>
                  </a:cubicBezTo>
                  <a:cubicBezTo>
                    <a:pt x="200466" y="705855"/>
                    <a:pt x="240270" y="704354"/>
                    <a:pt x="279954" y="705015"/>
                  </a:cubicBezTo>
                  <a:cubicBezTo>
                    <a:pt x="352717" y="706215"/>
                    <a:pt x="423800" y="715281"/>
                    <a:pt x="490500" y="746079"/>
                  </a:cubicBezTo>
                  <a:cubicBezTo>
                    <a:pt x="564464" y="780240"/>
                    <a:pt x="628583" y="829949"/>
                    <a:pt x="693902" y="877918"/>
                  </a:cubicBezTo>
                  <a:cubicBezTo>
                    <a:pt x="746674" y="916701"/>
                    <a:pt x="804368" y="954884"/>
                    <a:pt x="854798" y="998170"/>
                  </a:cubicBezTo>
                  <a:cubicBezTo>
                    <a:pt x="857019" y="999131"/>
                    <a:pt x="859181" y="1000152"/>
                    <a:pt x="861402" y="1001052"/>
                  </a:cubicBezTo>
                  <a:cubicBezTo>
                    <a:pt x="846874" y="955545"/>
                    <a:pt x="829343" y="911118"/>
                    <a:pt x="804428" y="870234"/>
                  </a:cubicBezTo>
                  <a:cubicBezTo>
                    <a:pt x="785937" y="839915"/>
                    <a:pt x="763543" y="810678"/>
                    <a:pt x="739289" y="784743"/>
                  </a:cubicBezTo>
                  <a:cubicBezTo>
                    <a:pt x="696003" y="738455"/>
                    <a:pt x="643772" y="698470"/>
                    <a:pt x="592982" y="660708"/>
                  </a:cubicBezTo>
                  <a:cubicBezTo>
                    <a:pt x="538829" y="620424"/>
                    <a:pt x="478132" y="590226"/>
                    <a:pt x="423560" y="550722"/>
                  </a:cubicBezTo>
                  <a:cubicBezTo>
                    <a:pt x="371569" y="513140"/>
                    <a:pt x="327142" y="467993"/>
                    <a:pt x="288419" y="416962"/>
                  </a:cubicBezTo>
                  <a:cubicBezTo>
                    <a:pt x="248795" y="364731"/>
                    <a:pt x="215775" y="305595"/>
                    <a:pt x="193622" y="243818"/>
                  </a:cubicBezTo>
                  <a:cubicBezTo>
                    <a:pt x="181615" y="210378"/>
                    <a:pt x="170809" y="175677"/>
                    <a:pt x="165225" y="140496"/>
                  </a:cubicBezTo>
                  <a:cubicBezTo>
                    <a:pt x="160062" y="107777"/>
                    <a:pt x="161683" y="68693"/>
                    <a:pt x="150816" y="37895"/>
                  </a:cubicBezTo>
                  <a:cubicBezTo>
                    <a:pt x="145954" y="24207"/>
                    <a:pt x="168647" y="15741"/>
                    <a:pt x="174651" y="28829"/>
                  </a:cubicBezTo>
                  <a:cubicBezTo>
                    <a:pt x="204729" y="94629"/>
                    <a:pt x="277432" y="123266"/>
                    <a:pt x="331285" y="166492"/>
                  </a:cubicBezTo>
                  <a:cubicBezTo>
                    <a:pt x="383216" y="208217"/>
                    <a:pt x="432205" y="255225"/>
                    <a:pt x="472189" y="308717"/>
                  </a:cubicBezTo>
                  <a:cubicBezTo>
                    <a:pt x="511752" y="361609"/>
                    <a:pt x="547954" y="419303"/>
                    <a:pt x="570948" y="481501"/>
                  </a:cubicBezTo>
                  <a:cubicBezTo>
                    <a:pt x="583015" y="514100"/>
                    <a:pt x="593522" y="547240"/>
                    <a:pt x="605168" y="579960"/>
                  </a:cubicBezTo>
                  <a:cubicBezTo>
                    <a:pt x="610932" y="596230"/>
                    <a:pt x="616996" y="612439"/>
                    <a:pt x="623660" y="628348"/>
                  </a:cubicBezTo>
                  <a:cubicBezTo>
                    <a:pt x="628103" y="638975"/>
                    <a:pt x="631885" y="653563"/>
                    <a:pt x="638008" y="663109"/>
                  </a:cubicBezTo>
                  <a:cubicBezTo>
                    <a:pt x="644612" y="673316"/>
                    <a:pt x="658480" y="685623"/>
                    <a:pt x="667966" y="693608"/>
                  </a:cubicBezTo>
                  <a:cubicBezTo>
                    <a:pt x="675290" y="699791"/>
                    <a:pt x="682915" y="705555"/>
                    <a:pt x="690600" y="711318"/>
                  </a:cubicBezTo>
                  <a:cubicBezTo>
                    <a:pt x="681835" y="657046"/>
                    <a:pt x="659201" y="604094"/>
                    <a:pt x="651156" y="548681"/>
                  </a:cubicBezTo>
                  <a:cubicBezTo>
                    <a:pt x="642511" y="489185"/>
                    <a:pt x="634646" y="430830"/>
                    <a:pt x="637528" y="370494"/>
                  </a:cubicBezTo>
                  <a:cubicBezTo>
                    <a:pt x="643351" y="248501"/>
                    <a:pt x="719537" y="140316"/>
                    <a:pt x="710291" y="16882"/>
                  </a:cubicBezTo>
                  <a:cubicBezTo>
                    <a:pt x="709631" y="8177"/>
                    <a:pt x="715890" y="2159"/>
                    <a:pt x="722989" y="478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2964781" y="1622003"/>
            <a:ext cx="6262439" cy="186043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2964781" y="3482434"/>
            <a:ext cx="6262439" cy="202655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120000"/>
              </a:lnSpc>
              <a:buFont typeface="+mj-lt"/>
              <a:buNone/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2026/9/19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bg>
      <p:bgPr>
        <a:solidFill>
          <a:schemeClr val="accent1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>
            <a:off x="0" y="0"/>
            <a:ext cx="12192002" cy="6858001"/>
            <a:chOff x="0" y="0"/>
            <a:chExt cx="12192002" cy="6858001"/>
          </a:xfrm>
        </p:grpSpPr>
        <p:sp>
          <p:nvSpPr>
            <p:cNvPr id="30" name="任意多边形: 形状 29"/>
            <p:cNvSpPr/>
            <p:nvPr/>
          </p:nvSpPr>
          <p:spPr>
            <a:xfrm>
              <a:off x="7487559" y="1"/>
              <a:ext cx="4704441" cy="5421469"/>
            </a:xfrm>
            <a:custGeom>
              <a:avLst/>
              <a:gdLst>
                <a:gd name="connsiteX0" fmla="*/ 0 w 4704441"/>
                <a:gd name="connsiteY0" fmla="*/ 0 h 5421469"/>
                <a:gd name="connsiteX1" fmla="*/ 4704441 w 4704441"/>
                <a:gd name="connsiteY1" fmla="*/ 0 h 5421469"/>
                <a:gd name="connsiteX2" fmla="*/ 4704441 w 4704441"/>
                <a:gd name="connsiteY2" fmla="*/ 5370535 h 5421469"/>
                <a:gd name="connsiteX3" fmla="*/ 4618387 w 4704441"/>
                <a:gd name="connsiteY3" fmla="*/ 5391422 h 5421469"/>
                <a:gd name="connsiteX4" fmla="*/ 3138203 w 4704441"/>
                <a:gd name="connsiteY4" fmla="*/ 4424291 h 5421469"/>
                <a:gd name="connsiteX5" fmla="*/ 3331691 w 4704441"/>
                <a:gd name="connsiteY5" fmla="*/ 3052157 h 5421469"/>
                <a:gd name="connsiteX6" fmla="*/ 2379645 w 4704441"/>
                <a:gd name="connsiteY6" fmla="*/ 2383652 h 5421469"/>
                <a:gd name="connsiteX7" fmla="*/ 2343749 w 4704441"/>
                <a:gd name="connsiteY7" fmla="*/ 1147989 h 5421469"/>
                <a:gd name="connsiteX8" fmla="*/ 1139108 w 4704441"/>
                <a:gd name="connsiteY8" fmla="*/ 529925 h 5421469"/>
                <a:gd name="connsiteX9" fmla="*/ 7241 w 4704441"/>
                <a:gd name="connsiteY9" fmla="*/ 8695 h 5421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04441" h="5421469">
                  <a:moveTo>
                    <a:pt x="0" y="0"/>
                  </a:moveTo>
                  <a:lnTo>
                    <a:pt x="4704441" y="0"/>
                  </a:lnTo>
                  <a:lnTo>
                    <a:pt x="4704441" y="5370535"/>
                  </a:lnTo>
                  <a:lnTo>
                    <a:pt x="4618387" y="5391422"/>
                  </a:lnTo>
                  <a:cubicBezTo>
                    <a:pt x="3934279" y="5522693"/>
                    <a:pt x="3155112" y="5228063"/>
                    <a:pt x="3138203" y="4424291"/>
                  </a:cubicBezTo>
                  <a:cubicBezTo>
                    <a:pt x="3130080" y="4038708"/>
                    <a:pt x="3554810" y="3396584"/>
                    <a:pt x="3331691" y="3052157"/>
                  </a:cubicBezTo>
                  <a:cubicBezTo>
                    <a:pt x="3120177" y="2725602"/>
                    <a:pt x="2593945" y="2748116"/>
                    <a:pt x="2379645" y="2383652"/>
                  </a:cubicBezTo>
                  <a:cubicBezTo>
                    <a:pt x="2144845" y="1984220"/>
                    <a:pt x="2430706" y="1561192"/>
                    <a:pt x="2343749" y="1147989"/>
                  </a:cubicBezTo>
                  <a:cubicBezTo>
                    <a:pt x="2238997" y="650613"/>
                    <a:pt x="1537535" y="621060"/>
                    <a:pt x="1139108" y="529925"/>
                  </a:cubicBezTo>
                  <a:cubicBezTo>
                    <a:pt x="741649" y="439060"/>
                    <a:pt x="286833" y="311337"/>
                    <a:pt x="7241" y="8695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0" y="4971117"/>
              <a:ext cx="3659048" cy="1886883"/>
            </a:xfrm>
            <a:custGeom>
              <a:avLst/>
              <a:gdLst>
                <a:gd name="connsiteX0" fmla="*/ 1376466 w 3659048"/>
                <a:gd name="connsiteY0" fmla="*/ 157 h 1886883"/>
                <a:gd name="connsiteX1" fmla="*/ 1824758 w 3659048"/>
                <a:gd name="connsiteY1" fmla="*/ 179124 h 1886883"/>
                <a:gd name="connsiteX2" fmla="*/ 2386297 w 3659048"/>
                <a:gd name="connsiteY2" fmla="*/ 509232 h 1886883"/>
                <a:gd name="connsiteX3" fmla="*/ 3234326 w 3659048"/>
                <a:gd name="connsiteY3" fmla="*/ 746089 h 1886883"/>
                <a:gd name="connsiteX4" fmla="*/ 3596347 w 3659048"/>
                <a:gd name="connsiteY4" fmla="*/ 1755512 h 1886883"/>
                <a:gd name="connsiteX5" fmla="*/ 3526032 w 3659048"/>
                <a:gd name="connsiteY5" fmla="*/ 1886883 h 1886883"/>
                <a:gd name="connsiteX6" fmla="*/ 0 w 3659048"/>
                <a:gd name="connsiteY6" fmla="*/ 1886883 h 1886883"/>
                <a:gd name="connsiteX7" fmla="*/ 0 w 3659048"/>
                <a:gd name="connsiteY7" fmla="*/ 374471 h 1886883"/>
                <a:gd name="connsiteX8" fmla="*/ 22041 w 3659048"/>
                <a:gd name="connsiteY8" fmla="*/ 377578 h 1886883"/>
                <a:gd name="connsiteX9" fmla="*/ 436377 w 3659048"/>
                <a:gd name="connsiteY9" fmla="*/ 334107 h 1886883"/>
                <a:gd name="connsiteX10" fmla="*/ 1376466 w 3659048"/>
                <a:gd name="connsiteY10" fmla="*/ 157 h 1886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59048" h="1886883">
                  <a:moveTo>
                    <a:pt x="1376466" y="157"/>
                  </a:moveTo>
                  <a:cubicBezTo>
                    <a:pt x="1516226" y="3261"/>
                    <a:pt x="1662254" y="52873"/>
                    <a:pt x="1824758" y="179124"/>
                  </a:cubicBezTo>
                  <a:cubicBezTo>
                    <a:pt x="2008711" y="322075"/>
                    <a:pt x="2154606" y="450443"/>
                    <a:pt x="2386297" y="509232"/>
                  </a:cubicBezTo>
                  <a:cubicBezTo>
                    <a:pt x="2675599" y="582604"/>
                    <a:pt x="2970788" y="586790"/>
                    <a:pt x="3234326" y="746089"/>
                  </a:cubicBezTo>
                  <a:cubicBezTo>
                    <a:pt x="3586212" y="958816"/>
                    <a:pt x="3761599" y="1364783"/>
                    <a:pt x="3596347" y="1755512"/>
                  </a:cubicBezTo>
                  <a:lnTo>
                    <a:pt x="3526032" y="1886883"/>
                  </a:lnTo>
                  <a:lnTo>
                    <a:pt x="0" y="1886883"/>
                  </a:lnTo>
                  <a:lnTo>
                    <a:pt x="0" y="374471"/>
                  </a:lnTo>
                  <a:lnTo>
                    <a:pt x="22041" y="377578"/>
                  </a:lnTo>
                  <a:cubicBezTo>
                    <a:pt x="157561" y="389377"/>
                    <a:pt x="294995" y="382826"/>
                    <a:pt x="436377" y="334107"/>
                  </a:cubicBezTo>
                  <a:cubicBezTo>
                    <a:pt x="791863" y="211596"/>
                    <a:pt x="1068996" y="-6672"/>
                    <a:pt x="1376466" y="157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多边形: 形状 31"/>
            <p:cNvSpPr/>
            <p:nvPr/>
          </p:nvSpPr>
          <p:spPr>
            <a:xfrm>
              <a:off x="0" y="0"/>
              <a:ext cx="5208792" cy="2604768"/>
            </a:xfrm>
            <a:custGeom>
              <a:avLst/>
              <a:gdLst>
                <a:gd name="connsiteX0" fmla="*/ 1087027 w 5208792"/>
                <a:gd name="connsiteY0" fmla="*/ 0 h 2604768"/>
                <a:gd name="connsiteX1" fmla="*/ 4890008 w 5208792"/>
                <a:gd name="connsiteY1" fmla="*/ 0 h 2604768"/>
                <a:gd name="connsiteX2" fmla="*/ 4892209 w 5208792"/>
                <a:gd name="connsiteY2" fmla="*/ 1705 h 2604768"/>
                <a:gd name="connsiteX3" fmla="*/ 5200063 w 5208792"/>
                <a:gd name="connsiteY3" fmla="*/ 439630 h 2604768"/>
                <a:gd name="connsiteX4" fmla="*/ 4735072 w 5208792"/>
                <a:gd name="connsiteY4" fmla="*/ 1204674 h 2604768"/>
                <a:gd name="connsiteX5" fmla="*/ 3442569 w 5208792"/>
                <a:gd name="connsiteY5" fmla="*/ 1328318 h 2604768"/>
                <a:gd name="connsiteX6" fmla="*/ 2386885 w 5208792"/>
                <a:gd name="connsiteY6" fmla="*/ 1586078 h 2604768"/>
                <a:gd name="connsiteX7" fmla="*/ 1956128 w 5208792"/>
                <a:gd name="connsiteY7" fmla="*/ 2172772 h 2604768"/>
                <a:gd name="connsiteX8" fmla="*/ 1057500 w 5208792"/>
                <a:gd name="connsiteY8" fmla="*/ 2220653 h 2604768"/>
                <a:gd name="connsiteX9" fmla="*/ 310985 w 5208792"/>
                <a:gd name="connsiteY9" fmla="*/ 2411944 h 2604768"/>
                <a:gd name="connsiteX10" fmla="*/ 27507 w 5208792"/>
                <a:gd name="connsiteY10" fmla="*/ 2592801 h 2604768"/>
                <a:gd name="connsiteX11" fmla="*/ 0 w 5208792"/>
                <a:gd name="connsiteY11" fmla="*/ 2604768 h 2604768"/>
                <a:gd name="connsiteX12" fmla="*/ 0 w 5208792"/>
                <a:gd name="connsiteY12" fmla="*/ 413420 h 2604768"/>
                <a:gd name="connsiteX13" fmla="*/ 192917 w 5208792"/>
                <a:gd name="connsiteY13" fmla="*/ 307247 h 2604768"/>
                <a:gd name="connsiteX14" fmla="*/ 862861 w 5208792"/>
                <a:gd name="connsiteY14" fmla="*/ 55419 h 2604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08792" h="2604768">
                  <a:moveTo>
                    <a:pt x="1087027" y="0"/>
                  </a:moveTo>
                  <a:lnTo>
                    <a:pt x="4890008" y="0"/>
                  </a:lnTo>
                  <a:lnTo>
                    <a:pt x="4892209" y="1705"/>
                  </a:lnTo>
                  <a:cubicBezTo>
                    <a:pt x="5046331" y="132504"/>
                    <a:pt x="5172976" y="289662"/>
                    <a:pt x="5200063" y="439630"/>
                  </a:cubicBezTo>
                  <a:cubicBezTo>
                    <a:pt x="5259121" y="766800"/>
                    <a:pt x="5009066" y="1064735"/>
                    <a:pt x="4735072" y="1204674"/>
                  </a:cubicBezTo>
                  <a:cubicBezTo>
                    <a:pt x="4334434" y="1409258"/>
                    <a:pt x="3874090" y="1339554"/>
                    <a:pt x="3442569" y="1328318"/>
                  </a:cubicBezTo>
                  <a:cubicBezTo>
                    <a:pt x="3125516" y="1320083"/>
                    <a:pt x="2597292" y="1298614"/>
                    <a:pt x="2386885" y="1586078"/>
                  </a:cubicBezTo>
                  <a:cubicBezTo>
                    <a:pt x="2239181" y="1787956"/>
                    <a:pt x="2192182" y="2043245"/>
                    <a:pt x="1956128" y="2172772"/>
                  </a:cubicBezTo>
                  <a:cubicBezTo>
                    <a:pt x="1686840" y="2320533"/>
                    <a:pt x="1346611" y="2243947"/>
                    <a:pt x="1057500" y="2220653"/>
                  </a:cubicBezTo>
                  <a:cubicBezTo>
                    <a:pt x="762976" y="2196889"/>
                    <a:pt x="545216" y="2227065"/>
                    <a:pt x="310985" y="2411944"/>
                  </a:cubicBezTo>
                  <a:cubicBezTo>
                    <a:pt x="220619" y="2483281"/>
                    <a:pt x="124547" y="2546250"/>
                    <a:pt x="27507" y="2592801"/>
                  </a:cubicBezTo>
                  <a:lnTo>
                    <a:pt x="0" y="2604768"/>
                  </a:lnTo>
                  <a:lnTo>
                    <a:pt x="0" y="413420"/>
                  </a:lnTo>
                  <a:lnTo>
                    <a:pt x="192917" y="307247"/>
                  </a:lnTo>
                  <a:cubicBezTo>
                    <a:pt x="406227" y="201053"/>
                    <a:pt x="636168" y="117853"/>
                    <a:pt x="862861" y="55419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多边形: 形状 32"/>
            <p:cNvSpPr/>
            <p:nvPr/>
          </p:nvSpPr>
          <p:spPr>
            <a:xfrm>
              <a:off x="1" y="2286745"/>
              <a:ext cx="1952419" cy="2026550"/>
            </a:xfrm>
            <a:custGeom>
              <a:avLst/>
              <a:gdLst>
                <a:gd name="connsiteX0" fmla="*/ 0 w 1952419"/>
                <a:gd name="connsiteY0" fmla="*/ 0 h 2026550"/>
                <a:gd name="connsiteX1" fmla="*/ 18477 w 1952419"/>
                <a:gd name="connsiteY1" fmla="*/ 21580 h 2026550"/>
                <a:gd name="connsiteX2" fmla="*/ 1021088 w 1952419"/>
                <a:gd name="connsiteY2" fmla="*/ 693993 h 2026550"/>
                <a:gd name="connsiteX3" fmla="*/ 1952088 w 1952419"/>
                <a:gd name="connsiteY3" fmla="*/ 1329691 h 2026550"/>
                <a:gd name="connsiteX4" fmla="*/ 1395427 w 1952419"/>
                <a:gd name="connsiteY4" fmla="*/ 1957388 h 2026550"/>
                <a:gd name="connsiteX5" fmla="*/ 460246 w 1952419"/>
                <a:gd name="connsiteY5" fmla="*/ 1960358 h 2026550"/>
                <a:gd name="connsiteX6" fmla="*/ 222206 w 1952419"/>
                <a:gd name="connsiteY6" fmla="*/ 1899718 h 2026550"/>
                <a:gd name="connsiteX7" fmla="*/ 0 w 1952419"/>
                <a:gd name="connsiteY7" fmla="*/ 1824550 h 202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2419" h="2026550">
                  <a:moveTo>
                    <a:pt x="0" y="0"/>
                  </a:moveTo>
                  <a:lnTo>
                    <a:pt x="18477" y="21580"/>
                  </a:lnTo>
                  <a:cubicBezTo>
                    <a:pt x="303246" y="354837"/>
                    <a:pt x="534434" y="608711"/>
                    <a:pt x="1021088" y="693993"/>
                  </a:cubicBezTo>
                  <a:cubicBezTo>
                    <a:pt x="1405913" y="761453"/>
                    <a:pt x="1968028" y="808488"/>
                    <a:pt x="1952088" y="1329691"/>
                  </a:cubicBezTo>
                  <a:cubicBezTo>
                    <a:pt x="1944632" y="1573230"/>
                    <a:pt x="1599569" y="1877683"/>
                    <a:pt x="1395427" y="1957388"/>
                  </a:cubicBezTo>
                  <a:cubicBezTo>
                    <a:pt x="1103824" y="2071278"/>
                    <a:pt x="757669" y="2024304"/>
                    <a:pt x="460246" y="1960358"/>
                  </a:cubicBezTo>
                  <a:cubicBezTo>
                    <a:pt x="381640" y="1943447"/>
                    <a:pt x="301994" y="1923264"/>
                    <a:pt x="222206" y="1899718"/>
                  </a:cubicBezTo>
                  <a:lnTo>
                    <a:pt x="0" y="182455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/>
            <p:cNvSpPr/>
            <p:nvPr/>
          </p:nvSpPr>
          <p:spPr>
            <a:xfrm>
              <a:off x="1100775" y="4744891"/>
              <a:ext cx="1460653" cy="735269"/>
            </a:xfrm>
            <a:custGeom>
              <a:avLst/>
              <a:gdLst>
                <a:gd name="connsiteX0" fmla="*/ 60610 w 1465988"/>
                <a:gd name="connsiteY0" fmla="*/ 183028 h 737955"/>
                <a:gd name="connsiteX1" fmla="*/ 1023909 w 1465988"/>
                <a:gd name="connsiteY1" fmla="*/ 33859 h 737955"/>
                <a:gd name="connsiteX2" fmla="*/ 1428148 w 1465988"/>
                <a:gd name="connsiteY2" fmla="*/ 435803 h 737955"/>
                <a:gd name="connsiteX3" fmla="*/ 759538 w 1465988"/>
                <a:gd name="connsiteY3" fmla="*/ 500085 h 737955"/>
                <a:gd name="connsiteX4" fmla="*/ 507764 w 1465988"/>
                <a:gd name="connsiteY4" fmla="*/ 714832 h 737955"/>
                <a:gd name="connsiteX5" fmla="*/ 1508 w 1465988"/>
                <a:gd name="connsiteY5" fmla="*/ 301998 h 737955"/>
                <a:gd name="connsiteX6" fmla="*/ 60610 w 1465988"/>
                <a:gd name="connsiteY6" fmla="*/ 182969 h 737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65988" h="737955">
                  <a:moveTo>
                    <a:pt x="60610" y="183028"/>
                  </a:moveTo>
                  <a:cubicBezTo>
                    <a:pt x="251692" y="-19239"/>
                    <a:pt x="837536" y="-28187"/>
                    <a:pt x="1023909" y="33859"/>
                  </a:cubicBezTo>
                  <a:cubicBezTo>
                    <a:pt x="1173490" y="83661"/>
                    <a:pt x="1593270" y="214522"/>
                    <a:pt x="1428148" y="435803"/>
                  </a:cubicBezTo>
                  <a:cubicBezTo>
                    <a:pt x="1252489" y="671153"/>
                    <a:pt x="968044" y="403956"/>
                    <a:pt x="759538" y="500085"/>
                  </a:cubicBezTo>
                  <a:cubicBezTo>
                    <a:pt x="657168" y="547297"/>
                    <a:pt x="607249" y="661381"/>
                    <a:pt x="507764" y="714832"/>
                  </a:cubicBezTo>
                  <a:cubicBezTo>
                    <a:pt x="297785" y="827739"/>
                    <a:pt x="-24747" y="500909"/>
                    <a:pt x="1508" y="301998"/>
                  </a:cubicBezTo>
                  <a:cubicBezTo>
                    <a:pt x="7512" y="256435"/>
                    <a:pt x="28469" y="216994"/>
                    <a:pt x="60610" y="182969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3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35"/>
            <p:cNvSpPr/>
            <p:nvPr/>
          </p:nvSpPr>
          <p:spPr>
            <a:xfrm>
              <a:off x="958673" y="1517193"/>
              <a:ext cx="1960673" cy="1371399"/>
            </a:xfrm>
            <a:custGeom>
              <a:avLst/>
              <a:gdLst>
                <a:gd name="connsiteX0" fmla="*/ 1237998 w 2382959"/>
                <a:gd name="connsiteY0" fmla="*/ 916 h 1666768"/>
                <a:gd name="connsiteX1" fmla="*/ 2376779 w 2382959"/>
                <a:gd name="connsiteY1" fmla="*/ 597474 h 1666768"/>
                <a:gd name="connsiteX2" fmla="*/ 1644945 w 2382959"/>
                <a:gd name="connsiteY2" fmla="*/ 893221 h 1666768"/>
                <a:gd name="connsiteX3" fmla="*/ 1051449 w 2382959"/>
                <a:gd name="connsiteY3" fmla="*/ 1576961 h 1666768"/>
                <a:gd name="connsiteX4" fmla="*/ 191756 w 2382959"/>
                <a:gd name="connsiteY4" fmla="*/ 1413664 h 1666768"/>
                <a:gd name="connsiteX5" fmla="*/ 1224341 w 2382959"/>
                <a:gd name="connsiteY5" fmla="*/ 1328 h 1666768"/>
                <a:gd name="connsiteX6" fmla="*/ 1237998 w 2382959"/>
                <a:gd name="connsiteY6" fmla="*/ 916 h 1666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82959" h="1666768">
                  <a:moveTo>
                    <a:pt x="1237998" y="916"/>
                  </a:moveTo>
                  <a:cubicBezTo>
                    <a:pt x="1589551" y="-8738"/>
                    <a:pt x="2464785" y="49246"/>
                    <a:pt x="2376779" y="597474"/>
                  </a:cubicBezTo>
                  <a:cubicBezTo>
                    <a:pt x="2320503" y="948262"/>
                    <a:pt x="1859456" y="701786"/>
                    <a:pt x="1644945" y="893221"/>
                  </a:cubicBezTo>
                  <a:cubicBezTo>
                    <a:pt x="1421957" y="1092250"/>
                    <a:pt x="1304400" y="1410897"/>
                    <a:pt x="1051449" y="1576961"/>
                  </a:cubicBezTo>
                  <a:cubicBezTo>
                    <a:pt x="779071" y="1755799"/>
                    <a:pt x="403206" y="1650074"/>
                    <a:pt x="191756" y="1413664"/>
                  </a:cubicBezTo>
                  <a:cubicBezTo>
                    <a:pt x="-425111" y="724273"/>
                    <a:pt x="588696" y="22697"/>
                    <a:pt x="1224341" y="1328"/>
                  </a:cubicBezTo>
                  <a:cubicBezTo>
                    <a:pt x="1228815" y="1151"/>
                    <a:pt x="1233348" y="1034"/>
                    <a:pt x="1237998" y="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2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9815879" y="3495385"/>
              <a:ext cx="2376121" cy="2868907"/>
            </a:xfrm>
            <a:custGeom>
              <a:avLst/>
              <a:gdLst>
                <a:gd name="connsiteX0" fmla="*/ 1274512 w 2376121"/>
                <a:gd name="connsiteY0" fmla="*/ 2503 h 2868907"/>
                <a:gd name="connsiteX1" fmla="*/ 1425028 w 2376121"/>
                <a:gd name="connsiteY1" fmla="*/ 26514 h 2868907"/>
                <a:gd name="connsiteX2" fmla="*/ 2035893 w 2376121"/>
                <a:gd name="connsiteY2" fmla="*/ 161816 h 2868907"/>
                <a:gd name="connsiteX3" fmla="*/ 2286518 w 2376121"/>
                <a:gd name="connsiteY3" fmla="*/ 115080 h 2868907"/>
                <a:gd name="connsiteX4" fmla="*/ 2376121 w 2376121"/>
                <a:gd name="connsiteY4" fmla="*/ 101063 h 2868907"/>
                <a:gd name="connsiteX5" fmla="*/ 2376121 w 2376121"/>
                <a:gd name="connsiteY5" fmla="*/ 2800785 h 2868907"/>
                <a:gd name="connsiteX6" fmla="*/ 2302816 w 2376121"/>
                <a:gd name="connsiteY6" fmla="*/ 2830934 h 2868907"/>
                <a:gd name="connsiteX7" fmla="*/ 2022987 w 2376121"/>
                <a:gd name="connsiteY7" fmla="*/ 2867690 h 2868907"/>
                <a:gd name="connsiteX8" fmla="*/ 1372573 w 2376121"/>
                <a:gd name="connsiteY8" fmla="*/ 2540610 h 2868907"/>
                <a:gd name="connsiteX9" fmla="*/ 591645 w 2376121"/>
                <a:gd name="connsiteY9" fmla="*/ 2479343 h 2868907"/>
                <a:gd name="connsiteX10" fmla="*/ 408747 w 2376121"/>
                <a:gd name="connsiteY10" fmla="*/ 1970126 h 2868907"/>
                <a:gd name="connsiteX11" fmla="*/ 147789 w 2376121"/>
                <a:gd name="connsiteY11" fmla="*/ 1157837 h 2868907"/>
                <a:gd name="connsiteX12" fmla="*/ 261511 w 2376121"/>
                <a:gd name="connsiteY12" fmla="*/ 237584 h 2868907"/>
                <a:gd name="connsiteX13" fmla="*/ 1274512 w 2376121"/>
                <a:gd name="connsiteY13" fmla="*/ 2503 h 2868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76121" h="2868907">
                  <a:moveTo>
                    <a:pt x="1274512" y="2503"/>
                  </a:moveTo>
                  <a:cubicBezTo>
                    <a:pt x="1324341" y="6138"/>
                    <a:pt x="1374498" y="13860"/>
                    <a:pt x="1425028" y="26514"/>
                  </a:cubicBezTo>
                  <a:cubicBezTo>
                    <a:pt x="1633044" y="78622"/>
                    <a:pt x="1812891" y="197548"/>
                    <a:pt x="2035893" y="161816"/>
                  </a:cubicBezTo>
                  <a:cubicBezTo>
                    <a:pt x="2122208" y="147991"/>
                    <a:pt x="2205617" y="129859"/>
                    <a:pt x="2286518" y="115080"/>
                  </a:cubicBezTo>
                  <a:lnTo>
                    <a:pt x="2376121" y="101063"/>
                  </a:lnTo>
                  <a:lnTo>
                    <a:pt x="2376121" y="2800785"/>
                  </a:lnTo>
                  <a:lnTo>
                    <a:pt x="2302816" y="2830934"/>
                  </a:lnTo>
                  <a:cubicBezTo>
                    <a:pt x="2211953" y="2859806"/>
                    <a:pt x="2116882" y="2873206"/>
                    <a:pt x="2022987" y="2867690"/>
                  </a:cubicBezTo>
                  <a:cubicBezTo>
                    <a:pt x="1777018" y="2853258"/>
                    <a:pt x="1604249" y="2605345"/>
                    <a:pt x="1372573" y="2540610"/>
                  </a:cubicBezTo>
                  <a:cubicBezTo>
                    <a:pt x="1116611" y="2469074"/>
                    <a:pt x="841709" y="2600557"/>
                    <a:pt x="591645" y="2479343"/>
                  </a:cubicBezTo>
                  <a:cubicBezTo>
                    <a:pt x="356916" y="2365620"/>
                    <a:pt x="425399" y="2181403"/>
                    <a:pt x="408747" y="1970126"/>
                  </a:cubicBezTo>
                  <a:cubicBezTo>
                    <a:pt x="387306" y="1697443"/>
                    <a:pt x="253255" y="1407137"/>
                    <a:pt x="147789" y="1157837"/>
                  </a:cubicBezTo>
                  <a:cubicBezTo>
                    <a:pt x="28517" y="876064"/>
                    <a:pt x="-162292" y="347143"/>
                    <a:pt x="261511" y="237584"/>
                  </a:cubicBezTo>
                  <a:cubicBezTo>
                    <a:pt x="592999" y="151919"/>
                    <a:pt x="925707" y="-22939"/>
                    <a:pt x="1274512" y="250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8753494" y="0"/>
              <a:ext cx="3436172" cy="2361077"/>
            </a:xfrm>
            <a:custGeom>
              <a:avLst/>
              <a:gdLst>
                <a:gd name="connsiteX0" fmla="*/ 283281 w 3360242"/>
                <a:gd name="connsiteY0" fmla="*/ 0 h 2361077"/>
                <a:gd name="connsiteX1" fmla="*/ 374210 w 3360242"/>
                <a:gd name="connsiteY1" fmla="*/ 0 h 2361077"/>
                <a:gd name="connsiteX2" fmla="*/ 307441 w 3360242"/>
                <a:gd name="connsiteY2" fmla="*/ 13044 h 2361077"/>
                <a:gd name="connsiteX3" fmla="*/ 139780 w 3360242"/>
                <a:gd name="connsiteY3" fmla="*/ 76376 h 2361077"/>
                <a:gd name="connsiteX4" fmla="*/ 43967 w 3360242"/>
                <a:gd name="connsiteY4" fmla="*/ 157052 h 2361077"/>
                <a:gd name="connsiteX5" fmla="*/ 39524 w 3360242"/>
                <a:gd name="connsiteY5" fmla="*/ 345554 h 2361077"/>
                <a:gd name="connsiteX6" fmla="*/ 309251 w 3360242"/>
                <a:gd name="connsiteY6" fmla="*/ 700674 h 2361077"/>
                <a:gd name="connsiteX7" fmla="*/ 318903 w 3360242"/>
                <a:gd name="connsiteY7" fmla="*/ 955702 h 2361077"/>
                <a:gd name="connsiteX8" fmla="*/ 519745 w 3360242"/>
                <a:gd name="connsiteY8" fmla="*/ 1213802 h 2361077"/>
                <a:gd name="connsiteX9" fmla="*/ 833841 w 3360242"/>
                <a:gd name="connsiteY9" fmla="*/ 1328483 h 2361077"/>
                <a:gd name="connsiteX10" fmla="*/ 1152983 w 3360242"/>
                <a:gd name="connsiteY10" fmla="*/ 1346746 h 2361077"/>
                <a:gd name="connsiteX11" fmla="*/ 1682729 w 3360242"/>
                <a:gd name="connsiteY11" fmla="*/ 1554224 h 2361077"/>
                <a:gd name="connsiteX12" fmla="*/ 1888178 w 3360242"/>
                <a:gd name="connsiteY12" fmla="*/ 2047114 h 2361077"/>
                <a:gd name="connsiteX13" fmla="*/ 2303134 w 3360242"/>
                <a:gd name="connsiteY13" fmla="*/ 2300662 h 2361077"/>
                <a:gd name="connsiteX14" fmla="*/ 3350505 w 3360242"/>
                <a:gd name="connsiteY14" fmla="*/ 2298797 h 2361077"/>
                <a:gd name="connsiteX15" fmla="*/ 3351601 w 3360242"/>
                <a:gd name="connsiteY15" fmla="*/ 2317773 h 2361077"/>
                <a:gd name="connsiteX16" fmla="*/ 2351123 w 3360242"/>
                <a:gd name="connsiteY16" fmla="*/ 2332581 h 2361077"/>
                <a:gd name="connsiteX17" fmla="*/ 1940445 w 3360242"/>
                <a:gd name="connsiteY17" fmla="*/ 2149180 h 2361077"/>
                <a:gd name="connsiteX18" fmla="*/ 1742620 w 3360242"/>
                <a:gd name="connsiteY18" fmla="*/ 1713493 h 2361077"/>
                <a:gd name="connsiteX19" fmla="*/ 1586367 w 3360242"/>
                <a:gd name="connsiteY19" fmla="*/ 1483474 h 2361077"/>
                <a:gd name="connsiteX20" fmla="*/ 1271119 w 3360242"/>
                <a:gd name="connsiteY20" fmla="*/ 1376746 h 2361077"/>
                <a:gd name="connsiteX21" fmla="*/ 927680 w 3360242"/>
                <a:gd name="connsiteY21" fmla="*/ 1352011 h 2361077"/>
                <a:gd name="connsiteX22" fmla="*/ 643475 w 3360242"/>
                <a:gd name="connsiteY22" fmla="*/ 1300183 h 2361077"/>
                <a:gd name="connsiteX23" fmla="*/ 289451 w 3360242"/>
                <a:gd name="connsiteY23" fmla="*/ 884514 h 2361077"/>
                <a:gd name="connsiteX24" fmla="*/ 269543 w 3360242"/>
                <a:gd name="connsiteY24" fmla="*/ 628663 h 2361077"/>
                <a:gd name="connsiteX25" fmla="*/ 101334 w 3360242"/>
                <a:gd name="connsiteY25" fmla="*/ 446578 h 2361077"/>
                <a:gd name="connsiteX26" fmla="*/ 1791 w 3360242"/>
                <a:gd name="connsiteY26" fmla="*/ 289228 h 2361077"/>
                <a:gd name="connsiteX27" fmla="*/ 46489 w 3360242"/>
                <a:gd name="connsiteY27" fmla="*/ 122610 h 2361077"/>
                <a:gd name="connsiteX28" fmla="*/ 196291 w 3360242"/>
                <a:gd name="connsiteY28" fmla="*/ 27735 h 2361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360242" h="2361077">
                  <a:moveTo>
                    <a:pt x="283281" y="0"/>
                  </a:moveTo>
                  <a:lnTo>
                    <a:pt x="374210" y="0"/>
                  </a:lnTo>
                  <a:lnTo>
                    <a:pt x="307441" y="13044"/>
                  </a:lnTo>
                  <a:cubicBezTo>
                    <a:pt x="248976" y="28208"/>
                    <a:pt x="191965" y="48186"/>
                    <a:pt x="139780" y="76376"/>
                  </a:cubicBezTo>
                  <a:cubicBezTo>
                    <a:pt x="103912" y="95736"/>
                    <a:pt x="64369" y="120306"/>
                    <a:pt x="43967" y="157052"/>
                  </a:cubicBezTo>
                  <a:cubicBezTo>
                    <a:pt x="13034" y="212665"/>
                    <a:pt x="7385" y="289283"/>
                    <a:pt x="39524" y="345554"/>
                  </a:cubicBezTo>
                  <a:cubicBezTo>
                    <a:pt x="113839" y="475646"/>
                    <a:pt x="291262" y="535975"/>
                    <a:pt x="309251" y="700674"/>
                  </a:cubicBezTo>
                  <a:cubicBezTo>
                    <a:pt x="318574" y="785684"/>
                    <a:pt x="291700" y="872283"/>
                    <a:pt x="318903" y="955702"/>
                  </a:cubicBezTo>
                  <a:cubicBezTo>
                    <a:pt x="353072" y="1060401"/>
                    <a:pt x="429855" y="1151718"/>
                    <a:pt x="519745" y="1213802"/>
                  </a:cubicBezTo>
                  <a:cubicBezTo>
                    <a:pt x="612542" y="1277916"/>
                    <a:pt x="721190" y="1318830"/>
                    <a:pt x="833841" y="1328483"/>
                  </a:cubicBezTo>
                  <a:cubicBezTo>
                    <a:pt x="940021" y="1337587"/>
                    <a:pt x="1046694" y="1338574"/>
                    <a:pt x="1152983" y="1346746"/>
                  </a:cubicBezTo>
                  <a:cubicBezTo>
                    <a:pt x="1338907" y="1361006"/>
                    <a:pt x="1565745" y="1389470"/>
                    <a:pt x="1682729" y="1554224"/>
                  </a:cubicBezTo>
                  <a:cubicBezTo>
                    <a:pt x="1787977" y="1702469"/>
                    <a:pt x="1795764" y="1893165"/>
                    <a:pt x="1888178" y="2047114"/>
                  </a:cubicBezTo>
                  <a:cubicBezTo>
                    <a:pt x="1976972" y="2194976"/>
                    <a:pt x="2140025" y="2266877"/>
                    <a:pt x="2303134" y="2300662"/>
                  </a:cubicBezTo>
                  <a:cubicBezTo>
                    <a:pt x="2650576" y="2372618"/>
                    <a:pt x="3001089" y="2311960"/>
                    <a:pt x="3350505" y="2298797"/>
                  </a:cubicBezTo>
                  <a:cubicBezTo>
                    <a:pt x="3362790" y="2298358"/>
                    <a:pt x="3363778" y="2316731"/>
                    <a:pt x="3351601" y="2317773"/>
                  </a:cubicBezTo>
                  <a:cubicBezTo>
                    <a:pt x="3021381" y="2346622"/>
                    <a:pt x="2680631" y="2390662"/>
                    <a:pt x="2351123" y="2332581"/>
                  </a:cubicBezTo>
                  <a:cubicBezTo>
                    <a:pt x="2204742" y="2306750"/>
                    <a:pt x="2046954" y="2258815"/>
                    <a:pt x="1940445" y="2149180"/>
                  </a:cubicBezTo>
                  <a:cubicBezTo>
                    <a:pt x="1824393" y="2029728"/>
                    <a:pt x="1799329" y="1863713"/>
                    <a:pt x="1742620" y="1713493"/>
                  </a:cubicBezTo>
                  <a:cubicBezTo>
                    <a:pt x="1709658" y="1626235"/>
                    <a:pt x="1664631" y="1538538"/>
                    <a:pt x="1586367" y="1483474"/>
                  </a:cubicBezTo>
                  <a:cubicBezTo>
                    <a:pt x="1494447" y="1418757"/>
                    <a:pt x="1381028" y="1391499"/>
                    <a:pt x="1271119" y="1376746"/>
                  </a:cubicBezTo>
                  <a:cubicBezTo>
                    <a:pt x="1157152" y="1361499"/>
                    <a:pt x="1042361" y="1358154"/>
                    <a:pt x="927680" y="1352011"/>
                  </a:cubicBezTo>
                  <a:cubicBezTo>
                    <a:pt x="830277" y="1346801"/>
                    <a:pt x="734627" y="1337697"/>
                    <a:pt x="643475" y="1300183"/>
                  </a:cubicBezTo>
                  <a:cubicBezTo>
                    <a:pt x="477844" y="1232011"/>
                    <a:pt x="297130" y="1077568"/>
                    <a:pt x="289451" y="884514"/>
                  </a:cubicBezTo>
                  <a:cubicBezTo>
                    <a:pt x="286106" y="799779"/>
                    <a:pt x="312870" y="707475"/>
                    <a:pt x="269543" y="628663"/>
                  </a:cubicBezTo>
                  <a:cubicBezTo>
                    <a:pt x="228574" y="554239"/>
                    <a:pt x="162376" y="503288"/>
                    <a:pt x="101334" y="446578"/>
                  </a:cubicBezTo>
                  <a:cubicBezTo>
                    <a:pt x="55758" y="404183"/>
                    <a:pt x="9689" y="353836"/>
                    <a:pt x="1791" y="289228"/>
                  </a:cubicBezTo>
                  <a:cubicBezTo>
                    <a:pt x="-5065" y="233232"/>
                    <a:pt x="7330" y="165553"/>
                    <a:pt x="46489" y="122610"/>
                  </a:cubicBezTo>
                  <a:cubicBezTo>
                    <a:pt x="85758" y="79557"/>
                    <a:pt x="139108" y="49749"/>
                    <a:pt x="196291" y="27735"/>
                  </a:cubicBez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2" y="1002420"/>
              <a:ext cx="1251276" cy="1363409"/>
            </a:xfrm>
            <a:custGeom>
              <a:avLst/>
              <a:gdLst>
                <a:gd name="connsiteX0" fmla="*/ 400275 w 1376921"/>
                <a:gd name="connsiteY0" fmla="*/ 1490 h 1500314"/>
                <a:gd name="connsiteX1" fmla="*/ 406708 w 1376921"/>
                <a:gd name="connsiteY1" fmla="*/ 14123 h 1500314"/>
                <a:gd name="connsiteX2" fmla="*/ 340776 w 1376921"/>
                <a:gd name="connsiteY2" fmla="*/ 161355 h 1500314"/>
                <a:gd name="connsiteX3" fmla="*/ 273759 w 1376921"/>
                <a:gd name="connsiteY3" fmla="*/ 321665 h 1500314"/>
                <a:gd name="connsiteX4" fmla="*/ 137676 w 1376921"/>
                <a:gd name="connsiteY4" fmla="*/ 489388 h 1500314"/>
                <a:gd name="connsiteX5" fmla="*/ 73793 w 1376921"/>
                <a:gd name="connsiteY5" fmla="*/ 546822 h 1500314"/>
                <a:gd name="connsiteX6" fmla="*/ 72166 w 1376921"/>
                <a:gd name="connsiteY6" fmla="*/ 549233 h 1500314"/>
                <a:gd name="connsiteX7" fmla="*/ 118572 w 1376921"/>
                <a:gd name="connsiteY7" fmla="*/ 577739 h 1500314"/>
                <a:gd name="connsiteX8" fmla="*/ 150634 w 1376921"/>
                <a:gd name="connsiteY8" fmla="*/ 597567 h 1500314"/>
                <a:gd name="connsiteX9" fmla="*/ 293587 w 1376921"/>
                <a:gd name="connsiteY9" fmla="*/ 434907 h 1500314"/>
                <a:gd name="connsiteX10" fmla="*/ 389110 w 1376921"/>
                <a:gd name="connsiteY10" fmla="*/ 284782 h 1500314"/>
                <a:gd name="connsiteX11" fmla="*/ 655972 w 1376921"/>
                <a:gd name="connsiteY11" fmla="*/ 153038 h 1500314"/>
                <a:gd name="connsiteX12" fmla="*/ 670074 w 1376921"/>
                <a:gd name="connsiteY12" fmla="*/ 177025 h 1500314"/>
                <a:gd name="connsiteX13" fmla="*/ 553759 w 1376921"/>
                <a:gd name="connsiteY13" fmla="*/ 319556 h 1500314"/>
                <a:gd name="connsiteX14" fmla="*/ 415507 w 1376921"/>
                <a:gd name="connsiteY14" fmla="*/ 466125 h 1500314"/>
                <a:gd name="connsiteX15" fmla="*/ 283522 w 1376921"/>
                <a:gd name="connsiteY15" fmla="*/ 560202 h 1500314"/>
                <a:gd name="connsiteX16" fmla="*/ 173595 w 1376921"/>
                <a:gd name="connsiteY16" fmla="*/ 611188 h 1500314"/>
                <a:gd name="connsiteX17" fmla="*/ 323961 w 1376921"/>
                <a:gd name="connsiteY17" fmla="*/ 690197 h 1500314"/>
                <a:gd name="connsiteX18" fmla="*/ 537788 w 1376921"/>
                <a:gd name="connsiteY18" fmla="*/ 414054 h 1500314"/>
                <a:gd name="connsiteX19" fmla="*/ 838279 w 1376921"/>
                <a:gd name="connsiteY19" fmla="*/ 294183 h 1500314"/>
                <a:gd name="connsiteX20" fmla="*/ 848525 w 1376921"/>
                <a:gd name="connsiteY20" fmla="*/ 318411 h 1500314"/>
                <a:gd name="connsiteX21" fmla="*/ 694603 w 1376921"/>
                <a:gd name="connsiteY21" fmla="*/ 429543 h 1500314"/>
                <a:gd name="connsiteX22" fmla="*/ 568223 w 1376921"/>
                <a:gd name="connsiteY22" fmla="*/ 559298 h 1500314"/>
                <a:gd name="connsiteX23" fmla="*/ 357771 w 1376921"/>
                <a:gd name="connsiteY23" fmla="*/ 705023 h 1500314"/>
                <a:gd name="connsiteX24" fmla="*/ 407190 w 1376921"/>
                <a:gd name="connsiteY24" fmla="*/ 724730 h 1500314"/>
                <a:gd name="connsiteX25" fmla="*/ 435154 w 1376921"/>
                <a:gd name="connsiteY25" fmla="*/ 734253 h 1500314"/>
                <a:gd name="connsiteX26" fmla="*/ 585580 w 1376921"/>
                <a:gd name="connsiteY26" fmla="*/ 622096 h 1500314"/>
                <a:gd name="connsiteX27" fmla="*/ 724254 w 1376921"/>
                <a:gd name="connsiteY27" fmla="*/ 528381 h 1500314"/>
                <a:gd name="connsiteX28" fmla="*/ 863170 w 1376921"/>
                <a:gd name="connsiteY28" fmla="*/ 495535 h 1500314"/>
                <a:gd name="connsiteX29" fmla="*/ 1043006 w 1376921"/>
                <a:gd name="connsiteY29" fmla="*/ 472212 h 1500314"/>
                <a:gd name="connsiteX30" fmla="*/ 1051926 w 1376921"/>
                <a:gd name="connsiteY30" fmla="*/ 493245 h 1500314"/>
                <a:gd name="connsiteX31" fmla="*/ 910720 w 1376921"/>
                <a:gd name="connsiteY31" fmla="*/ 552005 h 1500314"/>
                <a:gd name="connsiteX32" fmla="*/ 737031 w 1376921"/>
                <a:gd name="connsiteY32" fmla="*/ 647589 h 1500314"/>
                <a:gd name="connsiteX33" fmla="*/ 609265 w 1376921"/>
                <a:gd name="connsiteY33" fmla="*/ 718222 h 1500314"/>
                <a:gd name="connsiteX34" fmla="*/ 478908 w 1376921"/>
                <a:gd name="connsiteY34" fmla="*/ 746848 h 1500314"/>
                <a:gd name="connsiteX35" fmla="*/ 566717 w 1376921"/>
                <a:gd name="connsiteY35" fmla="*/ 769629 h 1500314"/>
                <a:gd name="connsiteX36" fmla="*/ 888783 w 1376921"/>
                <a:gd name="connsiteY36" fmla="*/ 672720 h 1500314"/>
                <a:gd name="connsiteX37" fmla="*/ 1265632 w 1376921"/>
                <a:gd name="connsiteY37" fmla="*/ 724068 h 1500314"/>
                <a:gd name="connsiteX38" fmla="*/ 1271599 w 1376921"/>
                <a:gd name="connsiteY38" fmla="*/ 745462 h 1500314"/>
                <a:gd name="connsiteX39" fmla="*/ 958934 w 1376921"/>
                <a:gd name="connsiteY39" fmla="*/ 804283 h 1500314"/>
                <a:gd name="connsiteX40" fmla="*/ 622283 w 1376921"/>
                <a:gd name="connsiteY40" fmla="*/ 787107 h 1500314"/>
                <a:gd name="connsiteX41" fmla="*/ 656996 w 1376921"/>
                <a:gd name="connsiteY41" fmla="*/ 801269 h 1500314"/>
                <a:gd name="connsiteX42" fmla="*/ 1032459 w 1376921"/>
                <a:gd name="connsiteY42" fmla="*/ 875639 h 1500314"/>
                <a:gd name="connsiteX43" fmla="*/ 1370316 w 1376921"/>
                <a:gd name="connsiteY43" fmla="*/ 1074339 h 1500314"/>
                <a:gd name="connsiteX44" fmla="*/ 1364832 w 1376921"/>
                <a:gd name="connsiteY44" fmla="*/ 1095915 h 1500314"/>
                <a:gd name="connsiteX45" fmla="*/ 970505 w 1376921"/>
                <a:gd name="connsiteY45" fmla="*/ 1006780 h 1500314"/>
                <a:gd name="connsiteX46" fmla="*/ 616979 w 1376921"/>
                <a:gd name="connsiteY46" fmla="*/ 808140 h 1500314"/>
                <a:gd name="connsiteX47" fmla="*/ 612399 w 1376921"/>
                <a:gd name="connsiteY47" fmla="*/ 803258 h 1500314"/>
                <a:gd name="connsiteX48" fmla="*/ 589919 w 1376921"/>
                <a:gd name="connsiteY48" fmla="*/ 796267 h 1500314"/>
                <a:gd name="connsiteX49" fmla="*/ 817186 w 1376921"/>
                <a:gd name="connsiteY49" fmla="*/ 1040348 h 1500314"/>
                <a:gd name="connsiteX50" fmla="*/ 1044754 w 1376921"/>
                <a:gd name="connsiteY50" fmla="*/ 1366392 h 1500314"/>
                <a:gd name="connsiteX51" fmla="*/ 1030953 w 1376921"/>
                <a:gd name="connsiteY51" fmla="*/ 1380254 h 1500314"/>
                <a:gd name="connsiteX52" fmla="*/ 855576 w 1376921"/>
                <a:gd name="connsiteY52" fmla="*/ 1285635 h 1500314"/>
                <a:gd name="connsiteX53" fmla="*/ 745167 w 1376921"/>
                <a:gd name="connsiteY53" fmla="*/ 1159315 h 1500314"/>
                <a:gd name="connsiteX54" fmla="*/ 540862 w 1376921"/>
                <a:gd name="connsiteY54" fmla="*/ 784877 h 1500314"/>
                <a:gd name="connsiteX55" fmla="*/ 540500 w 1376921"/>
                <a:gd name="connsiteY55" fmla="*/ 783129 h 1500314"/>
                <a:gd name="connsiteX56" fmla="*/ 473845 w 1376921"/>
                <a:gd name="connsiteY56" fmla="*/ 766736 h 1500314"/>
                <a:gd name="connsiteX57" fmla="*/ 538391 w 1376921"/>
                <a:gd name="connsiteY57" fmla="*/ 877266 h 1500314"/>
                <a:gd name="connsiteX58" fmla="*/ 617823 w 1376921"/>
                <a:gd name="connsiteY58" fmla="*/ 1071808 h 1500314"/>
                <a:gd name="connsiteX59" fmla="*/ 680561 w 1376921"/>
                <a:gd name="connsiteY59" fmla="*/ 1273280 h 1500314"/>
                <a:gd name="connsiteX60" fmla="*/ 714129 w 1376921"/>
                <a:gd name="connsiteY60" fmla="*/ 1487167 h 1500314"/>
                <a:gd name="connsiteX61" fmla="*/ 695989 w 1376921"/>
                <a:gd name="connsiteY61" fmla="*/ 1497835 h 1500314"/>
                <a:gd name="connsiteX62" fmla="*/ 518563 w 1376921"/>
                <a:gd name="connsiteY62" fmla="*/ 1176672 h 1500314"/>
                <a:gd name="connsiteX63" fmla="*/ 476798 w 1376921"/>
                <a:gd name="connsiteY63" fmla="*/ 960555 h 1500314"/>
                <a:gd name="connsiteX64" fmla="*/ 438288 w 1376921"/>
                <a:gd name="connsiteY64" fmla="*/ 797232 h 1500314"/>
                <a:gd name="connsiteX65" fmla="*/ 432141 w 1376921"/>
                <a:gd name="connsiteY65" fmla="*/ 774210 h 1500314"/>
                <a:gd name="connsiteX66" fmla="*/ 428344 w 1376921"/>
                <a:gd name="connsiteY66" fmla="*/ 756069 h 1500314"/>
                <a:gd name="connsiteX67" fmla="*/ 406889 w 1376921"/>
                <a:gd name="connsiteY67" fmla="*/ 747330 h 1500314"/>
                <a:gd name="connsiteX68" fmla="*/ 378503 w 1376921"/>
                <a:gd name="connsiteY68" fmla="*/ 736965 h 1500314"/>
                <a:gd name="connsiteX69" fmla="*/ 366570 w 1376921"/>
                <a:gd name="connsiteY69" fmla="*/ 732023 h 1500314"/>
                <a:gd name="connsiteX70" fmla="*/ 393329 w 1376921"/>
                <a:gd name="connsiteY70" fmla="*/ 821338 h 1500314"/>
                <a:gd name="connsiteX71" fmla="*/ 409540 w 1376921"/>
                <a:gd name="connsiteY71" fmla="*/ 1004670 h 1500314"/>
                <a:gd name="connsiteX72" fmla="*/ 399114 w 1376921"/>
                <a:gd name="connsiteY72" fmla="*/ 1457215 h 1500314"/>
                <a:gd name="connsiteX73" fmla="*/ 383324 w 1376921"/>
                <a:gd name="connsiteY73" fmla="*/ 1466496 h 1500314"/>
                <a:gd name="connsiteX74" fmla="*/ 267431 w 1376921"/>
                <a:gd name="connsiteY74" fmla="*/ 1177094 h 1500314"/>
                <a:gd name="connsiteX75" fmla="*/ 334568 w 1376921"/>
                <a:gd name="connsiteY75" fmla="*/ 724128 h 1500314"/>
                <a:gd name="connsiteX76" fmla="*/ 334870 w 1376921"/>
                <a:gd name="connsiteY76" fmla="*/ 718704 h 1500314"/>
                <a:gd name="connsiteX77" fmla="*/ 334629 w 1376921"/>
                <a:gd name="connsiteY77" fmla="*/ 718885 h 1500314"/>
                <a:gd name="connsiteX78" fmla="*/ 325890 w 1376921"/>
                <a:gd name="connsiteY78" fmla="*/ 714967 h 1500314"/>
                <a:gd name="connsiteX79" fmla="*/ 321069 w 1376921"/>
                <a:gd name="connsiteY79" fmla="*/ 712858 h 1500314"/>
                <a:gd name="connsiteX80" fmla="*/ 233923 w 1376921"/>
                <a:gd name="connsiteY80" fmla="*/ 670671 h 1500314"/>
                <a:gd name="connsiteX81" fmla="*/ 253389 w 1376921"/>
                <a:gd name="connsiteY81" fmla="*/ 932049 h 1500314"/>
                <a:gd name="connsiteX82" fmla="*/ 201800 w 1376921"/>
                <a:gd name="connsiteY82" fmla="*/ 1117611 h 1500314"/>
                <a:gd name="connsiteX83" fmla="*/ 172691 w 1376921"/>
                <a:gd name="connsiteY83" fmla="*/ 1307331 h 1500314"/>
                <a:gd name="connsiteX84" fmla="*/ 184142 w 1376921"/>
                <a:gd name="connsiteY84" fmla="*/ 1342587 h 1500314"/>
                <a:gd name="connsiteX85" fmla="*/ 161904 w 1376921"/>
                <a:gd name="connsiteY85" fmla="*/ 1351989 h 1500314"/>
                <a:gd name="connsiteX86" fmla="*/ 149428 w 1376921"/>
                <a:gd name="connsiteY86" fmla="*/ 1316733 h 1500314"/>
                <a:gd name="connsiteX87" fmla="*/ 121766 w 1376921"/>
                <a:gd name="connsiteY87" fmla="*/ 1006418 h 1500314"/>
                <a:gd name="connsiteX88" fmla="*/ 154310 w 1376921"/>
                <a:gd name="connsiteY88" fmla="*/ 817602 h 1500314"/>
                <a:gd name="connsiteX89" fmla="*/ 192700 w 1376921"/>
                <a:gd name="connsiteY89" fmla="*/ 648553 h 1500314"/>
                <a:gd name="connsiteX90" fmla="*/ 168051 w 1376921"/>
                <a:gd name="connsiteY90" fmla="*/ 634210 h 1500314"/>
                <a:gd name="connsiteX91" fmla="*/ 142317 w 1376921"/>
                <a:gd name="connsiteY91" fmla="*/ 618781 h 1500314"/>
                <a:gd name="connsiteX92" fmla="*/ 122188 w 1376921"/>
                <a:gd name="connsiteY92" fmla="*/ 606366 h 1500314"/>
                <a:gd name="connsiteX93" fmla="*/ 133940 w 1376921"/>
                <a:gd name="connsiteY93" fmla="*/ 702311 h 1500314"/>
                <a:gd name="connsiteX94" fmla="*/ 98021 w 1376921"/>
                <a:gd name="connsiteY94" fmla="*/ 866056 h 1500314"/>
                <a:gd name="connsiteX95" fmla="*/ 10091 w 1376921"/>
                <a:gd name="connsiteY95" fmla="*/ 1067529 h 1500314"/>
                <a:gd name="connsiteX96" fmla="*/ 0 w 1376921"/>
                <a:gd name="connsiteY96" fmla="*/ 1118340 h 1500314"/>
                <a:gd name="connsiteX97" fmla="*/ 0 w 1376921"/>
                <a:gd name="connsiteY97" fmla="*/ 773825 h 1500314"/>
                <a:gd name="connsiteX98" fmla="*/ 10573 w 1376921"/>
                <a:gd name="connsiteY98" fmla="*/ 749199 h 1500314"/>
                <a:gd name="connsiteX99" fmla="*/ 83255 w 1376921"/>
                <a:gd name="connsiteY99" fmla="*/ 582259 h 1500314"/>
                <a:gd name="connsiteX100" fmla="*/ 43238 w 1376921"/>
                <a:gd name="connsiteY100" fmla="*/ 557791 h 1500314"/>
                <a:gd name="connsiteX101" fmla="*/ 10189 w 1376921"/>
                <a:gd name="connsiteY101" fmla="*/ 695667 h 1500314"/>
                <a:gd name="connsiteX102" fmla="*/ 0 w 1376921"/>
                <a:gd name="connsiteY102" fmla="*/ 710433 h 1500314"/>
                <a:gd name="connsiteX103" fmla="*/ 0 w 1376921"/>
                <a:gd name="connsiteY103" fmla="*/ 561721 h 1500314"/>
                <a:gd name="connsiteX104" fmla="*/ 10814 w 1376921"/>
                <a:gd name="connsiteY104" fmla="*/ 538506 h 1500314"/>
                <a:gd name="connsiteX105" fmla="*/ 0 w 1376921"/>
                <a:gd name="connsiteY105" fmla="*/ 533069 h 1500314"/>
                <a:gd name="connsiteX106" fmla="*/ 0 w 1376921"/>
                <a:gd name="connsiteY106" fmla="*/ 508867 h 1500314"/>
                <a:gd name="connsiteX107" fmla="*/ 50771 w 1376921"/>
                <a:gd name="connsiteY107" fmla="*/ 536457 h 1500314"/>
                <a:gd name="connsiteX108" fmla="*/ 187457 w 1376921"/>
                <a:gd name="connsiteY108" fmla="*/ 195526 h 1500314"/>
                <a:gd name="connsiteX109" fmla="*/ 385614 w 1376921"/>
                <a:gd name="connsiteY109" fmla="*/ 2190 h 1500314"/>
                <a:gd name="connsiteX110" fmla="*/ 400275 w 1376921"/>
                <a:gd name="connsiteY110" fmla="*/ 1490 h 150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376921" h="1500314">
                  <a:moveTo>
                    <a:pt x="400275" y="1490"/>
                  </a:moveTo>
                  <a:cubicBezTo>
                    <a:pt x="404704" y="3622"/>
                    <a:pt x="407763" y="7976"/>
                    <a:pt x="406708" y="14123"/>
                  </a:cubicBezTo>
                  <a:cubicBezTo>
                    <a:pt x="397608" y="67158"/>
                    <a:pt x="357470" y="110008"/>
                    <a:pt x="340776" y="161355"/>
                  </a:cubicBezTo>
                  <a:cubicBezTo>
                    <a:pt x="322575" y="217283"/>
                    <a:pt x="305580" y="271583"/>
                    <a:pt x="273759" y="321665"/>
                  </a:cubicBezTo>
                  <a:cubicBezTo>
                    <a:pt x="234766" y="383077"/>
                    <a:pt x="188963" y="437860"/>
                    <a:pt x="137676" y="489388"/>
                  </a:cubicBezTo>
                  <a:cubicBezTo>
                    <a:pt x="119656" y="507468"/>
                    <a:pt x="98744" y="534528"/>
                    <a:pt x="73793" y="546822"/>
                  </a:cubicBezTo>
                  <a:cubicBezTo>
                    <a:pt x="73251" y="547606"/>
                    <a:pt x="72709" y="548450"/>
                    <a:pt x="72166" y="549233"/>
                  </a:cubicBezTo>
                  <a:cubicBezTo>
                    <a:pt x="87775" y="558575"/>
                    <a:pt x="103264" y="568097"/>
                    <a:pt x="118572" y="577739"/>
                  </a:cubicBezTo>
                  <a:cubicBezTo>
                    <a:pt x="129179" y="584429"/>
                    <a:pt x="139906" y="591058"/>
                    <a:pt x="150634" y="597567"/>
                  </a:cubicBezTo>
                  <a:cubicBezTo>
                    <a:pt x="201981" y="547124"/>
                    <a:pt x="252364" y="493848"/>
                    <a:pt x="293587" y="434907"/>
                  </a:cubicBezTo>
                  <a:cubicBezTo>
                    <a:pt x="327517" y="386332"/>
                    <a:pt x="354095" y="332513"/>
                    <a:pt x="389110" y="284782"/>
                  </a:cubicBezTo>
                  <a:cubicBezTo>
                    <a:pt x="455886" y="193718"/>
                    <a:pt x="551469" y="176301"/>
                    <a:pt x="655972" y="153038"/>
                  </a:cubicBezTo>
                  <a:cubicBezTo>
                    <a:pt x="668748" y="150206"/>
                    <a:pt x="678391" y="167322"/>
                    <a:pt x="670074" y="177025"/>
                  </a:cubicBezTo>
                  <a:cubicBezTo>
                    <a:pt x="630057" y="223671"/>
                    <a:pt x="597573" y="276043"/>
                    <a:pt x="553759" y="319556"/>
                  </a:cubicBezTo>
                  <a:cubicBezTo>
                    <a:pt x="505967" y="367046"/>
                    <a:pt x="462214" y="417670"/>
                    <a:pt x="415507" y="466125"/>
                  </a:cubicBezTo>
                  <a:cubicBezTo>
                    <a:pt x="377659" y="505359"/>
                    <a:pt x="331917" y="535553"/>
                    <a:pt x="283522" y="560202"/>
                  </a:cubicBezTo>
                  <a:cubicBezTo>
                    <a:pt x="248989" y="577739"/>
                    <a:pt x="212046" y="601002"/>
                    <a:pt x="173595" y="611188"/>
                  </a:cubicBezTo>
                  <a:cubicBezTo>
                    <a:pt x="222412" y="639995"/>
                    <a:pt x="272433" y="666693"/>
                    <a:pt x="323961" y="690197"/>
                  </a:cubicBezTo>
                  <a:cubicBezTo>
                    <a:pt x="408817" y="609500"/>
                    <a:pt x="450763" y="493004"/>
                    <a:pt x="537788" y="414054"/>
                  </a:cubicBezTo>
                  <a:cubicBezTo>
                    <a:pt x="624091" y="335768"/>
                    <a:pt x="728413" y="320580"/>
                    <a:pt x="838279" y="294183"/>
                  </a:cubicBezTo>
                  <a:cubicBezTo>
                    <a:pt x="852020" y="290929"/>
                    <a:pt x="858710" y="310516"/>
                    <a:pt x="848525" y="318411"/>
                  </a:cubicBezTo>
                  <a:cubicBezTo>
                    <a:pt x="798081" y="357645"/>
                    <a:pt x="741611" y="385186"/>
                    <a:pt x="694603" y="429543"/>
                  </a:cubicBezTo>
                  <a:cubicBezTo>
                    <a:pt x="650668" y="471007"/>
                    <a:pt x="610832" y="516448"/>
                    <a:pt x="568223" y="559298"/>
                  </a:cubicBezTo>
                  <a:cubicBezTo>
                    <a:pt x="507715" y="620107"/>
                    <a:pt x="441241" y="681459"/>
                    <a:pt x="357771" y="705023"/>
                  </a:cubicBezTo>
                  <a:cubicBezTo>
                    <a:pt x="374103" y="711894"/>
                    <a:pt x="390556" y="718583"/>
                    <a:pt x="407190" y="724730"/>
                  </a:cubicBezTo>
                  <a:cubicBezTo>
                    <a:pt x="416411" y="728166"/>
                    <a:pt x="425752" y="731300"/>
                    <a:pt x="435154" y="734253"/>
                  </a:cubicBezTo>
                  <a:cubicBezTo>
                    <a:pt x="483367" y="694476"/>
                    <a:pt x="535739" y="659823"/>
                    <a:pt x="585580" y="622096"/>
                  </a:cubicBezTo>
                  <a:cubicBezTo>
                    <a:pt x="629213" y="589070"/>
                    <a:pt x="673751" y="550680"/>
                    <a:pt x="724254" y="528381"/>
                  </a:cubicBezTo>
                  <a:cubicBezTo>
                    <a:pt x="769575" y="508372"/>
                    <a:pt x="813992" y="500357"/>
                    <a:pt x="863170" y="495535"/>
                  </a:cubicBezTo>
                  <a:cubicBezTo>
                    <a:pt x="923376" y="489629"/>
                    <a:pt x="982739" y="477636"/>
                    <a:pt x="1043006" y="472212"/>
                  </a:cubicBezTo>
                  <a:cubicBezTo>
                    <a:pt x="1054939" y="471127"/>
                    <a:pt x="1061026" y="485410"/>
                    <a:pt x="1051926" y="493245"/>
                  </a:cubicBezTo>
                  <a:cubicBezTo>
                    <a:pt x="1012270" y="527236"/>
                    <a:pt x="957608" y="531695"/>
                    <a:pt x="910720" y="552005"/>
                  </a:cubicBezTo>
                  <a:cubicBezTo>
                    <a:pt x="849790" y="578402"/>
                    <a:pt x="791392" y="609259"/>
                    <a:pt x="737031" y="647589"/>
                  </a:cubicBezTo>
                  <a:cubicBezTo>
                    <a:pt x="697737" y="675312"/>
                    <a:pt x="656695" y="706228"/>
                    <a:pt x="609265" y="718222"/>
                  </a:cubicBezTo>
                  <a:cubicBezTo>
                    <a:pt x="566234" y="729130"/>
                    <a:pt x="522420" y="737567"/>
                    <a:pt x="478908" y="746848"/>
                  </a:cubicBezTo>
                  <a:cubicBezTo>
                    <a:pt x="508137" y="754623"/>
                    <a:pt x="537608" y="761614"/>
                    <a:pt x="566717" y="769629"/>
                  </a:cubicBezTo>
                  <a:cubicBezTo>
                    <a:pt x="672244" y="710025"/>
                    <a:pt x="765597" y="675131"/>
                    <a:pt x="888783" y="672720"/>
                  </a:cubicBezTo>
                  <a:cubicBezTo>
                    <a:pt x="1017332" y="670189"/>
                    <a:pt x="1137264" y="726840"/>
                    <a:pt x="1265632" y="724068"/>
                  </a:cubicBezTo>
                  <a:cubicBezTo>
                    <a:pt x="1277686" y="723826"/>
                    <a:pt x="1284134" y="740098"/>
                    <a:pt x="1271599" y="745462"/>
                  </a:cubicBezTo>
                  <a:cubicBezTo>
                    <a:pt x="1173846" y="787167"/>
                    <a:pt x="1065666" y="812660"/>
                    <a:pt x="958934" y="804283"/>
                  </a:cubicBezTo>
                  <a:cubicBezTo>
                    <a:pt x="849007" y="795665"/>
                    <a:pt x="732993" y="774933"/>
                    <a:pt x="622283" y="787107"/>
                  </a:cubicBezTo>
                  <a:cubicBezTo>
                    <a:pt x="634035" y="791386"/>
                    <a:pt x="645606" y="796026"/>
                    <a:pt x="656996" y="801269"/>
                  </a:cubicBezTo>
                  <a:cubicBezTo>
                    <a:pt x="779097" y="837671"/>
                    <a:pt x="911022" y="836706"/>
                    <a:pt x="1032459" y="875639"/>
                  </a:cubicBezTo>
                  <a:cubicBezTo>
                    <a:pt x="1159924" y="916500"/>
                    <a:pt x="1253880" y="1012083"/>
                    <a:pt x="1370316" y="1074339"/>
                  </a:cubicBezTo>
                  <a:cubicBezTo>
                    <a:pt x="1381224" y="1080185"/>
                    <a:pt x="1378090" y="1096999"/>
                    <a:pt x="1364832" y="1095915"/>
                  </a:cubicBezTo>
                  <a:cubicBezTo>
                    <a:pt x="1225856" y="1084464"/>
                    <a:pt x="1096282" y="1073375"/>
                    <a:pt x="970505" y="1006780"/>
                  </a:cubicBezTo>
                  <a:cubicBezTo>
                    <a:pt x="850996" y="943499"/>
                    <a:pt x="735826" y="872505"/>
                    <a:pt x="616979" y="808140"/>
                  </a:cubicBezTo>
                  <a:cubicBezTo>
                    <a:pt x="614689" y="806874"/>
                    <a:pt x="613243" y="805127"/>
                    <a:pt x="612399" y="803258"/>
                  </a:cubicBezTo>
                  <a:cubicBezTo>
                    <a:pt x="604926" y="800848"/>
                    <a:pt x="597453" y="798497"/>
                    <a:pt x="589919" y="796267"/>
                  </a:cubicBezTo>
                  <a:cubicBezTo>
                    <a:pt x="682791" y="850990"/>
                    <a:pt x="758365" y="957783"/>
                    <a:pt x="817186" y="1040348"/>
                  </a:cubicBezTo>
                  <a:cubicBezTo>
                    <a:pt x="892941" y="1146780"/>
                    <a:pt x="956764" y="1269845"/>
                    <a:pt x="1044754" y="1366392"/>
                  </a:cubicBezTo>
                  <a:cubicBezTo>
                    <a:pt x="1052227" y="1374649"/>
                    <a:pt x="1039149" y="1387848"/>
                    <a:pt x="1030953" y="1380254"/>
                  </a:cubicBezTo>
                  <a:cubicBezTo>
                    <a:pt x="981233" y="1334451"/>
                    <a:pt x="908490" y="1328424"/>
                    <a:pt x="855576" y="1285635"/>
                  </a:cubicBezTo>
                  <a:cubicBezTo>
                    <a:pt x="811039" y="1249595"/>
                    <a:pt x="777410" y="1206444"/>
                    <a:pt x="745167" y="1159315"/>
                  </a:cubicBezTo>
                  <a:cubicBezTo>
                    <a:pt x="662722" y="1038962"/>
                    <a:pt x="598477" y="918428"/>
                    <a:pt x="540862" y="784877"/>
                  </a:cubicBezTo>
                  <a:cubicBezTo>
                    <a:pt x="540561" y="784274"/>
                    <a:pt x="540681" y="783732"/>
                    <a:pt x="540500" y="783129"/>
                  </a:cubicBezTo>
                  <a:cubicBezTo>
                    <a:pt x="518322" y="777585"/>
                    <a:pt x="496023" y="772402"/>
                    <a:pt x="473845" y="766736"/>
                  </a:cubicBezTo>
                  <a:cubicBezTo>
                    <a:pt x="504401" y="794640"/>
                    <a:pt x="522661" y="841889"/>
                    <a:pt x="538391" y="877266"/>
                  </a:cubicBezTo>
                  <a:cubicBezTo>
                    <a:pt x="566897" y="941209"/>
                    <a:pt x="591788" y="1006840"/>
                    <a:pt x="617823" y="1071808"/>
                  </a:cubicBezTo>
                  <a:cubicBezTo>
                    <a:pt x="644099" y="1137559"/>
                    <a:pt x="668628" y="1203250"/>
                    <a:pt x="680561" y="1273280"/>
                  </a:cubicBezTo>
                  <a:cubicBezTo>
                    <a:pt x="692674" y="1344455"/>
                    <a:pt x="699123" y="1416474"/>
                    <a:pt x="714129" y="1487167"/>
                  </a:cubicBezTo>
                  <a:cubicBezTo>
                    <a:pt x="716118" y="1496569"/>
                    <a:pt x="703281" y="1504524"/>
                    <a:pt x="695989" y="1497835"/>
                  </a:cubicBezTo>
                  <a:cubicBezTo>
                    <a:pt x="610651" y="1419126"/>
                    <a:pt x="550445" y="1286418"/>
                    <a:pt x="518563" y="1176672"/>
                  </a:cubicBezTo>
                  <a:cubicBezTo>
                    <a:pt x="498133" y="1106461"/>
                    <a:pt x="489274" y="1032453"/>
                    <a:pt x="476798" y="960555"/>
                  </a:cubicBezTo>
                  <a:cubicBezTo>
                    <a:pt x="467276" y="905592"/>
                    <a:pt x="452692" y="851231"/>
                    <a:pt x="438288" y="797232"/>
                  </a:cubicBezTo>
                  <a:cubicBezTo>
                    <a:pt x="436239" y="789578"/>
                    <a:pt x="434190" y="781864"/>
                    <a:pt x="432141" y="774210"/>
                  </a:cubicBezTo>
                  <a:cubicBezTo>
                    <a:pt x="430875" y="769328"/>
                    <a:pt x="430574" y="760288"/>
                    <a:pt x="428344" y="756069"/>
                  </a:cubicBezTo>
                  <a:cubicBezTo>
                    <a:pt x="425391" y="750645"/>
                    <a:pt x="412313" y="749139"/>
                    <a:pt x="406889" y="747330"/>
                  </a:cubicBezTo>
                  <a:cubicBezTo>
                    <a:pt x="397306" y="744136"/>
                    <a:pt x="387844" y="740701"/>
                    <a:pt x="378503" y="736965"/>
                  </a:cubicBezTo>
                  <a:cubicBezTo>
                    <a:pt x="374525" y="735337"/>
                    <a:pt x="370548" y="733650"/>
                    <a:pt x="366570" y="732023"/>
                  </a:cubicBezTo>
                  <a:cubicBezTo>
                    <a:pt x="382601" y="758118"/>
                    <a:pt x="386760" y="791446"/>
                    <a:pt x="393329" y="821338"/>
                  </a:cubicBezTo>
                  <a:cubicBezTo>
                    <a:pt x="406587" y="881485"/>
                    <a:pt x="412494" y="943078"/>
                    <a:pt x="409540" y="1004670"/>
                  </a:cubicBezTo>
                  <a:cubicBezTo>
                    <a:pt x="402128" y="1157568"/>
                    <a:pt x="383505" y="1304318"/>
                    <a:pt x="399114" y="1457215"/>
                  </a:cubicBezTo>
                  <a:cubicBezTo>
                    <a:pt x="399958" y="1465411"/>
                    <a:pt x="390315" y="1472402"/>
                    <a:pt x="383324" y="1466496"/>
                  </a:cubicBezTo>
                  <a:cubicBezTo>
                    <a:pt x="296540" y="1393513"/>
                    <a:pt x="263273" y="1288588"/>
                    <a:pt x="267431" y="1177094"/>
                  </a:cubicBezTo>
                  <a:cubicBezTo>
                    <a:pt x="273277" y="1020882"/>
                    <a:pt x="358133" y="882208"/>
                    <a:pt x="334568" y="724128"/>
                  </a:cubicBezTo>
                  <a:cubicBezTo>
                    <a:pt x="334267" y="722139"/>
                    <a:pt x="334388" y="720331"/>
                    <a:pt x="334870" y="718704"/>
                  </a:cubicBezTo>
                  <a:lnTo>
                    <a:pt x="334629" y="718885"/>
                  </a:lnTo>
                  <a:cubicBezTo>
                    <a:pt x="331676" y="717498"/>
                    <a:pt x="328783" y="716233"/>
                    <a:pt x="325890" y="714967"/>
                  </a:cubicBezTo>
                  <a:cubicBezTo>
                    <a:pt x="324082" y="714726"/>
                    <a:pt x="322515" y="713943"/>
                    <a:pt x="321069" y="712858"/>
                  </a:cubicBezTo>
                  <a:cubicBezTo>
                    <a:pt x="291538" y="699659"/>
                    <a:pt x="262549" y="685617"/>
                    <a:pt x="233923" y="670671"/>
                  </a:cubicBezTo>
                  <a:cubicBezTo>
                    <a:pt x="277978" y="741726"/>
                    <a:pt x="268877" y="862079"/>
                    <a:pt x="253389" y="932049"/>
                  </a:cubicBezTo>
                  <a:cubicBezTo>
                    <a:pt x="239467" y="994907"/>
                    <a:pt x="219097" y="1055716"/>
                    <a:pt x="201800" y="1117611"/>
                  </a:cubicBezTo>
                  <a:cubicBezTo>
                    <a:pt x="186613" y="1172092"/>
                    <a:pt x="161662" y="1246461"/>
                    <a:pt x="172691" y="1307331"/>
                  </a:cubicBezTo>
                  <a:cubicBezTo>
                    <a:pt x="176187" y="1319083"/>
                    <a:pt x="179923" y="1330835"/>
                    <a:pt x="184142" y="1342587"/>
                  </a:cubicBezTo>
                  <a:cubicBezTo>
                    <a:pt x="189446" y="1357292"/>
                    <a:pt x="168955" y="1365850"/>
                    <a:pt x="161904" y="1351989"/>
                  </a:cubicBezTo>
                  <a:cubicBezTo>
                    <a:pt x="156239" y="1340779"/>
                    <a:pt x="152201" y="1328967"/>
                    <a:pt x="149428" y="1316733"/>
                  </a:cubicBezTo>
                  <a:cubicBezTo>
                    <a:pt x="116944" y="1217051"/>
                    <a:pt x="110014" y="1110740"/>
                    <a:pt x="121766" y="1006418"/>
                  </a:cubicBezTo>
                  <a:cubicBezTo>
                    <a:pt x="128877" y="942897"/>
                    <a:pt x="140027" y="879918"/>
                    <a:pt x="154310" y="817602"/>
                  </a:cubicBezTo>
                  <a:cubicBezTo>
                    <a:pt x="157926" y="801993"/>
                    <a:pt x="191013" y="647890"/>
                    <a:pt x="192700" y="648553"/>
                  </a:cubicBezTo>
                  <a:cubicBezTo>
                    <a:pt x="183901" y="645299"/>
                    <a:pt x="176127" y="638910"/>
                    <a:pt x="168051" y="634210"/>
                  </a:cubicBezTo>
                  <a:cubicBezTo>
                    <a:pt x="159433" y="629147"/>
                    <a:pt x="150814" y="624024"/>
                    <a:pt x="142317" y="618781"/>
                  </a:cubicBezTo>
                  <a:cubicBezTo>
                    <a:pt x="135567" y="614683"/>
                    <a:pt x="128877" y="610525"/>
                    <a:pt x="122188" y="606366"/>
                  </a:cubicBezTo>
                  <a:cubicBezTo>
                    <a:pt x="133156" y="636379"/>
                    <a:pt x="134422" y="674166"/>
                    <a:pt x="133940" y="702311"/>
                  </a:cubicBezTo>
                  <a:cubicBezTo>
                    <a:pt x="132975" y="759324"/>
                    <a:pt x="119898" y="813443"/>
                    <a:pt x="98021" y="866056"/>
                  </a:cubicBezTo>
                  <a:cubicBezTo>
                    <a:pt x="69996" y="933495"/>
                    <a:pt x="32932" y="998041"/>
                    <a:pt x="10091" y="1067529"/>
                  </a:cubicBezTo>
                  <a:lnTo>
                    <a:pt x="0" y="1118340"/>
                  </a:lnTo>
                  <a:lnTo>
                    <a:pt x="0" y="773825"/>
                  </a:lnTo>
                  <a:lnTo>
                    <a:pt x="10573" y="749199"/>
                  </a:lnTo>
                  <a:cubicBezTo>
                    <a:pt x="33475" y="695200"/>
                    <a:pt x="46010" y="628183"/>
                    <a:pt x="83255" y="582259"/>
                  </a:cubicBezTo>
                  <a:cubicBezTo>
                    <a:pt x="69936" y="574003"/>
                    <a:pt x="56617" y="565867"/>
                    <a:pt x="43238" y="557791"/>
                  </a:cubicBezTo>
                  <a:cubicBezTo>
                    <a:pt x="49717" y="605613"/>
                    <a:pt x="34092" y="652139"/>
                    <a:pt x="10189" y="695667"/>
                  </a:cubicBezTo>
                  <a:lnTo>
                    <a:pt x="0" y="710433"/>
                  </a:lnTo>
                  <a:lnTo>
                    <a:pt x="0" y="561721"/>
                  </a:lnTo>
                  <a:lnTo>
                    <a:pt x="10814" y="538506"/>
                  </a:lnTo>
                  <a:lnTo>
                    <a:pt x="0" y="533069"/>
                  </a:lnTo>
                  <a:lnTo>
                    <a:pt x="0" y="508867"/>
                  </a:lnTo>
                  <a:lnTo>
                    <a:pt x="50771" y="536457"/>
                  </a:lnTo>
                  <a:cubicBezTo>
                    <a:pt x="119837" y="434605"/>
                    <a:pt x="127431" y="302802"/>
                    <a:pt x="187457" y="195526"/>
                  </a:cubicBezTo>
                  <a:cubicBezTo>
                    <a:pt x="233682" y="112840"/>
                    <a:pt x="306303" y="51669"/>
                    <a:pt x="385614" y="2190"/>
                  </a:cubicBezTo>
                  <a:cubicBezTo>
                    <a:pt x="390044" y="-552"/>
                    <a:pt x="395845" y="-642"/>
                    <a:pt x="400275" y="1490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9692446" y="26291"/>
              <a:ext cx="2499554" cy="1309023"/>
            </a:xfrm>
            <a:custGeom>
              <a:avLst/>
              <a:gdLst>
                <a:gd name="connsiteX0" fmla="*/ 2327548 w 2327548"/>
                <a:gd name="connsiteY0" fmla="*/ 379583 h 1218943"/>
                <a:gd name="connsiteX1" fmla="*/ 2327548 w 2327548"/>
                <a:gd name="connsiteY1" fmla="*/ 493956 h 1218943"/>
                <a:gd name="connsiteX2" fmla="*/ 2297176 w 2327548"/>
                <a:gd name="connsiteY2" fmla="*/ 550647 h 1218943"/>
                <a:gd name="connsiteX3" fmla="*/ 2265717 w 2327548"/>
                <a:gd name="connsiteY3" fmla="*/ 664310 h 1218943"/>
                <a:gd name="connsiteX4" fmla="*/ 2283857 w 2327548"/>
                <a:gd name="connsiteY4" fmla="*/ 713006 h 1218943"/>
                <a:gd name="connsiteX5" fmla="*/ 2294042 w 2327548"/>
                <a:gd name="connsiteY5" fmla="*/ 789424 h 1218943"/>
                <a:gd name="connsiteX6" fmla="*/ 2209186 w 2327548"/>
                <a:gd name="connsiteY6" fmla="*/ 968297 h 1218943"/>
                <a:gd name="connsiteX7" fmla="*/ 2062918 w 2327548"/>
                <a:gd name="connsiteY7" fmla="*/ 1073041 h 1218943"/>
                <a:gd name="connsiteX8" fmla="*/ 2045380 w 2327548"/>
                <a:gd name="connsiteY8" fmla="*/ 1053996 h 1218943"/>
                <a:gd name="connsiteX9" fmla="*/ 2127042 w 2327548"/>
                <a:gd name="connsiteY9" fmla="*/ 828297 h 1218943"/>
                <a:gd name="connsiteX10" fmla="*/ 2155669 w 2327548"/>
                <a:gd name="connsiteY10" fmla="*/ 618990 h 1218943"/>
                <a:gd name="connsiteX11" fmla="*/ 2279108 w 2327548"/>
                <a:gd name="connsiteY11" fmla="*/ 426479 h 1218943"/>
                <a:gd name="connsiteX12" fmla="*/ 1387046 w 2327548"/>
                <a:gd name="connsiteY12" fmla="*/ 47461 h 1218943"/>
                <a:gd name="connsiteX13" fmla="*/ 1706801 w 2327548"/>
                <a:gd name="connsiteY13" fmla="*/ 219721 h 1218943"/>
                <a:gd name="connsiteX14" fmla="*/ 1828781 w 2327548"/>
                <a:gd name="connsiteY14" fmla="*/ 297707 h 1218943"/>
                <a:gd name="connsiteX15" fmla="*/ 1955463 w 2327548"/>
                <a:gd name="connsiteY15" fmla="*/ 301744 h 1218943"/>
                <a:gd name="connsiteX16" fmla="*/ 2057374 w 2327548"/>
                <a:gd name="connsiteY16" fmla="*/ 337965 h 1218943"/>
                <a:gd name="connsiteX17" fmla="*/ 2057494 w 2327548"/>
                <a:gd name="connsiteY17" fmla="*/ 338206 h 1218943"/>
                <a:gd name="connsiteX18" fmla="*/ 2167662 w 2327548"/>
                <a:gd name="connsiteY18" fmla="*/ 402571 h 1218943"/>
                <a:gd name="connsiteX19" fmla="*/ 2171338 w 2327548"/>
                <a:gd name="connsiteY19" fmla="*/ 404319 h 1218943"/>
                <a:gd name="connsiteX20" fmla="*/ 2185561 w 2327548"/>
                <a:gd name="connsiteY20" fmla="*/ 399980 h 1218943"/>
                <a:gd name="connsiteX21" fmla="*/ 2191046 w 2327548"/>
                <a:gd name="connsiteY21" fmla="*/ 399919 h 1218943"/>
                <a:gd name="connsiteX22" fmla="*/ 2327548 w 2327548"/>
                <a:gd name="connsiteY22" fmla="*/ 350872 h 1218943"/>
                <a:gd name="connsiteX23" fmla="*/ 2327548 w 2327548"/>
                <a:gd name="connsiteY23" fmla="*/ 373761 h 1218943"/>
                <a:gd name="connsiteX24" fmla="*/ 2130598 w 2327548"/>
                <a:gd name="connsiteY24" fmla="*/ 443553 h 1218943"/>
                <a:gd name="connsiteX25" fmla="*/ 2088471 w 2327548"/>
                <a:gd name="connsiteY25" fmla="*/ 554986 h 1218943"/>
                <a:gd name="connsiteX26" fmla="*/ 2016573 w 2327548"/>
                <a:gd name="connsiteY26" fmla="*/ 656897 h 1218943"/>
                <a:gd name="connsiteX27" fmla="*/ 1956969 w 2327548"/>
                <a:gd name="connsiteY27" fmla="*/ 862347 h 1218943"/>
                <a:gd name="connsiteX28" fmla="*/ 1940275 w 2327548"/>
                <a:gd name="connsiteY28" fmla="*/ 987823 h 1218943"/>
                <a:gd name="connsiteX29" fmla="*/ 1555772 w 2327548"/>
                <a:gd name="connsiteY29" fmla="*/ 1218103 h 1218943"/>
                <a:gd name="connsiteX30" fmla="*/ 1540284 w 2327548"/>
                <a:gd name="connsiteY30" fmla="*/ 1196166 h 1218943"/>
                <a:gd name="connsiteX31" fmla="*/ 1591571 w 2327548"/>
                <a:gd name="connsiteY31" fmla="*/ 1150182 h 1218943"/>
                <a:gd name="connsiteX32" fmla="*/ 1638097 w 2327548"/>
                <a:gd name="connsiteY32" fmla="*/ 1073824 h 1218943"/>
                <a:gd name="connsiteX33" fmla="*/ 1713732 w 2327548"/>
                <a:gd name="connsiteY33" fmla="*/ 985654 h 1218943"/>
                <a:gd name="connsiteX34" fmla="*/ 1793706 w 2327548"/>
                <a:gd name="connsiteY34" fmla="*/ 841495 h 1218943"/>
                <a:gd name="connsiteX35" fmla="*/ 1820344 w 2327548"/>
                <a:gd name="connsiteY35" fmla="*/ 722528 h 1218943"/>
                <a:gd name="connsiteX36" fmla="*/ 1987705 w 2327548"/>
                <a:gd name="connsiteY36" fmla="*/ 523949 h 1218943"/>
                <a:gd name="connsiteX37" fmla="*/ 2060628 w 2327548"/>
                <a:gd name="connsiteY37" fmla="*/ 467780 h 1218943"/>
                <a:gd name="connsiteX38" fmla="*/ 1803530 w 2327548"/>
                <a:gd name="connsiteY38" fmla="*/ 551008 h 1218943"/>
                <a:gd name="connsiteX39" fmla="*/ 1802565 w 2327548"/>
                <a:gd name="connsiteY39" fmla="*/ 556372 h 1218943"/>
                <a:gd name="connsiteX40" fmla="*/ 1655514 w 2327548"/>
                <a:gd name="connsiteY40" fmla="*/ 827212 h 1218943"/>
                <a:gd name="connsiteX41" fmla="*/ 1509065 w 2327548"/>
                <a:gd name="connsiteY41" fmla="*/ 913213 h 1218943"/>
                <a:gd name="connsiteX42" fmla="*/ 1382806 w 2327548"/>
                <a:gd name="connsiteY42" fmla="*/ 1027961 h 1218943"/>
                <a:gd name="connsiteX43" fmla="*/ 1102806 w 2327548"/>
                <a:gd name="connsiteY43" fmla="*/ 1146144 h 1218943"/>
                <a:gd name="connsiteX44" fmla="*/ 717278 w 2327548"/>
                <a:gd name="connsiteY44" fmla="*/ 1209304 h 1218943"/>
                <a:gd name="connsiteX45" fmla="*/ 711855 w 2327548"/>
                <a:gd name="connsiteY45" fmla="*/ 1185378 h 1218943"/>
                <a:gd name="connsiteX46" fmla="*/ 1005475 w 2327548"/>
                <a:gd name="connsiteY46" fmla="*/ 1007952 h 1218943"/>
                <a:gd name="connsiteX47" fmla="*/ 1238949 w 2327548"/>
                <a:gd name="connsiteY47" fmla="*/ 846437 h 1218943"/>
                <a:gd name="connsiteX48" fmla="*/ 1545045 w 2327548"/>
                <a:gd name="connsiteY48" fmla="*/ 731809 h 1218943"/>
                <a:gd name="connsiteX49" fmla="*/ 1745251 w 2327548"/>
                <a:gd name="connsiteY49" fmla="*/ 567823 h 1218943"/>
                <a:gd name="connsiteX50" fmla="*/ 1307593 w 2327548"/>
                <a:gd name="connsiteY50" fmla="*/ 647857 h 1218943"/>
                <a:gd name="connsiteX51" fmla="*/ 1274988 w 2327548"/>
                <a:gd name="connsiteY51" fmla="*/ 649726 h 1218943"/>
                <a:gd name="connsiteX52" fmla="*/ 1262574 w 2327548"/>
                <a:gd name="connsiteY52" fmla="*/ 650630 h 1218943"/>
                <a:gd name="connsiteX53" fmla="*/ 1261910 w 2327548"/>
                <a:gd name="connsiteY53" fmla="*/ 650328 h 1218943"/>
                <a:gd name="connsiteX54" fmla="*/ 1212552 w 2327548"/>
                <a:gd name="connsiteY54" fmla="*/ 651775 h 1218943"/>
                <a:gd name="connsiteX55" fmla="*/ 1131131 w 2327548"/>
                <a:gd name="connsiteY55" fmla="*/ 716803 h 1218943"/>
                <a:gd name="connsiteX56" fmla="*/ 1030907 w 2327548"/>
                <a:gd name="connsiteY56" fmla="*/ 784724 h 1218943"/>
                <a:gd name="connsiteX57" fmla="*/ 850046 w 2327548"/>
                <a:gd name="connsiteY57" fmla="*/ 911887 h 1218943"/>
                <a:gd name="connsiteX58" fmla="*/ 630132 w 2327548"/>
                <a:gd name="connsiteY58" fmla="*/ 922313 h 1218943"/>
                <a:gd name="connsiteX59" fmla="*/ 489951 w 2327548"/>
                <a:gd name="connsiteY59" fmla="*/ 910079 h 1218943"/>
                <a:gd name="connsiteX60" fmla="*/ 375263 w 2327548"/>
                <a:gd name="connsiteY60" fmla="*/ 937380 h 1218943"/>
                <a:gd name="connsiteX61" fmla="*/ 368031 w 2327548"/>
                <a:gd name="connsiteY61" fmla="*/ 917673 h 1218943"/>
                <a:gd name="connsiteX62" fmla="*/ 558535 w 2327548"/>
                <a:gd name="connsiteY62" fmla="*/ 815701 h 1218943"/>
                <a:gd name="connsiteX63" fmla="*/ 746568 w 2327548"/>
                <a:gd name="connsiteY63" fmla="*/ 745128 h 1218943"/>
                <a:gd name="connsiteX64" fmla="*/ 870899 w 2327548"/>
                <a:gd name="connsiteY64" fmla="*/ 739945 h 1218943"/>
                <a:gd name="connsiteX65" fmla="*/ 999328 w 2327548"/>
                <a:gd name="connsiteY65" fmla="*/ 692576 h 1218943"/>
                <a:gd name="connsiteX66" fmla="*/ 1100576 w 2327548"/>
                <a:gd name="connsiteY66" fmla="*/ 647677 h 1218943"/>
                <a:gd name="connsiteX67" fmla="*/ 929177 w 2327548"/>
                <a:gd name="connsiteY67" fmla="*/ 608262 h 1218943"/>
                <a:gd name="connsiteX68" fmla="*/ 923994 w 2327548"/>
                <a:gd name="connsiteY68" fmla="*/ 606996 h 1218943"/>
                <a:gd name="connsiteX69" fmla="*/ 918027 w 2327548"/>
                <a:gd name="connsiteY69" fmla="*/ 603863 h 1218943"/>
                <a:gd name="connsiteX70" fmla="*/ 902840 w 2327548"/>
                <a:gd name="connsiteY70" fmla="*/ 596872 h 1218943"/>
                <a:gd name="connsiteX71" fmla="*/ 694256 w 2327548"/>
                <a:gd name="connsiteY71" fmla="*/ 596751 h 1218943"/>
                <a:gd name="connsiteX72" fmla="*/ 476512 w 2327548"/>
                <a:gd name="connsiteY72" fmla="*/ 578008 h 1218943"/>
                <a:gd name="connsiteX73" fmla="*/ 225922 w 2327548"/>
                <a:gd name="connsiteY73" fmla="*/ 487306 h 1218943"/>
                <a:gd name="connsiteX74" fmla="*/ 16977 w 2327548"/>
                <a:gd name="connsiteY74" fmla="*/ 417276 h 1218943"/>
                <a:gd name="connsiteX75" fmla="*/ 12095 w 2327548"/>
                <a:gd name="connsiteY75" fmla="*/ 419506 h 1218943"/>
                <a:gd name="connsiteX76" fmla="*/ 3778 w 2327548"/>
                <a:gd name="connsiteY76" fmla="*/ 403776 h 1218943"/>
                <a:gd name="connsiteX77" fmla="*/ 301316 w 2327548"/>
                <a:gd name="connsiteY77" fmla="*/ 357853 h 1218943"/>
                <a:gd name="connsiteX78" fmla="*/ 652069 w 2327548"/>
                <a:gd name="connsiteY78" fmla="*/ 378404 h 1218943"/>
                <a:gd name="connsiteX79" fmla="*/ 974979 w 2327548"/>
                <a:gd name="connsiteY79" fmla="*/ 481159 h 1218943"/>
                <a:gd name="connsiteX80" fmla="*/ 1146680 w 2327548"/>
                <a:gd name="connsiteY80" fmla="*/ 554745 h 1218943"/>
                <a:gd name="connsiteX81" fmla="*/ 1273663 w 2327548"/>
                <a:gd name="connsiteY81" fmla="*/ 627186 h 1218943"/>
                <a:gd name="connsiteX82" fmla="*/ 1277279 w 2327548"/>
                <a:gd name="connsiteY82" fmla="*/ 629657 h 1218943"/>
                <a:gd name="connsiteX83" fmla="*/ 1358398 w 2327548"/>
                <a:gd name="connsiteY83" fmla="*/ 622485 h 1218943"/>
                <a:gd name="connsiteX84" fmla="*/ 1641833 w 2327548"/>
                <a:gd name="connsiteY84" fmla="*/ 572283 h 1218943"/>
                <a:gd name="connsiteX85" fmla="*/ 1477245 w 2327548"/>
                <a:gd name="connsiteY85" fmla="*/ 547814 h 1218943"/>
                <a:gd name="connsiteX86" fmla="*/ 1290357 w 2327548"/>
                <a:gd name="connsiteY86" fmla="*/ 457715 h 1218943"/>
                <a:gd name="connsiteX87" fmla="*/ 1026810 w 2327548"/>
                <a:gd name="connsiteY87" fmla="*/ 360685 h 1218943"/>
                <a:gd name="connsiteX88" fmla="*/ 769892 w 2327548"/>
                <a:gd name="connsiteY88" fmla="*/ 264078 h 1218943"/>
                <a:gd name="connsiteX89" fmla="*/ 770916 w 2327548"/>
                <a:gd name="connsiteY89" fmla="*/ 242683 h 1218943"/>
                <a:gd name="connsiteX90" fmla="*/ 1069478 w 2327548"/>
                <a:gd name="connsiteY90" fmla="*/ 210380 h 1218943"/>
                <a:gd name="connsiteX91" fmla="*/ 1293189 w 2327548"/>
                <a:gd name="connsiteY91" fmla="*/ 289450 h 1218943"/>
                <a:gd name="connsiteX92" fmla="*/ 1546792 w 2327548"/>
                <a:gd name="connsiteY92" fmla="*/ 435356 h 1218943"/>
                <a:gd name="connsiteX93" fmla="*/ 1725665 w 2327548"/>
                <a:gd name="connsiteY93" fmla="*/ 550828 h 1218943"/>
                <a:gd name="connsiteX94" fmla="*/ 1845957 w 2327548"/>
                <a:gd name="connsiteY94" fmla="*/ 514969 h 1218943"/>
                <a:gd name="connsiteX95" fmla="*/ 2106853 w 2327548"/>
                <a:gd name="connsiteY95" fmla="*/ 428847 h 1218943"/>
                <a:gd name="connsiteX96" fmla="*/ 2078045 w 2327548"/>
                <a:gd name="connsiteY96" fmla="*/ 431198 h 1218943"/>
                <a:gd name="connsiteX97" fmla="*/ 1930090 w 2327548"/>
                <a:gd name="connsiteY97" fmla="*/ 453677 h 1218943"/>
                <a:gd name="connsiteX98" fmla="*/ 1681851 w 2327548"/>
                <a:gd name="connsiteY98" fmla="*/ 417397 h 1218943"/>
                <a:gd name="connsiteX99" fmla="*/ 1519250 w 2327548"/>
                <a:gd name="connsiteY99" fmla="*/ 272093 h 1218943"/>
                <a:gd name="connsiteX100" fmla="*/ 1452113 w 2327548"/>
                <a:gd name="connsiteY100" fmla="*/ 166566 h 1218943"/>
                <a:gd name="connsiteX101" fmla="*/ 1332363 w 2327548"/>
                <a:gd name="connsiteY101" fmla="*/ 74418 h 1218943"/>
                <a:gd name="connsiteX102" fmla="*/ 1333146 w 2327548"/>
                <a:gd name="connsiteY102" fmla="*/ 56518 h 1218943"/>
                <a:gd name="connsiteX103" fmla="*/ 1387046 w 2327548"/>
                <a:gd name="connsiteY103" fmla="*/ 47461 h 1218943"/>
                <a:gd name="connsiteX104" fmla="*/ 1945518 w 2327548"/>
                <a:gd name="connsiteY104" fmla="*/ 349 h 1218943"/>
                <a:gd name="connsiteX105" fmla="*/ 2098416 w 2327548"/>
                <a:gd name="connsiteY105" fmla="*/ 45068 h 1218943"/>
                <a:gd name="connsiteX106" fmla="*/ 2212200 w 2327548"/>
                <a:gd name="connsiteY106" fmla="*/ 197001 h 1218943"/>
                <a:gd name="connsiteX107" fmla="*/ 2291518 w 2327548"/>
                <a:gd name="connsiteY107" fmla="*/ 273720 h 1218943"/>
                <a:gd name="connsiteX108" fmla="*/ 2327548 w 2327548"/>
                <a:gd name="connsiteY108" fmla="*/ 295960 h 1218943"/>
                <a:gd name="connsiteX109" fmla="*/ 2327548 w 2327548"/>
                <a:gd name="connsiteY109" fmla="*/ 342551 h 1218943"/>
                <a:gd name="connsiteX110" fmla="*/ 2273737 w 2327548"/>
                <a:gd name="connsiteY110" fmla="*/ 339100 h 1218943"/>
                <a:gd name="connsiteX111" fmla="*/ 2067921 w 2327548"/>
                <a:gd name="connsiteY111" fmla="*/ 269562 h 1218943"/>
                <a:gd name="connsiteX112" fmla="*/ 1948351 w 2327548"/>
                <a:gd name="connsiteY112" fmla="*/ 140892 h 1218943"/>
                <a:gd name="connsiteX113" fmla="*/ 1775023 w 2327548"/>
                <a:gd name="connsiteY113" fmla="*/ 37233 h 1218943"/>
                <a:gd name="connsiteX114" fmla="*/ 1781050 w 2327548"/>
                <a:gd name="connsiteY114" fmla="*/ 18188 h 1218943"/>
                <a:gd name="connsiteX115" fmla="*/ 1945518 w 2327548"/>
                <a:gd name="connsiteY115" fmla="*/ 349 h 121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327548" h="1218943">
                  <a:moveTo>
                    <a:pt x="2327548" y="379583"/>
                  </a:moveTo>
                  <a:lnTo>
                    <a:pt x="2327548" y="493956"/>
                  </a:lnTo>
                  <a:lnTo>
                    <a:pt x="2297176" y="550647"/>
                  </a:lnTo>
                  <a:cubicBezTo>
                    <a:pt x="2274154" y="585602"/>
                    <a:pt x="2250168" y="619833"/>
                    <a:pt x="2265717" y="664310"/>
                  </a:cubicBezTo>
                  <a:cubicBezTo>
                    <a:pt x="2271442" y="680582"/>
                    <a:pt x="2278674" y="696553"/>
                    <a:pt x="2283857" y="713006"/>
                  </a:cubicBezTo>
                  <a:cubicBezTo>
                    <a:pt x="2291692" y="738077"/>
                    <a:pt x="2296392" y="762847"/>
                    <a:pt x="2294042" y="789424"/>
                  </a:cubicBezTo>
                  <a:cubicBezTo>
                    <a:pt x="2287895" y="859515"/>
                    <a:pt x="2258545" y="918456"/>
                    <a:pt x="2209186" y="968297"/>
                  </a:cubicBezTo>
                  <a:cubicBezTo>
                    <a:pt x="2167542" y="1010363"/>
                    <a:pt x="2122281" y="1058516"/>
                    <a:pt x="2062918" y="1073041"/>
                  </a:cubicBezTo>
                  <a:cubicBezTo>
                    <a:pt x="2050564" y="1076054"/>
                    <a:pt x="2041102" y="1066170"/>
                    <a:pt x="2045380" y="1053996"/>
                  </a:cubicBezTo>
                  <a:cubicBezTo>
                    <a:pt x="2072802" y="976372"/>
                    <a:pt x="2118364" y="912610"/>
                    <a:pt x="2127042" y="828297"/>
                  </a:cubicBezTo>
                  <a:cubicBezTo>
                    <a:pt x="2134154" y="759170"/>
                    <a:pt x="2126018" y="683716"/>
                    <a:pt x="2155669" y="618990"/>
                  </a:cubicBezTo>
                  <a:cubicBezTo>
                    <a:pt x="2185773" y="553268"/>
                    <a:pt x="2227402" y="484123"/>
                    <a:pt x="2279108" y="426479"/>
                  </a:cubicBezTo>
                  <a:close/>
                  <a:moveTo>
                    <a:pt x="1387046" y="47461"/>
                  </a:moveTo>
                  <a:cubicBezTo>
                    <a:pt x="1512280" y="40348"/>
                    <a:pt x="1631919" y="127174"/>
                    <a:pt x="1706801" y="219721"/>
                  </a:cubicBezTo>
                  <a:cubicBezTo>
                    <a:pt x="1737899" y="258111"/>
                    <a:pt x="1777554" y="292041"/>
                    <a:pt x="1828781" y="297707"/>
                  </a:cubicBezTo>
                  <a:cubicBezTo>
                    <a:pt x="1870848" y="302407"/>
                    <a:pt x="1913457" y="295899"/>
                    <a:pt x="1955463" y="301744"/>
                  </a:cubicBezTo>
                  <a:cubicBezTo>
                    <a:pt x="1993672" y="307108"/>
                    <a:pt x="2024770" y="317414"/>
                    <a:pt x="2057374" y="337965"/>
                  </a:cubicBezTo>
                  <a:lnTo>
                    <a:pt x="2057494" y="338206"/>
                  </a:lnTo>
                  <a:cubicBezTo>
                    <a:pt x="2094197" y="361348"/>
                    <a:pt x="2124210" y="391783"/>
                    <a:pt x="2167662" y="402571"/>
                  </a:cubicBezTo>
                  <a:cubicBezTo>
                    <a:pt x="2169109" y="402933"/>
                    <a:pt x="2170254" y="403596"/>
                    <a:pt x="2171338" y="404319"/>
                  </a:cubicBezTo>
                  <a:cubicBezTo>
                    <a:pt x="2176100" y="403113"/>
                    <a:pt x="2180861" y="401667"/>
                    <a:pt x="2185561" y="399980"/>
                  </a:cubicBezTo>
                  <a:cubicBezTo>
                    <a:pt x="2187611" y="399256"/>
                    <a:pt x="2189419" y="399437"/>
                    <a:pt x="2191046" y="399919"/>
                  </a:cubicBezTo>
                  <a:lnTo>
                    <a:pt x="2327548" y="350872"/>
                  </a:lnTo>
                  <a:lnTo>
                    <a:pt x="2327548" y="373761"/>
                  </a:lnTo>
                  <a:lnTo>
                    <a:pt x="2130598" y="443553"/>
                  </a:lnTo>
                  <a:cubicBezTo>
                    <a:pt x="2105647" y="474289"/>
                    <a:pt x="2103960" y="518766"/>
                    <a:pt x="2088471" y="554986"/>
                  </a:cubicBezTo>
                  <a:cubicBezTo>
                    <a:pt x="2071838" y="594039"/>
                    <a:pt x="2041162" y="622967"/>
                    <a:pt x="2016573" y="656897"/>
                  </a:cubicBezTo>
                  <a:cubicBezTo>
                    <a:pt x="1974085" y="715417"/>
                    <a:pt x="1958837" y="791052"/>
                    <a:pt x="1956969" y="862347"/>
                  </a:cubicBezTo>
                  <a:cubicBezTo>
                    <a:pt x="1955884" y="904354"/>
                    <a:pt x="1956005" y="948107"/>
                    <a:pt x="1940275" y="987823"/>
                  </a:cubicBezTo>
                  <a:cubicBezTo>
                    <a:pt x="1877839" y="1145421"/>
                    <a:pt x="1695290" y="1164405"/>
                    <a:pt x="1555772" y="1218103"/>
                  </a:cubicBezTo>
                  <a:cubicBezTo>
                    <a:pt x="1543297" y="1222864"/>
                    <a:pt x="1530279" y="1206291"/>
                    <a:pt x="1540284" y="1196166"/>
                  </a:cubicBezTo>
                  <a:cubicBezTo>
                    <a:pt x="1555531" y="1180677"/>
                    <a:pt x="1578975" y="1166876"/>
                    <a:pt x="1591571" y="1150182"/>
                  </a:cubicBezTo>
                  <a:cubicBezTo>
                    <a:pt x="1610072" y="1125835"/>
                    <a:pt x="1622367" y="1099679"/>
                    <a:pt x="1638097" y="1073824"/>
                  </a:cubicBezTo>
                  <a:cubicBezTo>
                    <a:pt x="1658769" y="1039834"/>
                    <a:pt x="1685647" y="1013497"/>
                    <a:pt x="1713732" y="985654"/>
                  </a:cubicBezTo>
                  <a:cubicBezTo>
                    <a:pt x="1756220" y="943406"/>
                    <a:pt x="1781653" y="901400"/>
                    <a:pt x="1793706" y="841495"/>
                  </a:cubicBezTo>
                  <a:cubicBezTo>
                    <a:pt x="1801661" y="801900"/>
                    <a:pt x="1806965" y="760798"/>
                    <a:pt x="1820344" y="722528"/>
                  </a:cubicBezTo>
                  <a:cubicBezTo>
                    <a:pt x="1850296" y="636588"/>
                    <a:pt x="1913939" y="574693"/>
                    <a:pt x="1987705" y="523949"/>
                  </a:cubicBezTo>
                  <a:cubicBezTo>
                    <a:pt x="2011631" y="507496"/>
                    <a:pt x="2035677" y="487005"/>
                    <a:pt x="2060628" y="467780"/>
                  </a:cubicBezTo>
                  <a:cubicBezTo>
                    <a:pt x="1975411" y="497190"/>
                    <a:pt x="1889771" y="525395"/>
                    <a:pt x="1803530" y="551008"/>
                  </a:cubicBezTo>
                  <a:cubicBezTo>
                    <a:pt x="1803650" y="552696"/>
                    <a:pt x="1803409" y="554444"/>
                    <a:pt x="1802565" y="556372"/>
                  </a:cubicBezTo>
                  <a:cubicBezTo>
                    <a:pt x="1759414" y="652558"/>
                    <a:pt x="1741636" y="757001"/>
                    <a:pt x="1655514" y="827212"/>
                  </a:cubicBezTo>
                  <a:cubicBezTo>
                    <a:pt x="1610193" y="864216"/>
                    <a:pt x="1556254" y="880247"/>
                    <a:pt x="1509065" y="913213"/>
                  </a:cubicBezTo>
                  <a:cubicBezTo>
                    <a:pt x="1461816" y="946239"/>
                    <a:pt x="1424571" y="988787"/>
                    <a:pt x="1382806" y="1027961"/>
                  </a:cubicBezTo>
                  <a:cubicBezTo>
                    <a:pt x="1300843" y="1104862"/>
                    <a:pt x="1212552" y="1131982"/>
                    <a:pt x="1102806" y="1146144"/>
                  </a:cubicBezTo>
                  <a:cubicBezTo>
                    <a:pt x="973593" y="1162778"/>
                    <a:pt x="845767" y="1187909"/>
                    <a:pt x="717278" y="1209304"/>
                  </a:cubicBezTo>
                  <a:cubicBezTo>
                    <a:pt x="702453" y="1211775"/>
                    <a:pt x="700223" y="1191104"/>
                    <a:pt x="711855" y="1185378"/>
                  </a:cubicBezTo>
                  <a:cubicBezTo>
                    <a:pt x="815393" y="1134694"/>
                    <a:pt x="917063" y="1082744"/>
                    <a:pt x="1005475" y="1007952"/>
                  </a:cubicBezTo>
                  <a:cubicBezTo>
                    <a:pt x="1076710" y="947685"/>
                    <a:pt x="1148669" y="877113"/>
                    <a:pt x="1238949" y="846437"/>
                  </a:cubicBezTo>
                  <a:cubicBezTo>
                    <a:pt x="1343391" y="810940"/>
                    <a:pt x="1458441" y="807083"/>
                    <a:pt x="1545045" y="731809"/>
                  </a:cubicBezTo>
                  <a:cubicBezTo>
                    <a:pt x="1610193" y="675158"/>
                    <a:pt x="1677993" y="621943"/>
                    <a:pt x="1745251" y="567823"/>
                  </a:cubicBezTo>
                  <a:cubicBezTo>
                    <a:pt x="1602238" y="607780"/>
                    <a:pt x="1456031" y="638215"/>
                    <a:pt x="1307593" y="647857"/>
                  </a:cubicBezTo>
                  <a:cubicBezTo>
                    <a:pt x="1296745" y="648581"/>
                    <a:pt x="1285897" y="649183"/>
                    <a:pt x="1274988" y="649726"/>
                  </a:cubicBezTo>
                  <a:cubicBezTo>
                    <a:pt x="1271734" y="652016"/>
                    <a:pt x="1267334" y="652860"/>
                    <a:pt x="1262574" y="650630"/>
                  </a:cubicBezTo>
                  <a:cubicBezTo>
                    <a:pt x="1262333" y="650509"/>
                    <a:pt x="1262152" y="650449"/>
                    <a:pt x="1261910" y="650328"/>
                  </a:cubicBezTo>
                  <a:cubicBezTo>
                    <a:pt x="1245518" y="651112"/>
                    <a:pt x="1229065" y="651534"/>
                    <a:pt x="1212552" y="651775"/>
                  </a:cubicBezTo>
                  <a:cubicBezTo>
                    <a:pt x="1179465" y="665335"/>
                    <a:pt x="1160843" y="697096"/>
                    <a:pt x="1131131" y="716803"/>
                  </a:cubicBezTo>
                  <a:cubicBezTo>
                    <a:pt x="1097442" y="739102"/>
                    <a:pt x="1063271" y="760376"/>
                    <a:pt x="1030907" y="784724"/>
                  </a:cubicBezTo>
                  <a:cubicBezTo>
                    <a:pt x="973714" y="827694"/>
                    <a:pt x="917123" y="884465"/>
                    <a:pt x="850046" y="911887"/>
                  </a:cubicBezTo>
                  <a:cubicBezTo>
                    <a:pt x="779172" y="940875"/>
                    <a:pt x="704201" y="932920"/>
                    <a:pt x="630132" y="922313"/>
                  </a:cubicBezTo>
                  <a:cubicBezTo>
                    <a:pt x="585836" y="915925"/>
                    <a:pt x="534489" y="903208"/>
                    <a:pt x="489951" y="910079"/>
                  </a:cubicBezTo>
                  <a:cubicBezTo>
                    <a:pt x="450898" y="916166"/>
                    <a:pt x="414075" y="930268"/>
                    <a:pt x="375263" y="937380"/>
                  </a:cubicBezTo>
                  <a:cubicBezTo>
                    <a:pt x="363873" y="939429"/>
                    <a:pt x="360257" y="923820"/>
                    <a:pt x="368031" y="917673"/>
                  </a:cubicBezTo>
                  <a:cubicBezTo>
                    <a:pt x="425647" y="872412"/>
                    <a:pt x="495978" y="852464"/>
                    <a:pt x="558535" y="815701"/>
                  </a:cubicBezTo>
                  <a:cubicBezTo>
                    <a:pt x="616211" y="781771"/>
                    <a:pt x="679792" y="754530"/>
                    <a:pt x="746568" y="745128"/>
                  </a:cubicBezTo>
                  <a:cubicBezTo>
                    <a:pt x="788092" y="739282"/>
                    <a:pt x="829495" y="744465"/>
                    <a:pt x="870899" y="739945"/>
                  </a:cubicBezTo>
                  <a:cubicBezTo>
                    <a:pt x="918449" y="734762"/>
                    <a:pt x="957804" y="714452"/>
                    <a:pt x="999328" y="692576"/>
                  </a:cubicBezTo>
                  <a:cubicBezTo>
                    <a:pt x="1032776" y="674917"/>
                    <a:pt x="1066043" y="659368"/>
                    <a:pt x="1100576" y="647677"/>
                  </a:cubicBezTo>
                  <a:cubicBezTo>
                    <a:pt x="1041695" y="642072"/>
                    <a:pt x="983900" y="630139"/>
                    <a:pt x="929177" y="608262"/>
                  </a:cubicBezTo>
                  <a:cubicBezTo>
                    <a:pt x="927549" y="608322"/>
                    <a:pt x="925802" y="608081"/>
                    <a:pt x="923994" y="606996"/>
                  </a:cubicBezTo>
                  <a:cubicBezTo>
                    <a:pt x="922066" y="605851"/>
                    <a:pt x="920016" y="604947"/>
                    <a:pt x="918027" y="603863"/>
                  </a:cubicBezTo>
                  <a:cubicBezTo>
                    <a:pt x="912905" y="601693"/>
                    <a:pt x="907902" y="599282"/>
                    <a:pt x="902840" y="596872"/>
                  </a:cubicBezTo>
                  <a:cubicBezTo>
                    <a:pt x="839379" y="572102"/>
                    <a:pt x="758561" y="590544"/>
                    <a:pt x="694256" y="596751"/>
                  </a:cubicBezTo>
                  <a:cubicBezTo>
                    <a:pt x="617114" y="604224"/>
                    <a:pt x="550339" y="603863"/>
                    <a:pt x="476512" y="578008"/>
                  </a:cubicBezTo>
                  <a:cubicBezTo>
                    <a:pt x="392680" y="548658"/>
                    <a:pt x="309934" y="515993"/>
                    <a:pt x="225922" y="487306"/>
                  </a:cubicBezTo>
                  <a:cubicBezTo>
                    <a:pt x="156495" y="463621"/>
                    <a:pt x="85078" y="444637"/>
                    <a:pt x="16977" y="417276"/>
                  </a:cubicBezTo>
                  <a:cubicBezTo>
                    <a:pt x="15349" y="418060"/>
                    <a:pt x="13722" y="418723"/>
                    <a:pt x="12095" y="419506"/>
                  </a:cubicBezTo>
                  <a:cubicBezTo>
                    <a:pt x="2995" y="424026"/>
                    <a:pt x="-4961" y="408839"/>
                    <a:pt x="3778" y="403776"/>
                  </a:cubicBezTo>
                  <a:cubicBezTo>
                    <a:pt x="96107" y="350320"/>
                    <a:pt x="198380" y="361228"/>
                    <a:pt x="301316" y="357853"/>
                  </a:cubicBezTo>
                  <a:cubicBezTo>
                    <a:pt x="418173" y="354056"/>
                    <a:pt x="537864" y="348150"/>
                    <a:pt x="652069" y="378404"/>
                  </a:cubicBezTo>
                  <a:cubicBezTo>
                    <a:pt x="760671" y="407212"/>
                    <a:pt x="868729" y="444698"/>
                    <a:pt x="974979" y="481159"/>
                  </a:cubicBezTo>
                  <a:cubicBezTo>
                    <a:pt x="1033499" y="501228"/>
                    <a:pt x="1094308" y="521176"/>
                    <a:pt x="1146680" y="554745"/>
                  </a:cubicBezTo>
                  <a:cubicBezTo>
                    <a:pt x="1188867" y="581745"/>
                    <a:pt x="1228040" y="606092"/>
                    <a:pt x="1273663" y="627186"/>
                  </a:cubicBezTo>
                  <a:cubicBezTo>
                    <a:pt x="1275109" y="627849"/>
                    <a:pt x="1276254" y="628693"/>
                    <a:pt x="1277279" y="629657"/>
                  </a:cubicBezTo>
                  <a:cubicBezTo>
                    <a:pt x="1304580" y="627849"/>
                    <a:pt x="1331700" y="625378"/>
                    <a:pt x="1358398" y="622485"/>
                  </a:cubicBezTo>
                  <a:cubicBezTo>
                    <a:pt x="1454222" y="612059"/>
                    <a:pt x="1548540" y="594702"/>
                    <a:pt x="1641833" y="572283"/>
                  </a:cubicBezTo>
                  <a:cubicBezTo>
                    <a:pt x="1586448" y="570595"/>
                    <a:pt x="1531123" y="560531"/>
                    <a:pt x="1477245" y="547814"/>
                  </a:cubicBezTo>
                  <a:cubicBezTo>
                    <a:pt x="1405527" y="530879"/>
                    <a:pt x="1353154" y="493454"/>
                    <a:pt x="1290357" y="457715"/>
                  </a:cubicBezTo>
                  <a:cubicBezTo>
                    <a:pt x="1210141" y="412033"/>
                    <a:pt x="1113112" y="393230"/>
                    <a:pt x="1026810" y="360685"/>
                  </a:cubicBezTo>
                  <a:cubicBezTo>
                    <a:pt x="941351" y="328443"/>
                    <a:pt x="858303" y="287823"/>
                    <a:pt x="769892" y="264078"/>
                  </a:cubicBezTo>
                  <a:cubicBezTo>
                    <a:pt x="758802" y="261064"/>
                    <a:pt x="758018" y="243044"/>
                    <a:pt x="770916" y="242683"/>
                  </a:cubicBezTo>
                  <a:cubicBezTo>
                    <a:pt x="872104" y="240091"/>
                    <a:pt x="966964" y="206221"/>
                    <a:pt x="1069478" y="210380"/>
                  </a:cubicBezTo>
                  <a:cubicBezTo>
                    <a:pt x="1153550" y="213755"/>
                    <a:pt x="1223943" y="243768"/>
                    <a:pt x="1293189" y="289450"/>
                  </a:cubicBezTo>
                  <a:cubicBezTo>
                    <a:pt x="1374007" y="342786"/>
                    <a:pt x="1453982" y="404198"/>
                    <a:pt x="1546792" y="435356"/>
                  </a:cubicBezTo>
                  <a:cubicBezTo>
                    <a:pt x="1622307" y="460668"/>
                    <a:pt x="1675884" y="487547"/>
                    <a:pt x="1725665" y="550828"/>
                  </a:cubicBezTo>
                  <a:cubicBezTo>
                    <a:pt x="1765923" y="539739"/>
                    <a:pt x="1806061" y="527745"/>
                    <a:pt x="1845957" y="514969"/>
                  </a:cubicBezTo>
                  <a:cubicBezTo>
                    <a:pt x="1932923" y="487065"/>
                    <a:pt x="2020008" y="458438"/>
                    <a:pt x="2106853" y="428847"/>
                  </a:cubicBezTo>
                  <a:cubicBezTo>
                    <a:pt x="2097331" y="429330"/>
                    <a:pt x="2087748" y="429992"/>
                    <a:pt x="2078045" y="431198"/>
                  </a:cubicBezTo>
                  <a:cubicBezTo>
                    <a:pt x="2028566" y="437466"/>
                    <a:pt x="1979630" y="447771"/>
                    <a:pt x="1930090" y="453677"/>
                  </a:cubicBezTo>
                  <a:cubicBezTo>
                    <a:pt x="1842884" y="464164"/>
                    <a:pt x="1761765" y="456209"/>
                    <a:pt x="1681851" y="417397"/>
                  </a:cubicBezTo>
                  <a:cubicBezTo>
                    <a:pt x="1609952" y="382502"/>
                    <a:pt x="1559750" y="341641"/>
                    <a:pt x="1519250" y="272093"/>
                  </a:cubicBezTo>
                  <a:cubicBezTo>
                    <a:pt x="1498518" y="236536"/>
                    <a:pt x="1480258" y="197061"/>
                    <a:pt x="1452113" y="166566"/>
                  </a:cubicBezTo>
                  <a:cubicBezTo>
                    <a:pt x="1417218" y="128718"/>
                    <a:pt x="1376117" y="101056"/>
                    <a:pt x="1332363" y="74418"/>
                  </a:cubicBezTo>
                  <a:cubicBezTo>
                    <a:pt x="1325974" y="70500"/>
                    <a:pt x="1324166" y="59049"/>
                    <a:pt x="1333146" y="56518"/>
                  </a:cubicBezTo>
                  <a:cubicBezTo>
                    <a:pt x="1351151" y="51410"/>
                    <a:pt x="1369155" y="48477"/>
                    <a:pt x="1387046" y="47461"/>
                  </a:cubicBezTo>
                  <a:close/>
                  <a:moveTo>
                    <a:pt x="1945518" y="349"/>
                  </a:moveTo>
                  <a:cubicBezTo>
                    <a:pt x="2001989" y="-1926"/>
                    <a:pt x="2056530" y="6226"/>
                    <a:pt x="2098416" y="45068"/>
                  </a:cubicBezTo>
                  <a:cubicBezTo>
                    <a:pt x="2146087" y="89243"/>
                    <a:pt x="2172062" y="147160"/>
                    <a:pt x="2212200" y="197001"/>
                  </a:cubicBezTo>
                  <a:cubicBezTo>
                    <a:pt x="2231545" y="221017"/>
                    <a:pt x="2259976" y="250051"/>
                    <a:pt x="2291518" y="273720"/>
                  </a:cubicBezTo>
                  <a:lnTo>
                    <a:pt x="2327548" y="295960"/>
                  </a:lnTo>
                  <a:lnTo>
                    <a:pt x="2327548" y="342551"/>
                  </a:lnTo>
                  <a:lnTo>
                    <a:pt x="2273737" y="339100"/>
                  </a:lnTo>
                  <a:cubicBezTo>
                    <a:pt x="2199657" y="329972"/>
                    <a:pt x="2125551" y="307394"/>
                    <a:pt x="2067921" y="269562"/>
                  </a:cubicBezTo>
                  <a:cubicBezTo>
                    <a:pt x="2016030" y="235511"/>
                    <a:pt x="1994877" y="179041"/>
                    <a:pt x="1948351" y="140892"/>
                  </a:cubicBezTo>
                  <a:cubicBezTo>
                    <a:pt x="1896039" y="97982"/>
                    <a:pt x="1828118" y="80022"/>
                    <a:pt x="1775023" y="37233"/>
                  </a:cubicBezTo>
                  <a:cubicBezTo>
                    <a:pt x="1767791" y="31447"/>
                    <a:pt x="1771648" y="18731"/>
                    <a:pt x="1781050" y="18188"/>
                  </a:cubicBezTo>
                  <a:cubicBezTo>
                    <a:pt x="1830650" y="15326"/>
                    <a:pt x="1889049" y="2624"/>
                    <a:pt x="1945518" y="349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40"/>
            <p:cNvSpPr/>
            <p:nvPr/>
          </p:nvSpPr>
          <p:spPr>
            <a:xfrm>
              <a:off x="8948735" y="4782630"/>
              <a:ext cx="3240931" cy="2075370"/>
            </a:xfrm>
            <a:custGeom>
              <a:avLst/>
              <a:gdLst>
                <a:gd name="connsiteX0" fmla="*/ 1095917 w 3240931"/>
                <a:gd name="connsiteY0" fmla="*/ 707 h 2075370"/>
                <a:gd name="connsiteX1" fmla="*/ 2408409 w 3240931"/>
                <a:gd name="connsiteY1" fmla="*/ 368508 h 2075370"/>
                <a:gd name="connsiteX2" fmla="*/ 3000290 w 3240931"/>
                <a:gd name="connsiteY2" fmla="*/ 1112292 h 2075370"/>
                <a:gd name="connsiteX3" fmla="*/ 3238392 w 3240931"/>
                <a:gd name="connsiteY3" fmla="*/ 1896017 h 2075370"/>
                <a:gd name="connsiteX4" fmla="*/ 3240931 w 3240931"/>
                <a:gd name="connsiteY4" fmla="*/ 2075370 h 2075370"/>
                <a:gd name="connsiteX5" fmla="*/ 184065 w 3240931"/>
                <a:gd name="connsiteY5" fmla="*/ 2075370 h 2075370"/>
                <a:gd name="connsiteX6" fmla="*/ 178346 w 3240931"/>
                <a:gd name="connsiteY6" fmla="*/ 2049159 h 2075370"/>
                <a:gd name="connsiteX7" fmla="*/ 141885 w 3240931"/>
                <a:gd name="connsiteY7" fmla="*/ 1716090 h 2075370"/>
                <a:gd name="connsiteX8" fmla="*/ 16144 w 3240931"/>
                <a:gd name="connsiteY8" fmla="*/ 1209834 h 2075370"/>
                <a:gd name="connsiteX9" fmla="*/ 288297 w 3240931"/>
                <a:gd name="connsiteY9" fmla="*/ 525447 h 2075370"/>
                <a:gd name="connsiteX10" fmla="*/ 1095917 w 3240931"/>
                <a:gd name="connsiteY10" fmla="*/ 707 h 207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40931" h="2075370">
                  <a:moveTo>
                    <a:pt x="1095917" y="707"/>
                  </a:moveTo>
                  <a:cubicBezTo>
                    <a:pt x="1583045" y="-9713"/>
                    <a:pt x="2016239" y="94188"/>
                    <a:pt x="2408409" y="368508"/>
                  </a:cubicBezTo>
                  <a:cubicBezTo>
                    <a:pt x="2648062" y="536102"/>
                    <a:pt x="2865645" y="868288"/>
                    <a:pt x="3000290" y="1112292"/>
                  </a:cubicBezTo>
                  <a:cubicBezTo>
                    <a:pt x="3130293" y="1347848"/>
                    <a:pt x="3217459" y="1621050"/>
                    <a:pt x="3238392" y="1896017"/>
                  </a:cubicBezTo>
                  <a:lnTo>
                    <a:pt x="3240931" y="2075370"/>
                  </a:lnTo>
                  <a:lnTo>
                    <a:pt x="184065" y="2075370"/>
                  </a:lnTo>
                  <a:lnTo>
                    <a:pt x="178346" y="2049159"/>
                  </a:lnTo>
                  <a:cubicBezTo>
                    <a:pt x="161125" y="1939373"/>
                    <a:pt x="154224" y="1827555"/>
                    <a:pt x="141885" y="1716090"/>
                  </a:cubicBezTo>
                  <a:cubicBezTo>
                    <a:pt x="122233" y="1539018"/>
                    <a:pt x="55832" y="1382020"/>
                    <a:pt x="16144" y="1209834"/>
                  </a:cubicBezTo>
                  <a:cubicBezTo>
                    <a:pt x="-60941" y="875235"/>
                    <a:pt x="155942" y="787228"/>
                    <a:pt x="288297" y="525447"/>
                  </a:cubicBezTo>
                  <a:cubicBezTo>
                    <a:pt x="468419" y="169125"/>
                    <a:pt x="664885" y="9890"/>
                    <a:pt x="1095917" y="70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753602" y="5302693"/>
              <a:ext cx="4035661" cy="1555308"/>
            </a:xfrm>
            <a:custGeom>
              <a:avLst/>
              <a:gdLst>
                <a:gd name="connsiteX0" fmla="*/ 1032399 w 3740437"/>
                <a:gd name="connsiteY0" fmla="*/ 391 h 1311620"/>
                <a:gd name="connsiteX1" fmla="*/ 1318141 w 3740437"/>
                <a:gd name="connsiteY1" fmla="*/ 93846 h 1311620"/>
                <a:gd name="connsiteX2" fmla="*/ 1591871 w 3740437"/>
                <a:gd name="connsiteY2" fmla="*/ 313336 h 1311620"/>
                <a:gd name="connsiteX3" fmla="*/ 1913755 w 3740437"/>
                <a:gd name="connsiteY3" fmla="*/ 419021 h 1311620"/>
                <a:gd name="connsiteX4" fmla="*/ 2249844 w 3740437"/>
                <a:gd name="connsiteY4" fmla="*/ 466901 h 1311620"/>
                <a:gd name="connsiteX5" fmla="*/ 2812497 w 3740437"/>
                <a:gd name="connsiteY5" fmla="*/ 770851 h 1311620"/>
                <a:gd name="connsiteX6" fmla="*/ 3462353 w 3740437"/>
                <a:gd name="connsiteY6" fmla="*/ 945312 h 1311620"/>
                <a:gd name="connsiteX7" fmla="*/ 3695753 w 3740437"/>
                <a:gd name="connsiteY7" fmla="*/ 1228867 h 1311620"/>
                <a:gd name="connsiteX8" fmla="*/ 3740437 w 3740437"/>
                <a:gd name="connsiteY8" fmla="*/ 1311620 h 1311620"/>
                <a:gd name="connsiteX9" fmla="*/ 3699924 w 3740437"/>
                <a:gd name="connsiteY9" fmla="*/ 1311620 h 1311620"/>
                <a:gd name="connsiteX10" fmla="*/ 3678387 w 3740437"/>
                <a:gd name="connsiteY10" fmla="*/ 1273229 h 1311620"/>
                <a:gd name="connsiteX11" fmla="*/ 3465973 w 3740437"/>
                <a:gd name="connsiteY11" fmla="*/ 987213 h 1311620"/>
                <a:gd name="connsiteX12" fmla="*/ 2841455 w 3740437"/>
                <a:gd name="connsiteY12" fmla="*/ 812752 h 1311620"/>
                <a:gd name="connsiteX13" fmla="*/ 2330850 w 3740437"/>
                <a:gd name="connsiteY13" fmla="*/ 534524 h 1311620"/>
                <a:gd name="connsiteX14" fmla="*/ 2024542 w 3740437"/>
                <a:gd name="connsiteY14" fmla="*/ 455274 h 1311620"/>
                <a:gd name="connsiteX15" fmla="*/ 1738800 w 3740437"/>
                <a:gd name="connsiteY15" fmla="*/ 420447 h 1311620"/>
                <a:gd name="connsiteX16" fmla="*/ 1155965 w 3740437"/>
                <a:gd name="connsiteY16" fmla="*/ 47338 h 1311620"/>
                <a:gd name="connsiteX17" fmla="*/ 571538 w 3740437"/>
                <a:gd name="connsiteY17" fmla="*/ 186644 h 1311620"/>
                <a:gd name="connsiteX18" fmla="*/ 29781 w 3740437"/>
                <a:gd name="connsiteY18" fmla="*/ 1271310 h 1311620"/>
                <a:gd name="connsiteX19" fmla="*/ 29672 w 3740437"/>
                <a:gd name="connsiteY19" fmla="*/ 1271310 h 1311620"/>
                <a:gd name="connsiteX20" fmla="*/ 8776 w 3740437"/>
                <a:gd name="connsiteY20" fmla="*/ 1273064 h 1311620"/>
                <a:gd name="connsiteX21" fmla="*/ 4333 w 3740437"/>
                <a:gd name="connsiteY21" fmla="*/ 1241529 h 1311620"/>
                <a:gd name="connsiteX22" fmla="*/ 123511 w 3740437"/>
                <a:gd name="connsiteY22" fmla="*/ 686554 h 1311620"/>
                <a:gd name="connsiteX23" fmla="*/ 505560 w 3740437"/>
                <a:gd name="connsiteY23" fmla="*/ 200739 h 1311620"/>
                <a:gd name="connsiteX24" fmla="*/ 1032399 w 3740437"/>
                <a:gd name="connsiteY24" fmla="*/ 391 h 1311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740437" h="1311620">
                  <a:moveTo>
                    <a:pt x="1032399" y="391"/>
                  </a:moveTo>
                  <a:cubicBezTo>
                    <a:pt x="1136275" y="4175"/>
                    <a:pt x="1232089" y="34998"/>
                    <a:pt x="1318141" y="93846"/>
                  </a:cubicBezTo>
                  <a:cubicBezTo>
                    <a:pt x="1414942" y="159989"/>
                    <a:pt x="1495728" y="246315"/>
                    <a:pt x="1591871" y="313336"/>
                  </a:cubicBezTo>
                  <a:cubicBezTo>
                    <a:pt x="1690317" y="381946"/>
                    <a:pt x="1795181" y="411124"/>
                    <a:pt x="1913755" y="419021"/>
                  </a:cubicBezTo>
                  <a:cubicBezTo>
                    <a:pt x="2027832" y="426645"/>
                    <a:pt x="2141087" y="426974"/>
                    <a:pt x="2249844" y="466901"/>
                  </a:cubicBezTo>
                  <a:cubicBezTo>
                    <a:pt x="2451728" y="541106"/>
                    <a:pt x="2609681" y="699004"/>
                    <a:pt x="2812497" y="770851"/>
                  </a:cubicBezTo>
                  <a:cubicBezTo>
                    <a:pt x="3025185" y="846208"/>
                    <a:pt x="3271823" y="806829"/>
                    <a:pt x="3462353" y="945312"/>
                  </a:cubicBezTo>
                  <a:cubicBezTo>
                    <a:pt x="3562473" y="1018091"/>
                    <a:pt x="3633456" y="1120007"/>
                    <a:pt x="3695753" y="1228867"/>
                  </a:cubicBezTo>
                  <a:lnTo>
                    <a:pt x="3740437" y="1311620"/>
                  </a:lnTo>
                  <a:lnTo>
                    <a:pt x="3699924" y="1311620"/>
                  </a:lnTo>
                  <a:lnTo>
                    <a:pt x="3678387" y="1273229"/>
                  </a:lnTo>
                  <a:cubicBezTo>
                    <a:pt x="3621074" y="1172699"/>
                    <a:pt x="3559319" y="1059006"/>
                    <a:pt x="3465973" y="987213"/>
                  </a:cubicBezTo>
                  <a:cubicBezTo>
                    <a:pt x="3280871" y="844836"/>
                    <a:pt x="3052553" y="879663"/>
                    <a:pt x="2841455" y="812752"/>
                  </a:cubicBezTo>
                  <a:cubicBezTo>
                    <a:pt x="2652679" y="752916"/>
                    <a:pt x="2505915" y="621179"/>
                    <a:pt x="2330850" y="534524"/>
                  </a:cubicBezTo>
                  <a:cubicBezTo>
                    <a:pt x="2232459" y="485822"/>
                    <a:pt x="2133792" y="462129"/>
                    <a:pt x="2024542" y="455274"/>
                  </a:cubicBezTo>
                  <a:cubicBezTo>
                    <a:pt x="1928728" y="449296"/>
                    <a:pt x="1831433" y="448363"/>
                    <a:pt x="1738800" y="420447"/>
                  </a:cubicBezTo>
                  <a:cubicBezTo>
                    <a:pt x="1510646" y="351672"/>
                    <a:pt x="1385271" y="110574"/>
                    <a:pt x="1155965" y="47338"/>
                  </a:cubicBezTo>
                  <a:cubicBezTo>
                    <a:pt x="953258" y="-8549"/>
                    <a:pt x="736621" y="67466"/>
                    <a:pt x="571538" y="186644"/>
                  </a:cubicBezTo>
                  <a:cubicBezTo>
                    <a:pt x="245157" y="422257"/>
                    <a:pt x="-13217" y="858712"/>
                    <a:pt x="29781" y="1271310"/>
                  </a:cubicBezTo>
                  <a:lnTo>
                    <a:pt x="29672" y="1271310"/>
                  </a:lnTo>
                  <a:cubicBezTo>
                    <a:pt x="31098" y="1284856"/>
                    <a:pt x="10860" y="1286282"/>
                    <a:pt x="8776" y="1273064"/>
                  </a:cubicBezTo>
                  <a:cubicBezTo>
                    <a:pt x="7130" y="1262590"/>
                    <a:pt x="5485" y="1252114"/>
                    <a:pt x="4333" y="1241529"/>
                  </a:cubicBezTo>
                  <a:cubicBezTo>
                    <a:pt x="-16508" y="1051766"/>
                    <a:pt x="40202" y="855641"/>
                    <a:pt x="123511" y="686554"/>
                  </a:cubicBezTo>
                  <a:cubicBezTo>
                    <a:pt x="214773" y="501288"/>
                    <a:pt x="343055" y="329514"/>
                    <a:pt x="505560" y="200739"/>
                  </a:cubicBezTo>
                  <a:cubicBezTo>
                    <a:pt x="654025" y="83097"/>
                    <a:pt x="838742" y="-6684"/>
                    <a:pt x="1032399" y="391"/>
                  </a:cubicBez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0" y="1"/>
              <a:ext cx="2247308" cy="3316621"/>
            </a:xfrm>
            <a:custGeom>
              <a:avLst/>
              <a:gdLst>
                <a:gd name="connsiteX0" fmla="*/ 850720 w 2247308"/>
                <a:gd name="connsiteY0" fmla="*/ 120 h 3316621"/>
                <a:gd name="connsiteX1" fmla="*/ 859271 w 2247308"/>
                <a:gd name="connsiteY1" fmla="*/ 5282 h 3316621"/>
                <a:gd name="connsiteX2" fmla="*/ 1432418 w 2247308"/>
                <a:gd name="connsiteY2" fmla="*/ 416551 h 3316621"/>
                <a:gd name="connsiteX3" fmla="*/ 1756237 w 2247308"/>
                <a:gd name="connsiteY3" fmla="*/ 504605 h 3316621"/>
                <a:gd name="connsiteX4" fmla="*/ 2007768 w 2247308"/>
                <a:gd name="connsiteY4" fmla="*/ 567405 h 3316621"/>
                <a:gd name="connsiteX5" fmla="*/ 2203783 w 2247308"/>
                <a:gd name="connsiteY5" fmla="*/ 895365 h 3316621"/>
                <a:gd name="connsiteX6" fmla="*/ 2113927 w 2247308"/>
                <a:gd name="connsiteY6" fmla="*/ 1179099 h 3316621"/>
                <a:gd name="connsiteX7" fmla="*/ 2212068 w 2247308"/>
                <a:gd name="connsiteY7" fmla="*/ 1520688 h 3316621"/>
                <a:gd name="connsiteX8" fmla="*/ 2169644 w 2247308"/>
                <a:gd name="connsiteY8" fmla="*/ 1833818 h 3316621"/>
                <a:gd name="connsiteX9" fmla="*/ 1873752 w 2247308"/>
                <a:gd name="connsiteY9" fmla="*/ 2005113 h 3316621"/>
                <a:gd name="connsiteX10" fmla="*/ 1519669 w 2247308"/>
                <a:gd name="connsiteY10" fmla="*/ 2165854 h 3316621"/>
                <a:gd name="connsiteX11" fmla="*/ 1404625 w 2247308"/>
                <a:gd name="connsiteY11" fmla="*/ 2354787 h 3316621"/>
                <a:gd name="connsiteX12" fmla="*/ 1397210 w 2247308"/>
                <a:gd name="connsiteY12" fmla="*/ 2557348 h 3316621"/>
                <a:gd name="connsiteX13" fmla="*/ 830009 w 2247308"/>
                <a:gd name="connsiteY13" fmla="*/ 3062819 h 3316621"/>
                <a:gd name="connsiteX14" fmla="*/ 418714 w 2247308"/>
                <a:gd name="connsiteY14" fmla="*/ 3204510 h 3316621"/>
                <a:gd name="connsiteX15" fmla="*/ 0 w 2247308"/>
                <a:gd name="connsiteY15" fmla="*/ 3316621 h 3316621"/>
                <a:gd name="connsiteX16" fmla="*/ 0 w 2247308"/>
                <a:gd name="connsiteY16" fmla="*/ 3277921 h 3316621"/>
                <a:gd name="connsiteX17" fmla="*/ 129013 w 2247308"/>
                <a:gd name="connsiteY17" fmla="*/ 3232496 h 3316621"/>
                <a:gd name="connsiteX18" fmla="*/ 1105792 w 2247308"/>
                <a:gd name="connsiteY18" fmla="*/ 2870411 h 3316621"/>
                <a:gd name="connsiteX19" fmla="*/ 1326727 w 2247308"/>
                <a:gd name="connsiteY19" fmla="*/ 2655690 h 3316621"/>
                <a:gd name="connsiteX20" fmla="*/ 1355120 w 2247308"/>
                <a:gd name="connsiteY20" fmla="*/ 2376566 h 3316621"/>
                <a:gd name="connsiteX21" fmla="*/ 1647806 w 2247308"/>
                <a:gd name="connsiteY21" fmla="*/ 2044263 h 3316621"/>
                <a:gd name="connsiteX22" fmla="*/ 2009973 w 2247308"/>
                <a:gd name="connsiteY22" fmla="*/ 1903565 h 3316621"/>
                <a:gd name="connsiteX23" fmla="*/ 2188217 w 2247308"/>
                <a:gd name="connsiteY23" fmla="*/ 1553090 h 3316621"/>
                <a:gd name="connsiteX24" fmla="*/ 2086067 w 2247308"/>
                <a:gd name="connsiteY24" fmla="*/ 1171282 h 3316621"/>
                <a:gd name="connsiteX25" fmla="*/ 2182805 w 2247308"/>
                <a:gd name="connsiteY25" fmla="*/ 773574 h 3316621"/>
                <a:gd name="connsiteX26" fmla="*/ 1920249 w 2247308"/>
                <a:gd name="connsiteY26" fmla="*/ 568206 h 3316621"/>
                <a:gd name="connsiteX27" fmla="*/ 1528621 w 2247308"/>
                <a:gd name="connsiteY27" fmla="*/ 474609 h 3316621"/>
                <a:gd name="connsiteX28" fmla="*/ 838025 w 2247308"/>
                <a:gd name="connsiteY28" fmla="*/ 17574 h 3316621"/>
                <a:gd name="connsiteX29" fmla="*/ 838092 w 2247308"/>
                <a:gd name="connsiteY29" fmla="*/ 17641 h 3316621"/>
                <a:gd name="connsiteX30" fmla="*/ 850720 w 2247308"/>
                <a:gd name="connsiteY30" fmla="*/ 120 h 3316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47308" h="3316621">
                  <a:moveTo>
                    <a:pt x="850720" y="120"/>
                  </a:moveTo>
                  <a:cubicBezTo>
                    <a:pt x="853876" y="547"/>
                    <a:pt x="856949" y="2142"/>
                    <a:pt x="859271" y="5282"/>
                  </a:cubicBezTo>
                  <a:cubicBezTo>
                    <a:pt x="1005180" y="202032"/>
                    <a:pt x="1201328" y="337719"/>
                    <a:pt x="1432418" y="416551"/>
                  </a:cubicBezTo>
                  <a:cubicBezTo>
                    <a:pt x="1538308" y="452628"/>
                    <a:pt x="1646805" y="481422"/>
                    <a:pt x="1756237" y="504605"/>
                  </a:cubicBezTo>
                  <a:cubicBezTo>
                    <a:pt x="1840347" y="522442"/>
                    <a:pt x="1926998" y="536940"/>
                    <a:pt x="2007768" y="567405"/>
                  </a:cubicBezTo>
                  <a:cubicBezTo>
                    <a:pt x="2155747" y="623323"/>
                    <a:pt x="2239994" y="732554"/>
                    <a:pt x="2203783" y="895365"/>
                  </a:cubicBezTo>
                  <a:cubicBezTo>
                    <a:pt x="2182338" y="991769"/>
                    <a:pt x="2128892" y="1082160"/>
                    <a:pt x="2113927" y="1179099"/>
                  </a:cubicBezTo>
                  <a:cubicBezTo>
                    <a:pt x="2094953" y="1301892"/>
                    <a:pt x="2159824" y="1414664"/>
                    <a:pt x="2212068" y="1520688"/>
                  </a:cubicBezTo>
                  <a:cubicBezTo>
                    <a:pt x="2268520" y="1635264"/>
                    <a:pt x="2259100" y="1736077"/>
                    <a:pt x="2169644" y="1833818"/>
                  </a:cubicBezTo>
                  <a:cubicBezTo>
                    <a:pt x="2090743" y="1920067"/>
                    <a:pt x="1981779" y="1966365"/>
                    <a:pt x="1873752" y="2005113"/>
                  </a:cubicBezTo>
                  <a:cubicBezTo>
                    <a:pt x="1754699" y="2047804"/>
                    <a:pt x="1617543" y="2081408"/>
                    <a:pt x="1519669" y="2165854"/>
                  </a:cubicBezTo>
                  <a:cubicBezTo>
                    <a:pt x="1462548" y="2215091"/>
                    <a:pt x="1418521" y="2279360"/>
                    <a:pt x="1404625" y="2354787"/>
                  </a:cubicBezTo>
                  <a:cubicBezTo>
                    <a:pt x="1392132" y="2422464"/>
                    <a:pt x="1402755" y="2489472"/>
                    <a:pt x="1397210" y="2557348"/>
                  </a:cubicBezTo>
                  <a:cubicBezTo>
                    <a:pt x="1375430" y="2825984"/>
                    <a:pt x="1047937" y="2974966"/>
                    <a:pt x="830009" y="3062819"/>
                  </a:cubicBezTo>
                  <a:cubicBezTo>
                    <a:pt x="695858" y="3116866"/>
                    <a:pt x="558050" y="3163114"/>
                    <a:pt x="418714" y="3204510"/>
                  </a:cubicBezTo>
                  <a:lnTo>
                    <a:pt x="0" y="3316621"/>
                  </a:lnTo>
                  <a:lnTo>
                    <a:pt x="0" y="3277921"/>
                  </a:lnTo>
                  <a:lnTo>
                    <a:pt x="129013" y="3232496"/>
                  </a:lnTo>
                  <a:cubicBezTo>
                    <a:pt x="459981" y="3125058"/>
                    <a:pt x="810175" y="3064664"/>
                    <a:pt x="1105792" y="2870411"/>
                  </a:cubicBezTo>
                  <a:cubicBezTo>
                    <a:pt x="1186965" y="2817099"/>
                    <a:pt x="1286041" y="2747217"/>
                    <a:pt x="1326727" y="2655690"/>
                  </a:cubicBezTo>
                  <a:cubicBezTo>
                    <a:pt x="1366812" y="2565499"/>
                    <a:pt x="1341959" y="2470832"/>
                    <a:pt x="1355120" y="2376566"/>
                  </a:cubicBezTo>
                  <a:cubicBezTo>
                    <a:pt x="1378570" y="2208811"/>
                    <a:pt x="1499092" y="2106862"/>
                    <a:pt x="1647806" y="2044263"/>
                  </a:cubicBezTo>
                  <a:cubicBezTo>
                    <a:pt x="1766859" y="1994156"/>
                    <a:pt x="1895798" y="1964829"/>
                    <a:pt x="2009973" y="1903565"/>
                  </a:cubicBezTo>
                  <a:cubicBezTo>
                    <a:pt x="2139914" y="1833818"/>
                    <a:pt x="2259368" y="1706549"/>
                    <a:pt x="2188217" y="1553090"/>
                  </a:cubicBezTo>
                  <a:cubicBezTo>
                    <a:pt x="2134636" y="1437579"/>
                    <a:pt x="2058876" y="1303429"/>
                    <a:pt x="2086067" y="1171282"/>
                  </a:cubicBezTo>
                  <a:cubicBezTo>
                    <a:pt x="2112790" y="1041140"/>
                    <a:pt x="2210732" y="911933"/>
                    <a:pt x="2182805" y="773574"/>
                  </a:cubicBezTo>
                  <a:cubicBezTo>
                    <a:pt x="2157151" y="646505"/>
                    <a:pt x="2033423" y="597268"/>
                    <a:pt x="1920249" y="568206"/>
                  </a:cubicBezTo>
                  <a:cubicBezTo>
                    <a:pt x="1790108" y="534803"/>
                    <a:pt x="1657694" y="512689"/>
                    <a:pt x="1528621" y="474609"/>
                  </a:cubicBezTo>
                  <a:cubicBezTo>
                    <a:pt x="1249630" y="392301"/>
                    <a:pt x="1012329" y="255011"/>
                    <a:pt x="838025" y="17574"/>
                  </a:cubicBezTo>
                  <a:lnTo>
                    <a:pt x="838092" y="17641"/>
                  </a:lnTo>
                  <a:cubicBezTo>
                    <a:pt x="831028" y="8071"/>
                    <a:pt x="841250" y="-1161"/>
                    <a:pt x="850720" y="12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43"/>
            <p:cNvSpPr/>
            <p:nvPr/>
          </p:nvSpPr>
          <p:spPr>
            <a:xfrm>
              <a:off x="9507289" y="5330128"/>
              <a:ext cx="2606447" cy="1527873"/>
            </a:xfrm>
            <a:custGeom>
              <a:avLst/>
              <a:gdLst>
                <a:gd name="connsiteX0" fmla="*/ 1155106 w 2011611"/>
                <a:gd name="connsiteY0" fmla="*/ 196 h 1527873"/>
                <a:gd name="connsiteX1" fmla="*/ 1249989 w 2011611"/>
                <a:gd name="connsiteY1" fmla="*/ 6021 h 1527873"/>
                <a:gd name="connsiteX2" fmla="*/ 1501178 w 2011611"/>
                <a:gd name="connsiteY2" fmla="*/ 171872 h 1527873"/>
                <a:gd name="connsiteX3" fmla="*/ 1637577 w 2011611"/>
                <a:gd name="connsiteY3" fmla="*/ 361086 h 1527873"/>
                <a:gd name="connsiteX4" fmla="*/ 1783136 w 2011611"/>
                <a:gd name="connsiteY4" fmla="*/ 521891 h 1527873"/>
                <a:gd name="connsiteX5" fmla="*/ 2011180 w 2011611"/>
                <a:gd name="connsiteY5" fmla="*/ 851399 h 1527873"/>
                <a:gd name="connsiteX6" fmla="*/ 1993355 w 2011611"/>
                <a:gd name="connsiteY6" fmla="*/ 859845 h 1527873"/>
                <a:gd name="connsiteX7" fmla="*/ 1785603 w 2011611"/>
                <a:gd name="connsiteY7" fmla="*/ 570594 h 1527873"/>
                <a:gd name="connsiteX8" fmla="*/ 1572641 w 2011611"/>
                <a:gd name="connsiteY8" fmla="*/ 325711 h 1527873"/>
                <a:gd name="connsiteX9" fmla="*/ 1349807 w 2011611"/>
                <a:gd name="connsiteY9" fmla="*/ 70628 h 1527873"/>
                <a:gd name="connsiteX10" fmla="*/ 1044760 w 2011611"/>
                <a:gd name="connsiteY10" fmla="*/ 42767 h 1527873"/>
                <a:gd name="connsiteX11" fmla="*/ 662711 w 2011611"/>
                <a:gd name="connsiteY11" fmla="*/ 76990 h 1527873"/>
                <a:gd name="connsiteX12" fmla="*/ 271887 w 2011611"/>
                <a:gd name="connsiteY12" fmla="*/ 163536 h 1527873"/>
                <a:gd name="connsiteX13" fmla="*/ 33586 w 2011611"/>
                <a:gd name="connsiteY13" fmla="*/ 698382 h 1527873"/>
                <a:gd name="connsiteX14" fmla="*/ 99290 w 2011611"/>
                <a:gd name="connsiteY14" fmla="*/ 1421236 h 1527873"/>
                <a:gd name="connsiteX15" fmla="*/ 125120 w 2011611"/>
                <a:gd name="connsiteY15" fmla="*/ 1527873 h 1527873"/>
                <a:gd name="connsiteX16" fmla="*/ 96405 w 2011611"/>
                <a:gd name="connsiteY16" fmla="*/ 1527873 h 1527873"/>
                <a:gd name="connsiteX17" fmla="*/ 69290 w 2011611"/>
                <a:gd name="connsiteY17" fmla="*/ 1416191 h 1527873"/>
                <a:gd name="connsiteX18" fmla="*/ 3915 w 2011611"/>
                <a:gd name="connsiteY18" fmla="*/ 700192 h 1527873"/>
                <a:gd name="connsiteX19" fmla="*/ 186932 w 2011611"/>
                <a:gd name="connsiteY19" fmla="*/ 188161 h 1527873"/>
                <a:gd name="connsiteX20" fmla="*/ 468780 w 2011611"/>
                <a:gd name="connsiteY20" fmla="*/ 71012 h 1527873"/>
                <a:gd name="connsiteX21" fmla="*/ 868214 w 2011611"/>
                <a:gd name="connsiteY21" fmla="*/ 32511 h 1527873"/>
                <a:gd name="connsiteX22" fmla="*/ 1155106 w 2011611"/>
                <a:gd name="connsiteY22" fmla="*/ 196 h 152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11611" h="1527873">
                  <a:moveTo>
                    <a:pt x="1155106" y="196"/>
                  </a:moveTo>
                  <a:cubicBezTo>
                    <a:pt x="1186993" y="-588"/>
                    <a:pt x="1218686" y="907"/>
                    <a:pt x="1249989" y="6021"/>
                  </a:cubicBezTo>
                  <a:cubicBezTo>
                    <a:pt x="1357540" y="23626"/>
                    <a:pt x="1435584" y="87520"/>
                    <a:pt x="1501178" y="171872"/>
                  </a:cubicBezTo>
                  <a:cubicBezTo>
                    <a:pt x="1548894" y="233298"/>
                    <a:pt x="1588436" y="300812"/>
                    <a:pt x="1637577" y="361086"/>
                  </a:cubicBezTo>
                  <a:cubicBezTo>
                    <a:pt x="1683318" y="417193"/>
                    <a:pt x="1733611" y="469186"/>
                    <a:pt x="1783136" y="521891"/>
                  </a:cubicBezTo>
                  <a:cubicBezTo>
                    <a:pt x="1874068" y="618638"/>
                    <a:pt x="1971033" y="721856"/>
                    <a:pt x="2011180" y="851399"/>
                  </a:cubicBezTo>
                  <a:cubicBezTo>
                    <a:pt x="2014416" y="861819"/>
                    <a:pt x="1998565" y="870211"/>
                    <a:pt x="1993355" y="859845"/>
                  </a:cubicBezTo>
                  <a:cubicBezTo>
                    <a:pt x="1939005" y="751581"/>
                    <a:pt x="1868089" y="658949"/>
                    <a:pt x="1785603" y="570594"/>
                  </a:cubicBezTo>
                  <a:cubicBezTo>
                    <a:pt x="1712221" y="491891"/>
                    <a:pt x="1632532" y="415712"/>
                    <a:pt x="1572641" y="325711"/>
                  </a:cubicBezTo>
                  <a:cubicBezTo>
                    <a:pt x="1512641" y="235601"/>
                    <a:pt x="1448363" y="123937"/>
                    <a:pt x="1349807" y="70628"/>
                  </a:cubicBezTo>
                  <a:cubicBezTo>
                    <a:pt x="1256077" y="19897"/>
                    <a:pt x="1146936" y="26698"/>
                    <a:pt x="1044760" y="42767"/>
                  </a:cubicBezTo>
                  <a:cubicBezTo>
                    <a:pt x="918178" y="62621"/>
                    <a:pt x="790225" y="66076"/>
                    <a:pt x="662711" y="76990"/>
                  </a:cubicBezTo>
                  <a:cubicBezTo>
                    <a:pt x="533332" y="88069"/>
                    <a:pt x="387719" y="98928"/>
                    <a:pt x="271887" y="163536"/>
                  </a:cubicBezTo>
                  <a:cubicBezTo>
                    <a:pt x="90625" y="264669"/>
                    <a:pt x="44775" y="508893"/>
                    <a:pt x="33586" y="698382"/>
                  </a:cubicBezTo>
                  <a:cubicBezTo>
                    <a:pt x="19327" y="940193"/>
                    <a:pt x="49765" y="1184746"/>
                    <a:pt x="99290" y="1421236"/>
                  </a:cubicBezTo>
                  <a:lnTo>
                    <a:pt x="125120" y="1527873"/>
                  </a:lnTo>
                  <a:lnTo>
                    <a:pt x="96405" y="1527873"/>
                  </a:lnTo>
                  <a:lnTo>
                    <a:pt x="69290" y="1416191"/>
                  </a:lnTo>
                  <a:cubicBezTo>
                    <a:pt x="21630" y="1182113"/>
                    <a:pt x="-11771" y="939535"/>
                    <a:pt x="3915" y="700192"/>
                  </a:cubicBezTo>
                  <a:cubicBezTo>
                    <a:pt x="15487" y="523701"/>
                    <a:pt x="50423" y="314907"/>
                    <a:pt x="186932" y="188161"/>
                  </a:cubicBezTo>
                  <a:cubicBezTo>
                    <a:pt x="262947" y="117576"/>
                    <a:pt x="368907" y="88508"/>
                    <a:pt x="468780" y="71012"/>
                  </a:cubicBezTo>
                  <a:cubicBezTo>
                    <a:pt x="600846" y="47868"/>
                    <a:pt x="734777" y="42657"/>
                    <a:pt x="868214" y="32511"/>
                  </a:cubicBezTo>
                  <a:cubicBezTo>
                    <a:pt x="962040" y="25395"/>
                    <a:pt x="1059444" y="2546"/>
                    <a:pt x="1155106" y="196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11074553" y="5051401"/>
              <a:ext cx="1117449" cy="1566848"/>
            </a:xfrm>
            <a:custGeom>
              <a:avLst/>
              <a:gdLst>
                <a:gd name="connsiteX0" fmla="*/ 722102 w 1015625"/>
                <a:gd name="connsiteY0" fmla="*/ 655 h 1424074"/>
                <a:gd name="connsiteX1" fmla="*/ 740807 w 1015625"/>
                <a:gd name="connsiteY1" fmla="*/ 9966 h 1424074"/>
                <a:gd name="connsiteX2" fmla="*/ 784681 w 1015625"/>
                <a:gd name="connsiteY2" fmla="*/ 197818 h 1424074"/>
                <a:gd name="connsiteX3" fmla="*/ 801977 w 1015625"/>
                <a:gd name="connsiteY3" fmla="*/ 373496 h 1424074"/>
                <a:gd name="connsiteX4" fmla="*/ 763045 w 1015625"/>
                <a:gd name="connsiteY4" fmla="*/ 568399 h 1424074"/>
                <a:gd name="connsiteX5" fmla="*/ 734237 w 1015625"/>
                <a:gd name="connsiteY5" fmla="*/ 751129 h 1424074"/>
                <a:gd name="connsiteX6" fmla="*/ 742735 w 1015625"/>
                <a:gd name="connsiteY6" fmla="*/ 757577 h 1424074"/>
                <a:gd name="connsiteX7" fmla="*/ 830665 w 1015625"/>
                <a:gd name="connsiteY7" fmla="*/ 845386 h 1424074"/>
                <a:gd name="connsiteX8" fmla="*/ 910639 w 1015625"/>
                <a:gd name="connsiteY8" fmla="*/ 985868 h 1424074"/>
                <a:gd name="connsiteX9" fmla="*/ 935831 w 1015625"/>
                <a:gd name="connsiteY9" fmla="*/ 777827 h 1424074"/>
                <a:gd name="connsiteX10" fmla="*/ 910699 w 1015625"/>
                <a:gd name="connsiteY10" fmla="*/ 534047 h 1424074"/>
                <a:gd name="connsiteX11" fmla="*/ 932094 w 1015625"/>
                <a:gd name="connsiteY11" fmla="*/ 323715 h 1424074"/>
                <a:gd name="connsiteX12" fmla="*/ 979374 w 1015625"/>
                <a:gd name="connsiteY12" fmla="*/ 219823 h 1424074"/>
                <a:gd name="connsiteX13" fmla="*/ 1015625 w 1015625"/>
                <a:gd name="connsiteY13" fmla="*/ 157325 h 1424074"/>
                <a:gd name="connsiteX14" fmla="*/ 1015625 w 1015625"/>
                <a:gd name="connsiteY14" fmla="*/ 897092 h 1424074"/>
                <a:gd name="connsiteX15" fmla="*/ 999307 w 1015625"/>
                <a:gd name="connsiteY15" fmla="*/ 917707 h 1424074"/>
                <a:gd name="connsiteX16" fmla="*/ 926670 w 1015625"/>
                <a:gd name="connsiteY16" fmla="*/ 1026790 h 1424074"/>
                <a:gd name="connsiteX17" fmla="*/ 943002 w 1015625"/>
                <a:gd name="connsiteY17" fmla="*/ 1074762 h 1424074"/>
                <a:gd name="connsiteX18" fmla="*/ 967169 w 1015625"/>
                <a:gd name="connsiteY18" fmla="*/ 1154616 h 1424074"/>
                <a:gd name="connsiteX19" fmla="*/ 998255 w 1015625"/>
                <a:gd name="connsiteY19" fmla="*/ 1065124 h 1424074"/>
                <a:gd name="connsiteX20" fmla="*/ 1015625 w 1015625"/>
                <a:gd name="connsiteY20" fmla="*/ 1027745 h 1424074"/>
                <a:gd name="connsiteX21" fmla="*/ 1015625 w 1015625"/>
                <a:gd name="connsiteY21" fmla="*/ 1159905 h 1424074"/>
                <a:gd name="connsiteX22" fmla="*/ 981875 w 1015625"/>
                <a:gd name="connsiteY22" fmla="*/ 1189450 h 1424074"/>
                <a:gd name="connsiteX23" fmla="*/ 978981 w 1015625"/>
                <a:gd name="connsiteY23" fmla="*/ 1191379 h 1424074"/>
                <a:gd name="connsiteX24" fmla="*/ 1008181 w 1015625"/>
                <a:gd name="connsiteY24" fmla="*/ 1266186 h 1424074"/>
                <a:gd name="connsiteX25" fmla="*/ 1015625 w 1015625"/>
                <a:gd name="connsiteY25" fmla="*/ 1278727 h 1424074"/>
                <a:gd name="connsiteX26" fmla="*/ 1015625 w 1015625"/>
                <a:gd name="connsiteY26" fmla="*/ 1324359 h 1424074"/>
                <a:gd name="connsiteX27" fmla="*/ 997929 w 1015625"/>
                <a:gd name="connsiteY27" fmla="*/ 1297389 h 1424074"/>
                <a:gd name="connsiteX28" fmla="*/ 962047 w 1015625"/>
                <a:gd name="connsiteY28" fmla="*/ 1214581 h 1424074"/>
                <a:gd name="connsiteX29" fmla="*/ 583209 w 1015625"/>
                <a:gd name="connsiteY29" fmla="*/ 1412377 h 1424074"/>
                <a:gd name="connsiteX30" fmla="*/ 226790 w 1015625"/>
                <a:gd name="connsiteY30" fmla="*/ 1421598 h 1424074"/>
                <a:gd name="connsiteX31" fmla="*/ 222270 w 1015625"/>
                <a:gd name="connsiteY31" fmla="*/ 1388271 h 1424074"/>
                <a:gd name="connsiteX32" fmla="*/ 592791 w 1015625"/>
                <a:gd name="connsiteY32" fmla="*/ 1159558 h 1424074"/>
                <a:gd name="connsiteX33" fmla="*/ 798061 w 1015625"/>
                <a:gd name="connsiteY33" fmla="*/ 1154797 h 1424074"/>
                <a:gd name="connsiteX34" fmla="*/ 949089 w 1015625"/>
                <a:gd name="connsiteY34" fmla="*/ 1176553 h 1424074"/>
                <a:gd name="connsiteX35" fmla="*/ 942581 w 1015625"/>
                <a:gd name="connsiteY35" fmla="*/ 1156122 h 1424074"/>
                <a:gd name="connsiteX36" fmla="*/ 913833 w 1015625"/>
                <a:gd name="connsiteY36" fmla="*/ 1063794 h 1424074"/>
                <a:gd name="connsiteX37" fmla="*/ 906782 w 1015625"/>
                <a:gd name="connsiteY37" fmla="*/ 1058490 h 1424074"/>
                <a:gd name="connsiteX38" fmla="*/ 784741 w 1015625"/>
                <a:gd name="connsiteY38" fmla="*/ 1014435 h 1424074"/>
                <a:gd name="connsiteX39" fmla="*/ 653842 w 1015625"/>
                <a:gd name="connsiteY39" fmla="*/ 1015219 h 1424074"/>
                <a:gd name="connsiteX40" fmla="*/ 417716 w 1015625"/>
                <a:gd name="connsiteY40" fmla="*/ 1009433 h 1424074"/>
                <a:gd name="connsiteX41" fmla="*/ 11034 w 1015625"/>
                <a:gd name="connsiteY41" fmla="*/ 763966 h 1424074"/>
                <a:gd name="connsiteX42" fmla="*/ 18688 w 1015625"/>
                <a:gd name="connsiteY42" fmla="*/ 734073 h 1424074"/>
                <a:gd name="connsiteX43" fmla="*/ 166644 w 1015625"/>
                <a:gd name="connsiteY43" fmla="*/ 751490 h 1424074"/>
                <a:gd name="connsiteX44" fmla="*/ 289890 w 1015625"/>
                <a:gd name="connsiteY44" fmla="*/ 746066 h 1424074"/>
                <a:gd name="connsiteX45" fmla="*/ 509201 w 1015625"/>
                <a:gd name="connsiteY45" fmla="*/ 780720 h 1424074"/>
                <a:gd name="connsiteX46" fmla="*/ 724474 w 1015625"/>
                <a:gd name="connsiteY46" fmla="*/ 909570 h 1424074"/>
                <a:gd name="connsiteX47" fmla="*/ 895391 w 1015625"/>
                <a:gd name="connsiteY47" fmla="*/ 1028055 h 1424074"/>
                <a:gd name="connsiteX48" fmla="*/ 902322 w 1015625"/>
                <a:gd name="connsiteY48" fmla="*/ 1030767 h 1424074"/>
                <a:gd name="connsiteX49" fmla="*/ 838560 w 1015625"/>
                <a:gd name="connsiteY49" fmla="*/ 897517 h 1424074"/>
                <a:gd name="connsiteX50" fmla="*/ 767988 w 1015625"/>
                <a:gd name="connsiteY50" fmla="*/ 811516 h 1424074"/>
                <a:gd name="connsiteX51" fmla="*/ 612017 w 1015625"/>
                <a:gd name="connsiteY51" fmla="*/ 688572 h 1424074"/>
                <a:gd name="connsiteX52" fmla="*/ 432662 w 1015625"/>
                <a:gd name="connsiteY52" fmla="*/ 581055 h 1424074"/>
                <a:gd name="connsiteX53" fmla="*/ 287901 w 1015625"/>
                <a:gd name="connsiteY53" fmla="*/ 447685 h 1424074"/>
                <a:gd name="connsiteX54" fmla="*/ 183458 w 1015625"/>
                <a:gd name="connsiteY54" fmla="*/ 272067 h 1424074"/>
                <a:gd name="connsiteX55" fmla="*/ 150252 w 1015625"/>
                <a:gd name="connsiteY55" fmla="*/ 166238 h 1424074"/>
                <a:gd name="connsiteX56" fmla="*/ 131568 w 1015625"/>
                <a:gd name="connsiteY56" fmla="*/ 60650 h 1424074"/>
                <a:gd name="connsiteX57" fmla="*/ 155916 w 1015625"/>
                <a:gd name="connsiteY57" fmla="*/ 50345 h 1424074"/>
                <a:gd name="connsiteX58" fmla="*/ 323097 w 1015625"/>
                <a:gd name="connsiteY58" fmla="*/ 186910 h 1424074"/>
                <a:gd name="connsiteX59" fmla="*/ 474126 w 1015625"/>
                <a:gd name="connsiteY59" fmla="*/ 328838 h 1424074"/>
                <a:gd name="connsiteX60" fmla="*/ 582667 w 1015625"/>
                <a:gd name="connsiteY60" fmla="*/ 503974 h 1424074"/>
                <a:gd name="connsiteX61" fmla="*/ 621720 w 1015625"/>
                <a:gd name="connsiteY61" fmla="*/ 604560 h 1424074"/>
                <a:gd name="connsiteX62" fmla="*/ 642632 w 1015625"/>
                <a:gd name="connsiteY62" fmla="*/ 653918 h 1424074"/>
                <a:gd name="connsiteX63" fmla="*/ 658784 w 1015625"/>
                <a:gd name="connsiteY63" fmla="*/ 689355 h 1424074"/>
                <a:gd name="connsiteX64" fmla="*/ 690906 w 1015625"/>
                <a:gd name="connsiteY64" fmla="*/ 719790 h 1424074"/>
                <a:gd name="connsiteX65" fmla="*/ 714952 w 1015625"/>
                <a:gd name="connsiteY65" fmla="*/ 737267 h 1424074"/>
                <a:gd name="connsiteX66" fmla="*/ 668125 w 1015625"/>
                <a:gd name="connsiteY66" fmla="*/ 570509 h 1424074"/>
                <a:gd name="connsiteX67" fmla="*/ 647454 w 1015625"/>
                <a:gd name="connsiteY67" fmla="*/ 386634 h 1424074"/>
                <a:gd name="connsiteX68" fmla="*/ 709589 w 1015625"/>
                <a:gd name="connsiteY68" fmla="*/ 18102 h 1424074"/>
                <a:gd name="connsiteX69" fmla="*/ 722102 w 1015625"/>
                <a:gd name="connsiteY69" fmla="*/ 655 h 142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015625" h="1424074">
                  <a:moveTo>
                    <a:pt x="722102" y="655"/>
                  </a:moveTo>
                  <a:cubicBezTo>
                    <a:pt x="729386" y="-1350"/>
                    <a:pt x="737703" y="1107"/>
                    <a:pt x="740807" y="9966"/>
                  </a:cubicBezTo>
                  <a:cubicBezTo>
                    <a:pt x="762262" y="71077"/>
                    <a:pt x="773471" y="134176"/>
                    <a:pt x="784681" y="197818"/>
                  </a:cubicBezTo>
                  <a:cubicBezTo>
                    <a:pt x="794806" y="255132"/>
                    <a:pt x="807583" y="314977"/>
                    <a:pt x="801977" y="373496"/>
                  </a:cubicBezTo>
                  <a:cubicBezTo>
                    <a:pt x="795710" y="439669"/>
                    <a:pt x="774496" y="503130"/>
                    <a:pt x="763045" y="568399"/>
                  </a:cubicBezTo>
                  <a:cubicBezTo>
                    <a:pt x="753824" y="621073"/>
                    <a:pt x="742554" y="733410"/>
                    <a:pt x="734237" y="751129"/>
                  </a:cubicBezTo>
                  <a:cubicBezTo>
                    <a:pt x="737071" y="753298"/>
                    <a:pt x="739963" y="755347"/>
                    <a:pt x="742735" y="757577"/>
                  </a:cubicBezTo>
                  <a:cubicBezTo>
                    <a:pt x="775219" y="783432"/>
                    <a:pt x="805292" y="812420"/>
                    <a:pt x="830665" y="845386"/>
                  </a:cubicBezTo>
                  <a:cubicBezTo>
                    <a:pt x="864173" y="888959"/>
                    <a:pt x="889787" y="936208"/>
                    <a:pt x="910639" y="985868"/>
                  </a:cubicBezTo>
                  <a:cubicBezTo>
                    <a:pt x="918534" y="916441"/>
                    <a:pt x="935529" y="848098"/>
                    <a:pt x="935831" y="777827"/>
                  </a:cubicBezTo>
                  <a:cubicBezTo>
                    <a:pt x="936252" y="695442"/>
                    <a:pt x="919619" y="615528"/>
                    <a:pt x="910699" y="534047"/>
                  </a:cubicBezTo>
                  <a:cubicBezTo>
                    <a:pt x="903045" y="463896"/>
                    <a:pt x="909012" y="390793"/>
                    <a:pt x="932094" y="323715"/>
                  </a:cubicBezTo>
                  <a:cubicBezTo>
                    <a:pt x="944479" y="287646"/>
                    <a:pt x="961083" y="253324"/>
                    <a:pt x="979374" y="219823"/>
                  </a:cubicBezTo>
                  <a:lnTo>
                    <a:pt x="1015625" y="157325"/>
                  </a:lnTo>
                  <a:lnTo>
                    <a:pt x="1015625" y="897092"/>
                  </a:lnTo>
                  <a:lnTo>
                    <a:pt x="999307" y="917707"/>
                  </a:lnTo>
                  <a:cubicBezTo>
                    <a:pt x="971358" y="951517"/>
                    <a:pt x="944931" y="986291"/>
                    <a:pt x="926670" y="1026790"/>
                  </a:cubicBezTo>
                  <a:cubicBezTo>
                    <a:pt x="932456" y="1042580"/>
                    <a:pt x="937880" y="1058610"/>
                    <a:pt x="943002" y="1074762"/>
                  </a:cubicBezTo>
                  <a:cubicBezTo>
                    <a:pt x="951319" y="1100858"/>
                    <a:pt x="959033" y="1127737"/>
                    <a:pt x="967169" y="1154616"/>
                  </a:cubicBezTo>
                  <a:cubicBezTo>
                    <a:pt x="976631" y="1124573"/>
                    <a:pt x="986730" y="1094500"/>
                    <a:pt x="998255" y="1065124"/>
                  </a:cubicBezTo>
                  <a:lnTo>
                    <a:pt x="1015625" y="1027745"/>
                  </a:lnTo>
                  <a:lnTo>
                    <a:pt x="1015625" y="1159905"/>
                  </a:lnTo>
                  <a:lnTo>
                    <a:pt x="981875" y="1189450"/>
                  </a:lnTo>
                  <a:cubicBezTo>
                    <a:pt x="980971" y="1190234"/>
                    <a:pt x="980006" y="1190836"/>
                    <a:pt x="978981" y="1191379"/>
                  </a:cubicBezTo>
                  <a:cubicBezTo>
                    <a:pt x="987479" y="1216902"/>
                    <a:pt x="996881" y="1242079"/>
                    <a:pt x="1008181" y="1266186"/>
                  </a:cubicBezTo>
                  <a:lnTo>
                    <a:pt x="1015625" y="1278727"/>
                  </a:lnTo>
                  <a:lnTo>
                    <a:pt x="1015625" y="1324359"/>
                  </a:lnTo>
                  <a:lnTo>
                    <a:pt x="997929" y="1297389"/>
                  </a:lnTo>
                  <a:cubicBezTo>
                    <a:pt x="983954" y="1270796"/>
                    <a:pt x="972383" y="1243178"/>
                    <a:pt x="962047" y="1214581"/>
                  </a:cubicBezTo>
                  <a:cubicBezTo>
                    <a:pt x="824216" y="1255503"/>
                    <a:pt x="727006" y="1383088"/>
                    <a:pt x="583209" y="1412377"/>
                  </a:cubicBezTo>
                  <a:cubicBezTo>
                    <a:pt x="465266" y="1436364"/>
                    <a:pt x="345817" y="1414909"/>
                    <a:pt x="226790" y="1421598"/>
                  </a:cubicBezTo>
                  <a:cubicBezTo>
                    <a:pt x="206179" y="1422744"/>
                    <a:pt x="205576" y="1394840"/>
                    <a:pt x="222270" y="1388271"/>
                  </a:cubicBezTo>
                  <a:cubicBezTo>
                    <a:pt x="359196" y="1334573"/>
                    <a:pt x="444535" y="1188546"/>
                    <a:pt x="592791" y="1159558"/>
                  </a:cubicBezTo>
                  <a:cubicBezTo>
                    <a:pt x="660712" y="1146299"/>
                    <a:pt x="729417" y="1148227"/>
                    <a:pt x="798061" y="1154797"/>
                  </a:cubicBezTo>
                  <a:cubicBezTo>
                    <a:pt x="845491" y="1159317"/>
                    <a:pt x="902805" y="1158714"/>
                    <a:pt x="949089" y="1176553"/>
                  </a:cubicBezTo>
                  <a:cubicBezTo>
                    <a:pt x="946859" y="1169803"/>
                    <a:pt x="944690" y="1162993"/>
                    <a:pt x="942581" y="1156122"/>
                  </a:cubicBezTo>
                  <a:cubicBezTo>
                    <a:pt x="933118" y="1125507"/>
                    <a:pt x="923898" y="1094530"/>
                    <a:pt x="913833" y="1063794"/>
                  </a:cubicBezTo>
                  <a:cubicBezTo>
                    <a:pt x="911543" y="1061985"/>
                    <a:pt x="909132" y="1060238"/>
                    <a:pt x="906782" y="1058490"/>
                  </a:cubicBezTo>
                  <a:cubicBezTo>
                    <a:pt x="865439" y="1045894"/>
                    <a:pt x="827471" y="1022028"/>
                    <a:pt x="784741" y="1014435"/>
                  </a:cubicBezTo>
                  <a:cubicBezTo>
                    <a:pt x="741108" y="1006721"/>
                    <a:pt x="697535" y="1009493"/>
                    <a:pt x="653842" y="1015219"/>
                  </a:cubicBezTo>
                  <a:cubicBezTo>
                    <a:pt x="574771" y="1025645"/>
                    <a:pt x="494857" y="1036553"/>
                    <a:pt x="417716" y="1009433"/>
                  </a:cubicBezTo>
                  <a:cubicBezTo>
                    <a:pt x="265422" y="955916"/>
                    <a:pt x="161521" y="820737"/>
                    <a:pt x="11034" y="763966"/>
                  </a:cubicBezTo>
                  <a:cubicBezTo>
                    <a:pt x="-7467" y="756975"/>
                    <a:pt x="-1199" y="730517"/>
                    <a:pt x="18688" y="734073"/>
                  </a:cubicBezTo>
                  <a:cubicBezTo>
                    <a:pt x="67685" y="742872"/>
                    <a:pt x="116501" y="753479"/>
                    <a:pt x="166644" y="751490"/>
                  </a:cubicBezTo>
                  <a:cubicBezTo>
                    <a:pt x="207685" y="749863"/>
                    <a:pt x="248788" y="746850"/>
                    <a:pt x="289890" y="746066"/>
                  </a:cubicBezTo>
                  <a:cubicBezTo>
                    <a:pt x="365223" y="744620"/>
                    <a:pt x="439110" y="751309"/>
                    <a:pt x="509201" y="780720"/>
                  </a:cubicBezTo>
                  <a:cubicBezTo>
                    <a:pt x="586945" y="813384"/>
                    <a:pt x="655107" y="862381"/>
                    <a:pt x="724474" y="909570"/>
                  </a:cubicBezTo>
                  <a:cubicBezTo>
                    <a:pt x="780462" y="947780"/>
                    <a:pt x="841573" y="985145"/>
                    <a:pt x="895391" y="1028055"/>
                  </a:cubicBezTo>
                  <a:cubicBezTo>
                    <a:pt x="897681" y="1028959"/>
                    <a:pt x="899972" y="1029924"/>
                    <a:pt x="902322" y="1030767"/>
                  </a:cubicBezTo>
                  <a:cubicBezTo>
                    <a:pt x="885628" y="984181"/>
                    <a:pt x="865861" y="938920"/>
                    <a:pt x="838560" y="897517"/>
                  </a:cubicBezTo>
                  <a:cubicBezTo>
                    <a:pt x="818310" y="866841"/>
                    <a:pt x="794023" y="837431"/>
                    <a:pt x="767988" y="811516"/>
                  </a:cubicBezTo>
                  <a:cubicBezTo>
                    <a:pt x="721461" y="765231"/>
                    <a:pt x="665955" y="725756"/>
                    <a:pt x="612017" y="688572"/>
                  </a:cubicBezTo>
                  <a:cubicBezTo>
                    <a:pt x="554522" y="648916"/>
                    <a:pt x="490639" y="619867"/>
                    <a:pt x="432662" y="581055"/>
                  </a:cubicBezTo>
                  <a:cubicBezTo>
                    <a:pt x="377458" y="544112"/>
                    <a:pt x="329847" y="499032"/>
                    <a:pt x="287901" y="447685"/>
                  </a:cubicBezTo>
                  <a:cubicBezTo>
                    <a:pt x="244991" y="395132"/>
                    <a:pt x="208710" y="335106"/>
                    <a:pt x="183458" y="272067"/>
                  </a:cubicBezTo>
                  <a:cubicBezTo>
                    <a:pt x="169778" y="237895"/>
                    <a:pt x="157302" y="202398"/>
                    <a:pt x="150252" y="166238"/>
                  </a:cubicBezTo>
                  <a:cubicBezTo>
                    <a:pt x="143682" y="132549"/>
                    <a:pt x="143923" y="92110"/>
                    <a:pt x="131568" y="60650"/>
                  </a:cubicBezTo>
                  <a:cubicBezTo>
                    <a:pt x="126084" y="46608"/>
                    <a:pt x="149227" y="37026"/>
                    <a:pt x="155916" y="50345"/>
                  </a:cubicBezTo>
                  <a:cubicBezTo>
                    <a:pt x="189545" y="117241"/>
                    <a:pt x="265783" y="144180"/>
                    <a:pt x="323097" y="186910"/>
                  </a:cubicBezTo>
                  <a:cubicBezTo>
                    <a:pt x="378362" y="228132"/>
                    <a:pt x="430794" y="274960"/>
                    <a:pt x="474126" y="328838"/>
                  </a:cubicBezTo>
                  <a:cubicBezTo>
                    <a:pt x="516976" y="382114"/>
                    <a:pt x="556571" y="440452"/>
                    <a:pt x="582667" y="503974"/>
                  </a:cubicBezTo>
                  <a:cubicBezTo>
                    <a:pt x="596347" y="537242"/>
                    <a:pt x="608460" y="571112"/>
                    <a:pt x="621720" y="604560"/>
                  </a:cubicBezTo>
                  <a:cubicBezTo>
                    <a:pt x="628288" y="621193"/>
                    <a:pt x="635159" y="637646"/>
                    <a:pt x="642632" y="653918"/>
                  </a:cubicBezTo>
                  <a:cubicBezTo>
                    <a:pt x="647634" y="664766"/>
                    <a:pt x="652094" y="679712"/>
                    <a:pt x="658784" y="689355"/>
                  </a:cubicBezTo>
                  <a:cubicBezTo>
                    <a:pt x="665955" y="699661"/>
                    <a:pt x="680781" y="711835"/>
                    <a:pt x="690906" y="719790"/>
                  </a:cubicBezTo>
                  <a:cubicBezTo>
                    <a:pt x="698681" y="725877"/>
                    <a:pt x="706816" y="731602"/>
                    <a:pt x="714952" y="737267"/>
                  </a:cubicBezTo>
                  <a:cubicBezTo>
                    <a:pt x="703863" y="681460"/>
                    <a:pt x="678491" y="627521"/>
                    <a:pt x="668125" y="570509"/>
                  </a:cubicBezTo>
                  <a:cubicBezTo>
                    <a:pt x="657036" y="509217"/>
                    <a:pt x="646731" y="449131"/>
                    <a:pt x="647454" y="386634"/>
                  </a:cubicBezTo>
                  <a:cubicBezTo>
                    <a:pt x="648900" y="260194"/>
                    <a:pt x="723751" y="145446"/>
                    <a:pt x="709589" y="18102"/>
                  </a:cubicBezTo>
                  <a:cubicBezTo>
                    <a:pt x="708565" y="9122"/>
                    <a:pt x="714817" y="2659"/>
                    <a:pt x="722102" y="655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1943573" y="3966955"/>
              <a:ext cx="759433" cy="454609"/>
            </a:xfrm>
            <a:custGeom>
              <a:avLst/>
              <a:gdLst>
                <a:gd name="connsiteX0" fmla="*/ 44181 w 1151600"/>
                <a:gd name="connsiteY0" fmla="*/ 443919 h 689367"/>
                <a:gd name="connsiteX1" fmla="*/ 737410 w 1151600"/>
                <a:gd name="connsiteY1" fmla="*/ 661185 h 689367"/>
                <a:gd name="connsiteX2" fmla="*/ 977821 w 1151600"/>
                <a:gd name="connsiteY2" fmla="*/ 369624 h 689367"/>
                <a:gd name="connsiteX3" fmla="*/ 1018683 w 1151600"/>
                <a:gd name="connsiteY3" fmla="*/ 13961 h 689367"/>
                <a:gd name="connsiteX4" fmla="*/ 549482 w 1151600"/>
                <a:gd name="connsiteY4" fmla="*/ 115021 h 689367"/>
                <a:gd name="connsiteX5" fmla="*/ 108570 w 1151600"/>
                <a:gd name="connsiteY5" fmla="*/ 189507 h 689367"/>
                <a:gd name="connsiteX6" fmla="*/ 44276 w 1151600"/>
                <a:gd name="connsiteY6" fmla="*/ 443919 h 68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51600" h="689367">
                  <a:moveTo>
                    <a:pt x="44181" y="443919"/>
                  </a:moveTo>
                  <a:cubicBezTo>
                    <a:pt x="168387" y="622418"/>
                    <a:pt x="532908" y="748053"/>
                    <a:pt x="737410" y="661185"/>
                  </a:cubicBezTo>
                  <a:cubicBezTo>
                    <a:pt x="871998" y="604035"/>
                    <a:pt x="863902" y="449634"/>
                    <a:pt x="977821" y="369624"/>
                  </a:cubicBezTo>
                  <a:cubicBezTo>
                    <a:pt x="1112314" y="275137"/>
                    <a:pt x="1269667" y="95685"/>
                    <a:pt x="1018683" y="13961"/>
                  </a:cubicBezTo>
                  <a:cubicBezTo>
                    <a:pt x="866855" y="-35474"/>
                    <a:pt x="687880" y="57871"/>
                    <a:pt x="549482" y="115021"/>
                  </a:cubicBezTo>
                  <a:cubicBezTo>
                    <a:pt x="408988" y="173029"/>
                    <a:pt x="249635" y="129023"/>
                    <a:pt x="108570" y="189507"/>
                  </a:cubicBezTo>
                  <a:cubicBezTo>
                    <a:pt x="-28971" y="248466"/>
                    <a:pt x="-18303" y="353908"/>
                    <a:pt x="44276" y="443919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9647148" y="3107853"/>
              <a:ext cx="1112732" cy="1181069"/>
            </a:xfrm>
            <a:custGeom>
              <a:avLst/>
              <a:gdLst>
                <a:gd name="connsiteX0" fmla="*/ 1123585 w 2587621"/>
                <a:gd name="connsiteY0" fmla="*/ 53206 h 2746535"/>
                <a:gd name="connsiteX1" fmla="*/ 2547573 w 2587621"/>
                <a:gd name="connsiteY1" fmla="*/ 1219352 h 2746535"/>
                <a:gd name="connsiteX2" fmla="*/ 2273158 w 2587621"/>
                <a:gd name="connsiteY2" fmla="*/ 2362733 h 2746535"/>
                <a:gd name="connsiteX3" fmla="*/ 448930 w 2587621"/>
                <a:gd name="connsiteY3" fmla="*/ 1989734 h 2746535"/>
                <a:gd name="connsiteX4" fmla="*/ 264716 w 2587621"/>
                <a:gd name="connsiteY4" fmla="*/ 1031995 h 2746535"/>
                <a:gd name="connsiteX5" fmla="*/ 113078 w 2587621"/>
                <a:gd name="connsiteY5" fmla="*/ 239230 h 2746535"/>
                <a:gd name="connsiteX6" fmla="*/ 1123585 w 2587621"/>
                <a:gd name="connsiteY6" fmla="*/ 53302 h 274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87621" h="2746535">
                  <a:moveTo>
                    <a:pt x="1123585" y="53206"/>
                  </a:moveTo>
                  <a:cubicBezTo>
                    <a:pt x="1753474" y="221799"/>
                    <a:pt x="2392792" y="759771"/>
                    <a:pt x="2547573" y="1219352"/>
                  </a:cubicBezTo>
                  <a:cubicBezTo>
                    <a:pt x="2656634" y="1543202"/>
                    <a:pt x="2535667" y="2124227"/>
                    <a:pt x="2273158" y="2362733"/>
                  </a:cubicBezTo>
                  <a:cubicBezTo>
                    <a:pt x="1752712" y="2835650"/>
                    <a:pt x="391970" y="3032436"/>
                    <a:pt x="448930" y="1989734"/>
                  </a:cubicBezTo>
                  <a:cubicBezTo>
                    <a:pt x="469694" y="1609115"/>
                    <a:pt x="453216" y="1375658"/>
                    <a:pt x="264716" y="1031995"/>
                  </a:cubicBezTo>
                  <a:cubicBezTo>
                    <a:pt x="121270" y="770534"/>
                    <a:pt x="-156098" y="500024"/>
                    <a:pt x="113078" y="239230"/>
                  </a:cubicBezTo>
                  <a:cubicBezTo>
                    <a:pt x="377111" y="-16612"/>
                    <a:pt x="748681" y="-47092"/>
                    <a:pt x="1123585" y="5330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3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47"/>
            <p:cNvSpPr/>
            <p:nvPr/>
          </p:nvSpPr>
          <p:spPr>
            <a:xfrm flipH="1">
              <a:off x="1044358" y="5790108"/>
              <a:ext cx="1545850" cy="1067893"/>
            </a:xfrm>
            <a:custGeom>
              <a:avLst/>
              <a:gdLst>
                <a:gd name="connsiteX0" fmla="*/ 1535006 w 1545850"/>
                <a:gd name="connsiteY0" fmla="*/ 710294 h 1067893"/>
                <a:gd name="connsiteX1" fmla="*/ 1544191 w 1545850"/>
                <a:gd name="connsiteY1" fmla="*/ 730590 h 1067893"/>
                <a:gd name="connsiteX2" fmla="*/ 1290840 w 1545850"/>
                <a:gd name="connsiteY2" fmla="*/ 998411 h 1067893"/>
                <a:gd name="connsiteX3" fmla="*/ 1111092 w 1545850"/>
                <a:gd name="connsiteY3" fmla="*/ 1045418 h 1067893"/>
                <a:gd name="connsiteX4" fmla="*/ 1058929 w 1545850"/>
                <a:gd name="connsiteY4" fmla="*/ 1062610 h 1067893"/>
                <a:gd name="connsiteX5" fmla="*/ 1050368 w 1545850"/>
                <a:gd name="connsiteY5" fmla="*/ 1067893 h 1067893"/>
                <a:gd name="connsiteX6" fmla="*/ 940848 w 1545850"/>
                <a:gd name="connsiteY6" fmla="*/ 1067893 h 1067893"/>
                <a:gd name="connsiteX7" fmla="*/ 952629 w 1545850"/>
                <a:gd name="connsiteY7" fmla="*/ 1037535 h 1067893"/>
                <a:gd name="connsiteX8" fmla="*/ 1118356 w 1545850"/>
                <a:gd name="connsiteY8" fmla="*/ 825087 h 1067893"/>
                <a:gd name="connsiteX9" fmla="*/ 1314854 w 1545850"/>
                <a:gd name="connsiteY9" fmla="*/ 765231 h 1067893"/>
                <a:gd name="connsiteX10" fmla="*/ 1526300 w 1545850"/>
                <a:gd name="connsiteY10" fmla="*/ 712039 h 1067893"/>
                <a:gd name="connsiteX11" fmla="*/ 1526421 w 1545850"/>
                <a:gd name="connsiteY11" fmla="*/ 712039 h 1067893"/>
                <a:gd name="connsiteX12" fmla="*/ 1535006 w 1545850"/>
                <a:gd name="connsiteY12" fmla="*/ 710294 h 1067893"/>
                <a:gd name="connsiteX13" fmla="*/ 722989 w 1545850"/>
                <a:gd name="connsiteY13" fmla="*/ 478 h 1067893"/>
                <a:gd name="connsiteX14" fmla="*/ 740730 w 1545850"/>
                <a:gd name="connsiteY14" fmla="*/ 10098 h 1067893"/>
                <a:gd name="connsiteX15" fmla="*/ 776571 w 1545850"/>
                <a:gd name="connsiteY15" fmla="*/ 192968 h 1067893"/>
                <a:gd name="connsiteX16" fmla="*/ 787198 w 1545850"/>
                <a:gd name="connsiteY16" fmla="*/ 363170 h 1067893"/>
                <a:gd name="connsiteX17" fmla="*/ 742831 w 1545850"/>
                <a:gd name="connsiteY17" fmla="*/ 549942 h 1067893"/>
                <a:gd name="connsiteX18" fmla="*/ 708670 w 1545850"/>
                <a:gd name="connsiteY18" fmla="*/ 725307 h 1067893"/>
                <a:gd name="connsiteX19" fmla="*/ 716656 w 1545850"/>
                <a:gd name="connsiteY19" fmla="*/ 731791 h 1067893"/>
                <a:gd name="connsiteX20" fmla="*/ 798484 w 1545850"/>
                <a:gd name="connsiteY20" fmla="*/ 819623 h 1067893"/>
                <a:gd name="connsiteX21" fmla="*/ 870828 w 1545850"/>
                <a:gd name="connsiteY21" fmla="*/ 958006 h 1067893"/>
                <a:gd name="connsiteX22" fmla="*/ 902347 w 1545850"/>
                <a:gd name="connsiteY22" fmla="*/ 758026 h 1067893"/>
                <a:gd name="connsiteX23" fmla="*/ 886497 w 1545850"/>
                <a:gd name="connsiteY23" fmla="*/ 521845 h 1067893"/>
                <a:gd name="connsiteX24" fmla="*/ 914414 w 1545850"/>
                <a:gd name="connsiteY24" fmla="*/ 319523 h 1067893"/>
                <a:gd name="connsiteX25" fmla="*/ 1022479 w 1545850"/>
                <a:gd name="connsiteY25" fmla="*/ 127288 h 1067893"/>
                <a:gd name="connsiteX26" fmla="*/ 1045292 w 1545850"/>
                <a:gd name="connsiteY26" fmla="*/ 130891 h 1067893"/>
                <a:gd name="connsiteX27" fmla="*/ 1137628 w 1545850"/>
                <a:gd name="connsiteY27" fmla="*/ 376437 h 1067893"/>
                <a:gd name="connsiteX28" fmla="*/ 1123940 w 1545850"/>
                <a:gd name="connsiteY28" fmla="*/ 578819 h 1067893"/>
                <a:gd name="connsiteX29" fmla="*/ 1041270 w 1545850"/>
                <a:gd name="connsiteY29" fmla="*/ 798370 h 1067893"/>
                <a:gd name="connsiteX30" fmla="*/ 884876 w 1545850"/>
                <a:gd name="connsiteY30" fmla="*/ 998050 h 1067893"/>
                <a:gd name="connsiteX31" fmla="*/ 898985 w 1545850"/>
                <a:gd name="connsiteY31" fmla="*/ 1044938 h 1067893"/>
                <a:gd name="connsiteX32" fmla="*/ 905033 w 1545850"/>
                <a:gd name="connsiteY32" fmla="*/ 1067893 h 1067893"/>
                <a:gd name="connsiteX33" fmla="*/ 880660 w 1545850"/>
                <a:gd name="connsiteY33" fmla="*/ 1067893 h 1067893"/>
                <a:gd name="connsiteX34" fmla="*/ 871248 w 1545850"/>
                <a:gd name="connsiteY34" fmla="*/ 1033351 h 1067893"/>
                <a:gd name="connsiteX35" fmla="*/ 864584 w 1545850"/>
                <a:gd name="connsiteY35" fmla="*/ 1027948 h 1067893"/>
                <a:gd name="connsiteX36" fmla="*/ 748294 w 1545850"/>
                <a:gd name="connsiteY36" fmla="*/ 981180 h 1067893"/>
                <a:gd name="connsiteX37" fmla="*/ 621919 w 1545850"/>
                <a:gd name="connsiteY37" fmla="*/ 977398 h 1067893"/>
                <a:gd name="connsiteX38" fmla="*/ 394202 w 1545850"/>
                <a:gd name="connsiteY38" fmla="*/ 963650 h 1067893"/>
                <a:gd name="connsiteX39" fmla="*/ 10092 w 1545850"/>
                <a:gd name="connsiteY39" fmla="*/ 712639 h 1067893"/>
                <a:gd name="connsiteX40" fmla="*/ 18557 w 1545850"/>
                <a:gd name="connsiteY40" fmla="*/ 684002 h 1067893"/>
                <a:gd name="connsiteX41" fmla="*/ 160782 w 1545850"/>
                <a:gd name="connsiteY41" fmla="*/ 705975 h 1067893"/>
                <a:gd name="connsiteX42" fmla="*/ 279954 w 1545850"/>
                <a:gd name="connsiteY42" fmla="*/ 705015 h 1067893"/>
                <a:gd name="connsiteX43" fmla="*/ 490500 w 1545850"/>
                <a:gd name="connsiteY43" fmla="*/ 746079 h 1067893"/>
                <a:gd name="connsiteX44" fmla="*/ 693902 w 1545850"/>
                <a:gd name="connsiteY44" fmla="*/ 877918 h 1067893"/>
                <a:gd name="connsiteX45" fmla="*/ 854798 w 1545850"/>
                <a:gd name="connsiteY45" fmla="*/ 998170 h 1067893"/>
                <a:gd name="connsiteX46" fmla="*/ 861402 w 1545850"/>
                <a:gd name="connsiteY46" fmla="*/ 1001052 h 1067893"/>
                <a:gd name="connsiteX47" fmla="*/ 804428 w 1545850"/>
                <a:gd name="connsiteY47" fmla="*/ 870234 h 1067893"/>
                <a:gd name="connsiteX48" fmla="*/ 739289 w 1545850"/>
                <a:gd name="connsiteY48" fmla="*/ 784743 h 1067893"/>
                <a:gd name="connsiteX49" fmla="*/ 592982 w 1545850"/>
                <a:gd name="connsiteY49" fmla="*/ 660708 h 1067893"/>
                <a:gd name="connsiteX50" fmla="*/ 423560 w 1545850"/>
                <a:gd name="connsiteY50" fmla="*/ 550722 h 1067893"/>
                <a:gd name="connsiteX51" fmla="*/ 288419 w 1545850"/>
                <a:gd name="connsiteY51" fmla="*/ 416962 h 1067893"/>
                <a:gd name="connsiteX52" fmla="*/ 193622 w 1545850"/>
                <a:gd name="connsiteY52" fmla="*/ 243818 h 1067893"/>
                <a:gd name="connsiteX53" fmla="*/ 165225 w 1545850"/>
                <a:gd name="connsiteY53" fmla="*/ 140496 h 1067893"/>
                <a:gd name="connsiteX54" fmla="*/ 150816 w 1545850"/>
                <a:gd name="connsiteY54" fmla="*/ 37895 h 1067893"/>
                <a:gd name="connsiteX55" fmla="*/ 174651 w 1545850"/>
                <a:gd name="connsiteY55" fmla="*/ 28829 h 1067893"/>
                <a:gd name="connsiteX56" fmla="*/ 331285 w 1545850"/>
                <a:gd name="connsiteY56" fmla="*/ 166492 h 1067893"/>
                <a:gd name="connsiteX57" fmla="*/ 472189 w 1545850"/>
                <a:gd name="connsiteY57" fmla="*/ 308717 h 1067893"/>
                <a:gd name="connsiteX58" fmla="*/ 570948 w 1545850"/>
                <a:gd name="connsiteY58" fmla="*/ 481501 h 1067893"/>
                <a:gd name="connsiteX59" fmla="*/ 605168 w 1545850"/>
                <a:gd name="connsiteY59" fmla="*/ 579960 h 1067893"/>
                <a:gd name="connsiteX60" fmla="*/ 623660 w 1545850"/>
                <a:gd name="connsiteY60" fmla="*/ 628348 h 1067893"/>
                <a:gd name="connsiteX61" fmla="*/ 638008 w 1545850"/>
                <a:gd name="connsiteY61" fmla="*/ 663109 h 1067893"/>
                <a:gd name="connsiteX62" fmla="*/ 667966 w 1545850"/>
                <a:gd name="connsiteY62" fmla="*/ 693608 h 1067893"/>
                <a:gd name="connsiteX63" fmla="*/ 690600 w 1545850"/>
                <a:gd name="connsiteY63" fmla="*/ 711318 h 1067893"/>
                <a:gd name="connsiteX64" fmla="*/ 651156 w 1545850"/>
                <a:gd name="connsiteY64" fmla="*/ 548681 h 1067893"/>
                <a:gd name="connsiteX65" fmla="*/ 637528 w 1545850"/>
                <a:gd name="connsiteY65" fmla="*/ 370494 h 1067893"/>
                <a:gd name="connsiteX66" fmla="*/ 710291 w 1545850"/>
                <a:gd name="connsiteY66" fmla="*/ 16882 h 1067893"/>
                <a:gd name="connsiteX67" fmla="*/ 722989 w 1545850"/>
                <a:gd name="connsiteY67" fmla="*/ 478 h 1067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545850" h="1067893">
                  <a:moveTo>
                    <a:pt x="1535006" y="710294"/>
                  </a:moveTo>
                  <a:cubicBezTo>
                    <a:pt x="1543099" y="711926"/>
                    <a:pt x="1548829" y="722440"/>
                    <a:pt x="1544191" y="730590"/>
                  </a:cubicBezTo>
                  <a:cubicBezTo>
                    <a:pt x="1483195" y="837334"/>
                    <a:pt x="1404188" y="943177"/>
                    <a:pt x="1290840" y="998411"/>
                  </a:cubicBezTo>
                  <a:cubicBezTo>
                    <a:pt x="1231944" y="1027167"/>
                    <a:pt x="1174549" y="1033472"/>
                    <a:pt x="1111092" y="1045418"/>
                  </a:cubicBezTo>
                  <a:cubicBezTo>
                    <a:pt x="1091760" y="1049050"/>
                    <a:pt x="1074650" y="1055009"/>
                    <a:pt x="1058929" y="1062610"/>
                  </a:cubicBezTo>
                  <a:lnTo>
                    <a:pt x="1050368" y="1067893"/>
                  </a:lnTo>
                  <a:lnTo>
                    <a:pt x="940848" y="1067893"/>
                  </a:lnTo>
                  <a:lnTo>
                    <a:pt x="952629" y="1037535"/>
                  </a:lnTo>
                  <a:cubicBezTo>
                    <a:pt x="989061" y="953650"/>
                    <a:pt x="1037667" y="876282"/>
                    <a:pt x="1118356" y="825087"/>
                  </a:cubicBezTo>
                  <a:cubicBezTo>
                    <a:pt x="1178152" y="787204"/>
                    <a:pt x="1245152" y="772555"/>
                    <a:pt x="1314854" y="765231"/>
                  </a:cubicBezTo>
                  <a:cubicBezTo>
                    <a:pt x="1388458" y="757486"/>
                    <a:pt x="1462182" y="752863"/>
                    <a:pt x="1526300" y="712039"/>
                  </a:cubicBezTo>
                  <a:lnTo>
                    <a:pt x="1526421" y="712039"/>
                  </a:lnTo>
                  <a:cubicBezTo>
                    <a:pt x="1529348" y="710193"/>
                    <a:pt x="1532308" y="709750"/>
                    <a:pt x="1535006" y="710294"/>
                  </a:cubicBezTo>
                  <a:close/>
                  <a:moveTo>
                    <a:pt x="722989" y="478"/>
                  </a:moveTo>
                  <a:cubicBezTo>
                    <a:pt x="730088" y="-1204"/>
                    <a:pt x="738028" y="1453"/>
                    <a:pt x="740730" y="10098"/>
                  </a:cubicBezTo>
                  <a:cubicBezTo>
                    <a:pt x="759281" y="69834"/>
                    <a:pt x="767926" y="131131"/>
                    <a:pt x="776571" y="192968"/>
                  </a:cubicBezTo>
                  <a:cubicBezTo>
                    <a:pt x="784376" y="248681"/>
                    <a:pt x="794642" y="306856"/>
                    <a:pt x="787198" y="363170"/>
                  </a:cubicBezTo>
                  <a:cubicBezTo>
                    <a:pt x="778792" y="426808"/>
                    <a:pt x="756159" y="487324"/>
                    <a:pt x="742831" y="549942"/>
                  </a:cubicBezTo>
                  <a:cubicBezTo>
                    <a:pt x="732085" y="600432"/>
                    <a:pt x="717316" y="708497"/>
                    <a:pt x="708670" y="725307"/>
                  </a:cubicBezTo>
                  <a:cubicBezTo>
                    <a:pt x="711373" y="727468"/>
                    <a:pt x="714074" y="729569"/>
                    <a:pt x="716656" y="731791"/>
                  </a:cubicBezTo>
                  <a:cubicBezTo>
                    <a:pt x="747093" y="757906"/>
                    <a:pt x="775130" y="786904"/>
                    <a:pt x="798484" y="819623"/>
                  </a:cubicBezTo>
                  <a:cubicBezTo>
                    <a:pt x="829343" y="862849"/>
                    <a:pt x="852397" y="909317"/>
                    <a:pt x="870828" y="958006"/>
                  </a:cubicBezTo>
                  <a:cubicBezTo>
                    <a:pt x="880853" y="891246"/>
                    <a:pt x="899585" y="825867"/>
                    <a:pt x="902347" y="758026"/>
                  </a:cubicBezTo>
                  <a:cubicBezTo>
                    <a:pt x="905588" y="678538"/>
                    <a:pt x="892261" y="600852"/>
                    <a:pt x="886497" y="521845"/>
                  </a:cubicBezTo>
                  <a:cubicBezTo>
                    <a:pt x="881514" y="453884"/>
                    <a:pt x="889859" y="383462"/>
                    <a:pt x="914414" y="319523"/>
                  </a:cubicBezTo>
                  <a:cubicBezTo>
                    <a:pt x="940830" y="250722"/>
                    <a:pt x="983275" y="189246"/>
                    <a:pt x="1022479" y="127288"/>
                  </a:cubicBezTo>
                  <a:cubicBezTo>
                    <a:pt x="1028122" y="118343"/>
                    <a:pt x="1043071" y="119844"/>
                    <a:pt x="1045292" y="130891"/>
                  </a:cubicBezTo>
                  <a:cubicBezTo>
                    <a:pt x="1062823" y="217823"/>
                    <a:pt x="1123399" y="289265"/>
                    <a:pt x="1137628" y="376437"/>
                  </a:cubicBezTo>
                  <a:cubicBezTo>
                    <a:pt x="1148794" y="445059"/>
                    <a:pt x="1139069" y="511638"/>
                    <a:pt x="1123940" y="578819"/>
                  </a:cubicBezTo>
                  <a:cubicBezTo>
                    <a:pt x="1107009" y="654164"/>
                    <a:pt x="1087077" y="734552"/>
                    <a:pt x="1041270" y="798370"/>
                  </a:cubicBezTo>
                  <a:cubicBezTo>
                    <a:pt x="991740" y="867412"/>
                    <a:pt x="922939" y="921144"/>
                    <a:pt x="884876" y="998050"/>
                  </a:cubicBezTo>
                  <a:cubicBezTo>
                    <a:pt x="889919" y="1013539"/>
                    <a:pt x="894602" y="1029149"/>
                    <a:pt x="898985" y="1044938"/>
                  </a:cubicBezTo>
                  <a:lnTo>
                    <a:pt x="905033" y="1067893"/>
                  </a:lnTo>
                  <a:lnTo>
                    <a:pt x="880660" y="1067893"/>
                  </a:lnTo>
                  <a:lnTo>
                    <a:pt x="871248" y="1033351"/>
                  </a:lnTo>
                  <a:cubicBezTo>
                    <a:pt x="869026" y="1031490"/>
                    <a:pt x="866805" y="1029689"/>
                    <a:pt x="864584" y="1027948"/>
                  </a:cubicBezTo>
                  <a:cubicBezTo>
                    <a:pt x="825080" y="1014320"/>
                    <a:pt x="789239" y="989945"/>
                    <a:pt x="748294" y="981180"/>
                  </a:cubicBezTo>
                  <a:cubicBezTo>
                    <a:pt x="706449" y="972235"/>
                    <a:pt x="664304" y="973375"/>
                    <a:pt x="621919" y="977398"/>
                  </a:cubicBezTo>
                  <a:cubicBezTo>
                    <a:pt x="545253" y="984722"/>
                    <a:pt x="467746" y="992527"/>
                    <a:pt x="394202" y="963650"/>
                  </a:cubicBezTo>
                  <a:cubicBezTo>
                    <a:pt x="249035" y="906736"/>
                    <a:pt x="153398" y="772675"/>
                    <a:pt x="10092" y="712639"/>
                  </a:cubicBezTo>
                  <a:cubicBezTo>
                    <a:pt x="-7439" y="705255"/>
                    <a:pt x="-534" y="679860"/>
                    <a:pt x="18557" y="684002"/>
                  </a:cubicBezTo>
                  <a:cubicBezTo>
                    <a:pt x="65565" y="694208"/>
                    <a:pt x="112333" y="706155"/>
                    <a:pt x="160782" y="705975"/>
                  </a:cubicBezTo>
                  <a:cubicBezTo>
                    <a:pt x="200466" y="705855"/>
                    <a:pt x="240270" y="704354"/>
                    <a:pt x="279954" y="705015"/>
                  </a:cubicBezTo>
                  <a:cubicBezTo>
                    <a:pt x="352717" y="706215"/>
                    <a:pt x="423800" y="715281"/>
                    <a:pt x="490500" y="746079"/>
                  </a:cubicBezTo>
                  <a:cubicBezTo>
                    <a:pt x="564464" y="780240"/>
                    <a:pt x="628583" y="829949"/>
                    <a:pt x="693902" y="877918"/>
                  </a:cubicBezTo>
                  <a:cubicBezTo>
                    <a:pt x="746674" y="916701"/>
                    <a:pt x="804368" y="954884"/>
                    <a:pt x="854798" y="998170"/>
                  </a:cubicBezTo>
                  <a:cubicBezTo>
                    <a:pt x="857019" y="999131"/>
                    <a:pt x="859181" y="1000152"/>
                    <a:pt x="861402" y="1001052"/>
                  </a:cubicBezTo>
                  <a:cubicBezTo>
                    <a:pt x="846874" y="955545"/>
                    <a:pt x="829343" y="911118"/>
                    <a:pt x="804428" y="870234"/>
                  </a:cubicBezTo>
                  <a:cubicBezTo>
                    <a:pt x="785937" y="839915"/>
                    <a:pt x="763543" y="810678"/>
                    <a:pt x="739289" y="784743"/>
                  </a:cubicBezTo>
                  <a:cubicBezTo>
                    <a:pt x="696003" y="738455"/>
                    <a:pt x="643772" y="698470"/>
                    <a:pt x="592982" y="660708"/>
                  </a:cubicBezTo>
                  <a:cubicBezTo>
                    <a:pt x="538829" y="620424"/>
                    <a:pt x="478132" y="590226"/>
                    <a:pt x="423560" y="550722"/>
                  </a:cubicBezTo>
                  <a:cubicBezTo>
                    <a:pt x="371569" y="513140"/>
                    <a:pt x="327142" y="467993"/>
                    <a:pt x="288419" y="416962"/>
                  </a:cubicBezTo>
                  <a:cubicBezTo>
                    <a:pt x="248795" y="364731"/>
                    <a:pt x="215775" y="305595"/>
                    <a:pt x="193622" y="243818"/>
                  </a:cubicBezTo>
                  <a:cubicBezTo>
                    <a:pt x="181615" y="210378"/>
                    <a:pt x="170809" y="175677"/>
                    <a:pt x="165225" y="140496"/>
                  </a:cubicBezTo>
                  <a:cubicBezTo>
                    <a:pt x="160062" y="107777"/>
                    <a:pt x="161683" y="68693"/>
                    <a:pt x="150816" y="37895"/>
                  </a:cubicBezTo>
                  <a:cubicBezTo>
                    <a:pt x="145954" y="24207"/>
                    <a:pt x="168647" y="15741"/>
                    <a:pt x="174651" y="28829"/>
                  </a:cubicBezTo>
                  <a:cubicBezTo>
                    <a:pt x="204729" y="94629"/>
                    <a:pt x="277432" y="123266"/>
                    <a:pt x="331285" y="166492"/>
                  </a:cubicBezTo>
                  <a:cubicBezTo>
                    <a:pt x="383216" y="208217"/>
                    <a:pt x="432205" y="255225"/>
                    <a:pt x="472189" y="308717"/>
                  </a:cubicBezTo>
                  <a:cubicBezTo>
                    <a:pt x="511752" y="361609"/>
                    <a:pt x="547954" y="419303"/>
                    <a:pt x="570948" y="481501"/>
                  </a:cubicBezTo>
                  <a:cubicBezTo>
                    <a:pt x="583015" y="514100"/>
                    <a:pt x="593522" y="547240"/>
                    <a:pt x="605168" y="579960"/>
                  </a:cubicBezTo>
                  <a:cubicBezTo>
                    <a:pt x="610932" y="596230"/>
                    <a:pt x="616996" y="612439"/>
                    <a:pt x="623660" y="628348"/>
                  </a:cubicBezTo>
                  <a:cubicBezTo>
                    <a:pt x="628103" y="638975"/>
                    <a:pt x="631885" y="653563"/>
                    <a:pt x="638008" y="663109"/>
                  </a:cubicBezTo>
                  <a:cubicBezTo>
                    <a:pt x="644612" y="673316"/>
                    <a:pt x="658480" y="685623"/>
                    <a:pt x="667966" y="693608"/>
                  </a:cubicBezTo>
                  <a:cubicBezTo>
                    <a:pt x="675290" y="699791"/>
                    <a:pt x="682915" y="705555"/>
                    <a:pt x="690600" y="711318"/>
                  </a:cubicBezTo>
                  <a:cubicBezTo>
                    <a:pt x="681835" y="657046"/>
                    <a:pt x="659201" y="604094"/>
                    <a:pt x="651156" y="548681"/>
                  </a:cubicBezTo>
                  <a:cubicBezTo>
                    <a:pt x="642511" y="489185"/>
                    <a:pt x="634646" y="430830"/>
                    <a:pt x="637528" y="370494"/>
                  </a:cubicBezTo>
                  <a:cubicBezTo>
                    <a:pt x="643351" y="248501"/>
                    <a:pt x="719537" y="140316"/>
                    <a:pt x="710291" y="16882"/>
                  </a:cubicBezTo>
                  <a:cubicBezTo>
                    <a:pt x="709631" y="8177"/>
                    <a:pt x="715890" y="2159"/>
                    <a:pt x="722989" y="478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3243265" y="1130301"/>
            <a:ext cx="5705470" cy="2785402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4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3243265" y="5648175"/>
            <a:ext cx="5705470" cy="342899"/>
          </a:xfrm>
          <a:prstGeom prst="rect">
            <a:avLst/>
          </a:prstGeom>
          <a:noFill/>
        </p:spPr>
        <p:txBody>
          <a:bodyPr wrap="square" lIns="9000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3243265" y="5305276"/>
            <a:ext cx="5705470" cy="342899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www.officeplus.cn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0" y="26291"/>
            <a:ext cx="12191999" cy="6831709"/>
            <a:chOff x="0" y="26291"/>
            <a:chExt cx="12191999" cy="6831709"/>
          </a:xfrm>
        </p:grpSpPr>
        <p:sp>
          <p:nvSpPr>
            <p:cNvPr id="20" name="任意多边形: 形状 19"/>
            <p:cNvSpPr/>
            <p:nvPr/>
          </p:nvSpPr>
          <p:spPr>
            <a:xfrm flipV="1">
              <a:off x="10765699" y="5219699"/>
              <a:ext cx="1426300" cy="1638299"/>
            </a:xfrm>
            <a:custGeom>
              <a:avLst/>
              <a:gdLst>
                <a:gd name="connsiteX0" fmla="*/ 1307581 w 1413600"/>
                <a:gd name="connsiteY0" fmla="*/ 1638010 h 1638300"/>
                <a:gd name="connsiteX1" fmla="*/ 1387184 w 1413600"/>
                <a:gd name="connsiteY1" fmla="*/ 1629077 h 1638300"/>
                <a:gd name="connsiteX2" fmla="*/ 1413600 w 1413600"/>
                <a:gd name="connsiteY2" fmla="*/ 1622665 h 1638300"/>
                <a:gd name="connsiteX3" fmla="*/ 1413600 w 1413600"/>
                <a:gd name="connsiteY3" fmla="*/ 0 h 1638300"/>
                <a:gd name="connsiteX4" fmla="*/ 0 w 1413600"/>
                <a:gd name="connsiteY4" fmla="*/ 0 h 1638300"/>
                <a:gd name="connsiteX5" fmla="*/ 45049 w 1413600"/>
                <a:gd name="connsiteY5" fmla="*/ 37022 h 1638300"/>
                <a:gd name="connsiteX6" fmla="*/ 319157 w 1413600"/>
                <a:gd name="connsiteY6" fmla="*/ 136752 h 1638300"/>
                <a:gd name="connsiteX7" fmla="*/ 688943 w 1413600"/>
                <a:gd name="connsiteY7" fmla="*/ 326478 h 1638300"/>
                <a:gd name="connsiteX8" fmla="*/ 699962 w 1413600"/>
                <a:gd name="connsiteY8" fmla="*/ 705787 h 1638300"/>
                <a:gd name="connsiteX9" fmla="*/ 992210 w 1413600"/>
                <a:gd name="connsiteY9" fmla="*/ 910997 h 1638300"/>
                <a:gd name="connsiteX10" fmla="*/ 932815 w 1413600"/>
                <a:gd name="connsiteY10" fmla="*/ 1332198 h 1638300"/>
                <a:gd name="connsiteX11" fmla="*/ 1307581 w 1413600"/>
                <a:gd name="connsiteY11" fmla="*/ 1638010 h 163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3600" h="1638300">
                  <a:moveTo>
                    <a:pt x="1307581" y="1638010"/>
                  </a:moveTo>
                  <a:cubicBezTo>
                    <a:pt x="1334228" y="1637108"/>
                    <a:pt x="1360934" y="1634114"/>
                    <a:pt x="1387184" y="1629077"/>
                  </a:cubicBezTo>
                  <a:lnTo>
                    <a:pt x="1413600" y="1622665"/>
                  </a:lnTo>
                  <a:lnTo>
                    <a:pt x="1413600" y="0"/>
                  </a:lnTo>
                  <a:lnTo>
                    <a:pt x="0" y="0"/>
                  </a:lnTo>
                  <a:lnTo>
                    <a:pt x="45049" y="37022"/>
                  </a:lnTo>
                  <a:cubicBezTo>
                    <a:pt x="126243" y="88549"/>
                    <a:pt x="227652" y="115833"/>
                    <a:pt x="319157" y="136752"/>
                  </a:cubicBezTo>
                  <a:cubicBezTo>
                    <a:pt x="441461" y="164728"/>
                    <a:pt x="656787" y="173800"/>
                    <a:pt x="688943" y="326478"/>
                  </a:cubicBezTo>
                  <a:cubicBezTo>
                    <a:pt x="715636" y="453318"/>
                    <a:pt x="627886" y="583174"/>
                    <a:pt x="699962" y="705787"/>
                  </a:cubicBezTo>
                  <a:cubicBezTo>
                    <a:pt x="765745" y="817666"/>
                    <a:pt x="927282" y="810755"/>
                    <a:pt x="992210" y="910997"/>
                  </a:cubicBezTo>
                  <a:cubicBezTo>
                    <a:pt x="1060700" y="1016725"/>
                    <a:pt x="930321" y="1213837"/>
                    <a:pt x="932815" y="1332198"/>
                  </a:cubicBezTo>
                  <a:cubicBezTo>
                    <a:pt x="937356" y="1548089"/>
                    <a:pt x="1121046" y="1644320"/>
                    <a:pt x="1307581" y="163801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3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0" y="6262032"/>
              <a:ext cx="1155700" cy="595967"/>
            </a:xfrm>
            <a:custGeom>
              <a:avLst/>
              <a:gdLst>
                <a:gd name="connsiteX0" fmla="*/ 1376466 w 3659048"/>
                <a:gd name="connsiteY0" fmla="*/ 157 h 1886883"/>
                <a:gd name="connsiteX1" fmla="*/ 1824758 w 3659048"/>
                <a:gd name="connsiteY1" fmla="*/ 179124 h 1886883"/>
                <a:gd name="connsiteX2" fmla="*/ 2386297 w 3659048"/>
                <a:gd name="connsiteY2" fmla="*/ 509232 h 1886883"/>
                <a:gd name="connsiteX3" fmla="*/ 3234326 w 3659048"/>
                <a:gd name="connsiteY3" fmla="*/ 746089 h 1886883"/>
                <a:gd name="connsiteX4" fmla="*/ 3596347 w 3659048"/>
                <a:gd name="connsiteY4" fmla="*/ 1755512 h 1886883"/>
                <a:gd name="connsiteX5" fmla="*/ 3526032 w 3659048"/>
                <a:gd name="connsiteY5" fmla="*/ 1886883 h 1886883"/>
                <a:gd name="connsiteX6" fmla="*/ 0 w 3659048"/>
                <a:gd name="connsiteY6" fmla="*/ 1886883 h 1886883"/>
                <a:gd name="connsiteX7" fmla="*/ 0 w 3659048"/>
                <a:gd name="connsiteY7" fmla="*/ 374471 h 1886883"/>
                <a:gd name="connsiteX8" fmla="*/ 22041 w 3659048"/>
                <a:gd name="connsiteY8" fmla="*/ 377578 h 1886883"/>
                <a:gd name="connsiteX9" fmla="*/ 436377 w 3659048"/>
                <a:gd name="connsiteY9" fmla="*/ 334107 h 1886883"/>
                <a:gd name="connsiteX10" fmla="*/ 1376466 w 3659048"/>
                <a:gd name="connsiteY10" fmla="*/ 157 h 1886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59048" h="1886883">
                  <a:moveTo>
                    <a:pt x="1376466" y="157"/>
                  </a:moveTo>
                  <a:cubicBezTo>
                    <a:pt x="1516226" y="3261"/>
                    <a:pt x="1662254" y="52873"/>
                    <a:pt x="1824758" y="179124"/>
                  </a:cubicBezTo>
                  <a:cubicBezTo>
                    <a:pt x="2008711" y="322075"/>
                    <a:pt x="2154606" y="450443"/>
                    <a:pt x="2386297" y="509232"/>
                  </a:cubicBezTo>
                  <a:cubicBezTo>
                    <a:pt x="2675599" y="582604"/>
                    <a:pt x="2970788" y="586790"/>
                    <a:pt x="3234326" y="746089"/>
                  </a:cubicBezTo>
                  <a:cubicBezTo>
                    <a:pt x="3586212" y="958816"/>
                    <a:pt x="3761599" y="1364783"/>
                    <a:pt x="3596347" y="1755512"/>
                  </a:cubicBezTo>
                  <a:lnTo>
                    <a:pt x="3526032" y="1886883"/>
                  </a:lnTo>
                  <a:lnTo>
                    <a:pt x="0" y="1886883"/>
                  </a:lnTo>
                  <a:lnTo>
                    <a:pt x="0" y="374471"/>
                  </a:lnTo>
                  <a:lnTo>
                    <a:pt x="22041" y="377578"/>
                  </a:lnTo>
                  <a:cubicBezTo>
                    <a:pt x="157561" y="389377"/>
                    <a:pt x="294995" y="382826"/>
                    <a:pt x="436377" y="334107"/>
                  </a:cubicBezTo>
                  <a:cubicBezTo>
                    <a:pt x="791863" y="211596"/>
                    <a:pt x="1068996" y="-6672"/>
                    <a:pt x="1376466" y="15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3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10277918" y="26291"/>
              <a:ext cx="1914081" cy="1002409"/>
            </a:xfrm>
            <a:custGeom>
              <a:avLst/>
              <a:gdLst>
                <a:gd name="connsiteX0" fmla="*/ 2327548 w 2327548"/>
                <a:gd name="connsiteY0" fmla="*/ 379583 h 1218943"/>
                <a:gd name="connsiteX1" fmla="*/ 2327548 w 2327548"/>
                <a:gd name="connsiteY1" fmla="*/ 493956 h 1218943"/>
                <a:gd name="connsiteX2" fmla="*/ 2297176 w 2327548"/>
                <a:gd name="connsiteY2" fmla="*/ 550647 h 1218943"/>
                <a:gd name="connsiteX3" fmla="*/ 2265717 w 2327548"/>
                <a:gd name="connsiteY3" fmla="*/ 664310 h 1218943"/>
                <a:gd name="connsiteX4" fmla="*/ 2283857 w 2327548"/>
                <a:gd name="connsiteY4" fmla="*/ 713006 h 1218943"/>
                <a:gd name="connsiteX5" fmla="*/ 2294042 w 2327548"/>
                <a:gd name="connsiteY5" fmla="*/ 789424 h 1218943"/>
                <a:gd name="connsiteX6" fmla="*/ 2209186 w 2327548"/>
                <a:gd name="connsiteY6" fmla="*/ 968297 h 1218943"/>
                <a:gd name="connsiteX7" fmla="*/ 2062918 w 2327548"/>
                <a:gd name="connsiteY7" fmla="*/ 1073041 h 1218943"/>
                <a:gd name="connsiteX8" fmla="*/ 2045380 w 2327548"/>
                <a:gd name="connsiteY8" fmla="*/ 1053996 h 1218943"/>
                <a:gd name="connsiteX9" fmla="*/ 2127042 w 2327548"/>
                <a:gd name="connsiteY9" fmla="*/ 828297 h 1218943"/>
                <a:gd name="connsiteX10" fmla="*/ 2155669 w 2327548"/>
                <a:gd name="connsiteY10" fmla="*/ 618990 h 1218943"/>
                <a:gd name="connsiteX11" fmla="*/ 2279108 w 2327548"/>
                <a:gd name="connsiteY11" fmla="*/ 426479 h 1218943"/>
                <a:gd name="connsiteX12" fmla="*/ 1387046 w 2327548"/>
                <a:gd name="connsiteY12" fmla="*/ 47461 h 1218943"/>
                <a:gd name="connsiteX13" fmla="*/ 1706801 w 2327548"/>
                <a:gd name="connsiteY13" fmla="*/ 219721 h 1218943"/>
                <a:gd name="connsiteX14" fmla="*/ 1828781 w 2327548"/>
                <a:gd name="connsiteY14" fmla="*/ 297707 h 1218943"/>
                <a:gd name="connsiteX15" fmla="*/ 1955463 w 2327548"/>
                <a:gd name="connsiteY15" fmla="*/ 301744 h 1218943"/>
                <a:gd name="connsiteX16" fmla="*/ 2057374 w 2327548"/>
                <a:gd name="connsiteY16" fmla="*/ 337965 h 1218943"/>
                <a:gd name="connsiteX17" fmla="*/ 2057494 w 2327548"/>
                <a:gd name="connsiteY17" fmla="*/ 338206 h 1218943"/>
                <a:gd name="connsiteX18" fmla="*/ 2167662 w 2327548"/>
                <a:gd name="connsiteY18" fmla="*/ 402571 h 1218943"/>
                <a:gd name="connsiteX19" fmla="*/ 2171338 w 2327548"/>
                <a:gd name="connsiteY19" fmla="*/ 404319 h 1218943"/>
                <a:gd name="connsiteX20" fmla="*/ 2185561 w 2327548"/>
                <a:gd name="connsiteY20" fmla="*/ 399980 h 1218943"/>
                <a:gd name="connsiteX21" fmla="*/ 2191046 w 2327548"/>
                <a:gd name="connsiteY21" fmla="*/ 399919 h 1218943"/>
                <a:gd name="connsiteX22" fmla="*/ 2327548 w 2327548"/>
                <a:gd name="connsiteY22" fmla="*/ 350872 h 1218943"/>
                <a:gd name="connsiteX23" fmla="*/ 2327548 w 2327548"/>
                <a:gd name="connsiteY23" fmla="*/ 373761 h 1218943"/>
                <a:gd name="connsiteX24" fmla="*/ 2130598 w 2327548"/>
                <a:gd name="connsiteY24" fmla="*/ 443553 h 1218943"/>
                <a:gd name="connsiteX25" fmla="*/ 2088471 w 2327548"/>
                <a:gd name="connsiteY25" fmla="*/ 554986 h 1218943"/>
                <a:gd name="connsiteX26" fmla="*/ 2016573 w 2327548"/>
                <a:gd name="connsiteY26" fmla="*/ 656897 h 1218943"/>
                <a:gd name="connsiteX27" fmla="*/ 1956969 w 2327548"/>
                <a:gd name="connsiteY27" fmla="*/ 862347 h 1218943"/>
                <a:gd name="connsiteX28" fmla="*/ 1940275 w 2327548"/>
                <a:gd name="connsiteY28" fmla="*/ 987823 h 1218943"/>
                <a:gd name="connsiteX29" fmla="*/ 1555772 w 2327548"/>
                <a:gd name="connsiteY29" fmla="*/ 1218103 h 1218943"/>
                <a:gd name="connsiteX30" fmla="*/ 1540284 w 2327548"/>
                <a:gd name="connsiteY30" fmla="*/ 1196166 h 1218943"/>
                <a:gd name="connsiteX31" fmla="*/ 1591571 w 2327548"/>
                <a:gd name="connsiteY31" fmla="*/ 1150182 h 1218943"/>
                <a:gd name="connsiteX32" fmla="*/ 1638097 w 2327548"/>
                <a:gd name="connsiteY32" fmla="*/ 1073824 h 1218943"/>
                <a:gd name="connsiteX33" fmla="*/ 1713732 w 2327548"/>
                <a:gd name="connsiteY33" fmla="*/ 985654 h 1218943"/>
                <a:gd name="connsiteX34" fmla="*/ 1793706 w 2327548"/>
                <a:gd name="connsiteY34" fmla="*/ 841495 h 1218943"/>
                <a:gd name="connsiteX35" fmla="*/ 1820344 w 2327548"/>
                <a:gd name="connsiteY35" fmla="*/ 722528 h 1218943"/>
                <a:gd name="connsiteX36" fmla="*/ 1987705 w 2327548"/>
                <a:gd name="connsiteY36" fmla="*/ 523949 h 1218943"/>
                <a:gd name="connsiteX37" fmla="*/ 2060628 w 2327548"/>
                <a:gd name="connsiteY37" fmla="*/ 467780 h 1218943"/>
                <a:gd name="connsiteX38" fmla="*/ 1803530 w 2327548"/>
                <a:gd name="connsiteY38" fmla="*/ 551008 h 1218943"/>
                <a:gd name="connsiteX39" fmla="*/ 1802565 w 2327548"/>
                <a:gd name="connsiteY39" fmla="*/ 556372 h 1218943"/>
                <a:gd name="connsiteX40" fmla="*/ 1655514 w 2327548"/>
                <a:gd name="connsiteY40" fmla="*/ 827212 h 1218943"/>
                <a:gd name="connsiteX41" fmla="*/ 1509065 w 2327548"/>
                <a:gd name="connsiteY41" fmla="*/ 913213 h 1218943"/>
                <a:gd name="connsiteX42" fmla="*/ 1382806 w 2327548"/>
                <a:gd name="connsiteY42" fmla="*/ 1027961 h 1218943"/>
                <a:gd name="connsiteX43" fmla="*/ 1102806 w 2327548"/>
                <a:gd name="connsiteY43" fmla="*/ 1146144 h 1218943"/>
                <a:gd name="connsiteX44" fmla="*/ 717278 w 2327548"/>
                <a:gd name="connsiteY44" fmla="*/ 1209304 h 1218943"/>
                <a:gd name="connsiteX45" fmla="*/ 711855 w 2327548"/>
                <a:gd name="connsiteY45" fmla="*/ 1185378 h 1218943"/>
                <a:gd name="connsiteX46" fmla="*/ 1005475 w 2327548"/>
                <a:gd name="connsiteY46" fmla="*/ 1007952 h 1218943"/>
                <a:gd name="connsiteX47" fmla="*/ 1238949 w 2327548"/>
                <a:gd name="connsiteY47" fmla="*/ 846437 h 1218943"/>
                <a:gd name="connsiteX48" fmla="*/ 1545045 w 2327548"/>
                <a:gd name="connsiteY48" fmla="*/ 731809 h 1218943"/>
                <a:gd name="connsiteX49" fmla="*/ 1745251 w 2327548"/>
                <a:gd name="connsiteY49" fmla="*/ 567823 h 1218943"/>
                <a:gd name="connsiteX50" fmla="*/ 1307593 w 2327548"/>
                <a:gd name="connsiteY50" fmla="*/ 647857 h 1218943"/>
                <a:gd name="connsiteX51" fmla="*/ 1274988 w 2327548"/>
                <a:gd name="connsiteY51" fmla="*/ 649726 h 1218943"/>
                <a:gd name="connsiteX52" fmla="*/ 1262574 w 2327548"/>
                <a:gd name="connsiteY52" fmla="*/ 650630 h 1218943"/>
                <a:gd name="connsiteX53" fmla="*/ 1261910 w 2327548"/>
                <a:gd name="connsiteY53" fmla="*/ 650328 h 1218943"/>
                <a:gd name="connsiteX54" fmla="*/ 1212552 w 2327548"/>
                <a:gd name="connsiteY54" fmla="*/ 651775 h 1218943"/>
                <a:gd name="connsiteX55" fmla="*/ 1131131 w 2327548"/>
                <a:gd name="connsiteY55" fmla="*/ 716803 h 1218943"/>
                <a:gd name="connsiteX56" fmla="*/ 1030907 w 2327548"/>
                <a:gd name="connsiteY56" fmla="*/ 784724 h 1218943"/>
                <a:gd name="connsiteX57" fmla="*/ 850046 w 2327548"/>
                <a:gd name="connsiteY57" fmla="*/ 911887 h 1218943"/>
                <a:gd name="connsiteX58" fmla="*/ 630132 w 2327548"/>
                <a:gd name="connsiteY58" fmla="*/ 922313 h 1218943"/>
                <a:gd name="connsiteX59" fmla="*/ 489951 w 2327548"/>
                <a:gd name="connsiteY59" fmla="*/ 910079 h 1218943"/>
                <a:gd name="connsiteX60" fmla="*/ 375263 w 2327548"/>
                <a:gd name="connsiteY60" fmla="*/ 937380 h 1218943"/>
                <a:gd name="connsiteX61" fmla="*/ 368031 w 2327548"/>
                <a:gd name="connsiteY61" fmla="*/ 917673 h 1218943"/>
                <a:gd name="connsiteX62" fmla="*/ 558535 w 2327548"/>
                <a:gd name="connsiteY62" fmla="*/ 815701 h 1218943"/>
                <a:gd name="connsiteX63" fmla="*/ 746568 w 2327548"/>
                <a:gd name="connsiteY63" fmla="*/ 745128 h 1218943"/>
                <a:gd name="connsiteX64" fmla="*/ 870899 w 2327548"/>
                <a:gd name="connsiteY64" fmla="*/ 739945 h 1218943"/>
                <a:gd name="connsiteX65" fmla="*/ 999328 w 2327548"/>
                <a:gd name="connsiteY65" fmla="*/ 692576 h 1218943"/>
                <a:gd name="connsiteX66" fmla="*/ 1100576 w 2327548"/>
                <a:gd name="connsiteY66" fmla="*/ 647677 h 1218943"/>
                <a:gd name="connsiteX67" fmla="*/ 929177 w 2327548"/>
                <a:gd name="connsiteY67" fmla="*/ 608262 h 1218943"/>
                <a:gd name="connsiteX68" fmla="*/ 923994 w 2327548"/>
                <a:gd name="connsiteY68" fmla="*/ 606996 h 1218943"/>
                <a:gd name="connsiteX69" fmla="*/ 918027 w 2327548"/>
                <a:gd name="connsiteY69" fmla="*/ 603863 h 1218943"/>
                <a:gd name="connsiteX70" fmla="*/ 902840 w 2327548"/>
                <a:gd name="connsiteY70" fmla="*/ 596872 h 1218943"/>
                <a:gd name="connsiteX71" fmla="*/ 694256 w 2327548"/>
                <a:gd name="connsiteY71" fmla="*/ 596751 h 1218943"/>
                <a:gd name="connsiteX72" fmla="*/ 476512 w 2327548"/>
                <a:gd name="connsiteY72" fmla="*/ 578008 h 1218943"/>
                <a:gd name="connsiteX73" fmla="*/ 225922 w 2327548"/>
                <a:gd name="connsiteY73" fmla="*/ 487306 h 1218943"/>
                <a:gd name="connsiteX74" fmla="*/ 16977 w 2327548"/>
                <a:gd name="connsiteY74" fmla="*/ 417276 h 1218943"/>
                <a:gd name="connsiteX75" fmla="*/ 12095 w 2327548"/>
                <a:gd name="connsiteY75" fmla="*/ 419506 h 1218943"/>
                <a:gd name="connsiteX76" fmla="*/ 3778 w 2327548"/>
                <a:gd name="connsiteY76" fmla="*/ 403776 h 1218943"/>
                <a:gd name="connsiteX77" fmla="*/ 301316 w 2327548"/>
                <a:gd name="connsiteY77" fmla="*/ 357853 h 1218943"/>
                <a:gd name="connsiteX78" fmla="*/ 652069 w 2327548"/>
                <a:gd name="connsiteY78" fmla="*/ 378404 h 1218943"/>
                <a:gd name="connsiteX79" fmla="*/ 974979 w 2327548"/>
                <a:gd name="connsiteY79" fmla="*/ 481159 h 1218943"/>
                <a:gd name="connsiteX80" fmla="*/ 1146680 w 2327548"/>
                <a:gd name="connsiteY80" fmla="*/ 554745 h 1218943"/>
                <a:gd name="connsiteX81" fmla="*/ 1273663 w 2327548"/>
                <a:gd name="connsiteY81" fmla="*/ 627186 h 1218943"/>
                <a:gd name="connsiteX82" fmla="*/ 1277279 w 2327548"/>
                <a:gd name="connsiteY82" fmla="*/ 629657 h 1218943"/>
                <a:gd name="connsiteX83" fmla="*/ 1358398 w 2327548"/>
                <a:gd name="connsiteY83" fmla="*/ 622485 h 1218943"/>
                <a:gd name="connsiteX84" fmla="*/ 1641833 w 2327548"/>
                <a:gd name="connsiteY84" fmla="*/ 572283 h 1218943"/>
                <a:gd name="connsiteX85" fmla="*/ 1477245 w 2327548"/>
                <a:gd name="connsiteY85" fmla="*/ 547814 h 1218943"/>
                <a:gd name="connsiteX86" fmla="*/ 1290357 w 2327548"/>
                <a:gd name="connsiteY86" fmla="*/ 457715 h 1218943"/>
                <a:gd name="connsiteX87" fmla="*/ 1026810 w 2327548"/>
                <a:gd name="connsiteY87" fmla="*/ 360685 h 1218943"/>
                <a:gd name="connsiteX88" fmla="*/ 769892 w 2327548"/>
                <a:gd name="connsiteY88" fmla="*/ 264078 h 1218943"/>
                <a:gd name="connsiteX89" fmla="*/ 770916 w 2327548"/>
                <a:gd name="connsiteY89" fmla="*/ 242683 h 1218943"/>
                <a:gd name="connsiteX90" fmla="*/ 1069478 w 2327548"/>
                <a:gd name="connsiteY90" fmla="*/ 210380 h 1218943"/>
                <a:gd name="connsiteX91" fmla="*/ 1293189 w 2327548"/>
                <a:gd name="connsiteY91" fmla="*/ 289450 h 1218943"/>
                <a:gd name="connsiteX92" fmla="*/ 1546792 w 2327548"/>
                <a:gd name="connsiteY92" fmla="*/ 435356 h 1218943"/>
                <a:gd name="connsiteX93" fmla="*/ 1725665 w 2327548"/>
                <a:gd name="connsiteY93" fmla="*/ 550828 h 1218943"/>
                <a:gd name="connsiteX94" fmla="*/ 1845957 w 2327548"/>
                <a:gd name="connsiteY94" fmla="*/ 514969 h 1218943"/>
                <a:gd name="connsiteX95" fmla="*/ 2106853 w 2327548"/>
                <a:gd name="connsiteY95" fmla="*/ 428847 h 1218943"/>
                <a:gd name="connsiteX96" fmla="*/ 2078045 w 2327548"/>
                <a:gd name="connsiteY96" fmla="*/ 431198 h 1218943"/>
                <a:gd name="connsiteX97" fmla="*/ 1930090 w 2327548"/>
                <a:gd name="connsiteY97" fmla="*/ 453677 h 1218943"/>
                <a:gd name="connsiteX98" fmla="*/ 1681851 w 2327548"/>
                <a:gd name="connsiteY98" fmla="*/ 417397 h 1218943"/>
                <a:gd name="connsiteX99" fmla="*/ 1519250 w 2327548"/>
                <a:gd name="connsiteY99" fmla="*/ 272093 h 1218943"/>
                <a:gd name="connsiteX100" fmla="*/ 1452113 w 2327548"/>
                <a:gd name="connsiteY100" fmla="*/ 166566 h 1218943"/>
                <a:gd name="connsiteX101" fmla="*/ 1332363 w 2327548"/>
                <a:gd name="connsiteY101" fmla="*/ 74418 h 1218943"/>
                <a:gd name="connsiteX102" fmla="*/ 1333146 w 2327548"/>
                <a:gd name="connsiteY102" fmla="*/ 56518 h 1218943"/>
                <a:gd name="connsiteX103" fmla="*/ 1387046 w 2327548"/>
                <a:gd name="connsiteY103" fmla="*/ 47461 h 1218943"/>
                <a:gd name="connsiteX104" fmla="*/ 1945518 w 2327548"/>
                <a:gd name="connsiteY104" fmla="*/ 349 h 1218943"/>
                <a:gd name="connsiteX105" fmla="*/ 2098416 w 2327548"/>
                <a:gd name="connsiteY105" fmla="*/ 45068 h 1218943"/>
                <a:gd name="connsiteX106" fmla="*/ 2212200 w 2327548"/>
                <a:gd name="connsiteY106" fmla="*/ 197001 h 1218943"/>
                <a:gd name="connsiteX107" fmla="*/ 2291518 w 2327548"/>
                <a:gd name="connsiteY107" fmla="*/ 273720 h 1218943"/>
                <a:gd name="connsiteX108" fmla="*/ 2327548 w 2327548"/>
                <a:gd name="connsiteY108" fmla="*/ 295960 h 1218943"/>
                <a:gd name="connsiteX109" fmla="*/ 2327548 w 2327548"/>
                <a:gd name="connsiteY109" fmla="*/ 342551 h 1218943"/>
                <a:gd name="connsiteX110" fmla="*/ 2273737 w 2327548"/>
                <a:gd name="connsiteY110" fmla="*/ 339100 h 1218943"/>
                <a:gd name="connsiteX111" fmla="*/ 2067921 w 2327548"/>
                <a:gd name="connsiteY111" fmla="*/ 269562 h 1218943"/>
                <a:gd name="connsiteX112" fmla="*/ 1948351 w 2327548"/>
                <a:gd name="connsiteY112" fmla="*/ 140892 h 1218943"/>
                <a:gd name="connsiteX113" fmla="*/ 1775023 w 2327548"/>
                <a:gd name="connsiteY113" fmla="*/ 37233 h 1218943"/>
                <a:gd name="connsiteX114" fmla="*/ 1781050 w 2327548"/>
                <a:gd name="connsiteY114" fmla="*/ 18188 h 1218943"/>
                <a:gd name="connsiteX115" fmla="*/ 1945518 w 2327548"/>
                <a:gd name="connsiteY115" fmla="*/ 349 h 121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327548" h="1218943">
                  <a:moveTo>
                    <a:pt x="2327548" y="379583"/>
                  </a:moveTo>
                  <a:lnTo>
                    <a:pt x="2327548" y="493956"/>
                  </a:lnTo>
                  <a:lnTo>
                    <a:pt x="2297176" y="550647"/>
                  </a:lnTo>
                  <a:cubicBezTo>
                    <a:pt x="2274154" y="585602"/>
                    <a:pt x="2250168" y="619833"/>
                    <a:pt x="2265717" y="664310"/>
                  </a:cubicBezTo>
                  <a:cubicBezTo>
                    <a:pt x="2271442" y="680582"/>
                    <a:pt x="2278674" y="696553"/>
                    <a:pt x="2283857" y="713006"/>
                  </a:cubicBezTo>
                  <a:cubicBezTo>
                    <a:pt x="2291692" y="738077"/>
                    <a:pt x="2296392" y="762847"/>
                    <a:pt x="2294042" y="789424"/>
                  </a:cubicBezTo>
                  <a:cubicBezTo>
                    <a:pt x="2287895" y="859515"/>
                    <a:pt x="2258545" y="918456"/>
                    <a:pt x="2209186" y="968297"/>
                  </a:cubicBezTo>
                  <a:cubicBezTo>
                    <a:pt x="2167542" y="1010363"/>
                    <a:pt x="2122281" y="1058516"/>
                    <a:pt x="2062918" y="1073041"/>
                  </a:cubicBezTo>
                  <a:cubicBezTo>
                    <a:pt x="2050564" y="1076054"/>
                    <a:pt x="2041102" y="1066170"/>
                    <a:pt x="2045380" y="1053996"/>
                  </a:cubicBezTo>
                  <a:cubicBezTo>
                    <a:pt x="2072802" y="976372"/>
                    <a:pt x="2118364" y="912610"/>
                    <a:pt x="2127042" y="828297"/>
                  </a:cubicBezTo>
                  <a:cubicBezTo>
                    <a:pt x="2134154" y="759170"/>
                    <a:pt x="2126018" y="683716"/>
                    <a:pt x="2155669" y="618990"/>
                  </a:cubicBezTo>
                  <a:cubicBezTo>
                    <a:pt x="2185773" y="553268"/>
                    <a:pt x="2227402" y="484123"/>
                    <a:pt x="2279108" y="426479"/>
                  </a:cubicBezTo>
                  <a:close/>
                  <a:moveTo>
                    <a:pt x="1387046" y="47461"/>
                  </a:moveTo>
                  <a:cubicBezTo>
                    <a:pt x="1512280" y="40348"/>
                    <a:pt x="1631919" y="127174"/>
                    <a:pt x="1706801" y="219721"/>
                  </a:cubicBezTo>
                  <a:cubicBezTo>
                    <a:pt x="1737899" y="258111"/>
                    <a:pt x="1777554" y="292041"/>
                    <a:pt x="1828781" y="297707"/>
                  </a:cubicBezTo>
                  <a:cubicBezTo>
                    <a:pt x="1870848" y="302407"/>
                    <a:pt x="1913457" y="295899"/>
                    <a:pt x="1955463" y="301744"/>
                  </a:cubicBezTo>
                  <a:cubicBezTo>
                    <a:pt x="1993672" y="307108"/>
                    <a:pt x="2024770" y="317414"/>
                    <a:pt x="2057374" y="337965"/>
                  </a:cubicBezTo>
                  <a:lnTo>
                    <a:pt x="2057494" y="338206"/>
                  </a:lnTo>
                  <a:cubicBezTo>
                    <a:pt x="2094197" y="361348"/>
                    <a:pt x="2124210" y="391783"/>
                    <a:pt x="2167662" y="402571"/>
                  </a:cubicBezTo>
                  <a:cubicBezTo>
                    <a:pt x="2169109" y="402933"/>
                    <a:pt x="2170254" y="403596"/>
                    <a:pt x="2171338" y="404319"/>
                  </a:cubicBezTo>
                  <a:cubicBezTo>
                    <a:pt x="2176100" y="403113"/>
                    <a:pt x="2180861" y="401667"/>
                    <a:pt x="2185561" y="399980"/>
                  </a:cubicBezTo>
                  <a:cubicBezTo>
                    <a:pt x="2187611" y="399256"/>
                    <a:pt x="2189419" y="399437"/>
                    <a:pt x="2191046" y="399919"/>
                  </a:cubicBezTo>
                  <a:lnTo>
                    <a:pt x="2327548" y="350872"/>
                  </a:lnTo>
                  <a:lnTo>
                    <a:pt x="2327548" y="373761"/>
                  </a:lnTo>
                  <a:lnTo>
                    <a:pt x="2130598" y="443553"/>
                  </a:lnTo>
                  <a:cubicBezTo>
                    <a:pt x="2105647" y="474289"/>
                    <a:pt x="2103960" y="518766"/>
                    <a:pt x="2088471" y="554986"/>
                  </a:cubicBezTo>
                  <a:cubicBezTo>
                    <a:pt x="2071838" y="594039"/>
                    <a:pt x="2041162" y="622967"/>
                    <a:pt x="2016573" y="656897"/>
                  </a:cubicBezTo>
                  <a:cubicBezTo>
                    <a:pt x="1974085" y="715417"/>
                    <a:pt x="1958837" y="791052"/>
                    <a:pt x="1956969" y="862347"/>
                  </a:cubicBezTo>
                  <a:cubicBezTo>
                    <a:pt x="1955884" y="904354"/>
                    <a:pt x="1956005" y="948107"/>
                    <a:pt x="1940275" y="987823"/>
                  </a:cubicBezTo>
                  <a:cubicBezTo>
                    <a:pt x="1877839" y="1145421"/>
                    <a:pt x="1695290" y="1164405"/>
                    <a:pt x="1555772" y="1218103"/>
                  </a:cubicBezTo>
                  <a:cubicBezTo>
                    <a:pt x="1543297" y="1222864"/>
                    <a:pt x="1530279" y="1206291"/>
                    <a:pt x="1540284" y="1196166"/>
                  </a:cubicBezTo>
                  <a:cubicBezTo>
                    <a:pt x="1555531" y="1180677"/>
                    <a:pt x="1578975" y="1166876"/>
                    <a:pt x="1591571" y="1150182"/>
                  </a:cubicBezTo>
                  <a:cubicBezTo>
                    <a:pt x="1610072" y="1125835"/>
                    <a:pt x="1622367" y="1099679"/>
                    <a:pt x="1638097" y="1073824"/>
                  </a:cubicBezTo>
                  <a:cubicBezTo>
                    <a:pt x="1658769" y="1039834"/>
                    <a:pt x="1685647" y="1013497"/>
                    <a:pt x="1713732" y="985654"/>
                  </a:cubicBezTo>
                  <a:cubicBezTo>
                    <a:pt x="1756220" y="943406"/>
                    <a:pt x="1781653" y="901400"/>
                    <a:pt x="1793706" y="841495"/>
                  </a:cubicBezTo>
                  <a:cubicBezTo>
                    <a:pt x="1801661" y="801900"/>
                    <a:pt x="1806965" y="760798"/>
                    <a:pt x="1820344" y="722528"/>
                  </a:cubicBezTo>
                  <a:cubicBezTo>
                    <a:pt x="1850296" y="636588"/>
                    <a:pt x="1913939" y="574693"/>
                    <a:pt x="1987705" y="523949"/>
                  </a:cubicBezTo>
                  <a:cubicBezTo>
                    <a:pt x="2011631" y="507496"/>
                    <a:pt x="2035677" y="487005"/>
                    <a:pt x="2060628" y="467780"/>
                  </a:cubicBezTo>
                  <a:cubicBezTo>
                    <a:pt x="1975411" y="497190"/>
                    <a:pt x="1889771" y="525395"/>
                    <a:pt x="1803530" y="551008"/>
                  </a:cubicBezTo>
                  <a:cubicBezTo>
                    <a:pt x="1803650" y="552696"/>
                    <a:pt x="1803409" y="554444"/>
                    <a:pt x="1802565" y="556372"/>
                  </a:cubicBezTo>
                  <a:cubicBezTo>
                    <a:pt x="1759414" y="652558"/>
                    <a:pt x="1741636" y="757001"/>
                    <a:pt x="1655514" y="827212"/>
                  </a:cubicBezTo>
                  <a:cubicBezTo>
                    <a:pt x="1610193" y="864216"/>
                    <a:pt x="1556254" y="880247"/>
                    <a:pt x="1509065" y="913213"/>
                  </a:cubicBezTo>
                  <a:cubicBezTo>
                    <a:pt x="1461816" y="946239"/>
                    <a:pt x="1424571" y="988787"/>
                    <a:pt x="1382806" y="1027961"/>
                  </a:cubicBezTo>
                  <a:cubicBezTo>
                    <a:pt x="1300843" y="1104862"/>
                    <a:pt x="1212552" y="1131982"/>
                    <a:pt x="1102806" y="1146144"/>
                  </a:cubicBezTo>
                  <a:cubicBezTo>
                    <a:pt x="973593" y="1162778"/>
                    <a:pt x="845767" y="1187909"/>
                    <a:pt x="717278" y="1209304"/>
                  </a:cubicBezTo>
                  <a:cubicBezTo>
                    <a:pt x="702453" y="1211775"/>
                    <a:pt x="700223" y="1191104"/>
                    <a:pt x="711855" y="1185378"/>
                  </a:cubicBezTo>
                  <a:cubicBezTo>
                    <a:pt x="815393" y="1134694"/>
                    <a:pt x="917063" y="1082744"/>
                    <a:pt x="1005475" y="1007952"/>
                  </a:cubicBezTo>
                  <a:cubicBezTo>
                    <a:pt x="1076710" y="947685"/>
                    <a:pt x="1148669" y="877113"/>
                    <a:pt x="1238949" y="846437"/>
                  </a:cubicBezTo>
                  <a:cubicBezTo>
                    <a:pt x="1343391" y="810940"/>
                    <a:pt x="1458441" y="807083"/>
                    <a:pt x="1545045" y="731809"/>
                  </a:cubicBezTo>
                  <a:cubicBezTo>
                    <a:pt x="1610193" y="675158"/>
                    <a:pt x="1677993" y="621943"/>
                    <a:pt x="1745251" y="567823"/>
                  </a:cubicBezTo>
                  <a:cubicBezTo>
                    <a:pt x="1602238" y="607780"/>
                    <a:pt x="1456031" y="638215"/>
                    <a:pt x="1307593" y="647857"/>
                  </a:cubicBezTo>
                  <a:cubicBezTo>
                    <a:pt x="1296745" y="648581"/>
                    <a:pt x="1285897" y="649183"/>
                    <a:pt x="1274988" y="649726"/>
                  </a:cubicBezTo>
                  <a:cubicBezTo>
                    <a:pt x="1271734" y="652016"/>
                    <a:pt x="1267334" y="652860"/>
                    <a:pt x="1262574" y="650630"/>
                  </a:cubicBezTo>
                  <a:cubicBezTo>
                    <a:pt x="1262333" y="650509"/>
                    <a:pt x="1262152" y="650449"/>
                    <a:pt x="1261910" y="650328"/>
                  </a:cubicBezTo>
                  <a:cubicBezTo>
                    <a:pt x="1245518" y="651112"/>
                    <a:pt x="1229065" y="651534"/>
                    <a:pt x="1212552" y="651775"/>
                  </a:cubicBezTo>
                  <a:cubicBezTo>
                    <a:pt x="1179465" y="665335"/>
                    <a:pt x="1160843" y="697096"/>
                    <a:pt x="1131131" y="716803"/>
                  </a:cubicBezTo>
                  <a:cubicBezTo>
                    <a:pt x="1097442" y="739102"/>
                    <a:pt x="1063271" y="760376"/>
                    <a:pt x="1030907" y="784724"/>
                  </a:cubicBezTo>
                  <a:cubicBezTo>
                    <a:pt x="973714" y="827694"/>
                    <a:pt x="917123" y="884465"/>
                    <a:pt x="850046" y="911887"/>
                  </a:cubicBezTo>
                  <a:cubicBezTo>
                    <a:pt x="779172" y="940875"/>
                    <a:pt x="704201" y="932920"/>
                    <a:pt x="630132" y="922313"/>
                  </a:cubicBezTo>
                  <a:cubicBezTo>
                    <a:pt x="585836" y="915925"/>
                    <a:pt x="534489" y="903208"/>
                    <a:pt x="489951" y="910079"/>
                  </a:cubicBezTo>
                  <a:cubicBezTo>
                    <a:pt x="450898" y="916166"/>
                    <a:pt x="414075" y="930268"/>
                    <a:pt x="375263" y="937380"/>
                  </a:cubicBezTo>
                  <a:cubicBezTo>
                    <a:pt x="363873" y="939429"/>
                    <a:pt x="360257" y="923820"/>
                    <a:pt x="368031" y="917673"/>
                  </a:cubicBezTo>
                  <a:cubicBezTo>
                    <a:pt x="425647" y="872412"/>
                    <a:pt x="495978" y="852464"/>
                    <a:pt x="558535" y="815701"/>
                  </a:cubicBezTo>
                  <a:cubicBezTo>
                    <a:pt x="616211" y="781771"/>
                    <a:pt x="679792" y="754530"/>
                    <a:pt x="746568" y="745128"/>
                  </a:cubicBezTo>
                  <a:cubicBezTo>
                    <a:pt x="788092" y="739282"/>
                    <a:pt x="829495" y="744465"/>
                    <a:pt x="870899" y="739945"/>
                  </a:cubicBezTo>
                  <a:cubicBezTo>
                    <a:pt x="918449" y="734762"/>
                    <a:pt x="957804" y="714452"/>
                    <a:pt x="999328" y="692576"/>
                  </a:cubicBezTo>
                  <a:cubicBezTo>
                    <a:pt x="1032776" y="674917"/>
                    <a:pt x="1066043" y="659368"/>
                    <a:pt x="1100576" y="647677"/>
                  </a:cubicBezTo>
                  <a:cubicBezTo>
                    <a:pt x="1041695" y="642072"/>
                    <a:pt x="983900" y="630139"/>
                    <a:pt x="929177" y="608262"/>
                  </a:cubicBezTo>
                  <a:cubicBezTo>
                    <a:pt x="927549" y="608322"/>
                    <a:pt x="925802" y="608081"/>
                    <a:pt x="923994" y="606996"/>
                  </a:cubicBezTo>
                  <a:cubicBezTo>
                    <a:pt x="922066" y="605851"/>
                    <a:pt x="920016" y="604947"/>
                    <a:pt x="918027" y="603863"/>
                  </a:cubicBezTo>
                  <a:cubicBezTo>
                    <a:pt x="912905" y="601693"/>
                    <a:pt x="907902" y="599282"/>
                    <a:pt x="902840" y="596872"/>
                  </a:cubicBezTo>
                  <a:cubicBezTo>
                    <a:pt x="839379" y="572102"/>
                    <a:pt x="758561" y="590544"/>
                    <a:pt x="694256" y="596751"/>
                  </a:cubicBezTo>
                  <a:cubicBezTo>
                    <a:pt x="617114" y="604224"/>
                    <a:pt x="550339" y="603863"/>
                    <a:pt x="476512" y="578008"/>
                  </a:cubicBezTo>
                  <a:cubicBezTo>
                    <a:pt x="392680" y="548658"/>
                    <a:pt x="309934" y="515993"/>
                    <a:pt x="225922" y="487306"/>
                  </a:cubicBezTo>
                  <a:cubicBezTo>
                    <a:pt x="156495" y="463621"/>
                    <a:pt x="85078" y="444637"/>
                    <a:pt x="16977" y="417276"/>
                  </a:cubicBezTo>
                  <a:cubicBezTo>
                    <a:pt x="15349" y="418060"/>
                    <a:pt x="13722" y="418723"/>
                    <a:pt x="12095" y="419506"/>
                  </a:cubicBezTo>
                  <a:cubicBezTo>
                    <a:pt x="2995" y="424026"/>
                    <a:pt x="-4961" y="408839"/>
                    <a:pt x="3778" y="403776"/>
                  </a:cubicBezTo>
                  <a:cubicBezTo>
                    <a:pt x="96107" y="350320"/>
                    <a:pt x="198380" y="361228"/>
                    <a:pt x="301316" y="357853"/>
                  </a:cubicBezTo>
                  <a:cubicBezTo>
                    <a:pt x="418173" y="354056"/>
                    <a:pt x="537864" y="348150"/>
                    <a:pt x="652069" y="378404"/>
                  </a:cubicBezTo>
                  <a:cubicBezTo>
                    <a:pt x="760671" y="407212"/>
                    <a:pt x="868729" y="444698"/>
                    <a:pt x="974979" y="481159"/>
                  </a:cubicBezTo>
                  <a:cubicBezTo>
                    <a:pt x="1033499" y="501228"/>
                    <a:pt x="1094308" y="521176"/>
                    <a:pt x="1146680" y="554745"/>
                  </a:cubicBezTo>
                  <a:cubicBezTo>
                    <a:pt x="1188867" y="581745"/>
                    <a:pt x="1228040" y="606092"/>
                    <a:pt x="1273663" y="627186"/>
                  </a:cubicBezTo>
                  <a:cubicBezTo>
                    <a:pt x="1275109" y="627849"/>
                    <a:pt x="1276254" y="628693"/>
                    <a:pt x="1277279" y="629657"/>
                  </a:cubicBezTo>
                  <a:cubicBezTo>
                    <a:pt x="1304580" y="627849"/>
                    <a:pt x="1331700" y="625378"/>
                    <a:pt x="1358398" y="622485"/>
                  </a:cubicBezTo>
                  <a:cubicBezTo>
                    <a:pt x="1454222" y="612059"/>
                    <a:pt x="1548540" y="594702"/>
                    <a:pt x="1641833" y="572283"/>
                  </a:cubicBezTo>
                  <a:cubicBezTo>
                    <a:pt x="1586448" y="570595"/>
                    <a:pt x="1531123" y="560531"/>
                    <a:pt x="1477245" y="547814"/>
                  </a:cubicBezTo>
                  <a:cubicBezTo>
                    <a:pt x="1405527" y="530879"/>
                    <a:pt x="1353154" y="493454"/>
                    <a:pt x="1290357" y="457715"/>
                  </a:cubicBezTo>
                  <a:cubicBezTo>
                    <a:pt x="1210141" y="412033"/>
                    <a:pt x="1113112" y="393230"/>
                    <a:pt x="1026810" y="360685"/>
                  </a:cubicBezTo>
                  <a:cubicBezTo>
                    <a:pt x="941351" y="328443"/>
                    <a:pt x="858303" y="287823"/>
                    <a:pt x="769892" y="264078"/>
                  </a:cubicBezTo>
                  <a:cubicBezTo>
                    <a:pt x="758802" y="261064"/>
                    <a:pt x="758018" y="243044"/>
                    <a:pt x="770916" y="242683"/>
                  </a:cubicBezTo>
                  <a:cubicBezTo>
                    <a:pt x="872104" y="240091"/>
                    <a:pt x="966964" y="206221"/>
                    <a:pt x="1069478" y="210380"/>
                  </a:cubicBezTo>
                  <a:cubicBezTo>
                    <a:pt x="1153550" y="213755"/>
                    <a:pt x="1223943" y="243768"/>
                    <a:pt x="1293189" y="289450"/>
                  </a:cubicBezTo>
                  <a:cubicBezTo>
                    <a:pt x="1374007" y="342786"/>
                    <a:pt x="1453982" y="404198"/>
                    <a:pt x="1546792" y="435356"/>
                  </a:cubicBezTo>
                  <a:cubicBezTo>
                    <a:pt x="1622307" y="460668"/>
                    <a:pt x="1675884" y="487547"/>
                    <a:pt x="1725665" y="550828"/>
                  </a:cubicBezTo>
                  <a:cubicBezTo>
                    <a:pt x="1765923" y="539739"/>
                    <a:pt x="1806061" y="527745"/>
                    <a:pt x="1845957" y="514969"/>
                  </a:cubicBezTo>
                  <a:cubicBezTo>
                    <a:pt x="1932923" y="487065"/>
                    <a:pt x="2020008" y="458438"/>
                    <a:pt x="2106853" y="428847"/>
                  </a:cubicBezTo>
                  <a:cubicBezTo>
                    <a:pt x="2097331" y="429330"/>
                    <a:pt x="2087748" y="429992"/>
                    <a:pt x="2078045" y="431198"/>
                  </a:cubicBezTo>
                  <a:cubicBezTo>
                    <a:pt x="2028566" y="437466"/>
                    <a:pt x="1979630" y="447771"/>
                    <a:pt x="1930090" y="453677"/>
                  </a:cubicBezTo>
                  <a:cubicBezTo>
                    <a:pt x="1842884" y="464164"/>
                    <a:pt x="1761765" y="456209"/>
                    <a:pt x="1681851" y="417397"/>
                  </a:cubicBezTo>
                  <a:cubicBezTo>
                    <a:pt x="1609952" y="382502"/>
                    <a:pt x="1559750" y="341641"/>
                    <a:pt x="1519250" y="272093"/>
                  </a:cubicBezTo>
                  <a:cubicBezTo>
                    <a:pt x="1498518" y="236536"/>
                    <a:pt x="1480258" y="197061"/>
                    <a:pt x="1452113" y="166566"/>
                  </a:cubicBezTo>
                  <a:cubicBezTo>
                    <a:pt x="1417218" y="128718"/>
                    <a:pt x="1376117" y="101056"/>
                    <a:pt x="1332363" y="74418"/>
                  </a:cubicBezTo>
                  <a:cubicBezTo>
                    <a:pt x="1325974" y="70500"/>
                    <a:pt x="1324166" y="59049"/>
                    <a:pt x="1333146" y="56518"/>
                  </a:cubicBezTo>
                  <a:cubicBezTo>
                    <a:pt x="1351151" y="51410"/>
                    <a:pt x="1369155" y="48477"/>
                    <a:pt x="1387046" y="47461"/>
                  </a:cubicBezTo>
                  <a:close/>
                  <a:moveTo>
                    <a:pt x="1945518" y="349"/>
                  </a:moveTo>
                  <a:cubicBezTo>
                    <a:pt x="2001989" y="-1926"/>
                    <a:pt x="2056530" y="6226"/>
                    <a:pt x="2098416" y="45068"/>
                  </a:cubicBezTo>
                  <a:cubicBezTo>
                    <a:pt x="2146087" y="89243"/>
                    <a:pt x="2172062" y="147160"/>
                    <a:pt x="2212200" y="197001"/>
                  </a:cubicBezTo>
                  <a:cubicBezTo>
                    <a:pt x="2231545" y="221017"/>
                    <a:pt x="2259976" y="250051"/>
                    <a:pt x="2291518" y="273720"/>
                  </a:cubicBezTo>
                  <a:lnTo>
                    <a:pt x="2327548" y="295960"/>
                  </a:lnTo>
                  <a:lnTo>
                    <a:pt x="2327548" y="342551"/>
                  </a:lnTo>
                  <a:lnTo>
                    <a:pt x="2273737" y="339100"/>
                  </a:lnTo>
                  <a:cubicBezTo>
                    <a:pt x="2199657" y="329972"/>
                    <a:pt x="2125551" y="307394"/>
                    <a:pt x="2067921" y="269562"/>
                  </a:cubicBezTo>
                  <a:cubicBezTo>
                    <a:pt x="2016030" y="235511"/>
                    <a:pt x="1994877" y="179041"/>
                    <a:pt x="1948351" y="140892"/>
                  </a:cubicBezTo>
                  <a:cubicBezTo>
                    <a:pt x="1896039" y="97982"/>
                    <a:pt x="1828118" y="80022"/>
                    <a:pt x="1775023" y="37233"/>
                  </a:cubicBezTo>
                  <a:cubicBezTo>
                    <a:pt x="1767791" y="31447"/>
                    <a:pt x="1771648" y="18731"/>
                    <a:pt x="1781050" y="18188"/>
                  </a:cubicBezTo>
                  <a:cubicBezTo>
                    <a:pt x="1830650" y="15326"/>
                    <a:pt x="1889049" y="2624"/>
                    <a:pt x="1945518" y="349"/>
                  </a:cubicBezTo>
                  <a:close/>
                </a:path>
              </a:pathLst>
            </a:custGeom>
            <a:solidFill>
              <a:schemeClr val="accent2">
                <a:alpha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 flipH="1">
              <a:off x="0" y="6118888"/>
              <a:ext cx="1015999" cy="739112"/>
            </a:xfrm>
            <a:custGeom>
              <a:avLst/>
              <a:gdLst>
                <a:gd name="connsiteX0" fmla="*/ 1015999 w 1015999"/>
                <a:gd name="connsiteY0" fmla="*/ 511394 h 739112"/>
                <a:gd name="connsiteX1" fmla="*/ 985677 w 1015999"/>
                <a:gd name="connsiteY1" fmla="*/ 519813 h 739112"/>
                <a:gd name="connsiteX2" fmla="*/ 910041 w 1015999"/>
                <a:gd name="connsiteY2" fmla="*/ 529635 h 739112"/>
                <a:gd name="connsiteX3" fmla="*/ 774040 w 1015999"/>
                <a:gd name="connsiteY3" fmla="*/ 571062 h 739112"/>
                <a:gd name="connsiteX4" fmla="*/ 659337 w 1015999"/>
                <a:gd name="connsiteY4" fmla="*/ 718103 h 739112"/>
                <a:gd name="connsiteX5" fmla="*/ 651184 w 1015999"/>
                <a:gd name="connsiteY5" fmla="*/ 739112 h 739112"/>
                <a:gd name="connsiteX6" fmla="*/ 726988 w 1015999"/>
                <a:gd name="connsiteY6" fmla="*/ 739112 h 739112"/>
                <a:gd name="connsiteX7" fmla="*/ 732909 w 1015999"/>
                <a:gd name="connsiteY7" fmla="*/ 735458 h 739112"/>
                <a:gd name="connsiteX8" fmla="*/ 769013 w 1015999"/>
                <a:gd name="connsiteY8" fmla="*/ 723559 h 739112"/>
                <a:gd name="connsiteX9" fmla="*/ 893420 w 1015999"/>
                <a:gd name="connsiteY9" fmla="*/ 691024 h 739112"/>
                <a:gd name="connsiteX10" fmla="*/ 994683 w 1015999"/>
                <a:gd name="connsiteY10" fmla="*/ 611711 h 739112"/>
                <a:gd name="connsiteX11" fmla="*/ 1015999 w 1015999"/>
                <a:gd name="connsiteY11" fmla="*/ 581199 h 739112"/>
                <a:gd name="connsiteX12" fmla="*/ 500397 w 1015999"/>
                <a:gd name="connsiteY12" fmla="*/ 331 h 739112"/>
                <a:gd name="connsiteX13" fmla="*/ 491609 w 1015999"/>
                <a:gd name="connsiteY13" fmla="*/ 11685 h 739112"/>
                <a:gd name="connsiteX14" fmla="*/ 441248 w 1015999"/>
                <a:gd name="connsiteY14" fmla="*/ 256428 h 739112"/>
                <a:gd name="connsiteX15" fmla="*/ 450680 w 1015999"/>
                <a:gd name="connsiteY15" fmla="*/ 379755 h 739112"/>
                <a:gd name="connsiteX16" fmla="*/ 477980 w 1015999"/>
                <a:gd name="connsiteY16" fmla="*/ 492320 h 739112"/>
                <a:gd name="connsiteX17" fmla="*/ 462315 w 1015999"/>
                <a:gd name="connsiteY17" fmla="*/ 480063 h 739112"/>
                <a:gd name="connsiteX18" fmla="*/ 441580 w 1015999"/>
                <a:gd name="connsiteY18" fmla="*/ 458954 h 739112"/>
                <a:gd name="connsiteX19" fmla="*/ 431650 w 1015999"/>
                <a:gd name="connsiteY19" fmla="*/ 434895 h 739112"/>
                <a:gd name="connsiteX20" fmla="*/ 418851 w 1015999"/>
                <a:gd name="connsiteY20" fmla="*/ 401404 h 739112"/>
                <a:gd name="connsiteX21" fmla="*/ 395166 w 1015999"/>
                <a:gd name="connsiteY21" fmla="*/ 333258 h 739112"/>
                <a:gd name="connsiteX22" fmla="*/ 326813 w 1015999"/>
                <a:gd name="connsiteY22" fmla="*/ 213671 h 739112"/>
                <a:gd name="connsiteX23" fmla="*/ 229290 w 1015999"/>
                <a:gd name="connsiteY23" fmla="*/ 115233 h 739112"/>
                <a:gd name="connsiteX24" fmla="*/ 120880 w 1015999"/>
                <a:gd name="connsiteY24" fmla="*/ 19953 h 739112"/>
                <a:gd name="connsiteX25" fmla="*/ 104383 w 1015999"/>
                <a:gd name="connsiteY25" fmla="*/ 26228 h 739112"/>
                <a:gd name="connsiteX26" fmla="*/ 114356 w 1015999"/>
                <a:gd name="connsiteY26" fmla="*/ 97241 h 739112"/>
                <a:gd name="connsiteX27" fmla="*/ 134010 w 1015999"/>
                <a:gd name="connsiteY27" fmla="*/ 168752 h 739112"/>
                <a:gd name="connsiteX28" fmla="*/ 199621 w 1015999"/>
                <a:gd name="connsiteY28" fmla="*/ 288589 h 739112"/>
                <a:gd name="connsiteX29" fmla="*/ 293156 w 1015999"/>
                <a:gd name="connsiteY29" fmla="*/ 381168 h 739112"/>
                <a:gd name="connsiteX30" fmla="*/ 410417 w 1015999"/>
                <a:gd name="connsiteY30" fmla="*/ 457292 h 739112"/>
                <a:gd name="connsiteX31" fmla="*/ 511679 w 1015999"/>
                <a:gd name="connsiteY31" fmla="*/ 543139 h 739112"/>
                <a:gd name="connsiteX32" fmla="*/ 556763 w 1015999"/>
                <a:gd name="connsiteY32" fmla="*/ 602310 h 739112"/>
                <a:gd name="connsiteX33" fmla="*/ 596196 w 1015999"/>
                <a:gd name="connsiteY33" fmla="*/ 692852 h 739112"/>
                <a:gd name="connsiteX34" fmla="*/ 591626 w 1015999"/>
                <a:gd name="connsiteY34" fmla="*/ 690857 h 739112"/>
                <a:gd name="connsiteX35" fmla="*/ 480266 w 1015999"/>
                <a:gd name="connsiteY35" fmla="*/ 607628 h 739112"/>
                <a:gd name="connsiteX36" fmla="*/ 339486 w 1015999"/>
                <a:gd name="connsiteY36" fmla="*/ 516379 h 739112"/>
                <a:gd name="connsiteX37" fmla="*/ 193763 w 1015999"/>
                <a:gd name="connsiteY37" fmla="*/ 487958 h 739112"/>
                <a:gd name="connsiteX38" fmla="*/ 111281 w 1015999"/>
                <a:gd name="connsiteY38" fmla="*/ 488622 h 739112"/>
                <a:gd name="connsiteX39" fmla="*/ 12844 w 1015999"/>
                <a:gd name="connsiteY39" fmla="*/ 473414 h 739112"/>
                <a:gd name="connsiteX40" fmla="*/ 6985 w 1015999"/>
                <a:gd name="connsiteY40" fmla="*/ 493235 h 739112"/>
                <a:gd name="connsiteX41" fmla="*/ 272836 w 1015999"/>
                <a:gd name="connsiteY41" fmla="*/ 666965 h 739112"/>
                <a:gd name="connsiteX42" fmla="*/ 430445 w 1015999"/>
                <a:gd name="connsiteY42" fmla="*/ 676480 h 739112"/>
                <a:gd name="connsiteX43" fmla="*/ 517912 w 1015999"/>
                <a:gd name="connsiteY43" fmla="*/ 679098 h 739112"/>
                <a:gd name="connsiteX44" fmla="*/ 598399 w 1015999"/>
                <a:gd name="connsiteY44" fmla="*/ 711467 h 739112"/>
                <a:gd name="connsiteX45" fmla="*/ 603011 w 1015999"/>
                <a:gd name="connsiteY45" fmla="*/ 715207 h 739112"/>
                <a:gd name="connsiteX46" fmla="*/ 609525 w 1015999"/>
                <a:gd name="connsiteY46" fmla="*/ 739112 h 739112"/>
                <a:gd name="connsiteX47" fmla="*/ 626394 w 1015999"/>
                <a:gd name="connsiteY47" fmla="*/ 739112 h 739112"/>
                <a:gd name="connsiteX48" fmla="*/ 622208 w 1015999"/>
                <a:gd name="connsiteY48" fmla="*/ 723227 h 739112"/>
                <a:gd name="connsiteX49" fmla="*/ 612443 w 1015999"/>
                <a:gd name="connsiteY49" fmla="*/ 690774 h 739112"/>
                <a:gd name="connsiteX50" fmla="*/ 720687 w 1015999"/>
                <a:gd name="connsiteY50" fmla="*/ 552571 h 739112"/>
                <a:gd name="connsiteX51" fmla="*/ 777905 w 1015999"/>
                <a:gd name="connsiteY51" fmla="*/ 400615 h 739112"/>
                <a:gd name="connsiteX52" fmla="*/ 787379 w 1015999"/>
                <a:gd name="connsiteY52" fmla="*/ 260541 h 739112"/>
                <a:gd name="connsiteX53" fmla="*/ 723471 w 1015999"/>
                <a:gd name="connsiteY53" fmla="*/ 90593 h 739112"/>
                <a:gd name="connsiteX54" fmla="*/ 707681 w 1015999"/>
                <a:gd name="connsiteY54" fmla="*/ 88099 h 739112"/>
                <a:gd name="connsiteX55" fmla="*/ 632887 w 1015999"/>
                <a:gd name="connsiteY55" fmla="*/ 221150 h 739112"/>
                <a:gd name="connsiteX56" fmla="*/ 613565 w 1015999"/>
                <a:gd name="connsiteY56" fmla="*/ 361182 h 739112"/>
                <a:gd name="connsiteX57" fmla="*/ 624535 w 1015999"/>
                <a:gd name="connsiteY57" fmla="*/ 524648 h 739112"/>
                <a:gd name="connsiteX58" fmla="*/ 602720 w 1015999"/>
                <a:gd name="connsiteY58" fmla="*/ 663059 h 739112"/>
                <a:gd name="connsiteX59" fmla="*/ 552649 w 1015999"/>
                <a:gd name="connsiteY59" fmla="*/ 567281 h 739112"/>
                <a:gd name="connsiteX60" fmla="*/ 496014 w 1015999"/>
                <a:gd name="connsiteY60" fmla="*/ 506490 h 739112"/>
                <a:gd name="connsiteX61" fmla="*/ 490487 w 1015999"/>
                <a:gd name="connsiteY61" fmla="*/ 502002 h 739112"/>
                <a:gd name="connsiteX62" fmla="*/ 514131 w 1015999"/>
                <a:gd name="connsiteY62" fmla="*/ 380628 h 739112"/>
                <a:gd name="connsiteX63" fmla="*/ 544838 w 1015999"/>
                <a:gd name="connsiteY63" fmla="*/ 251359 h 739112"/>
                <a:gd name="connsiteX64" fmla="*/ 537483 w 1015999"/>
                <a:gd name="connsiteY64" fmla="*/ 133558 h 739112"/>
                <a:gd name="connsiteX65" fmla="*/ 512676 w 1015999"/>
                <a:gd name="connsiteY65" fmla="*/ 6989 h 739112"/>
                <a:gd name="connsiteX66" fmla="*/ 500397 w 1015999"/>
                <a:gd name="connsiteY66" fmla="*/ 331 h 73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1015999" h="739112">
                  <a:moveTo>
                    <a:pt x="1015999" y="511394"/>
                  </a:moveTo>
                  <a:lnTo>
                    <a:pt x="985677" y="519813"/>
                  </a:lnTo>
                  <a:cubicBezTo>
                    <a:pt x="961005" y="524815"/>
                    <a:pt x="935513" y="526955"/>
                    <a:pt x="910041" y="529635"/>
                  </a:cubicBezTo>
                  <a:cubicBezTo>
                    <a:pt x="861799" y="534704"/>
                    <a:pt x="815426" y="544843"/>
                    <a:pt x="774040" y="571062"/>
                  </a:cubicBezTo>
                  <a:cubicBezTo>
                    <a:pt x="718193" y="606496"/>
                    <a:pt x="684552" y="660044"/>
                    <a:pt x="659337" y="718103"/>
                  </a:cubicBezTo>
                  <a:lnTo>
                    <a:pt x="651184" y="739112"/>
                  </a:lnTo>
                  <a:lnTo>
                    <a:pt x="726988" y="739112"/>
                  </a:lnTo>
                  <a:lnTo>
                    <a:pt x="732909" y="735458"/>
                  </a:lnTo>
                  <a:cubicBezTo>
                    <a:pt x="743790" y="730197"/>
                    <a:pt x="755633" y="726073"/>
                    <a:pt x="769013" y="723559"/>
                  </a:cubicBezTo>
                  <a:cubicBezTo>
                    <a:pt x="812933" y="715291"/>
                    <a:pt x="852657" y="710927"/>
                    <a:pt x="893420" y="691024"/>
                  </a:cubicBezTo>
                  <a:cubicBezTo>
                    <a:pt x="932646" y="671910"/>
                    <a:pt x="965929" y="644038"/>
                    <a:pt x="994683" y="611711"/>
                  </a:cubicBezTo>
                  <a:lnTo>
                    <a:pt x="1015999" y="581199"/>
                  </a:lnTo>
                  <a:close/>
                  <a:moveTo>
                    <a:pt x="500397" y="331"/>
                  </a:moveTo>
                  <a:cubicBezTo>
                    <a:pt x="495484" y="1495"/>
                    <a:pt x="491152" y="5660"/>
                    <a:pt x="491609" y="11685"/>
                  </a:cubicBezTo>
                  <a:cubicBezTo>
                    <a:pt x="498008" y="97116"/>
                    <a:pt x="445278" y="171994"/>
                    <a:pt x="441248" y="256428"/>
                  </a:cubicBezTo>
                  <a:cubicBezTo>
                    <a:pt x="439253" y="298188"/>
                    <a:pt x="444697" y="338577"/>
                    <a:pt x="450680" y="379755"/>
                  </a:cubicBezTo>
                  <a:cubicBezTo>
                    <a:pt x="456248" y="418108"/>
                    <a:pt x="471914" y="454757"/>
                    <a:pt x="477980" y="492320"/>
                  </a:cubicBezTo>
                  <a:cubicBezTo>
                    <a:pt x="472661" y="488332"/>
                    <a:pt x="467384" y="484342"/>
                    <a:pt x="462315" y="480063"/>
                  </a:cubicBezTo>
                  <a:cubicBezTo>
                    <a:pt x="455749" y="474536"/>
                    <a:pt x="446151" y="466018"/>
                    <a:pt x="441580" y="458954"/>
                  </a:cubicBezTo>
                  <a:cubicBezTo>
                    <a:pt x="437342" y="452347"/>
                    <a:pt x="434725" y="442250"/>
                    <a:pt x="431650" y="434895"/>
                  </a:cubicBezTo>
                  <a:cubicBezTo>
                    <a:pt x="427037" y="423884"/>
                    <a:pt x="422840" y="412665"/>
                    <a:pt x="418851" y="401404"/>
                  </a:cubicBezTo>
                  <a:cubicBezTo>
                    <a:pt x="410790" y="378758"/>
                    <a:pt x="403518" y="355821"/>
                    <a:pt x="395166" y="333258"/>
                  </a:cubicBezTo>
                  <a:cubicBezTo>
                    <a:pt x="379252" y="290210"/>
                    <a:pt x="354195" y="250278"/>
                    <a:pt x="326813" y="213671"/>
                  </a:cubicBezTo>
                  <a:cubicBezTo>
                    <a:pt x="299139" y="176648"/>
                    <a:pt x="265233" y="144112"/>
                    <a:pt x="229290" y="115233"/>
                  </a:cubicBezTo>
                  <a:cubicBezTo>
                    <a:pt x="192017" y="85316"/>
                    <a:pt x="141698" y="65495"/>
                    <a:pt x="120880" y="19953"/>
                  </a:cubicBezTo>
                  <a:cubicBezTo>
                    <a:pt x="116724" y="10895"/>
                    <a:pt x="101018" y="16754"/>
                    <a:pt x="104383" y="26228"/>
                  </a:cubicBezTo>
                  <a:cubicBezTo>
                    <a:pt x="111905" y="47544"/>
                    <a:pt x="110782" y="74595"/>
                    <a:pt x="114356" y="97241"/>
                  </a:cubicBezTo>
                  <a:cubicBezTo>
                    <a:pt x="118221" y="121590"/>
                    <a:pt x="125700" y="145608"/>
                    <a:pt x="134010" y="168752"/>
                  </a:cubicBezTo>
                  <a:cubicBezTo>
                    <a:pt x="149343" y="211510"/>
                    <a:pt x="172197" y="252439"/>
                    <a:pt x="199621" y="288589"/>
                  </a:cubicBezTo>
                  <a:cubicBezTo>
                    <a:pt x="226423" y="323909"/>
                    <a:pt x="257171" y="355157"/>
                    <a:pt x="293156" y="381168"/>
                  </a:cubicBezTo>
                  <a:cubicBezTo>
                    <a:pt x="330926" y="408510"/>
                    <a:pt x="372936" y="429410"/>
                    <a:pt x="410417" y="457292"/>
                  </a:cubicBezTo>
                  <a:cubicBezTo>
                    <a:pt x="445570" y="483428"/>
                    <a:pt x="481720" y="511102"/>
                    <a:pt x="511679" y="543139"/>
                  </a:cubicBezTo>
                  <a:cubicBezTo>
                    <a:pt x="528466" y="561090"/>
                    <a:pt x="543965" y="581325"/>
                    <a:pt x="556763" y="602310"/>
                  </a:cubicBezTo>
                  <a:cubicBezTo>
                    <a:pt x="574008" y="630607"/>
                    <a:pt x="586141" y="661356"/>
                    <a:pt x="596196" y="692852"/>
                  </a:cubicBezTo>
                  <a:cubicBezTo>
                    <a:pt x="594659" y="692229"/>
                    <a:pt x="593163" y="691522"/>
                    <a:pt x="591626" y="690857"/>
                  </a:cubicBezTo>
                  <a:cubicBezTo>
                    <a:pt x="556722" y="660898"/>
                    <a:pt x="516790" y="634471"/>
                    <a:pt x="480266" y="607628"/>
                  </a:cubicBezTo>
                  <a:cubicBezTo>
                    <a:pt x="435057" y="574428"/>
                    <a:pt x="390679" y="540023"/>
                    <a:pt x="339486" y="516379"/>
                  </a:cubicBezTo>
                  <a:cubicBezTo>
                    <a:pt x="293322" y="495063"/>
                    <a:pt x="244123" y="488788"/>
                    <a:pt x="193763" y="487958"/>
                  </a:cubicBezTo>
                  <a:cubicBezTo>
                    <a:pt x="166296" y="487500"/>
                    <a:pt x="138747" y="488539"/>
                    <a:pt x="111281" y="488622"/>
                  </a:cubicBezTo>
                  <a:cubicBezTo>
                    <a:pt x="77748" y="488747"/>
                    <a:pt x="45379" y="480478"/>
                    <a:pt x="12844" y="473414"/>
                  </a:cubicBezTo>
                  <a:cubicBezTo>
                    <a:pt x="-370" y="470547"/>
                    <a:pt x="-5149" y="488124"/>
                    <a:pt x="6985" y="493235"/>
                  </a:cubicBezTo>
                  <a:cubicBezTo>
                    <a:pt x="106170" y="534787"/>
                    <a:pt x="172363" y="627574"/>
                    <a:pt x="272836" y="666965"/>
                  </a:cubicBezTo>
                  <a:cubicBezTo>
                    <a:pt x="323738" y="686952"/>
                    <a:pt x="377382" y="681550"/>
                    <a:pt x="430445" y="676480"/>
                  </a:cubicBezTo>
                  <a:cubicBezTo>
                    <a:pt x="459780" y="673696"/>
                    <a:pt x="488950" y="672907"/>
                    <a:pt x="517912" y="679098"/>
                  </a:cubicBezTo>
                  <a:cubicBezTo>
                    <a:pt x="546251" y="685165"/>
                    <a:pt x="571057" y="702035"/>
                    <a:pt x="598399" y="711467"/>
                  </a:cubicBezTo>
                  <a:cubicBezTo>
                    <a:pt x="599936" y="712672"/>
                    <a:pt x="601473" y="713919"/>
                    <a:pt x="603011" y="715207"/>
                  </a:cubicBezTo>
                  <a:lnTo>
                    <a:pt x="609525" y="739112"/>
                  </a:lnTo>
                  <a:lnTo>
                    <a:pt x="626394" y="739112"/>
                  </a:lnTo>
                  <a:lnTo>
                    <a:pt x="622208" y="723227"/>
                  </a:lnTo>
                  <a:cubicBezTo>
                    <a:pt x="619175" y="712299"/>
                    <a:pt x="615934" y="701495"/>
                    <a:pt x="612443" y="690774"/>
                  </a:cubicBezTo>
                  <a:cubicBezTo>
                    <a:pt x="638787" y="637546"/>
                    <a:pt x="686406" y="600357"/>
                    <a:pt x="720687" y="552571"/>
                  </a:cubicBezTo>
                  <a:cubicBezTo>
                    <a:pt x="752391" y="508401"/>
                    <a:pt x="766187" y="452763"/>
                    <a:pt x="777905" y="400615"/>
                  </a:cubicBezTo>
                  <a:cubicBezTo>
                    <a:pt x="788376" y="354117"/>
                    <a:pt x="795107" y="308036"/>
                    <a:pt x="787379" y="260541"/>
                  </a:cubicBezTo>
                  <a:cubicBezTo>
                    <a:pt x="777531" y="200207"/>
                    <a:pt x="735604" y="150761"/>
                    <a:pt x="723471" y="90593"/>
                  </a:cubicBezTo>
                  <a:cubicBezTo>
                    <a:pt x="721934" y="82947"/>
                    <a:pt x="711587" y="81908"/>
                    <a:pt x="707681" y="88099"/>
                  </a:cubicBezTo>
                  <a:cubicBezTo>
                    <a:pt x="680547" y="130982"/>
                    <a:pt x="651170" y="173531"/>
                    <a:pt x="632887" y="221150"/>
                  </a:cubicBezTo>
                  <a:cubicBezTo>
                    <a:pt x="615892" y="265403"/>
                    <a:pt x="610116" y="314144"/>
                    <a:pt x="613565" y="361182"/>
                  </a:cubicBezTo>
                  <a:cubicBezTo>
                    <a:pt x="617555" y="415864"/>
                    <a:pt x="626779" y="469632"/>
                    <a:pt x="624535" y="524648"/>
                  </a:cubicBezTo>
                  <a:cubicBezTo>
                    <a:pt x="622624" y="571602"/>
                    <a:pt x="609659" y="616853"/>
                    <a:pt x="602720" y="663059"/>
                  </a:cubicBezTo>
                  <a:cubicBezTo>
                    <a:pt x="589964" y="629360"/>
                    <a:pt x="574008" y="597198"/>
                    <a:pt x="552649" y="567281"/>
                  </a:cubicBezTo>
                  <a:cubicBezTo>
                    <a:pt x="536485" y="544635"/>
                    <a:pt x="517080" y="524565"/>
                    <a:pt x="496014" y="506490"/>
                  </a:cubicBezTo>
                  <a:cubicBezTo>
                    <a:pt x="494227" y="504952"/>
                    <a:pt x="492358" y="503498"/>
                    <a:pt x="490487" y="502002"/>
                  </a:cubicBezTo>
                  <a:cubicBezTo>
                    <a:pt x="496471" y="490368"/>
                    <a:pt x="506693" y="415573"/>
                    <a:pt x="514131" y="380628"/>
                  </a:cubicBezTo>
                  <a:cubicBezTo>
                    <a:pt x="523355" y="337289"/>
                    <a:pt x="539020" y="295404"/>
                    <a:pt x="544838" y="251359"/>
                  </a:cubicBezTo>
                  <a:cubicBezTo>
                    <a:pt x="549990" y="212383"/>
                    <a:pt x="542885" y="172118"/>
                    <a:pt x="537483" y="133558"/>
                  </a:cubicBezTo>
                  <a:cubicBezTo>
                    <a:pt x="531499" y="90759"/>
                    <a:pt x="525516" y="48334"/>
                    <a:pt x="512676" y="6989"/>
                  </a:cubicBezTo>
                  <a:cubicBezTo>
                    <a:pt x="510806" y="1006"/>
                    <a:pt x="505311" y="-834"/>
                    <a:pt x="500397" y="331"/>
                  </a:cubicBezTo>
                  <a:close/>
                </a:path>
              </a:pathLst>
            </a:custGeom>
            <a:solidFill>
              <a:schemeClr val="accent2">
                <a:alpha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10" Type="http://schemas.openxmlformats.org/officeDocument/2006/relationships/slideLayout" Target="../slideLayouts/slideLayout6.xml"/><Relationship Id="rId4" Type="http://schemas.openxmlformats.org/officeDocument/2006/relationships/tags" Target="../tags/tag12.xml"/><Relationship Id="rId9" Type="http://schemas.openxmlformats.org/officeDocument/2006/relationships/tags" Target="../tags/tag1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22.xml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slideLayout" Target="../slideLayouts/slideLayout5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5" Type="http://schemas.openxmlformats.org/officeDocument/2006/relationships/tags" Target="../tags/tag32.xml"/><Relationship Id="rId10" Type="http://schemas.openxmlformats.org/officeDocument/2006/relationships/tags" Target="../tags/tag37.xml"/><Relationship Id="rId4" Type="http://schemas.openxmlformats.org/officeDocument/2006/relationships/tags" Target="../tags/tag31.xml"/><Relationship Id="rId9" Type="http://schemas.openxmlformats.org/officeDocument/2006/relationships/tags" Target="../tags/tag3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13" Type="http://schemas.openxmlformats.org/officeDocument/2006/relationships/tags" Target="../tags/tag51.xml"/><Relationship Id="rId18" Type="http://schemas.openxmlformats.org/officeDocument/2006/relationships/tags" Target="../tags/tag56.xml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12" Type="http://schemas.openxmlformats.org/officeDocument/2006/relationships/tags" Target="../tags/tag50.xml"/><Relationship Id="rId17" Type="http://schemas.openxmlformats.org/officeDocument/2006/relationships/tags" Target="../tags/tag55.xml"/><Relationship Id="rId2" Type="http://schemas.openxmlformats.org/officeDocument/2006/relationships/tags" Target="../tags/tag40.xml"/><Relationship Id="rId16" Type="http://schemas.openxmlformats.org/officeDocument/2006/relationships/tags" Target="../tags/tag54.xml"/><Relationship Id="rId20" Type="http://schemas.openxmlformats.org/officeDocument/2006/relationships/slideLayout" Target="../slideLayouts/slideLayout5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tags" Target="../tags/tag49.xml"/><Relationship Id="rId5" Type="http://schemas.openxmlformats.org/officeDocument/2006/relationships/tags" Target="../tags/tag43.xml"/><Relationship Id="rId15" Type="http://schemas.openxmlformats.org/officeDocument/2006/relationships/tags" Target="../tags/tag53.xml"/><Relationship Id="rId10" Type="http://schemas.openxmlformats.org/officeDocument/2006/relationships/tags" Target="../tags/tag48.xml"/><Relationship Id="rId19" Type="http://schemas.openxmlformats.org/officeDocument/2006/relationships/tags" Target="../tags/tag57.xml"/><Relationship Id="rId4" Type="http://schemas.openxmlformats.org/officeDocument/2006/relationships/tags" Target="../tags/tag42.xml"/><Relationship Id="rId9" Type="http://schemas.openxmlformats.org/officeDocument/2006/relationships/tags" Target="../tags/tag47.xml"/><Relationship Id="rId14" Type="http://schemas.openxmlformats.org/officeDocument/2006/relationships/tags" Target="../tags/tag5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13" Type="http://schemas.openxmlformats.org/officeDocument/2006/relationships/tags" Target="../tags/tag70.xml"/><Relationship Id="rId18" Type="http://schemas.openxmlformats.org/officeDocument/2006/relationships/tags" Target="../tags/tag75.xml"/><Relationship Id="rId26" Type="http://schemas.openxmlformats.org/officeDocument/2006/relationships/tags" Target="../tags/tag83.xml"/><Relationship Id="rId3" Type="http://schemas.openxmlformats.org/officeDocument/2006/relationships/tags" Target="../tags/tag60.xml"/><Relationship Id="rId21" Type="http://schemas.openxmlformats.org/officeDocument/2006/relationships/tags" Target="../tags/tag78.xml"/><Relationship Id="rId7" Type="http://schemas.openxmlformats.org/officeDocument/2006/relationships/tags" Target="../tags/tag64.xml"/><Relationship Id="rId12" Type="http://schemas.openxmlformats.org/officeDocument/2006/relationships/tags" Target="../tags/tag69.xml"/><Relationship Id="rId17" Type="http://schemas.openxmlformats.org/officeDocument/2006/relationships/tags" Target="../tags/tag74.xml"/><Relationship Id="rId25" Type="http://schemas.openxmlformats.org/officeDocument/2006/relationships/tags" Target="../tags/tag82.xml"/><Relationship Id="rId2" Type="http://schemas.openxmlformats.org/officeDocument/2006/relationships/tags" Target="../tags/tag59.xml"/><Relationship Id="rId16" Type="http://schemas.openxmlformats.org/officeDocument/2006/relationships/tags" Target="../tags/tag73.xml"/><Relationship Id="rId20" Type="http://schemas.openxmlformats.org/officeDocument/2006/relationships/tags" Target="../tags/tag77.xml"/><Relationship Id="rId29" Type="http://schemas.openxmlformats.org/officeDocument/2006/relationships/slideLayout" Target="../slideLayouts/slideLayout5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tags" Target="../tags/tag68.xml"/><Relationship Id="rId24" Type="http://schemas.openxmlformats.org/officeDocument/2006/relationships/tags" Target="../tags/tag81.xml"/><Relationship Id="rId5" Type="http://schemas.openxmlformats.org/officeDocument/2006/relationships/tags" Target="../tags/tag62.xml"/><Relationship Id="rId15" Type="http://schemas.openxmlformats.org/officeDocument/2006/relationships/tags" Target="../tags/tag72.xml"/><Relationship Id="rId23" Type="http://schemas.openxmlformats.org/officeDocument/2006/relationships/tags" Target="../tags/tag80.xml"/><Relationship Id="rId28" Type="http://schemas.openxmlformats.org/officeDocument/2006/relationships/tags" Target="../tags/tag85.xml"/><Relationship Id="rId10" Type="http://schemas.openxmlformats.org/officeDocument/2006/relationships/tags" Target="../tags/tag67.xml"/><Relationship Id="rId19" Type="http://schemas.openxmlformats.org/officeDocument/2006/relationships/tags" Target="../tags/tag76.xml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4" Type="http://schemas.openxmlformats.org/officeDocument/2006/relationships/tags" Target="../tags/tag71.xml"/><Relationship Id="rId22" Type="http://schemas.openxmlformats.org/officeDocument/2006/relationships/tags" Target="../tags/tag79.xml"/><Relationship Id="rId27" Type="http://schemas.openxmlformats.org/officeDocument/2006/relationships/tags" Target="../tags/tag8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18" Type="http://schemas.openxmlformats.org/officeDocument/2006/relationships/tags" Target="../tags/tag103.xml"/><Relationship Id="rId3" Type="http://schemas.openxmlformats.org/officeDocument/2006/relationships/tags" Target="../tags/tag88.xml"/><Relationship Id="rId21" Type="http://schemas.openxmlformats.org/officeDocument/2006/relationships/tags" Target="../tags/tag106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20" Type="http://schemas.openxmlformats.org/officeDocument/2006/relationships/tags" Target="../tags/tag105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24" Type="http://schemas.openxmlformats.org/officeDocument/2006/relationships/slideLayout" Target="../slideLayouts/slideLayout5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23" Type="http://schemas.openxmlformats.org/officeDocument/2006/relationships/tags" Target="../tags/tag108.xml"/><Relationship Id="rId10" Type="http://schemas.openxmlformats.org/officeDocument/2006/relationships/tags" Target="../tags/tag95.xml"/><Relationship Id="rId19" Type="http://schemas.openxmlformats.org/officeDocument/2006/relationships/tags" Target="../tags/tag104.xml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Relationship Id="rId22" Type="http://schemas.openxmlformats.org/officeDocument/2006/relationships/tags" Target="../tags/tag107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tags" Target="../tags/tag121.xml"/><Relationship Id="rId18" Type="http://schemas.openxmlformats.org/officeDocument/2006/relationships/tags" Target="../tags/tag126.xml"/><Relationship Id="rId26" Type="http://schemas.openxmlformats.org/officeDocument/2006/relationships/tags" Target="../tags/tag134.xml"/><Relationship Id="rId3" Type="http://schemas.openxmlformats.org/officeDocument/2006/relationships/tags" Target="../tags/tag111.xml"/><Relationship Id="rId21" Type="http://schemas.openxmlformats.org/officeDocument/2006/relationships/tags" Target="../tags/tag129.xml"/><Relationship Id="rId34" Type="http://schemas.openxmlformats.org/officeDocument/2006/relationships/slideLayout" Target="../slideLayouts/slideLayout5.xml"/><Relationship Id="rId7" Type="http://schemas.openxmlformats.org/officeDocument/2006/relationships/tags" Target="../tags/tag115.xml"/><Relationship Id="rId12" Type="http://schemas.openxmlformats.org/officeDocument/2006/relationships/tags" Target="../tags/tag120.xml"/><Relationship Id="rId17" Type="http://schemas.openxmlformats.org/officeDocument/2006/relationships/tags" Target="../tags/tag125.xml"/><Relationship Id="rId25" Type="http://schemas.openxmlformats.org/officeDocument/2006/relationships/tags" Target="../tags/tag133.xml"/><Relationship Id="rId33" Type="http://schemas.openxmlformats.org/officeDocument/2006/relationships/tags" Target="../tags/tag141.xml"/><Relationship Id="rId2" Type="http://schemas.openxmlformats.org/officeDocument/2006/relationships/tags" Target="../tags/tag110.xml"/><Relationship Id="rId16" Type="http://schemas.openxmlformats.org/officeDocument/2006/relationships/tags" Target="../tags/tag124.xml"/><Relationship Id="rId20" Type="http://schemas.openxmlformats.org/officeDocument/2006/relationships/tags" Target="../tags/tag128.xml"/><Relationship Id="rId29" Type="http://schemas.openxmlformats.org/officeDocument/2006/relationships/tags" Target="../tags/tag137.xml"/><Relationship Id="rId1" Type="http://schemas.openxmlformats.org/officeDocument/2006/relationships/tags" Target="../tags/tag109.xml"/><Relationship Id="rId6" Type="http://schemas.openxmlformats.org/officeDocument/2006/relationships/tags" Target="../tags/tag114.xml"/><Relationship Id="rId11" Type="http://schemas.openxmlformats.org/officeDocument/2006/relationships/tags" Target="../tags/tag119.xml"/><Relationship Id="rId24" Type="http://schemas.openxmlformats.org/officeDocument/2006/relationships/tags" Target="../tags/tag132.xml"/><Relationship Id="rId32" Type="http://schemas.openxmlformats.org/officeDocument/2006/relationships/tags" Target="../tags/tag140.xml"/><Relationship Id="rId5" Type="http://schemas.openxmlformats.org/officeDocument/2006/relationships/tags" Target="../tags/tag113.xml"/><Relationship Id="rId15" Type="http://schemas.openxmlformats.org/officeDocument/2006/relationships/tags" Target="../tags/tag123.xml"/><Relationship Id="rId23" Type="http://schemas.openxmlformats.org/officeDocument/2006/relationships/tags" Target="../tags/tag131.xml"/><Relationship Id="rId28" Type="http://schemas.openxmlformats.org/officeDocument/2006/relationships/tags" Target="../tags/tag136.xml"/><Relationship Id="rId10" Type="http://schemas.openxmlformats.org/officeDocument/2006/relationships/tags" Target="../tags/tag118.xml"/><Relationship Id="rId19" Type="http://schemas.openxmlformats.org/officeDocument/2006/relationships/tags" Target="../tags/tag127.xml"/><Relationship Id="rId31" Type="http://schemas.openxmlformats.org/officeDocument/2006/relationships/tags" Target="../tags/tag139.xml"/><Relationship Id="rId4" Type="http://schemas.openxmlformats.org/officeDocument/2006/relationships/tags" Target="../tags/tag112.xml"/><Relationship Id="rId9" Type="http://schemas.openxmlformats.org/officeDocument/2006/relationships/tags" Target="../tags/tag117.xml"/><Relationship Id="rId14" Type="http://schemas.openxmlformats.org/officeDocument/2006/relationships/tags" Target="../tags/tag122.xml"/><Relationship Id="rId22" Type="http://schemas.openxmlformats.org/officeDocument/2006/relationships/tags" Target="../tags/tag130.xml"/><Relationship Id="rId27" Type="http://schemas.openxmlformats.org/officeDocument/2006/relationships/tags" Target="../tags/tag135.xml"/><Relationship Id="rId30" Type="http://schemas.openxmlformats.org/officeDocument/2006/relationships/tags" Target="../tags/tag138.xml"/><Relationship Id="rId8" Type="http://schemas.openxmlformats.org/officeDocument/2006/relationships/tags" Target="../tags/tag1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49.xml"/><Relationship Id="rId3" Type="http://schemas.openxmlformats.org/officeDocument/2006/relationships/tags" Target="../tags/tag144.xml"/><Relationship Id="rId7" Type="http://schemas.openxmlformats.org/officeDocument/2006/relationships/tags" Target="../tags/tag148.xml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6" Type="http://schemas.openxmlformats.org/officeDocument/2006/relationships/tags" Target="../tags/tag147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146.xml"/><Relationship Id="rId10" Type="http://schemas.openxmlformats.org/officeDocument/2006/relationships/tags" Target="../tags/tag151.xml"/><Relationship Id="rId4" Type="http://schemas.openxmlformats.org/officeDocument/2006/relationships/tags" Target="../tags/tag145.xml"/><Relationship Id="rId9" Type="http://schemas.openxmlformats.org/officeDocument/2006/relationships/tags" Target="../tags/tag15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tags" Target="../tags/tag164.xml"/><Relationship Id="rId18" Type="http://schemas.openxmlformats.org/officeDocument/2006/relationships/tags" Target="../tags/tag169.xml"/><Relationship Id="rId26" Type="http://schemas.openxmlformats.org/officeDocument/2006/relationships/tags" Target="../tags/tag177.xml"/><Relationship Id="rId39" Type="http://schemas.openxmlformats.org/officeDocument/2006/relationships/tags" Target="../tags/tag190.xml"/><Relationship Id="rId21" Type="http://schemas.openxmlformats.org/officeDocument/2006/relationships/tags" Target="../tags/tag172.xml"/><Relationship Id="rId34" Type="http://schemas.openxmlformats.org/officeDocument/2006/relationships/tags" Target="../tags/tag185.xml"/><Relationship Id="rId42" Type="http://schemas.openxmlformats.org/officeDocument/2006/relationships/tags" Target="../tags/tag193.xml"/><Relationship Id="rId7" Type="http://schemas.openxmlformats.org/officeDocument/2006/relationships/tags" Target="../tags/tag158.xml"/><Relationship Id="rId2" Type="http://schemas.openxmlformats.org/officeDocument/2006/relationships/tags" Target="../tags/tag153.xml"/><Relationship Id="rId16" Type="http://schemas.openxmlformats.org/officeDocument/2006/relationships/tags" Target="../tags/tag167.xml"/><Relationship Id="rId20" Type="http://schemas.openxmlformats.org/officeDocument/2006/relationships/tags" Target="../tags/tag171.xml"/><Relationship Id="rId29" Type="http://schemas.openxmlformats.org/officeDocument/2006/relationships/tags" Target="../tags/tag180.xml"/><Relationship Id="rId41" Type="http://schemas.openxmlformats.org/officeDocument/2006/relationships/tags" Target="../tags/tag192.xml"/><Relationship Id="rId1" Type="http://schemas.openxmlformats.org/officeDocument/2006/relationships/tags" Target="../tags/tag152.xml"/><Relationship Id="rId6" Type="http://schemas.openxmlformats.org/officeDocument/2006/relationships/tags" Target="../tags/tag157.xml"/><Relationship Id="rId11" Type="http://schemas.openxmlformats.org/officeDocument/2006/relationships/tags" Target="../tags/tag162.xml"/><Relationship Id="rId24" Type="http://schemas.openxmlformats.org/officeDocument/2006/relationships/tags" Target="../tags/tag175.xml"/><Relationship Id="rId32" Type="http://schemas.openxmlformats.org/officeDocument/2006/relationships/tags" Target="../tags/tag183.xml"/><Relationship Id="rId37" Type="http://schemas.openxmlformats.org/officeDocument/2006/relationships/tags" Target="../tags/tag188.xml"/><Relationship Id="rId40" Type="http://schemas.openxmlformats.org/officeDocument/2006/relationships/tags" Target="../tags/tag191.xml"/><Relationship Id="rId5" Type="http://schemas.openxmlformats.org/officeDocument/2006/relationships/tags" Target="../tags/tag156.xml"/><Relationship Id="rId15" Type="http://schemas.openxmlformats.org/officeDocument/2006/relationships/tags" Target="../tags/tag166.xml"/><Relationship Id="rId23" Type="http://schemas.openxmlformats.org/officeDocument/2006/relationships/tags" Target="../tags/tag174.xml"/><Relationship Id="rId28" Type="http://schemas.openxmlformats.org/officeDocument/2006/relationships/tags" Target="../tags/tag179.xml"/><Relationship Id="rId36" Type="http://schemas.openxmlformats.org/officeDocument/2006/relationships/tags" Target="../tags/tag187.xml"/><Relationship Id="rId10" Type="http://schemas.openxmlformats.org/officeDocument/2006/relationships/tags" Target="../tags/tag161.xml"/><Relationship Id="rId19" Type="http://schemas.openxmlformats.org/officeDocument/2006/relationships/tags" Target="../tags/tag170.xml"/><Relationship Id="rId31" Type="http://schemas.openxmlformats.org/officeDocument/2006/relationships/tags" Target="../tags/tag182.xml"/><Relationship Id="rId44" Type="http://schemas.openxmlformats.org/officeDocument/2006/relationships/image" Target="../media/image10.jpeg"/><Relationship Id="rId4" Type="http://schemas.openxmlformats.org/officeDocument/2006/relationships/tags" Target="../tags/tag155.xml"/><Relationship Id="rId9" Type="http://schemas.openxmlformats.org/officeDocument/2006/relationships/tags" Target="../tags/tag160.xml"/><Relationship Id="rId14" Type="http://schemas.openxmlformats.org/officeDocument/2006/relationships/tags" Target="../tags/tag165.xml"/><Relationship Id="rId22" Type="http://schemas.openxmlformats.org/officeDocument/2006/relationships/tags" Target="../tags/tag173.xml"/><Relationship Id="rId27" Type="http://schemas.openxmlformats.org/officeDocument/2006/relationships/tags" Target="../tags/tag178.xml"/><Relationship Id="rId30" Type="http://schemas.openxmlformats.org/officeDocument/2006/relationships/tags" Target="../tags/tag181.xml"/><Relationship Id="rId35" Type="http://schemas.openxmlformats.org/officeDocument/2006/relationships/tags" Target="../tags/tag186.xml"/><Relationship Id="rId43" Type="http://schemas.openxmlformats.org/officeDocument/2006/relationships/slideLayout" Target="../slideLayouts/slideLayout5.xml"/><Relationship Id="rId8" Type="http://schemas.openxmlformats.org/officeDocument/2006/relationships/tags" Target="../tags/tag159.xml"/><Relationship Id="rId3" Type="http://schemas.openxmlformats.org/officeDocument/2006/relationships/tags" Target="../tags/tag154.xml"/><Relationship Id="rId12" Type="http://schemas.openxmlformats.org/officeDocument/2006/relationships/tags" Target="../tags/tag163.xml"/><Relationship Id="rId17" Type="http://schemas.openxmlformats.org/officeDocument/2006/relationships/tags" Target="../tags/tag168.xml"/><Relationship Id="rId25" Type="http://schemas.openxmlformats.org/officeDocument/2006/relationships/tags" Target="../tags/tag176.xml"/><Relationship Id="rId33" Type="http://schemas.openxmlformats.org/officeDocument/2006/relationships/tags" Target="../tags/tag184.xml"/><Relationship Id="rId38" Type="http://schemas.openxmlformats.org/officeDocument/2006/relationships/tags" Target="../tags/tag18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201.xml"/><Relationship Id="rId13" Type="http://schemas.openxmlformats.org/officeDocument/2006/relationships/tags" Target="../tags/tag206.xml"/><Relationship Id="rId3" Type="http://schemas.openxmlformats.org/officeDocument/2006/relationships/tags" Target="../tags/tag196.xml"/><Relationship Id="rId7" Type="http://schemas.openxmlformats.org/officeDocument/2006/relationships/tags" Target="../tags/tag200.xml"/><Relationship Id="rId12" Type="http://schemas.openxmlformats.org/officeDocument/2006/relationships/tags" Target="../tags/tag205.xml"/><Relationship Id="rId17" Type="http://schemas.openxmlformats.org/officeDocument/2006/relationships/slideLayout" Target="../slideLayouts/slideLayout5.xml"/><Relationship Id="rId2" Type="http://schemas.openxmlformats.org/officeDocument/2006/relationships/tags" Target="../tags/tag195.xml"/><Relationship Id="rId16" Type="http://schemas.openxmlformats.org/officeDocument/2006/relationships/tags" Target="../tags/tag209.xml"/><Relationship Id="rId1" Type="http://schemas.openxmlformats.org/officeDocument/2006/relationships/tags" Target="../tags/tag194.xml"/><Relationship Id="rId6" Type="http://schemas.openxmlformats.org/officeDocument/2006/relationships/tags" Target="../tags/tag199.xml"/><Relationship Id="rId11" Type="http://schemas.openxmlformats.org/officeDocument/2006/relationships/tags" Target="../tags/tag204.xml"/><Relationship Id="rId5" Type="http://schemas.openxmlformats.org/officeDocument/2006/relationships/tags" Target="../tags/tag198.xml"/><Relationship Id="rId15" Type="http://schemas.openxmlformats.org/officeDocument/2006/relationships/tags" Target="../tags/tag208.xml"/><Relationship Id="rId10" Type="http://schemas.openxmlformats.org/officeDocument/2006/relationships/tags" Target="../tags/tag203.xml"/><Relationship Id="rId4" Type="http://schemas.openxmlformats.org/officeDocument/2006/relationships/tags" Target="../tags/tag197.xml"/><Relationship Id="rId9" Type="http://schemas.openxmlformats.org/officeDocument/2006/relationships/tags" Target="../tags/tag202.xml"/><Relationship Id="rId14" Type="http://schemas.openxmlformats.org/officeDocument/2006/relationships/tags" Target="../tags/tag20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>
          <a:xfrm>
            <a:off x="2548505" y="1184275"/>
            <a:ext cx="7094991" cy="2117272"/>
          </a:xfrm>
        </p:spPr>
        <p:txBody>
          <a:bodyPr>
            <a:normAutofit/>
          </a:bodyPr>
          <a:lstStyle/>
          <a:p>
            <a:r>
              <a:rPr lang="en-US" altLang="zh-CN" sz="4800" dirty="0">
                <a:solidFill>
                  <a:schemeClr val="accent1">
                    <a:lumMod val="50000"/>
                  </a:schemeClr>
                </a:solidFill>
              </a:rPr>
              <a:t>{title}</a:t>
            </a:r>
            <a:endParaRPr lang="en-US" sz="4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3192463" y="3644447"/>
            <a:ext cx="5807075" cy="620713"/>
          </a:xfrm>
        </p:spPr>
        <p:txBody>
          <a:bodyPr/>
          <a:lstStyle/>
          <a:p>
            <a:r>
              <a:rPr lang="en-US" altLang="zh-CN" dirty="0"/>
              <a:t>{subtitle}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3243265" y="5537323"/>
            <a:ext cx="5705470" cy="342899"/>
          </a:xfrm>
        </p:spPr>
        <p:txBody>
          <a:bodyPr/>
          <a:lstStyle/>
          <a:p>
            <a:r>
              <a:rPr lang="en-US" altLang="zh-CN" dirty="0"/>
              <a:t>{author}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3243265" y="5194424"/>
            <a:ext cx="5705470" cy="342899"/>
          </a:xfrm>
        </p:spPr>
        <p:txBody>
          <a:bodyPr/>
          <a:lstStyle/>
          <a:p>
            <a:r>
              <a:rPr lang="en-US" altLang="zh-CN" dirty="0"/>
              <a:t>{company}</a:t>
            </a:r>
            <a:r>
              <a:rPr lang="en-US" dirty="0"/>
              <a:t> </a:t>
            </a:r>
            <a:r>
              <a:rPr lang="en-US" altLang="zh-CN" dirty="0"/>
              <a:t>- {department}</a:t>
            </a:r>
            <a:endParaRPr lang="en-US" dirty="0"/>
          </a:p>
        </p:txBody>
      </p:sp>
      <p:pic>
        <p:nvPicPr>
          <p:cNvPr id="1026" name="Picture 2" descr="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9120" y="6505120"/>
            <a:ext cx="352880" cy="352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2964781" y="1622003"/>
            <a:ext cx="6262439" cy="1860430"/>
          </a:xfrm>
        </p:spPr>
        <p:txBody>
          <a:bodyPr/>
          <a:lstStyle/>
          <a:p>
            <a:r>
              <a:rPr lang="zh-CN" altLang="en-US" sz="2800" dirty="0"/>
              <a:t>{chapterTitle}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2964781" y="3482434"/>
            <a:ext cx="6262439" cy="2026551"/>
          </a:xfrm>
        </p:spPr>
        <p:txBody>
          <a:bodyPr/>
          <a:lstStyle/>
          <a:p>
            <a:r>
              <a:rPr lang="zh-CN" altLang="en-US" sz="2000" dirty="0"/>
              <a:t>{chapterSubTitle}</a:t>
            </a:r>
          </a:p>
          <a:p>
            <a:endParaRPr lang="zh-CN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>
            <p:custDataLst>
              <p:tags r:id="rId1"/>
            </p:custDataLst>
          </p:nvPr>
        </p:nvGrpSpPr>
        <p:grpSpPr>
          <a:xfrm>
            <a:off x="-1" y="26291"/>
            <a:ext cx="12192001" cy="6831709"/>
            <a:chOff x="-1" y="26291"/>
            <a:chExt cx="12192001" cy="6831709"/>
          </a:xfrm>
        </p:grpSpPr>
        <p:grpSp>
          <p:nvGrpSpPr>
            <p:cNvPr id="35" name="组合 34"/>
            <p:cNvGrpSpPr/>
            <p:nvPr/>
          </p:nvGrpSpPr>
          <p:grpSpPr>
            <a:xfrm flipH="1">
              <a:off x="-1" y="26291"/>
              <a:ext cx="12192001" cy="6831709"/>
              <a:chOff x="-1" y="26291"/>
              <a:chExt cx="12192001" cy="6831709"/>
            </a:xfrm>
          </p:grpSpPr>
          <p:sp>
            <p:nvSpPr>
              <p:cNvPr id="36" name="任意多边形: 形状 35"/>
              <p:cNvSpPr/>
              <p:nvPr userDrawn="1"/>
            </p:nvSpPr>
            <p:spPr>
              <a:xfrm flipH="1" flipV="1">
                <a:off x="-1" y="5573488"/>
                <a:ext cx="1118294" cy="1284512"/>
              </a:xfrm>
              <a:custGeom>
                <a:avLst/>
                <a:gdLst>
                  <a:gd name="connsiteX0" fmla="*/ 1307581 w 1413600"/>
                  <a:gd name="connsiteY0" fmla="*/ 1638010 h 1638300"/>
                  <a:gd name="connsiteX1" fmla="*/ 1387184 w 1413600"/>
                  <a:gd name="connsiteY1" fmla="*/ 1629077 h 1638300"/>
                  <a:gd name="connsiteX2" fmla="*/ 1413600 w 1413600"/>
                  <a:gd name="connsiteY2" fmla="*/ 1622665 h 1638300"/>
                  <a:gd name="connsiteX3" fmla="*/ 1413600 w 1413600"/>
                  <a:gd name="connsiteY3" fmla="*/ 0 h 1638300"/>
                  <a:gd name="connsiteX4" fmla="*/ 0 w 1413600"/>
                  <a:gd name="connsiteY4" fmla="*/ 0 h 1638300"/>
                  <a:gd name="connsiteX5" fmla="*/ 45049 w 1413600"/>
                  <a:gd name="connsiteY5" fmla="*/ 37022 h 1638300"/>
                  <a:gd name="connsiteX6" fmla="*/ 319157 w 1413600"/>
                  <a:gd name="connsiteY6" fmla="*/ 136752 h 1638300"/>
                  <a:gd name="connsiteX7" fmla="*/ 688943 w 1413600"/>
                  <a:gd name="connsiteY7" fmla="*/ 326478 h 1638300"/>
                  <a:gd name="connsiteX8" fmla="*/ 699962 w 1413600"/>
                  <a:gd name="connsiteY8" fmla="*/ 705787 h 1638300"/>
                  <a:gd name="connsiteX9" fmla="*/ 992210 w 1413600"/>
                  <a:gd name="connsiteY9" fmla="*/ 910997 h 1638300"/>
                  <a:gd name="connsiteX10" fmla="*/ 932815 w 1413600"/>
                  <a:gd name="connsiteY10" fmla="*/ 1332198 h 1638300"/>
                  <a:gd name="connsiteX11" fmla="*/ 1307581 w 1413600"/>
                  <a:gd name="connsiteY11" fmla="*/ 1638010 h 163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13600" h="1638300">
                    <a:moveTo>
                      <a:pt x="1307581" y="1638010"/>
                    </a:moveTo>
                    <a:cubicBezTo>
                      <a:pt x="1334228" y="1637108"/>
                      <a:pt x="1360934" y="1634114"/>
                      <a:pt x="1387184" y="1629077"/>
                    </a:cubicBezTo>
                    <a:lnTo>
                      <a:pt x="1413600" y="1622665"/>
                    </a:lnTo>
                    <a:lnTo>
                      <a:pt x="1413600" y="0"/>
                    </a:lnTo>
                    <a:lnTo>
                      <a:pt x="0" y="0"/>
                    </a:lnTo>
                    <a:lnTo>
                      <a:pt x="45049" y="37022"/>
                    </a:lnTo>
                    <a:cubicBezTo>
                      <a:pt x="126243" y="88549"/>
                      <a:pt x="227652" y="115833"/>
                      <a:pt x="319157" y="136752"/>
                    </a:cubicBezTo>
                    <a:cubicBezTo>
                      <a:pt x="441461" y="164728"/>
                      <a:pt x="656787" y="173800"/>
                      <a:pt x="688943" y="326478"/>
                    </a:cubicBezTo>
                    <a:cubicBezTo>
                      <a:pt x="715636" y="453318"/>
                      <a:pt x="627886" y="583174"/>
                      <a:pt x="699962" y="705787"/>
                    </a:cubicBezTo>
                    <a:cubicBezTo>
                      <a:pt x="765745" y="817666"/>
                      <a:pt x="927282" y="810755"/>
                      <a:pt x="992210" y="910997"/>
                    </a:cubicBezTo>
                    <a:cubicBezTo>
                      <a:pt x="1060700" y="1016725"/>
                      <a:pt x="930321" y="1213837"/>
                      <a:pt x="932815" y="1332198"/>
                    </a:cubicBezTo>
                    <a:cubicBezTo>
                      <a:pt x="937356" y="1548089"/>
                      <a:pt x="1121046" y="1644320"/>
                      <a:pt x="1307581" y="1638010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/>
              <p:cNvSpPr/>
              <p:nvPr userDrawn="1"/>
            </p:nvSpPr>
            <p:spPr>
              <a:xfrm>
                <a:off x="9886449" y="26291"/>
                <a:ext cx="2305551" cy="1207423"/>
              </a:xfrm>
              <a:custGeom>
                <a:avLst/>
                <a:gdLst>
                  <a:gd name="connsiteX0" fmla="*/ 2327548 w 2327548"/>
                  <a:gd name="connsiteY0" fmla="*/ 379583 h 1218943"/>
                  <a:gd name="connsiteX1" fmla="*/ 2327548 w 2327548"/>
                  <a:gd name="connsiteY1" fmla="*/ 493956 h 1218943"/>
                  <a:gd name="connsiteX2" fmla="*/ 2297176 w 2327548"/>
                  <a:gd name="connsiteY2" fmla="*/ 550647 h 1218943"/>
                  <a:gd name="connsiteX3" fmla="*/ 2265717 w 2327548"/>
                  <a:gd name="connsiteY3" fmla="*/ 664310 h 1218943"/>
                  <a:gd name="connsiteX4" fmla="*/ 2283857 w 2327548"/>
                  <a:gd name="connsiteY4" fmla="*/ 713006 h 1218943"/>
                  <a:gd name="connsiteX5" fmla="*/ 2294042 w 2327548"/>
                  <a:gd name="connsiteY5" fmla="*/ 789424 h 1218943"/>
                  <a:gd name="connsiteX6" fmla="*/ 2209186 w 2327548"/>
                  <a:gd name="connsiteY6" fmla="*/ 968297 h 1218943"/>
                  <a:gd name="connsiteX7" fmla="*/ 2062918 w 2327548"/>
                  <a:gd name="connsiteY7" fmla="*/ 1073041 h 1218943"/>
                  <a:gd name="connsiteX8" fmla="*/ 2045380 w 2327548"/>
                  <a:gd name="connsiteY8" fmla="*/ 1053996 h 1218943"/>
                  <a:gd name="connsiteX9" fmla="*/ 2127042 w 2327548"/>
                  <a:gd name="connsiteY9" fmla="*/ 828297 h 1218943"/>
                  <a:gd name="connsiteX10" fmla="*/ 2155669 w 2327548"/>
                  <a:gd name="connsiteY10" fmla="*/ 618990 h 1218943"/>
                  <a:gd name="connsiteX11" fmla="*/ 2279108 w 2327548"/>
                  <a:gd name="connsiteY11" fmla="*/ 426479 h 1218943"/>
                  <a:gd name="connsiteX12" fmla="*/ 1387046 w 2327548"/>
                  <a:gd name="connsiteY12" fmla="*/ 47461 h 1218943"/>
                  <a:gd name="connsiteX13" fmla="*/ 1706801 w 2327548"/>
                  <a:gd name="connsiteY13" fmla="*/ 219721 h 1218943"/>
                  <a:gd name="connsiteX14" fmla="*/ 1828781 w 2327548"/>
                  <a:gd name="connsiteY14" fmla="*/ 297707 h 1218943"/>
                  <a:gd name="connsiteX15" fmla="*/ 1955463 w 2327548"/>
                  <a:gd name="connsiteY15" fmla="*/ 301744 h 1218943"/>
                  <a:gd name="connsiteX16" fmla="*/ 2057374 w 2327548"/>
                  <a:gd name="connsiteY16" fmla="*/ 337965 h 1218943"/>
                  <a:gd name="connsiteX17" fmla="*/ 2057494 w 2327548"/>
                  <a:gd name="connsiteY17" fmla="*/ 338206 h 1218943"/>
                  <a:gd name="connsiteX18" fmla="*/ 2167662 w 2327548"/>
                  <a:gd name="connsiteY18" fmla="*/ 402571 h 1218943"/>
                  <a:gd name="connsiteX19" fmla="*/ 2171338 w 2327548"/>
                  <a:gd name="connsiteY19" fmla="*/ 404319 h 1218943"/>
                  <a:gd name="connsiteX20" fmla="*/ 2185561 w 2327548"/>
                  <a:gd name="connsiteY20" fmla="*/ 399980 h 1218943"/>
                  <a:gd name="connsiteX21" fmla="*/ 2191046 w 2327548"/>
                  <a:gd name="connsiteY21" fmla="*/ 399919 h 1218943"/>
                  <a:gd name="connsiteX22" fmla="*/ 2327548 w 2327548"/>
                  <a:gd name="connsiteY22" fmla="*/ 350872 h 1218943"/>
                  <a:gd name="connsiteX23" fmla="*/ 2327548 w 2327548"/>
                  <a:gd name="connsiteY23" fmla="*/ 373761 h 1218943"/>
                  <a:gd name="connsiteX24" fmla="*/ 2130598 w 2327548"/>
                  <a:gd name="connsiteY24" fmla="*/ 443553 h 1218943"/>
                  <a:gd name="connsiteX25" fmla="*/ 2088471 w 2327548"/>
                  <a:gd name="connsiteY25" fmla="*/ 554986 h 1218943"/>
                  <a:gd name="connsiteX26" fmla="*/ 2016573 w 2327548"/>
                  <a:gd name="connsiteY26" fmla="*/ 656897 h 1218943"/>
                  <a:gd name="connsiteX27" fmla="*/ 1956969 w 2327548"/>
                  <a:gd name="connsiteY27" fmla="*/ 862347 h 1218943"/>
                  <a:gd name="connsiteX28" fmla="*/ 1940275 w 2327548"/>
                  <a:gd name="connsiteY28" fmla="*/ 987823 h 1218943"/>
                  <a:gd name="connsiteX29" fmla="*/ 1555772 w 2327548"/>
                  <a:gd name="connsiteY29" fmla="*/ 1218103 h 1218943"/>
                  <a:gd name="connsiteX30" fmla="*/ 1540284 w 2327548"/>
                  <a:gd name="connsiteY30" fmla="*/ 1196166 h 1218943"/>
                  <a:gd name="connsiteX31" fmla="*/ 1591571 w 2327548"/>
                  <a:gd name="connsiteY31" fmla="*/ 1150182 h 1218943"/>
                  <a:gd name="connsiteX32" fmla="*/ 1638097 w 2327548"/>
                  <a:gd name="connsiteY32" fmla="*/ 1073824 h 1218943"/>
                  <a:gd name="connsiteX33" fmla="*/ 1713732 w 2327548"/>
                  <a:gd name="connsiteY33" fmla="*/ 985654 h 1218943"/>
                  <a:gd name="connsiteX34" fmla="*/ 1793706 w 2327548"/>
                  <a:gd name="connsiteY34" fmla="*/ 841495 h 1218943"/>
                  <a:gd name="connsiteX35" fmla="*/ 1820344 w 2327548"/>
                  <a:gd name="connsiteY35" fmla="*/ 722528 h 1218943"/>
                  <a:gd name="connsiteX36" fmla="*/ 1987705 w 2327548"/>
                  <a:gd name="connsiteY36" fmla="*/ 523949 h 1218943"/>
                  <a:gd name="connsiteX37" fmla="*/ 2060628 w 2327548"/>
                  <a:gd name="connsiteY37" fmla="*/ 467780 h 1218943"/>
                  <a:gd name="connsiteX38" fmla="*/ 1803530 w 2327548"/>
                  <a:gd name="connsiteY38" fmla="*/ 551008 h 1218943"/>
                  <a:gd name="connsiteX39" fmla="*/ 1802565 w 2327548"/>
                  <a:gd name="connsiteY39" fmla="*/ 556372 h 1218943"/>
                  <a:gd name="connsiteX40" fmla="*/ 1655514 w 2327548"/>
                  <a:gd name="connsiteY40" fmla="*/ 827212 h 1218943"/>
                  <a:gd name="connsiteX41" fmla="*/ 1509065 w 2327548"/>
                  <a:gd name="connsiteY41" fmla="*/ 913213 h 1218943"/>
                  <a:gd name="connsiteX42" fmla="*/ 1382806 w 2327548"/>
                  <a:gd name="connsiteY42" fmla="*/ 1027961 h 1218943"/>
                  <a:gd name="connsiteX43" fmla="*/ 1102806 w 2327548"/>
                  <a:gd name="connsiteY43" fmla="*/ 1146144 h 1218943"/>
                  <a:gd name="connsiteX44" fmla="*/ 717278 w 2327548"/>
                  <a:gd name="connsiteY44" fmla="*/ 1209304 h 1218943"/>
                  <a:gd name="connsiteX45" fmla="*/ 711855 w 2327548"/>
                  <a:gd name="connsiteY45" fmla="*/ 1185378 h 1218943"/>
                  <a:gd name="connsiteX46" fmla="*/ 1005475 w 2327548"/>
                  <a:gd name="connsiteY46" fmla="*/ 1007952 h 1218943"/>
                  <a:gd name="connsiteX47" fmla="*/ 1238949 w 2327548"/>
                  <a:gd name="connsiteY47" fmla="*/ 846437 h 1218943"/>
                  <a:gd name="connsiteX48" fmla="*/ 1545045 w 2327548"/>
                  <a:gd name="connsiteY48" fmla="*/ 731809 h 1218943"/>
                  <a:gd name="connsiteX49" fmla="*/ 1745251 w 2327548"/>
                  <a:gd name="connsiteY49" fmla="*/ 567823 h 1218943"/>
                  <a:gd name="connsiteX50" fmla="*/ 1307593 w 2327548"/>
                  <a:gd name="connsiteY50" fmla="*/ 647857 h 1218943"/>
                  <a:gd name="connsiteX51" fmla="*/ 1274988 w 2327548"/>
                  <a:gd name="connsiteY51" fmla="*/ 649726 h 1218943"/>
                  <a:gd name="connsiteX52" fmla="*/ 1262574 w 2327548"/>
                  <a:gd name="connsiteY52" fmla="*/ 650630 h 1218943"/>
                  <a:gd name="connsiteX53" fmla="*/ 1261910 w 2327548"/>
                  <a:gd name="connsiteY53" fmla="*/ 650328 h 1218943"/>
                  <a:gd name="connsiteX54" fmla="*/ 1212552 w 2327548"/>
                  <a:gd name="connsiteY54" fmla="*/ 651775 h 1218943"/>
                  <a:gd name="connsiteX55" fmla="*/ 1131131 w 2327548"/>
                  <a:gd name="connsiteY55" fmla="*/ 716803 h 1218943"/>
                  <a:gd name="connsiteX56" fmla="*/ 1030907 w 2327548"/>
                  <a:gd name="connsiteY56" fmla="*/ 784724 h 1218943"/>
                  <a:gd name="connsiteX57" fmla="*/ 850046 w 2327548"/>
                  <a:gd name="connsiteY57" fmla="*/ 911887 h 1218943"/>
                  <a:gd name="connsiteX58" fmla="*/ 630132 w 2327548"/>
                  <a:gd name="connsiteY58" fmla="*/ 922313 h 1218943"/>
                  <a:gd name="connsiteX59" fmla="*/ 489951 w 2327548"/>
                  <a:gd name="connsiteY59" fmla="*/ 910079 h 1218943"/>
                  <a:gd name="connsiteX60" fmla="*/ 375263 w 2327548"/>
                  <a:gd name="connsiteY60" fmla="*/ 937380 h 1218943"/>
                  <a:gd name="connsiteX61" fmla="*/ 368031 w 2327548"/>
                  <a:gd name="connsiteY61" fmla="*/ 917673 h 1218943"/>
                  <a:gd name="connsiteX62" fmla="*/ 558535 w 2327548"/>
                  <a:gd name="connsiteY62" fmla="*/ 815701 h 1218943"/>
                  <a:gd name="connsiteX63" fmla="*/ 746568 w 2327548"/>
                  <a:gd name="connsiteY63" fmla="*/ 745128 h 1218943"/>
                  <a:gd name="connsiteX64" fmla="*/ 870899 w 2327548"/>
                  <a:gd name="connsiteY64" fmla="*/ 739945 h 1218943"/>
                  <a:gd name="connsiteX65" fmla="*/ 999328 w 2327548"/>
                  <a:gd name="connsiteY65" fmla="*/ 692576 h 1218943"/>
                  <a:gd name="connsiteX66" fmla="*/ 1100576 w 2327548"/>
                  <a:gd name="connsiteY66" fmla="*/ 647677 h 1218943"/>
                  <a:gd name="connsiteX67" fmla="*/ 929177 w 2327548"/>
                  <a:gd name="connsiteY67" fmla="*/ 608262 h 1218943"/>
                  <a:gd name="connsiteX68" fmla="*/ 923994 w 2327548"/>
                  <a:gd name="connsiteY68" fmla="*/ 606996 h 1218943"/>
                  <a:gd name="connsiteX69" fmla="*/ 918027 w 2327548"/>
                  <a:gd name="connsiteY69" fmla="*/ 603863 h 1218943"/>
                  <a:gd name="connsiteX70" fmla="*/ 902840 w 2327548"/>
                  <a:gd name="connsiteY70" fmla="*/ 596872 h 1218943"/>
                  <a:gd name="connsiteX71" fmla="*/ 694256 w 2327548"/>
                  <a:gd name="connsiteY71" fmla="*/ 596751 h 1218943"/>
                  <a:gd name="connsiteX72" fmla="*/ 476512 w 2327548"/>
                  <a:gd name="connsiteY72" fmla="*/ 578008 h 1218943"/>
                  <a:gd name="connsiteX73" fmla="*/ 225922 w 2327548"/>
                  <a:gd name="connsiteY73" fmla="*/ 487306 h 1218943"/>
                  <a:gd name="connsiteX74" fmla="*/ 16977 w 2327548"/>
                  <a:gd name="connsiteY74" fmla="*/ 417276 h 1218943"/>
                  <a:gd name="connsiteX75" fmla="*/ 12095 w 2327548"/>
                  <a:gd name="connsiteY75" fmla="*/ 419506 h 1218943"/>
                  <a:gd name="connsiteX76" fmla="*/ 3778 w 2327548"/>
                  <a:gd name="connsiteY76" fmla="*/ 403776 h 1218943"/>
                  <a:gd name="connsiteX77" fmla="*/ 301316 w 2327548"/>
                  <a:gd name="connsiteY77" fmla="*/ 357853 h 1218943"/>
                  <a:gd name="connsiteX78" fmla="*/ 652069 w 2327548"/>
                  <a:gd name="connsiteY78" fmla="*/ 378404 h 1218943"/>
                  <a:gd name="connsiteX79" fmla="*/ 974979 w 2327548"/>
                  <a:gd name="connsiteY79" fmla="*/ 481159 h 1218943"/>
                  <a:gd name="connsiteX80" fmla="*/ 1146680 w 2327548"/>
                  <a:gd name="connsiteY80" fmla="*/ 554745 h 1218943"/>
                  <a:gd name="connsiteX81" fmla="*/ 1273663 w 2327548"/>
                  <a:gd name="connsiteY81" fmla="*/ 627186 h 1218943"/>
                  <a:gd name="connsiteX82" fmla="*/ 1277279 w 2327548"/>
                  <a:gd name="connsiteY82" fmla="*/ 629657 h 1218943"/>
                  <a:gd name="connsiteX83" fmla="*/ 1358398 w 2327548"/>
                  <a:gd name="connsiteY83" fmla="*/ 622485 h 1218943"/>
                  <a:gd name="connsiteX84" fmla="*/ 1641833 w 2327548"/>
                  <a:gd name="connsiteY84" fmla="*/ 572283 h 1218943"/>
                  <a:gd name="connsiteX85" fmla="*/ 1477245 w 2327548"/>
                  <a:gd name="connsiteY85" fmla="*/ 547814 h 1218943"/>
                  <a:gd name="connsiteX86" fmla="*/ 1290357 w 2327548"/>
                  <a:gd name="connsiteY86" fmla="*/ 457715 h 1218943"/>
                  <a:gd name="connsiteX87" fmla="*/ 1026810 w 2327548"/>
                  <a:gd name="connsiteY87" fmla="*/ 360685 h 1218943"/>
                  <a:gd name="connsiteX88" fmla="*/ 769892 w 2327548"/>
                  <a:gd name="connsiteY88" fmla="*/ 264078 h 1218943"/>
                  <a:gd name="connsiteX89" fmla="*/ 770916 w 2327548"/>
                  <a:gd name="connsiteY89" fmla="*/ 242683 h 1218943"/>
                  <a:gd name="connsiteX90" fmla="*/ 1069478 w 2327548"/>
                  <a:gd name="connsiteY90" fmla="*/ 210380 h 1218943"/>
                  <a:gd name="connsiteX91" fmla="*/ 1293189 w 2327548"/>
                  <a:gd name="connsiteY91" fmla="*/ 289450 h 1218943"/>
                  <a:gd name="connsiteX92" fmla="*/ 1546792 w 2327548"/>
                  <a:gd name="connsiteY92" fmla="*/ 435356 h 1218943"/>
                  <a:gd name="connsiteX93" fmla="*/ 1725665 w 2327548"/>
                  <a:gd name="connsiteY93" fmla="*/ 550828 h 1218943"/>
                  <a:gd name="connsiteX94" fmla="*/ 1845957 w 2327548"/>
                  <a:gd name="connsiteY94" fmla="*/ 514969 h 1218943"/>
                  <a:gd name="connsiteX95" fmla="*/ 2106853 w 2327548"/>
                  <a:gd name="connsiteY95" fmla="*/ 428847 h 1218943"/>
                  <a:gd name="connsiteX96" fmla="*/ 2078045 w 2327548"/>
                  <a:gd name="connsiteY96" fmla="*/ 431198 h 1218943"/>
                  <a:gd name="connsiteX97" fmla="*/ 1930090 w 2327548"/>
                  <a:gd name="connsiteY97" fmla="*/ 453677 h 1218943"/>
                  <a:gd name="connsiteX98" fmla="*/ 1681851 w 2327548"/>
                  <a:gd name="connsiteY98" fmla="*/ 417397 h 1218943"/>
                  <a:gd name="connsiteX99" fmla="*/ 1519250 w 2327548"/>
                  <a:gd name="connsiteY99" fmla="*/ 272093 h 1218943"/>
                  <a:gd name="connsiteX100" fmla="*/ 1452113 w 2327548"/>
                  <a:gd name="connsiteY100" fmla="*/ 166566 h 1218943"/>
                  <a:gd name="connsiteX101" fmla="*/ 1332363 w 2327548"/>
                  <a:gd name="connsiteY101" fmla="*/ 74418 h 1218943"/>
                  <a:gd name="connsiteX102" fmla="*/ 1333146 w 2327548"/>
                  <a:gd name="connsiteY102" fmla="*/ 56518 h 1218943"/>
                  <a:gd name="connsiteX103" fmla="*/ 1387046 w 2327548"/>
                  <a:gd name="connsiteY103" fmla="*/ 47461 h 1218943"/>
                  <a:gd name="connsiteX104" fmla="*/ 1945518 w 2327548"/>
                  <a:gd name="connsiteY104" fmla="*/ 349 h 1218943"/>
                  <a:gd name="connsiteX105" fmla="*/ 2098416 w 2327548"/>
                  <a:gd name="connsiteY105" fmla="*/ 45068 h 1218943"/>
                  <a:gd name="connsiteX106" fmla="*/ 2212200 w 2327548"/>
                  <a:gd name="connsiteY106" fmla="*/ 197001 h 1218943"/>
                  <a:gd name="connsiteX107" fmla="*/ 2291518 w 2327548"/>
                  <a:gd name="connsiteY107" fmla="*/ 273720 h 1218943"/>
                  <a:gd name="connsiteX108" fmla="*/ 2327548 w 2327548"/>
                  <a:gd name="connsiteY108" fmla="*/ 295960 h 1218943"/>
                  <a:gd name="connsiteX109" fmla="*/ 2327548 w 2327548"/>
                  <a:gd name="connsiteY109" fmla="*/ 342551 h 1218943"/>
                  <a:gd name="connsiteX110" fmla="*/ 2273737 w 2327548"/>
                  <a:gd name="connsiteY110" fmla="*/ 339100 h 1218943"/>
                  <a:gd name="connsiteX111" fmla="*/ 2067921 w 2327548"/>
                  <a:gd name="connsiteY111" fmla="*/ 269562 h 1218943"/>
                  <a:gd name="connsiteX112" fmla="*/ 1948351 w 2327548"/>
                  <a:gd name="connsiteY112" fmla="*/ 140892 h 1218943"/>
                  <a:gd name="connsiteX113" fmla="*/ 1775023 w 2327548"/>
                  <a:gd name="connsiteY113" fmla="*/ 37233 h 1218943"/>
                  <a:gd name="connsiteX114" fmla="*/ 1781050 w 2327548"/>
                  <a:gd name="connsiteY114" fmla="*/ 18188 h 1218943"/>
                  <a:gd name="connsiteX115" fmla="*/ 1945518 w 2327548"/>
                  <a:gd name="connsiteY115" fmla="*/ 349 h 1218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2327548" h="1218943">
                    <a:moveTo>
                      <a:pt x="2327548" y="379583"/>
                    </a:moveTo>
                    <a:lnTo>
                      <a:pt x="2327548" y="493956"/>
                    </a:lnTo>
                    <a:lnTo>
                      <a:pt x="2297176" y="550647"/>
                    </a:lnTo>
                    <a:cubicBezTo>
                      <a:pt x="2274154" y="585602"/>
                      <a:pt x="2250168" y="619833"/>
                      <a:pt x="2265717" y="664310"/>
                    </a:cubicBezTo>
                    <a:cubicBezTo>
                      <a:pt x="2271442" y="680582"/>
                      <a:pt x="2278674" y="696553"/>
                      <a:pt x="2283857" y="713006"/>
                    </a:cubicBezTo>
                    <a:cubicBezTo>
                      <a:pt x="2291692" y="738077"/>
                      <a:pt x="2296392" y="762847"/>
                      <a:pt x="2294042" y="789424"/>
                    </a:cubicBezTo>
                    <a:cubicBezTo>
                      <a:pt x="2287895" y="859515"/>
                      <a:pt x="2258545" y="918456"/>
                      <a:pt x="2209186" y="968297"/>
                    </a:cubicBezTo>
                    <a:cubicBezTo>
                      <a:pt x="2167542" y="1010363"/>
                      <a:pt x="2122281" y="1058516"/>
                      <a:pt x="2062918" y="1073041"/>
                    </a:cubicBezTo>
                    <a:cubicBezTo>
                      <a:pt x="2050564" y="1076054"/>
                      <a:pt x="2041102" y="1066170"/>
                      <a:pt x="2045380" y="1053996"/>
                    </a:cubicBezTo>
                    <a:cubicBezTo>
                      <a:pt x="2072802" y="976372"/>
                      <a:pt x="2118364" y="912610"/>
                      <a:pt x="2127042" y="828297"/>
                    </a:cubicBezTo>
                    <a:cubicBezTo>
                      <a:pt x="2134154" y="759170"/>
                      <a:pt x="2126018" y="683716"/>
                      <a:pt x="2155669" y="618990"/>
                    </a:cubicBezTo>
                    <a:cubicBezTo>
                      <a:pt x="2185773" y="553268"/>
                      <a:pt x="2227402" y="484123"/>
                      <a:pt x="2279108" y="426479"/>
                    </a:cubicBezTo>
                    <a:close/>
                    <a:moveTo>
                      <a:pt x="1387046" y="47461"/>
                    </a:moveTo>
                    <a:cubicBezTo>
                      <a:pt x="1512280" y="40348"/>
                      <a:pt x="1631919" y="127174"/>
                      <a:pt x="1706801" y="219721"/>
                    </a:cubicBezTo>
                    <a:cubicBezTo>
                      <a:pt x="1737899" y="258111"/>
                      <a:pt x="1777554" y="292041"/>
                      <a:pt x="1828781" y="297707"/>
                    </a:cubicBezTo>
                    <a:cubicBezTo>
                      <a:pt x="1870848" y="302407"/>
                      <a:pt x="1913457" y="295899"/>
                      <a:pt x="1955463" y="301744"/>
                    </a:cubicBezTo>
                    <a:cubicBezTo>
                      <a:pt x="1993672" y="307108"/>
                      <a:pt x="2024770" y="317414"/>
                      <a:pt x="2057374" y="337965"/>
                    </a:cubicBezTo>
                    <a:lnTo>
                      <a:pt x="2057494" y="338206"/>
                    </a:lnTo>
                    <a:cubicBezTo>
                      <a:pt x="2094197" y="361348"/>
                      <a:pt x="2124210" y="391783"/>
                      <a:pt x="2167662" y="402571"/>
                    </a:cubicBezTo>
                    <a:cubicBezTo>
                      <a:pt x="2169109" y="402933"/>
                      <a:pt x="2170254" y="403596"/>
                      <a:pt x="2171338" y="404319"/>
                    </a:cubicBezTo>
                    <a:cubicBezTo>
                      <a:pt x="2176100" y="403113"/>
                      <a:pt x="2180861" y="401667"/>
                      <a:pt x="2185561" y="399980"/>
                    </a:cubicBezTo>
                    <a:cubicBezTo>
                      <a:pt x="2187611" y="399256"/>
                      <a:pt x="2189419" y="399437"/>
                      <a:pt x="2191046" y="399919"/>
                    </a:cubicBezTo>
                    <a:lnTo>
                      <a:pt x="2327548" y="350872"/>
                    </a:lnTo>
                    <a:lnTo>
                      <a:pt x="2327548" y="373761"/>
                    </a:lnTo>
                    <a:lnTo>
                      <a:pt x="2130598" y="443553"/>
                    </a:lnTo>
                    <a:cubicBezTo>
                      <a:pt x="2105647" y="474289"/>
                      <a:pt x="2103960" y="518766"/>
                      <a:pt x="2088471" y="554986"/>
                    </a:cubicBezTo>
                    <a:cubicBezTo>
                      <a:pt x="2071838" y="594039"/>
                      <a:pt x="2041162" y="622967"/>
                      <a:pt x="2016573" y="656897"/>
                    </a:cubicBezTo>
                    <a:cubicBezTo>
                      <a:pt x="1974085" y="715417"/>
                      <a:pt x="1958837" y="791052"/>
                      <a:pt x="1956969" y="862347"/>
                    </a:cubicBezTo>
                    <a:cubicBezTo>
                      <a:pt x="1955884" y="904354"/>
                      <a:pt x="1956005" y="948107"/>
                      <a:pt x="1940275" y="987823"/>
                    </a:cubicBezTo>
                    <a:cubicBezTo>
                      <a:pt x="1877839" y="1145421"/>
                      <a:pt x="1695290" y="1164405"/>
                      <a:pt x="1555772" y="1218103"/>
                    </a:cubicBezTo>
                    <a:cubicBezTo>
                      <a:pt x="1543297" y="1222864"/>
                      <a:pt x="1530279" y="1206291"/>
                      <a:pt x="1540284" y="1196166"/>
                    </a:cubicBezTo>
                    <a:cubicBezTo>
                      <a:pt x="1555531" y="1180677"/>
                      <a:pt x="1578975" y="1166876"/>
                      <a:pt x="1591571" y="1150182"/>
                    </a:cubicBezTo>
                    <a:cubicBezTo>
                      <a:pt x="1610072" y="1125835"/>
                      <a:pt x="1622367" y="1099679"/>
                      <a:pt x="1638097" y="1073824"/>
                    </a:cubicBezTo>
                    <a:cubicBezTo>
                      <a:pt x="1658769" y="1039834"/>
                      <a:pt x="1685647" y="1013497"/>
                      <a:pt x="1713732" y="985654"/>
                    </a:cubicBezTo>
                    <a:cubicBezTo>
                      <a:pt x="1756220" y="943406"/>
                      <a:pt x="1781653" y="901400"/>
                      <a:pt x="1793706" y="841495"/>
                    </a:cubicBezTo>
                    <a:cubicBezTo>
                      <a:pt x="1801661" y="801900"/>
                      <a:pt x="1806965" y="760798"/>
                      <a:pt x="1820344" y="722528"/>
                    </a:cubicBezTo>
                    <a:cubicBezTo>
                      <a:pt x="1850296" y="636588"/>
                      <a:pt x="1913939" y="574693"/>
                      <a:pt x="1987705" y="523949"/>
                    </a:cubicBezTo>
                    <a:cubicBezTo>
                      <a:pt x="2011631" y="507496"/>
                      <a:pt x="2035677" y="487005"/>
                      <a:pt x="2060628" y="467780"/>
                    </a:cubicBezTo>
                    <a:cubicBezTo>
                      <a:pt x="1975411" y="497190"/>
                      <a:pt x="1889771" y="525395"/>
                      <a:pt x="1803530" y="551008"/>
                    </a:cubicBezTo>
                    <a:cubicBezTo>
                      <a:pt x="1803650" y="552696"/>
                      <a:pt x="1803409" y="554444"/>
                      <a:pt x="1802565" y="556372"/>
                    </a:cubicBezTo>
                    <a:cubicBezTo>
                      <a:pt x="1759414" y="652558"/>
                      <a:pt x="1741636" y="757001"/>
                      <a:pt x="1655514" y="827212"/>
                    </a:cubicBezTo>
                    <a:cubicBezTo>
                      <a:pt x="1610193" y="864216"/>
                      <a:pt x="1556254" y="880247"/>
                      <a:pt x="1509065" y="913213"/>
                    </a:cubicBezTo>
                    <a:cubicBezTo>
                      <a:pt x="1461816" y="946239"/>
                      <a:pt x="1424571" y="988787"/>
                      <a:pt x="1382806" y="1027961"/>
                    </a:cubicBezTo>
                    <a:cubicBezTo>
                      <a:pt x="1300843" y="1104862"/>
                      <a:pt x="1212552" y="1131982"/>
                      <a:pt x="1102806" y="1146144"/>
                    </a:cubicBezTo>
                    <a:cubicBezTo>
                      <a:pt x="973593" y="1162778"/>
                      <a:pt x="845767" y="1187909"/>
                      <a:pt x="717278" y="1209304"/>
                    </a:cubicBezTo>
                    <a:cubicBezTo>
                      <a:pt x="702453" y="1211775"/>
                      <a:pt x="700223" y="1191104"/>
                      <a:pt x="711855" y="1185378"/>
                    </a:cubicBezTo>
                    <a:cubicBezTo>
                      <a:pt x="815393" y="1134694"/>
                      <a:pt x="917063" y="1082744"/>
                      <a:pt x="1005475" y="1007952"/>
                    </a:cubicBezTo>
                    <a:cubicBezTo>
                      <a:pt x="1076710" y="947685"/>
                      <a:pt x="1148669" y="877113"/>
                      <a:pt x="1238949" y="846437"/>
                    </a:cubicBezTo>
                    <a:cubicBezTo>
                      <a:pt x="1343391" y="810940"/>
                      <a:pt x="1458441" y="807083"/>
                      <a:pt x="1545045" y="731809"/>
                    </a:cubicBezTo>
                    <a:cubicBezTo>
                      <a:pt x="1610193" y="675158"/>
                      <a:pt x="1677993" y="621943"/>
                      <a:pt x="1745251" y="567823"/>
                    </a:cubicBezTo>
                    <a:cubicBezTo>
                      <a:pt x="1602238" y="607780"/>
                      <a:pt x="1456031" y="638215"/>
                      <a:pt x="1307593" y="647857"/>
                    </a:cubicBezTo>
                    <a:cubicBezTo>
                      <a:pt x="1296745" y="648581"/>
                      <a:pt x="1285897" y="649183"/>
                      <a:pt x="1274988" y="649726"/>
                    </a:cubicBezTo>
                    <a:cubicBezTo>
                      <a:pt x="1271734" y="652016"/>
                      <a:pt x="1267334" y="652860"/>
                      <a:pt x="1262574" y="650630"/>
                    </a:cubicBezTo>
                    <a:cubicBezTo>
                      <a:pt x="1262333" y="650509"/>
                      <a:pt x="1262152" y="650449"/>
                      <a:pt x="1261910" y="650328"/>
                    </a:cubicBezTo>
                    <a:cubicBezTo>
                      <a:pt x="1245518" y="651112"/>
                      <a:pt x="1229065" y="651534"/>
                      <a:pt x="1212552" y="651775"/>
                    </a:cubicBezTo>
                    <a:cubicBezTo>
                      <a:pt x="1179465" y="665335"/>
                      <a:pt x="1160843" y="697096"/>
                      <a:pt x="1131131" y="716803"/>
                    </a:cubicBezTo>
                    <a:cubicBezTo>
                      <a:pt x="1097442" y="739102"/>
                      <a:pt x="1063271" y="760376"/>
                      <a:pt x="1030907" y="784724"/>
                    </a:cubicBezTo>
                    <a:cubicBezTo>
                      <a:pt x="973714" y="827694"/>
                      <a:pt x="917123" y="884465"/>
                      <a:pt x="850046" y="911887"/>
                    </a:cubicBezTo>
                    <a:cubicBezTo>
                      <a:pt x="779172" y="940875"/>
                      <a:pt x="704201" y="932920"/>
                      <a:pt x="630132" y="922313"/>
                    </a:cubicBezTo>
                    <a:cubicBezTo>
                      <a:pt x="585836" y="915925"/>
                      <a:pt x="534489" y="903208"/>
                      <a:pt x="489951" y="910079"/>
                    </a:cubicBezTo>
                    <a:cubicBezTo>
                      <a:pt x="450898" y="916166"/>
                      <a:pt x="414075" y="930268"/>
                      <a:pt x="375263" y="937380"/>
                    </a:cubicBezTo>
                    <a:cubicBezTo>
                      <a:pt x="363873" y="939429"/>
                      <a:pt x="360257" y="923820"/>
                      <a:pt x="368031" y="917673"/>
                    </a:cubicBezTo>
                    <a:cubicBezTo>
                      <a:pt x="425647" y="872412"/>
                      <a:pt x="495978" y="852464"/>
                      <a:pt x="558535" y="815701"/>
                    </a:cubicBezTo>
                    <a:cubicBezTo>
                      <a:pt x="616211" y="781771"/>
                      <a:pt x="679792" y="754530"/>
                      <a:pt x="746568" y="745128"/>
                    </a:cubicBezTo>
                    <a:cubicBezTo>
                      <a:pt x="788092" y="739282"/>
                      <a:pt x="829495" y="744465"/>
                      <a:pt x="870899" y="739945"/>
                    </a:cubicBezTo>
                    <a:cubicBezTo>
                      <a:pt x="918449" y="734762"/>
                      <a:pt x="957804" y="714452"/>
                      <a:pt x="999328" y="692576"/>
                    </a:cubicBezTo>
                    <a:cubicBezTo>
                      <a:pt x="1032776" y="674917"/>
                      <a:pt x="1066043" y="659368"/>
                      <a:pt x="1100576" y="647677"/>
                    </a:cubicBezTo>
                    <a:cubicBezTo>
                      <a:pt x="1041695" y="642072"/>
                      <a:pt x="983900" y="630139"/>
                      <a:pt x="929177" y="608262"/>
                    </a:cubicBezTo>
                    <a:cubicBezTo>
                      <a:pt x="927549" y="608322"/>
                      <a:pt x="925802" y="608081"/>
                      <a:pt x="923994" y="606996"/>
                    </a:cubicBezTo>
                    <a:cubicBezTo>
                      <a:pt x="922066" y="605851"/>
                      <a:pt x="920016" y="604947"/>
                      <a:pt x="918027" y="603863"/>
                    </a:cubicBezTo>
                    <a:cubicBezTo>
                      <a:pt x="912905" y="601693"/>
                      <a:pt x="907902" y="599282"/>
                      <a:pt x="902840" y="596872"/>
                    </a:cubicBezTo>
                    <a:cubicBezTo>
                      <a:pt x="839379" y="572102"/>
                      <a:pt x="758561" y="590544"/>
                      <a:pt x="694256" y="596751"/>
                    </a:cubicBezTo>
                    <a:cubicBezTo>
                      <a:pt x="617114" y="604224"/>
                      <a:pt x="550339" y="603863"/>
                      <a:pt x="476512" y="578008"/>
                    </a:cubicBezTo>
                    <a:cubicBezTo>
                      <a:pt x="392680" y="548658"/>
                      <a:pt x="309934" y="515993"/>
                      <a:pt x="225922" y="487306"/>
                    </a:cubicBezTo>
                    <a:cubicBezTo>
                      <a:pt x="156495" y="463621"/>
                      <a:pt x="85078" y="444637"/>
                      <a:pt x="16977" y="417276"/>
                    </a:cubicBezTo>
                    <a:cubicBezTo>
                      <a:pt x="15349" y="418060"/>
                      <a:pt x="13722" y="418723"/>
                      <a:pt x="12095" y="419506"/>
                    </a:cubicBezTo>
                    <a:cubicBezTo>
                      <a:pt x="2995" y="424026"/>
                      <a:pt x="-4961" y="408839"/>
                      <a:pt x="3778" y="403776"/>
                    </a:cubicBezTo>
                    <a:cubicBezTo>
                      <a:pt x="96107" y="350320"/>
                      <a:pt x="198380" y="361228"/>
                      <a:pt x="301316" y="357853"/>
                    </a:cubicBezTo>
                    <a:cubicBezTo>
                      <a:pt x="418173" y="354056"/>
                      <a:pt x="537864" y="348150"/>
                      <a:pt x="652069" y="378404"/>
                    </a:cubicBezTo>
                    <a:cubicBezTo>
                      <a:pt x="760671" y="407212"/>
                      <a:pt x="868729" y="444698"/>
                      <a:pt x="974979" y="481159"/>
                    </a:cubicBezTo>
                    <a:cubicBezTo>
                      <a:pt x="1033499" y="501228"/>
                      <a:pt x="1094308" y="521176"/>
                      <a:pt x="1146680" y="554745"/>
                    </a:cubicBezTo>
                    <a:cubicBezTo>
                      <a:pt x="1188867" y="581745"/>
                      <a:pt x="1228040" y="606092"/>
                      <a:pt x="1273663" y="627186"/>
                    </a:cubicBezTo>
                    <a:cubicBezTo>
                      <a:pt x="1275109" y="627849"/>
                      <a:pt x="1276254" y="628693"/>
                      <a:pt x="1277279" y="629657"/>
                    </a:cubicBezTo>
                    <a:cubicBezTo>
                      <a:pt x="1304580" y="627849"/>
                      <a:pt x="1331700" y="625378"/>
                      <a:pt x="1358398" y="622485"/>
                    </a:cubicBezTo>
                    <a:cubicBezTo>
                      <a:pt x="1454222" y="612059"/>
                      <a:pt x="1548540" y="594702"/>
                      <a:pt x="1641833" y="572283"/>
                    </a:cubicBezTo>
                    <a:cubicBezTo>
                      <a:pt x="1586448" y="570595"/>
                      <a:pt x="1531123" y="560531"/>
                      <a:pt x="1477245" y="547814"/>
                    </a:cubicBezTo>
                    <a:cubicBezTo>
                      <a:pt x="1405527" y="530879"/>
                      <a:pt x="1353154" y="493454"/>
                      <a:pt x="1290357" y="457715"/>
                    </a:cubicBezTo>
                    <a:cubicBezTo>
                      <a:pt x="1210141" y="412033"/>
                      <a:pt x="1113112" y="393230"/>
                      <a:pt x="1026810" y="360685"/>
                    </a:cubicBezTo>
                    <a:cubicBezTo>
                      <a:pt x="941351" y="328443"/>
                      <a:pt x="858303" y="287823"/>
                      <a:pt x="769892" y="264078"/>
                    </a:cubicBezTo>
                    <a:cubicBezTo>
                      <a:pt x="758802" y="261064"/>
                      <a:pt x="758018" y="243044"/>
                      <a:pt x="770916" y="242683"/>
                    </a:cubicBezTo>
                    <a:cubicBezTo>
                      <a:pt x="872104" y="240091"/>
                      <a:pt x="966964" y="206221"/>
                      <a:pt x="1069478" y="210380"/>
                    </a:cubicBezTo>
                    <a:cubicBezTo>
                      <a:pt x="1153550" y="213755"/>
                      <a:pt x="1223943" y="243768"/>
                      <a:pt x="1293189" y="289450"/>
                    </a:cubicBezTo>
                    <a:cubicBezTo>
                      <a:pt x="1374007" y="342786"/>
                      <a:pt x="1453982" y="404198"/>
                      <a:pt x="1546792" y="435356"/>
                    </a:cubicBezTo>
                    <a:cubicBezTo>
                      <a:pt x="1622307" y="460668"/>
                      <a:pt x="1675884" y="487547"/>
                      <a:pt x="1725665" y="550828"/>
                    </a:cubicBezTo>
                    <a:cubicBezTo>
                      <a:pt x="1765923" y="539739"/>
                      <a:pt x="1806061" y="527745"/>
                      <a:pt x="1845957" y="514969"/>
                    </a:cubicBezTo>
                    <a:cubicBezTo>
                      <a:pt x="1932923" y="487065"/>
                      <a:pt x="2020008" y="458438"/>
                      <a:pt x="2106853" y="428847"/>
                    </a:cubicBezTo>
                    <a:cubicBezTo>
                      <a:pt x="2097331" y="429330"/>
                      <a:pt x="2087748" y="429992"/>
                      <a:pt x="2078045" y="431198"/>
                    </a:cubicBezTo>
                    <a:cubicBezTo>
                      <a:pt x="2028566" y="437466"/>
                      <a:pt x="1979630" y="447771"/>
                      <a:pt x="1930090" y="453677"/>
                    </a:cubicBezTo>
                    <a:cubicBezTo>
                      <a:pt x="1842884" y="464164"/>
                      <a:pt x="1761765" y="456209"/>
                      <a:pt x="1681851" y="417397"/>
                    </a:cubicBezTo>
                    <a:cubicBezTo>
                      <a:pt x="1609952" y="382502"/>
                      <a:pt x="1559750" y="341641"/>
                      <a:pt x="1519250" y="272093"/>
                    </a:cubicBezTo>
                    <a:cubicBezTo>
                      <a:pt x="1498518" y="236536"/>
                      <a:pt x="1480258" y="197061"/>
                      <a:pt x="1452113" y="166566"/>
                    </a:cubicBezTo>
                    <a:cubicBezTo>
                      <a:pt x="1417218" y="128718"/>
                      <a:pt x="1376117" y="101056"/>
                      <a:pt x="1332363" y="74418"/>
                    </a:cubicBezTo>
                    <a:cubicBezTo>
                      <a:pt x="1325974" y="70500"/>
                      <a:pt x="1324166" y="59049"/>
                      <a:pt x="1333146" y="56518"/>
                    </a:cubicBezTo>
                    <a:cubicBezTo>
                      <a:pt x="1351151" y="51410"/>
                      <a:pt x="1369155" y="48477"/>
                      <a:pt x="1387046" y="47461"/>
                    </a:cubicBezTo>
                    <a:close/>
                    <a:moveTo>
                      <a:pt x="1945518" y="349"/>
                    </a:moveTo>
                    <a:cubicBezTo>
                      <a:pt x="2001989" y="-1926"/>
                      <a:pt x="2056530" y="6226"/>
                      <a:pt x="2098416" y="45068"/>
                    </a:cubicBezTo>
                    <a:cubicBezTo>
                      <a:pt x="2146087" y="89243"/>
                      <a:pt x="2172062" y="147160"/>
                      <a:pt x="2212200" y="197001"/>
                    </a:cubicBezTo>
                    <a:cubicBezTo>
                      <a:pt x="2231545" y="221017"/>
                      <a:pt x="2259976" y="250051"/>
                      <a:pt x="2291518" y="273720"/>
                    </a:cubicBezTo>
                    <a:lnTo>
                      <a:pt x="2327548" y="295960"/>
                    </a:lnTo>
                    <a:lnTo>
                      <a:pt x="2327548" y="342551"/>
                    </a:lnTo>
                    <a:lnTo>
                      <a:pt x="2273737" y="339100"/>
                    </a:lnTo>
                    <a:cubicBezTo>
                      <a:pt x="2199657" y="329972"/>
                      <a:pt x="2125551" y="307394"/>
                      <a:pt x="2067921" y="269562"/>
                    </a:cubicBezTo>
                    <a:cubicBezTo>
                      <a:pt x="2016030" y="235511"/>
                      <a:pt x="1994877" y="179041"/>
                      <a:pt x="1948351" y="140892"/>
                    </a:cubicBezTo>
                    <a:cubicBezTo>
                      <a:pt x="1896039" y="97982"/>
                      <a:pt x="1828118" y="80022"/>
                      <a:pt x="1775023" y="37233"/>
                    </a:cubicBezTo>
                    <a:cubicBezTo>
                      <a:pt x="1767791" y="31447"/>
                      <a:pt x="1771648" y="18731"/>
                      <a:pt x="1781050" y="18188"/>
                    </a:cubicBezTo>
                    <a:cubicBezTo>
                      <a:pt x="1830650" y="15326"/>
                      <a:pt x="1889049" y="2624"/>
                      <a:pt x="1945518" y="349"/>
                    </a:cubicBezTo>
                    <a:close/>
                  </a:path>
                </a:pathLst>
              </a:custGeom>
              <a:solidFill>
                <a:schemeClr val="accent2">
                  <a:alpha val="40000"/>
                </a:scheme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5" name="矩形: 圆角 14"/>
            <p:cNvSpPr/>
            <p:nvPr>
              <p:custDataLst>
                <p:tags r:id="rId2"/>
              </p:custDataLst>
            </p:nvPr>
          </p:nvSpPr>
          <p:spPr>
            <a:xfrm>
              <a:off x="2945253" y="3790918"/>
              <a:ext cx="5030845" cy="757398"/>
            </a:xfrm>
            <a:prstGeom prst="roundRect">
              <a:avLst>
                <a:gd name="adj" fmla="val 14331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{chapterTitle2}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3"/>
              </p:custDataLst>
            </p:nvPr>
          </p:nvSpPr>
          <p:spPr>
            <a:xfrm>
              <a:off x="956309" y="3705481"/>
              <a:ext cx="1070610" cy="757555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r>
                <a:rPr lang="en-GB" sz="5400" b="1" dirty="0">
                  <a:gradFill flip="none" rotWithShape="1">
                    <a:gsLst>
                      <a:gs pos="56000">
                        <a:schemeClr val="accent2"/>
                      </a:gs>
                      <a:gs pos="100000">
                        <a:schemeClr val="accent2">
                          <a:alpha val="20000"/>
                        </a:schemeClr>
                      </a:gs>
                    </a:gsLst>
                    <a:lin ang="5400000" scaled="1"/>
                    <a:tileRect/>
                  </a:gradFill>
                </a:rPr>
                <a:t>02</a:t>
              </a:r>
            </a:p>
          </p:txBody>
        </p:sp>
        <p:sp>
          <p:nvSpPr>
            <p:cNvPr id="13" name="矩形: 圆角 12"/>
            <p:cNvSpPr/>
            <p:nvPr>
              <p:custDataLst>
                <p:tags r:id="rId4"/>
              </p:custDataLst>
            </p:nvPr>
          </p:nvSpPr>
          <p:spPr>
            <a:xfrm>
              <a:off x="2945251" y="5150553"/>
              <a:ext cx="5030847" cy="757398"/>
            </a:xfrm>
            <a:prstGeom prst="roundRect">
              <a:avLst>
                <a:gd name="adj" fmla="val 14331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{chapterTitle3}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5"/>
              </p:custDataLst>
            </p:nvPr>
          </p:nvSpPr>
          <p:spPr>
            <a:xfrm>
              <a:off x="993774" y="5045331"/>
              <a:ext cx="995680" cy="756285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r>
                <a:rPr lang="en-GB" sz="5400" b="1" dirty="0">
                  <a:gradFill flip="none" rotWithShape="1">
                    <a:gsLst>
                      <a:gs pos="56000">
                        <a:schemeClr val="accent1"/>
                      </a:gs>
                      <a:gs pos="100000">
                        <a:schemeClr val="accent1">
                          <a:alpha val="20000"/>
                        </a:schemeClr>
                      </a:gs>
                    </a:gsLst>
                    <a:lin ang="5400000" scaled="1"/>
                    <a:tileRect/>
                  </a:gradFill>
                </a:rPr>
                <a:t>03</a:t>
              </a:r>
            </a:p>
          </p:txBody>
        </p:sp>
        <p:sp>
          <p:nvSpPr>
            <p:cNvPr id="11" name="矩形: 圆角 10"/>
            <p:cNvSpPr/>
            <p:nvPr>
              <p:custDataLst>
                <p:tags r:id="rId6"/>
              </p:custDataLst>
            </p:nvPr>
          </p:nvSpPr>
          <p:spPr>
            <a:xfrm>
              <a:off x="2945253" y="2503569"/>
              <a:ext cx="5030847" cy="757398"/>
            </a:xfrm>
            <a:prstGeom prst="roundRect">
              <a:avLst>
                <a:gd name="adj" fmla="val 14331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{chapterTitle1}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7"/>
              </p:custDataLst>
            </p:nvPr>
          </p:nvSpPr>
          <p:spPr>
            <a:xfrm>
              <a:off x="956309" y="2472311"/>
              <a:ext cx="1070610" cy="756920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r>
                <a:rPr lang="en-GB" sz="5400" b="1" dirty="0">
                  <a:gradFill flip="none" rotWithShape="1">
                    <a:gsLst>
                      <a:gs pos="56000">
                        <a:schemeClr val="accent1"/>
                      </a:gs>
                      <a:gs pos="100000">
                        <a:schemeClr val="accent1">
                          <a:alpha val="20000"/>
                        </a:schemeClr>
                      </a:gs>
                    </a:gsLst>
                    <a:lin ang="5400000" scaled="1"/>
                    <a:tileRect/>
                  </a:gradFill>
                </a:rPr>
                <a:t>01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5121551" y="337268"/>
              <a:ext cx="1840286" cy="1089415"/>
            </a:xfrm>
            <a:prstGeom prst="rect">
              <a:avLst/>
            </a:prstGeom>
          </p:spPr>
          <p:txBody>
            <a:bodyPr wrap="square" anchor="b" anchorCtr="0">
              <a:normAutofit/>
            </a:bodyPr>
            <a:lstStyle/>
            <a:p>
              <a:pPr>
                <a:buSzPct val="25000"/>
              </a:pPr>
              <a:r>
                <a:rPr lang="zh-CN" altLang="en-US" sz="4400" b="1" dirty="0">
                  <a:solidFill>
                    <a:schemeClr val="accent1"/>
                  </a:solidFill>
                </a:rPr>
                <a:t>目录</a:t>
              </a:r>
            </a:p>
          </p:txBody>
        </p:sp>
        <p:sp>
          <p:nvSpPr>
            <p:cNvPr id="10" name="矩形: 圆角 9"/>
            <p:cNvSpPr/>
            <p:nvPr/>
          </p:nvSpPr>
          <p:spPr>
            <a:xfrm>
              <a:off x="6418579" y="747016"/>
              <a:ext cx="5773420" cy="578485"/>
            </a:xfrm>
            <a:prstGeom prst="roundRect">
              <a:avLst/>
            </a:prstGeom>
            <a:solidFill>
              <a:schemeClr val="accent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zh-CN" altLang="en-US" sz="100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>
            <p:custDataLst>
              <p:tags r:id="rId1"/>
            </p:custDataLst>
          </p:nvPr>
        </p:nvGrpSpPr>
        <p:grpSpPr>
          <a:xfrm>
            <a:off x="-1" y="26291"/>
            <a:ext cx="12192001" cy="6831709"/>
            <a:chOff x="-1" y="26291"/>
            <a:chExt cx="12192001" cy="6831709"/>
          </a:xfrm>
        </p:grpSpPr>
        <p:grpSp>
          <p:nvGrpSpPr>
            <p:cNvPr id="35" name="组合 34"/>
            <p:cNvGrpSpPr/>
            <p:nvPr/>
          </p:nvGrpSpPr>
          <p:grpSpPr>
            <a:xfrm flipH="1">
              <a:off x="-1" y="26291"/>
              <a:ext cx="12192001" cy="6831709"/>
              <a:chOff x="-1" y="26291"/>
              <a:chExt cx="12192001" cy="6831709"/>
            </a:xfrm>
          </p:grpSpPr>
          <p:sp>
            <p:nvSpPr>
              <p:cNvPr id="36" name="任意多边形: 形状 35"/>
              <p:cNvSpPr/>
              <p:nvPr userDrawn="1"/>
            </p:nvSpPr>
            <p:spPr>
              <a:xfrm flipH="1" flipV="1">
                <a:off x="-1" y="5573488"/>
                <a:ext cx="1118294" cy="1284512"/>
              </a:xfrm>
              <a:custGeom>
                <a:avLst/>
                <a:gdLst>
                  <a:gd name="connsiteX0" fmla="*/ 1307581 w 1413600"/>
                  <a:gd name="connsiteY0" fmla="*/ 1638010 h 1638300"/>
                  <a:gd name="connsiteX1" fmla="*/ 1387184 w 1413600"/>
                  <a:gd name="connsiteY1" fmla="*/ 1629077 h 1638300"/>
                  <a:gd name="connsiteX2" fmla="*/ 1413600 w 1413600"/>
                  <a:gd name="connsiteY2" fmla="*/ 1622665 h 1638300"/>
                  <a:gd name="connsiteX3" fmla="*/ 1413600 w 1413600"/>
                  <a:gd name="connsiteY3" fmla="*/ 0 h 1638300"/>
                  <a:gd name="connsiteX4" fmla="*/ 0 w 1413600"/>
                  <a:gd name="connsiteY4" fmla="*/ 0 h 1638300"/>
                  <a:gd name="connsiteX5" fmla="*/ 45049 w 1413600"/>
                  <a:gd name="connsiteY5" fmla="*/ 37022 h 1638300"/>
                  <a:gd name="connsiteX6" fmla="*/ 319157 w 1413600"/>
                  <a:gd name="connsiteY6" fmla="*/ 136752 h 1638300"/>
                  <a:gd name="connsiteX7" fmla="*/ 688943 w 1413600"/>
                  <a:gd name="connsiteY7" fmla="*/ 326478 h 1638300"/>
                  <a:gd name="connsiteX8" fmla="*/ 699962 w 1413600"/>
                  <a:gd name="connsiteY8" fmla="*/ 705787 h 1638300"/>
                  <a:gd name="connsiteX9" fmla="*/ 992210 w 1413600"/>
                  <a:gd name="connsiteY9" fmla="*/ 910997 h 1638300"/>
                  <a:gd name="connsiteX10" fmla="*/ 932815 w 1413600"/>
                  <a:gd name="connsiteY10" fmla="*/ 1332198 h 1638300"/>
                  <a:gd name="connsiteX11" fmla="*/ 1307581 w 1413600"/>
                  <a:gd name="connsiteY11" fmla="*/ 1638010 h 163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13600" h="1638300">
                    <a:moveTo>
                      <a:pt x="1307581" y="1638010"/>
                    </a:moveTo>
                    <a:cubicBezTo>
                      <a:pt x="1334228" y="1637108"/>
                      <a:pt x="1360934" y="1634114"/>
                      <a:pt x="1387184" y="1629077"/>
                    </a:cubicBezTo>
                    <a:lnTo>
                      <a:pt x="1413600" y="1622665"/>
                    </a:lnTo>
                    <a:lnTo>
                      <a:pt x="1413600" y="0"/>
                    </a:lnTo>
                    <a:lnTo>
                      <a:pt x="0" y="0"/>
                    </a:lnTo>
                    <a:lnTo>
                      <a:pt x="45049" y="37022"/>
                    </a:lnTo>
                    <a:cubicBezTo>
                      <a:pt x="126243" y="88549"/>
                      <a:pt x="227652" y="115833"/>
                      <a:pt x="319157" y="136752"/>
                    </a:cubicBezTo>
                    <a:cubicBezTo>
                      <a:pt x="441461" y="164728"/>
                      <a:pt x="656787" y="173800"/>
                      <a:pt x="688943" y="326478"/>
                    </a:cubicBezTo>
                    <a:cubicBezTo>
                      <a:pt x="715636" y="453318"/>
                      <a:pt x="627886" y="583174"/>
                      <a:pt x="699962" y="705787"/>
                    </a:cubicBezTo>
                    <a:cubicBezTo>
                      <a:pt x="765745" y="817666"/>
                      <a:pt x="927282" y="810755"/>
                      <a:pt x="992210" y="910997"/>
                    </a:cubicBezTo>
                    <a:cubicBezTo>
                      <a:pt x="1060700" y="1016725"/>
                      <a:pt x="930321" y="1213837"/>
                      <a:pt x="932815" y="1332198"/>
                    </a:cubicBezTo>
                    <a:cubicBezTo>
                      <a:pt x="937356" y="1548089"/>
                      <a:pt x="1121046" y="1644320"/>
                      <a:pt x="1307581" y="1638010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/>
              <p:cNvSpPr/>
              <p:nvPr userDrawn="1"/>
            </p:nvSpPr>
            <p:spPr>
              <a:xfrm>
                <a:off x="9886449" y="26291"/>
                <a:ext cx="2305551" cy="1207423"/>
              </a:xfrm>
              <a:custGeom>
                <a:avLst/>
                <a:gdLst>
                  <a:gd name="connsiteX0" fmla="*/ 2327548 w 2327548"/>
                  <a:gd name="connsiteY0" fmla="*/ 379583 h 1218943"/>
                  <a:gd name="connsiteX1" fmla="*/ 2327548 w 2327548"/>
                  <a:gd name="connsiteY1" fmla="*/ 493956 h 1218943"/>
                  <a:gd name="connsiteX2" fmla="*/ 2297176 w 2327548"/>
                  <a:gd name="connsiteY2" fmla="*/ 550647 h 1218943"/>
                  <a:gd name="connsiteX3" fmla="*/ 2265717 w 2327548"/>
                  <a:gd name="connsiteY3" fmla="*/ 664310 h 1218943"/>
                  <a:gd name="connsiteX4" fmla="*/ 2283857 w 2327548"/>
                  <a:gd name="connsiteY4" fmla="*/ 713006 h 1218943"/>
                  <a:gd name="connsiteX5" fmla="*/ 2294042 w 2327548"/>
                  <a:gd name="connsiteY5" fmla="*/ 789424 h 1218943"/>
                  <a:gd name="connsiteX6" fmla="*/ 2209186 w 2327548"/>
                  <a:gd name="connsiteY6" fmla="*/ 968297 h 1218943"/>
                  <a:gd name="connsiteX7" fmla="*/ 2062918 w 2327548"/>
                  <a:gd name="connsiteY7" fmla="*/ 1073041 h 1218943"/>
                  <a:gd name="connsiteX8" fmla="*/ 2045380 w 2327548"/>
                  <a:gd name="connsiteY8" fmla="*/ 1053996 h 1218943"/>
                  <a:gd name="connsiteX9" fmla="*/ 2127042 w 2327548"/>
                  <a:gd name="connsiteY9" fmla="*/ 828297 h 1218943"/>
                  <a:gd name="connsiteX10" fmla="*/ 2155669 w 2327548"/>
                  <a:gd name="connsiteY10" fmla="*/ 618990 h 1218943"/>
                  <a:gd name="connsiteX11" fmla="*/ 2279108 w 2327548"/>
                  <a:gd name="connsiteY11" fmla="*/ 426479 h 1218943"/>
                  <a:gd name="connsiteX12" fmla="*/ 1387046 w 2327548"/>
                  <a:gd name="connsiteY12" fmla="*/ 47461 h 1218943"/>
                  <a:gd name="connsiteX13" fmla="*/ 1706801 w 2327548"/>
                  <a:gd name="connsiteY13" fmla="*/ 219721 h 1218943"/>
                  <a:gd name="connsiteX14" fmla="*/ 1828781 w 2327548"/>
                  <a:gd name="connsiteY14" fmla="*/ 297707 h 1218943"/>
                  <a:gd name="connsiteX15" fmla="*/ 1955463 w 2327548"/>
                  <a:gd name="connsiteY15" fmla="*/ 301744 h 1218943"/>
                  <a:gd name="connsiteX16" fmla="*/ 2057374 w 2327548"/>
                  <a:gd name="connsiteY16" fmla="*/ 337965 h 1218943"/>
                  <a:gd name="connsiteX17" fmla="*/ 2057494 w 2327548"/>
                  <a:gd name="connsiteY17" fmla="*/ 338206 h 1218943"/>
                  <a:gd name="connsiteX18" fmla="*/ 2167662 w 2327548"/>
                  <a:gd name="connsiteY18" fmla="*/ 402571 h 1218943"/>
                  <a:gd name="connsiteX19" fmla="*/ 2171338 w 2327548"/>
                  <a:gd name="connsiteY19" fmla="*/ 404319 h 1218943"/>
                  <a:gd name="connsiteX20" fmla="*/ 2185561 w 2327548"/>
                  <a:gd name="connsiteY20" fmla="*/ 399980 h 1218943"/>
                  <a:gd name="connsiteX21" fmla="*/ 2191046 w 2327548"/>
                  <a:gd name="connsiteY21" fmla="*/ 399919 h 1218943"/>
                  <a:gd name="connsiteX22" fmla="*/ 2327548 w 2327548"/>
                  <a:gd name="connsiteY22" fmla="*/ 350872 h 1218943"/>
                  <a:gd name="connsiteX23" fmla="*/ 2327548 w 2327548"/>
                  <a:gd name="connsiteY23" fmla="*/ 373761 h 1218943"/>
                  <a:gd name="connsiteX24" fmla="*/ 2130598 w 2327548"/>
                  <a:gd name="connsiteY24" fmla="*/ 443553 h 1218943"/>
                  <a:gd name="connsiteX25" fmla="*/ 2088471 w 2327548"/>
                  <a:gd name="connsiteY25" fmla="*/ 554986 h 1218943"/>
                  <a:gd name="connsiteX26" fmla="*/ 2016573 w 2327548"/>
                  <a:gd name="connsiteY26" fmla="*/ 656897 h 1218943"/>
                  <a:gd name="connsiteX27" fmla="*/ 1956969 w 2327548"/>
                  <a:gd name="connsiteY27" fmla="*/ 862347 h 1218943"/>
                  <a:gd name="connsiteX28" fmla="*/ 1940275 w 2327548"/>
                  <a:gd name="connsiteY28" fmla="*/ 987823 h 1218943"/>
                  <a:gd name="connsiteX29" fmla="*/ 1555772 w 2327548"/>
                  <a:gd name="connsiteY29" fmla="*/ 1218103 h 1218943"/>
                  <a:gd name="connsiteX30" fmla="*/ 1540284 w 2327548"/>
                  <a:gd name="connsiteY30" fmla="*/ 1196166 h 1218943"/>
                  <a:gd name="connsiteX31" fmla="*/ 1591571 w 2327548"/>
                  <a:gd name="connsiteY31" fmla="*/ 1150182 h 1218943"/>
                  <a:gd name="connsiteX32" fmla="*/ 1638097 w 2327548"/>
                  <a:gd name="connsiteY32" fmla="*/ 1073824 h 1218943"/>
                  <a:gd name="connsiteX33" fmla="*/ 1713732 w 2327548"/>
                  <a:gd name="connsiteY33" fmla="*/ 985654 h 1218943"/>
                  <a:gd name="connsiteX34" fmla="*/ 1793706 w 2327548"/>
                  <a:gd name="connsiteY34" fmla="*/ 841495 h 1218943"/>
                  <a:gd name="connsiteX35" fmla="*/ 1820344 w 2327548"/>
                  <a:gd name="connsiteY35" fmla="*/ 722528 h 1218943"/>
                  <a:gd name="connsiteX36" fmla="*/ 1987705 w 2327548"/>
                  <a:gd name="connsiteY36" fmla="*/ 523949 h 1218943"/>
                  <a:gd name="connsiteX37" fmla="*/ 2060628 w 2327548"/>
                  <a:gd name="connsiteY37" fmla="*/ 467780 h 1218943"/>
                  <a:gd name="connsiteX38" fmla="*/ 1803530 w 2327548"/>
                  <a:gd name="connsiteY38" fmla="*/ 551008 h 1218943"/>
                  <a:gd name="connsiteX39" fmla="*/ 1802565 w 2327548"/>
                  <a:gd name="connsiteY39" fmla="*/ 556372 h 1218943"/>
                  <a:gd name="connsiteX40" fmla="*/ 1655514 w 2327548"/>
                  <a:gd name="connsiteY40" fmla="*/ 827212 h 1218943"/>
                  <a:gd name="connsiteX41" fmla="*/ 1509065 w 2327548"/>
                  <a:gd name="connsiteY41" fmla="*/ 913213 h 1218943"/>
                  <a:gd name="connsiteX42" fmla="*/ 1382806 w 2327548"/>
                  <a:gd name="connsiteY42" fmla="*/ 1027961 h 1218943"/>
                  <a:gd name="connsiteX43" fmla="*/ 1102806 w 2327548"/>
                  <a:gd name="connsiteY43" fmla="*/ 1146144 h 1218943"/>
                  <a:gd name="connsiteX44" fmla="*/ 717278 w 2327548"/>
                  <a:gd name="connsiteY44" fmla="*/ 1209304 h 1218943"/>
                  <a:gd name="connsiteX45" fmla="*/ 711855 w 2327548"/>
                  <a:gd name="connsiteY45" fmla="*/ 1185378 h 1218943"/>
                  <a:gd name="connsiteX46" fmla="*/ 1005475 w 2327548"/>
                  <a:gd name="connsiteY46" fmla="*/ 1007952 h 1218943"/>
                  <a:gd name="connsiteX47" fmla="*/ 1238949 w 2327548"/>
                  <a:gd name="connsiteY47" fmla="*/ 846437 h 1218943"/>
                  <a:gd name="connsiteX48" fmla="*/ 1545045 w 2327548"/>
                  <a:gd name="connsiteY48" fmla="*/ 731809 h 1218943"/>
                  <a:gd name="connsiteX49" fmla="*/ 1745251 w 2327548"/>
                  <a:gd name="connsiteY49" fmla="*/ 567823 h 1218943"/>
                  <a:gd name="connsiteX50" fmla="*/ 1307593 w 2327548"/>
                  <a:gd name="connsiteY50" fmla="*/ 647857 h 1218943"/>
                  <a:gd name="connsiteX51" fmla="*/ 1274988 w 2327548"/>
                  <a:gd name="connsiteY51" fmla="*/ 649726 h 1218943"/>
                  <a:gd name="connsiteX52" fmla="*/ 1262574 w 2327548"/>
                  <a:gd name="connsiteY52" fmla="*/ 650630 h 1218943"/>
                  <a:gd name="connsiteX53" fmla="*/ 1261910 w 2327548"/>
                  <a:gd name="connsiteY53" fmla="*/ 650328 h 1218943"/>
                  <a:gd name="connsiteX54" fmla="*/ 1212552 w 2327548"/>
                  <a:gd name="connsiteY54" fmla="*/ 651775 h 1218943"/>
                  <a:gd name="connsiteX55" fmla="*/ 1131131 w 2327548"/>
                  <a:gd name="connsiteY55" fmla="*/ 716803 h 1218943"/>
                  <a:gd name="connsiteX56" fmla="*/ 1030907 w 2327548"/>
                  <a:gd name="connsiteY56" fmla="*/ 784724 h 1218943"/>
                  <a:gd name="connsiteX57" fmla="*/ 850046 w 2327548"/>
                  <a:gd name="connsiteY57" fmla="*/ 911887 h 1218943"/>
                  <a:gd name="connsiteX58" fmla="*/ 630132 w 2327548"/>
                  <a:gd name="connsiteY58" fmla="*/ 922313 h 1218943"/>
                  <a:gd name="connsiteX59" fmla="*/ 489951 w 2327548"/>
                  <a:gd name="connsiteY59" fmla="*/ 910079 h 1218943"/>
                  <a:gd name="connsiteX60" fmla="*/ 375263 w 2327548"/>
                  <a:gd name="connsiteY60" fmla="*/ 937380 h 1218943"/>
                  <a:gd name="connsiteX61" fmla="*/ 368031 w 2327548"/>
                  <a:gd name="connsiteY61" fmla="*/ 917673 h 1218943"/>
                  <a:gd name="connsiteX62" fmla="*/ 558535 w 2327548"/>
                  <a:gd name="connsiteY62" fmla="*/ 815701 h 1218943"/>
                  <a:gd name="connsiteX63" fmla="*/ 746568 w 2327548"/>
                  <a:gd name="connsiteY63" fmla="*/ 745128 h 1218943"/>
                  <a:gd name="connsiteX64" fmla="*/ 870899 w 2327548"/>
                  <a:gd name="connsiteY64" fmla="*/ 739945 h 1218943"/>
                  <a:gd name="connsiteX65" fmla="*/ 999328 w 2327548"/>
                  <a:gd name="connsiteY65" fmla="*/ 692576 h 1218943"/>
                  <a:gd name="connsiteX66" fmla="*/ 1100576 w 2327548"/>
                  <a:gd name="connsiteY66" fmla="*/ 647677 h 1218943"/>
                  <a:gd name="connsiteX67" fmla="*/ 929177 w 2327548"/>
                  <a:gd name="connsiteY67" fmla="*/ 608262 h 1218943"/>
                  <a:gd name="connsiteX68" fmla="*/ 923994 w 2327548"/>
                  <a:gd name="connsiteY68" fmla="*/ 606996 h 1218943"/>
                  <a:gd name="connsiteX69" fmla="*/ 918027 w 2327548"/>
                  <a:gd name="connsiteY69" fmla="*/ 603863 h 1218943"/>
                  <a:gd name="connsiteX70" fmla="*/ 902840 w 2327548"/>
                  <a:gd name="connsiteY70" fmla="*/ 596872 h 1218943"/>
                  <a:gd name="connsiteX71" fmla="*/ 694256 w 2327548"/>
                  <a:gd name="connsiteY71" fmla="*/ 596751 h 1218943"/>
                  <a:gd name="connsiteX72" fmla="*/ 476512 w 2327548"/>
                  <a:gd name="connsiteY72" fmla="*/ 578008 h 1218943"/>
                  <a:gd name="connsiteX73" fmla="*/ 225922 w 2327548"/>
                  <a:gd name="connsiteY73" fmla="*/ 487306 h 1218943"/>
                  <a:gd name="connsiteX74" fmla="*/ 16977 w 2327548"/>
                  <a:gd name="connsiteY74" fmla="*/ 417276 h 1218943"/>
                  <a:gd name="connsiteX75" fmla="*/ 12095 w 2327548"/>
                  <a:gd name="connsiteY75" fmla="*/ 419506 h 1218943"/>
                  <a:gd name="connsiteX76" fmla="*/ 3778 w 2327548"/>
                  <a:gd name="connsiteY76" fmla="*/ 403776 h 1218943"/>
                  <a:gd name="connsiteX77" fmla="*/ 301316 w 2327548"/>
                  <a:gd name="connsiteY77" fmla="*/ 357853 h 1218943"/>
                  <a:gd name="connsiteX78" fmla="*/ 652069 w 2327548"/>
                  <a:gd name="connsiteY78" fmla="*/ 378404 h 1218943"/>
                  <a:gd name="connsiteX79" fmla="*/ 974979 w 2327548"/>
                  <a:gd name="connsiteY79" fmla="*/ 481159 h 1218943"/>
                  <a:gd name="connsiteX80" fmla="*/ 1146680 w 2327548"/>
                  <a:gd name="connsiteY80" fmla="*/ 554745 h 1218943"/>
                  <a:gd name="connsiteX81" fmla="*/ 1273663 w 2327548"/>
                  <a:gd name="connsiteY81" fmla="*/ 627186 h 1218943"/>
                  <a:gd name="connsiteX82" fmla="*/ 1277279 w 2327548"/>
                  <a:gd name="connsiteY82" fmla="*/ 629657 h 1218943"/>
                  <a:gd name="connsiteX83" fmla="*/ 1358398 w 2327548"/>
                  <a:gd name="connsiteY83" fmla="*/ 622485 h 1218943"/>
                  <a:gd name="connsiteX84" fmla="*/ 1641833 w 2327548"/>
                  <a:gd name="connsiteY84" fmla="*/ 572283 h 1218943"/>
                  <a:gd name="connsiteX85" fmla="*/ 1477245 w 2327548"/>
                  <a:gd name="connsiteY85" fmla="*/ 547814 h 1218943"/>
                  <a:gd name="connsiteX86" fmla="*/ 1290357 w 2327548"/>
                  <a:gd name="connsiteY86" fmla="*/ 457715 h 1218943"/>
                  <a:gd name="connsiteX87" fmla="*/ 1026810 w 2327548"/>
                  <a:gd name="connsiteY87" fmla="*/ 360685 h 1218943"/>
                  <a:gd name="connsiteX88" fmla="*/ 769892 w 2327548"/>
                  <a:gd name="connsiteY88" fmla="*/ 264078 h 1218943"/>
                  <a:gd name="connsiteX89" fmla="*/ 770916 w 2327548"/>
                  <a:gd name="connsiteY89" fmla="*/ 242683 h 1218943"/>
                  <a:gd name="connsiteX90" fmla="*/ 1069478 w 2327548"/>
                  <a:gd name="connsiteY90" fmla="*/ 210380 h 1218943"/>
                  <a:gd name="connsiteX91" fmla="*/ 1293189 w 2327548"/>
                  <a:gd name="connsiteY91" fmla="*/ 289450 h 1218943"/>
                  <a:gd name="connsiteX92" fmla="*/ 1546792 w 2327548"/>
                  <a:gd name="connsiteY92" fmla="*/ 435356 h 1218943"/>
                  <a:gd name="connsiteX93" fmla="*/ 1725665 w 2327548"/>
                  <a:gd name="connsiteY93" fmla="*/ 550828 h 1218943"/>
                  <a:gd name="connsiteX94" fmla="*/ 1845957 w 2327548"/>
                  <a:gd name="connsiteY94" fmla="*/ 514969 h 1218943"/>
                  <a:gd name="connsiteX95" fmla="*/ 2106853 w 2327548"/>
                  <a:gd name="connsiteY95" fmla="*/ 428847 h 1218943"/>
                  <a:gd name="connsiteX96" fmla="*/ 2078045 w 2327548"/>
                  <a:gd name="connsiteY96" fmla="*/ 431198 h 1218943"/>
                  <a:gd name="connsiteX97" fmla="*/ 1930090 w 2327548"/>
                  <a:gd name="connsiteY97" fmla="*/ 453677 h 1218943"/>
                  <a:gd name="connsiteX98" fmla="*/ 1681851 w 2327548"/>
                  <a:gd name="connsiteY98" fmla="*/ 417397 h 1218943"/>
                  <a:gd name="connsiteX99" fmla="*/ 1519250 w 2327548"/>
                  <a:gd name="connsiteY99" fmla="*/ 272093 h 1218943"/>
                  <a:gd name="connsiteX100" fmla="*/ 1452113 w 2327548"/>
                  <a:gd name="connsiteY100" fmla="*/ 166566 h 1218943"/>
                  <a:gd name="connsiteX101" fmla="*/ 1332363 w 2327548"/>
                  <a:gd name="connsiteY101" fmla="*/ 74418 h 1218943"/>
                  <a:gd name="connsiteX102" fmla="*/ 1333146 w 2327548"/>
                  <a:gd name="connsiteY102" fmla="*/ 56518 h 1218943"/>
                  <a:gd name="connsiteX103" fmla="*/ 1387046 w 2327548"/>
                  <a:gd name="connsiteY103" fmla="*/ 47461 h 1218943"/>
                  <a:gd name="connsiteX104" fmla="*/ 1945518 w 2327548"/>
                  <a:gd name="connsiteY104" fmla="*/ 349 h 1218943"/>
                  <a:gd name="connsiteX105" fmla="*/ 2098416 w 2327548"/>
                  <a:gd name="connsiteY105" fmla="*/ 45068 h 1218943"/>
                  <a:gd name="connsiteX106" fmla="*/ 2212200 w 2327548"/>
                  <a:gd name="connsiteY106" fmla="*/ 197001 h 1218943"/>
                  <a:gd name="connsiteX107" fmla="*/ 2291518 w 2327548"/>
                  <a:gd name="connsiteY107" fmla="*/ 273720 h 1218943"/>
                  <a:gd name="connsiteX108" fmla="*/ 2327548 w 2327548"/>
                  <a:gd name="connsiteY108" fmla="*/ 295960 h 1218943"/>
                  <a:gd name="connsiteX109" fmla="*/ 2327548 w 2327548"/>
                  <a:gd name="connsiteY109" fmla="*/ 342551 h 1218943"/>
                  <a:gd name="connsiteX110" fmla="*/ 2273737 w 2327548"/>
                  <a:gd name="connsiteY110" fmla="*/ 339100 h 1218943"/>
                  <a:gd name="connsiteX111" fmla="*/ 2067921 w 2327548"/>
                  <a:gd name="connsiteY111" fmla="*/ 269562 h 1218943"/>
                  <a:gd name="connsiteX112" fmla="*/ 1948351 w 2327548"/>
                  <a:gd name="connsiteY112" fmla="*/ 140892 h 1218943"/>
                  <a:gd name="connsiteX113" fmla="*/ 1775023 w 2327548"/>
                  <a:gd name="connsiteY113" fmla="*/ 37233 h 1218943"/>
                  <a:gd name="connsiteX114" fmla="*/ 1781050 w 2327548"/>
                  <a:gd name="connsiteY114" fmla="*/ 18188 h 1218943"/>
                  <a:gd name="connsiteX115" fmla="*/ 1945518 w 2327548"/>
                  <a:gd name="connsiteY115" fmla="*/ 349 h 1218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2327548" h="1218943">
                    <a:moveTo>
                      <a:pt x="2327548" y="379583"/>
                    </a:moveTo>
                    <a:lnTo>
                      <a:pt x="2327548" y="493956"/>
                    </a:lnTo>
                    <a:lnTo>
                      <a:pt x="2297176" y="550647"/>
                    </a:lnTo>
                    <a:cubicBezTo>
                      <a:pt x="2274154" y="585602"/>
                      <a:pt x="2250168" y="619833"/>
                      <a:pt x="2265717" y="664310"/>
                    </a:cubicBezTo>
                    <a:cubicBezTo>
                      <a:pt x="2271442" y="680582"/>
                      <a:pt x="2278674" y="696553"/>
                      <a:pt x="2283857" y="713006"/>
                    </a:cubicBezTo>
                    <a:cubicBezTo>
                      <a:pt x="2291692" y="738077"/>
                      <a:pt x="2296392" y="762847"/>
                      <a:pt x="2294042" y="789424"/>
                    </a:cubicBezTo>
                    <a:cubicBezTo>
                      <a:pt x="2287895" y="859515"/>
                      <a:pt x="2258545" y="918456"/>
                      <a:pt x="2209186" y="968297"/>
                    </a:cubicBezTo>
                    <a:cubicBezTo>
                      <a:pt x="2167542" y="1010363"/>
                      <a:pt x="2122281" y="1058516"/>
                      <a:pt x="2062918" y="1073041"/>
                    </a:cubicBezTo>
                    <a:cubicBezTo>
                      <a:pt x="2050564" y="1076054"/>
                      <a:pt x="2041102" y="1066170"/>
                      <a:pt x="2045380" y="1053996"/>
                    </a:cubicBezTo>
                    <a:cubicBezTo>
                      <a:pt x="2072802" y="976372"/>
                      <a:pt x="2118364" y="912610"/>
                      <a:pt x="2127042" y="828297"/>
                    </a:cubicBezTo>
                    <a:cubicBezTo>
                      <a:pt x="2134154" y="759170"/>
                      <a:pt x="2126018" y="683716"/>
                      <a:pt x="2155669" y="618990"/>
                    </a:cubicBezTo>
                    <a:cubicBezTo>
                      <a:pt x="2185773" y="553268"/>
                      <a:pt x="2227402" y="484123"/>
                      <a:pt x="2279108" y="426479"/>
                    </a:cubicBezTo>
                    <a:close/>
                    <a:moveTo>
                      <a:pt x="1387046" y="47461"/>
                    </a:moveTo>
                    <a:cubicBezTo>
                      <a:pt x="1512280" y="40348"/>
                      <a:pt x="1631919" y="127174"/>
                      <a:pt x="1706801" y="219721"/>
                    </a:cubicBezTo>
                    <a:cubicBezTo>
                      <a:pt x="1737899" y="258111"/>
                      <a:pt x="1777554" y="292041"/>
                      <a:pt x="1828781" y="297707"/>
                    </a:cubicBezTo>
                    <a:cubicBezTo>
                      <a:pt x="1870848" y="302407"/>
                      <a:pt x="1913457" y="295899"/>
                      <a:pt x="1955463" y="301744"/>
                    </a:cubicBezTo>
                    <a:cubicBezTo>
                      <a:pt x="1993672" y="307108"/>
                      <a:pt x="2024770" y="317414"/>
                      <a:pt x="2057374" y="337965"/>
                    </a:cubicBezTo>
                    <a:lnTo>
                      <a:pt x="2057494" y="338206"/>
                    </a:lnTo>
                    <a:cubicBezTo>
                      <a:pt x="2094197" y="361348"/>
                      <a:pt x="2124210" y="391783"/>
                      <a:pt x="2167662" y="402571"/>
                    </a:cubicBezTo>
                    <a:cubicBezTo>
                      <a:pt x="2169109" y="402933"/>
                      <a:pt x="2170254" y="403596"/>
                      <a:pt x="2171338" y="404319"/>
                    </a:cubicBezTo>
                    <a:cubicBezTo>
                      <a:pt x="2176100" y="403113"/>
                      <a:pt x="2180861" y="401667"/>
                      <a:pt x="2185561" y="399980"/>
                    </a:cubicBezTo>
                    <a:cubicBezTo>
                      <a:pt x="2187611" y="399256"/>
                      <a:pt x="2189419" y="399437"/>
                      <a:pt x="2191046" y="399919"/>
                    </a:cubicBezTo>
                    <a:lnTo>
                      <a:pt x="2327548" y="350872"/>
                    </a:lnTo>
                    <a:lnTo>
                      <a:pt x="2327548" y="373761"/>
                    </a:lnTo>
                    <a:lnTo>
                      <a:pt x="2130598" y="443553"/>
                    </a:lnTo>
                    <a:cubicBezTo>
                      <a:pt x="2105647" y="474289"/>
                      <a:pt x="2103960" y="518766"/>
                      <a:pt x="2088471" y="554986"/>
                    </a:cubicBezTo>
                    <a:cubicBezTo>
                      <a:pt x="2071838" y="594039"/>
                      <a:pt x="2041162" y="622967"/>
                      <a:pt x="2016573" y="656897"/>
                    </a:cubicBezTo>
                    <a:cubicBezTo>
                      <a:pt x="1974085" y="715417"/>
                      <a:pt x="1958837" y="791052"/>
                      <a:pt x="1956969" y="862347"/>
                    </a:cubicBezTo>
                    <a:cubicBezTo>
                      <a:pt x="1955884" y="904354"/>
                      <a:pt x="1956005" y="948107"/>
                      <a:pt x="1940275" y="987823"/>
                    </a:cubicBezTo>
                    <a:cubicBezTo>
                      <a:pt x="1877839" y="1145421"/>
                      <a:pt x="1695290" y="1164405"/>
                      <a:pt x="1555772" y="1218103"/>
                    </a:cubicBezTo>
                    <a:cubicBezTo>
                      <a:pt x="1543297" y="1222864"/>
                      <a:pt x="1530279" y="1206291"/>
                      <a:pt x="1540284" y="1196166"/>
                    </a:cubicBezTo>
                    <a:cubicBezTo>
                      <a:pt x="1555531" y="1180677"/>
                      <a:pt x="1578975" y="1166876"/>
                      <a:pt x="1591571" y="1150182"/>
                    </a:cubicBezTo>
                    <a:cubicBezTo>
                      <a:pt x="1610072" y="1125835"/>
                      <a:pt x="1622367" y="1099679"/>
                      <a:pt x="1638097" y="1073824"/>
                    </a:cubicBezTo>
                    <a:cubicBezTo>
                      <a:pt x="1658769" y="1039834"/>
                      <a:pt x="1685647" y="1013497"/>
                      <a:pt x="1713732" y="985654"/>
                    </a:cubicBezTo>
                    <a:cubicBezTo>
                      <a:pt x="1756220" y="943406"/>
                      <a:pt x="1781653" y="901400"/>
                      <a:pt x="1793706" y="841495"/>
                    </a:cubicBezTo>
                    <a:cubicBezTo>
                      <a:pt x="1801661" y="801900"/>
                      <a:pt x="1806965" y="760798"/>
                      <a:pt x="1820344" y="722528"/>
                    </a:cubicBezTo>
                    <a:cubicBezTo>
                      <a:pt x="1850296" y="636588"/>
                      <a:pt x="1913939" y="574693"/>
                      <a:pt x="1987705" y="523949"/>
                    </a:cubicBezTo>
                    <a:cubicBezTo>
                      <a:pt x="2011631" y="507496"/>
                      <a:pt x="2035677" y="487005"/>
                      <a:pt x="2060628" y="467780"/>
                    </a:cubicBezTo>
                    <a:cubicBezTo>
                      <a:pt x="1975411" y="497190"/>
                      <a:pt x="1889771" y="525395"/>
                      <a:pt x="1803530" y="551008"/>
                    </a:cubicBezTo>
                    <a:cubicBezTo>
                      <a:pt x="1803650" y="552696"/>
                      <a:pt x="1803409" y="554444"/>
                      <a:pt x="1802565" y="556372"/>
                    </a:cubicBezTo>
                    <a:cubicBezTo>
                      <a:pt x="1759414" y="652558"/>
                      <a:pt x="1741636" y="757001"/>
                      <a:pt x="1655514" y="827212"/>
                    </a:cubicBezTo>
                    <a:cubicBezTo>
                      <a:pt x="1610193" y="864216"/>
                      <a:pt x="1556254" y="880247"/>
                      <a:pt x="1509065" y="913213"/>
                    </a:cubicBezTo>
                    <a:cubicBezTo>
                      <a:pt x="1461816" y="946239"/>
                      <a:pt x="1424571" y="988787"/>
                      <a:pt x="1382806" y="1027961"/>
                    </a:cubicBezTo>
                    <a:cubicBezTo>
                      <a:pt x="1300843" y="1104862"/>
                      <a:pt x="1212552" y="1131982"/>
                      <a:pt x="1102806" y="1146144"/>
                    </a:cubicBezTo>
                    <a:cubicBezTo>
                      <a:pt x="973593" y="1162778"/>
                      <a:pt x="845767" y="1187909"/>
                      <a:pt x="717278" y="1209304"/>
                    </a:cubicBezTo>
                    <a:cubicBezTo>
                      <a:pt x="702453" y="1211775"/>
                      <a:pt x="700223" y="1191104"/>
                      <a:pt x="711855" y="1185378"/>
                    </a:cubicBezTo>
                    <a:cubicBezTo>
                      <a:pt x="815393" y="1134694"/>
                      <a:pt x="917063" y="1082744"/>
                      <a:pt x="1005475" y="1007952"/>
                    </a:cubicBezTo>
                    <a:cubicBezTo>
                      <a:pt x="1076710" y="947685"/>
                      <a:pt x="1148669" y="877113"/>
                      <a:pt x="1238949" y="846437"/>
                    </a:cubicBezTo>
                    <a:cubicBezTo>
                      <a:pt x="1343391" y="810940"/>
                      <a:pt x="1458441" y="807083"/>
                      <a:pt x="1545045" y="731809"/>
                    </a:cubicBezTo>
                    <a:cubicBezTo>
                      <a:pt x="1610193" y="675158"/>
                      <a:pt x="1677993" y="621943"/>
                      <a:pt x="1745251" y="567823"/>
                    </a:cubicBezTo>
                    <a:cubicBezTo>
                      <a:pt x="1602238" y="607780"/>
                      <a:pt x="1456031" y="638215"/>
                      <a:pt x="1307593" y="647857"/>
                    </a:cubicBezTo>
                    <a:cubicBezTo>
                      <a:pt x="1296745" y="648581"/>
                      <a:pt x="1285897" y="649183"/>
                      <a:pt x="1274988" y="649726"/>
                    </a:cubicBezTo>
                    <a:cubicBezTo>
                      <a:pt x="1271734" y="652016"/>
                      <a:pt x="1267334" y="652860"/>
                      <a:pt x="1262574" y="650630"/>
                    </a:cubicBezTo>
                    <a:cubicBezTo>
                      <a:pt x="1262333" y="650509"/>
                      <a:pt x="1262152" y="650449"/>
                      <a:pt x="1261910" y="650328"/>
                    </a:cubicBezTo>
                    <a:cubicBezTo>
                      <a:pt x="1245518" y="651112"/>
                      <a:pt x="1229065" y="651534"/>
                      <a:pt x="1212552" y="651775"/>
                    </a:cubicBezTo>
                    <a:cubicBezTo>
                      <a:pt x="1179465" y="665335"/>
                      <a:pt x="1160843" y="697096"/>
                      <a:pt x="1131131" y="716803"/>
                    </a:cubicBezTo>
                    <a:cubicBezTo>
                      <a:pt x="1097442" y="739102"/>
                      <a:pt x="1063271" y="760376"/>
                      <a:pt x="1030907" y="784724"/>
                    </a:cubicBezTo>
                    <a:cubicBezTo>
                      <a:pt x="973714" y="827694"/>
                      <a:pt x="917123" y="884465"/>
                      <a:pt x="850046" y="911887"/>
                    </a:cubicBezTo>
                    <a:cubicBezTo>
                      <a:pt x="779172" y="940875"/>
                      <a:pt x="704201" y="932920"/>
                      <a:pt x="630132" y="922313"/>
                    </a:cubicBezTo>
                    <a:cubicBezTo>
                      <a:pt x="585836" y="915925"/>
                      <a:pt x="534489" y="903208"/>
                      <a:pt x="489951" y="910079"/>
                    </a:cubicBezTo>
                    <a:cubicBezTo>
                      <a:pt x="450898" y="916166"/>
                      <a:pt x="414075" y="930268"/>
                      <a:pt x="375263" y="937380"/>
                    </a:cubicBezTo>
                    <a:cubicBezTo>
                      <a:pt x="363873" y="939429"/>
                      <a:pt x="360257" y="923820"/>
                      <a:pt x="368031" y="917673"/>
                    </a:cubicBezTo>
                    <a:cubicBezTo>
                      <a:pt x="425647" y="872412"/>
                      <a:pt x="495978" y="852464"/>
                      <a:pt x="558535" y="815701"/>
                    </a:cubicBezTo>
                    <a:cubicBezTo>
                      <a:pt x="616211" y="781771"/>
                      <a:pt x="679792" y="754530"/>
                      <a:pt x="746568" y="745128"/>
                    </a:cubicBezTo>
                    <a:cubicBezTo>
                      <a:pt x="788092" y="739282"/>
                      <a:pt x="829495" y="744465"/>
                      <a:pt x="870899" y="739945"/>
                    </a:cubicBezTo>
                    <a:cubicBezTo>
                      <a:pt x="918449" y="734762"/>
                      <a:pt x="957804" y="714452"/>
                      <a:pt x="999328" y="692576"/>
                    </a:cubicBezTo>
                    <a:cubicBezTo>
                      <a:pt x="1032776" y="674917"/>
                      <a:pt x="1066043" y="659368"/>
                      <a:pt x="1100576" y="647677"/>
                    </a:cubicBezTo>
                    <a:cubicBezTo>
                      <a:pt x="1041695" y="642072"/>
                      <a:pt x="983900" y="630139"/>
                      <a:pt x="929177" y="608262"/>
                    </a:cubicBezTo>
                    <a:cubicBezTo>
                      <a:pt x="927549" y="608322"/>
                      <a:pt x="925802" y="608081"/>
                      <a:pt x="923994" y="606996"/>
                    </a:cubicBezTo>
                    <a:cubicBezTo>
                      <a:pt x="922066" y="605851"/>
                      <a:pt x="920016" y="604947"/>
                      <a:pt x="918027" y="603863"/>
                    </a:cubicBezTo>
                    <a:cubicBezTo>
                      <a:pt x="912905" y="601693"/>
                      <a:pt x="907902" y="599282"/>
                      <a:pt x="902840" y="596872"/>
                    </a:cubicBezTo>
                    <a:cubicBezTo>
                      <a:pt x="839379" y="572102"/>
                      <a:pt x="758561" y="590544"/>
                      <a:pt x="694256" y="596751"/>
                    </a:cubicBezTo>
                    <a:cubicBezTo>
                      <a:pt x="617114" y="604224"/>
                      <a:pt x="550339" y="603863"/>
                      <a:pt x="476512" y="578008"/>
                    </a:cubicBezTo>
                    <a:cubicBezTo>
                      <a:pt x="392680" y="548658"/>
                      <a:pt x="309934" y="515993"/>
                      <a:pt x="225922" y="487306"/>
                    </a:cubicBezTo>
                    <a:cubicBezTo>
                      <a:pt x="156495" y="463621"/>
                      <a:pt x="85078" y="444637"/>
                      <a:pt x="16977" y="417276"/>
                    </a:cubicBezTo>
                    <a:cubicBezTo>
                      <a:pt x="15349" y="418060"/>
                      <a:pt x="13722" y="418723"/>
                      <a:pt x="12095" y="419506"/>
                    </a:cubicBezTo>
                    <a:cubicBezTo>
                      <a:pt x="2995" y="424026"/>
                      <a:pt x="-4961" y="408839"/>
                      <a:pt x="3778" y="403776"/>
                    </a:cubicBezTo>
                    <a:cubicBezTo>
                      <a:pt x="96107" y="350320"/>
                      <a:pt x="198380" y="361228"/>
                      <a:pt x="301316" y="357853"/>
                    </a:cubicBezTo>
                    <a:cubicBezTo>
                      <a:pt x="418173" y="354056"/>
                      <a:pt x="537864" y="348150"/>
                      <a:pt x="652069" y="378404"/>
                    </a:cubicBezTo>
                    <a:cubicBezTo>
                      <a:pt x="760671" y="407212"/>
                      <a:pt x="868729" y="444698"/>
                      <a:pt x="974979" y="481159"/>
                    </a:cubicBezTo>
                    <a:cubicBezTo>
                      <a:pt x="1033499" y="501228"/>
                      <a:pt x="1094308" y="521176"/>
                      <a:pt x="1146680" y="554745"/>
                    </a:cubicBezTo>
                    <a:cubicBezTo>
                      <a:pt x="1188867" y="581745"/>
                      <a:pt x="1228040" y="606092"/>
                      <a:pt x="1273663" y="627186"/>
                    </a:cubicBezTo>
                    <a:cubicBezTo>
                      <a:pt x="1275109" y="627849"/>
                      <a:pt x="1276254" y="628693"/>
                      <a:pt x="1277279" y="629657"/>
                    </a:cubicBezTo>
                    <a:cubicBezTo>
                      <a:pt x="1304580" y="627849"/>
                      <a:pt x="1331700" y="625378"/>
                      <a:pt x="1358398" y="622485"/>
                    </a:cubicBezTo>
                    <a:cubicBezTo>
                      <a:pt x="1454222" y="612059"/>
                      <a:pt x="1548540" y="594702"/>
                      <a:pt x="1641833" y="572283"/>
                    </a:cubicBezTo>
                    <a:cubicBezTo>
                      <a:pt x="1586448" y="570595"/>
                      <a:pt x="1531123" y="560531"/>
                      <a:pt x="1477245" y="547814"/>
                    </a:cubicBezTo>
                    <a:cubicBezTo>
                      <a:pt x="1405527" y="530879"/>
                      <a:pt x="1353154" y="493454"/>
                      <a:pt x="1290357" y="457715"/>
                    </a:cubicBezTo>
                    <a:cubicBezTo>
                      <a:pt x="1210141" y="412033"/>
                      <a:pt x="1113112" y="393230"/>
                      <a:pt x="1026810" y="360685"/>
                    </a:cubicBezTo>
                    <a:cubicBezTo>
                      <a:pt x="941351" y="328443"/>
                      <a:pt x="858303" y="287823"/>
                      <a:pt x="769892" y="264078"/>
                    </a:cubicBezTo>
                    <a:cubicBezTo>
                      <a:pt x="758802" y="261064"/>
                      <a:pt x="758018" y="243044"/>
                      <a:pt x="770916" y="242683"/>
                    </a:cubicBezTo>
                    <a:cubicBezTo>
                      <a:pt x="872104" y="240091"/>
                      <a:pt x="966964" y="206221"/>
                      <a:pt x="1069478" y="210380"/>
                    </a:cubicBezTo>
                    <a:cubicBezTo>
                      <a:pt x="1153550" y="213755"/>
                      <a:pt x="1223943" y="243768"/>
                      <a:pt x="1293189" y="289450"/>
                    </a:cubicBezTo>
                    <a:cubicBezTo>
                      <a:pt x="1374007" y="342786"/>
                      <a:pt x="1453982" y="404198"/>
                      <a:pt x="1546792" y="435356"/>
                    </a:cubicBezTo>
                    <a:cubicBezTo>
                      <a:pt x="1622307" y="460668"/>
                      <a:pt x="1675884" y="487547"/>
                      <a:pt x="1725665" y="550828"/>
                    </a:cubicBezTo>
                    <a:cubicBezTo>
                      <a:pt x="1765923" y="539739"/>
                      <a:pt x="1806061" y="527745"/>
                      <a:pt x="1845957" y="514969"/>
                    </a:cubicBezTo>
                    <a:cubicBezTo>
                      <a:pt x="1932923" y="487065"/>
                      <a:pt x="2020008" y="458438"/>
                      <a:pt x="2106853" y="428847"/>
                    </a:cubicBezTo>
                    <a:cubicBezTo>
                      <a:pt x="2097331" y="429330"/>
                      <a:pt x="2087748" y="429992"/>
                      <a:pt x="2078045" y="431198"/>
                    </a:cubicBezTo>
                    <a:cubicBezTo>
                      <a:pt x="2028566" y="437466"/>
                      <a:pt x="1979630" y="447771"/>
                      <a:pt x="1930090" y="453677"/>
                    </a:cubicBezTo>
                    <a:cubicBezTo>
                      <a:pt x="1842884" y="464164"/>
                      <a:pt x="1761765" y="456209"/>
                      <a:pt x="1681851" y="417397"/>
                    </a:cubicBezTo>
                    <a:cubicBezTo>
                      <a:pt x="1609952" y="382502"/>
                      <a:pt x="1559750" y="341641"/>
                      <a:pt x="1519250" y="272093"/>
                    </a:cubicBezTo>
                    <a:cubicBezTo>
                      <a:pt x="1498518" y="236536"/>
                      <a:pt x="1480258" y="197061"/>
                      <a:pt x="1452113" y="166566"/>
                    </a:cubicBezTo>
                    <a:cubicBezTo>
                      <a:pt x="1417218" y="128718"/>
                      <a:pt x="1376117" y="101056"/>
                      <a:pt x="1332363" y="74418"/>
                    </a:cubicBezTo>
                    <a:cubicBezTo>
                      <a:pt x="1325974" y="70500"/>
                      <a:pt x="1324166" y="59049"/>
                      <a:pt x="1333146" y="56518"/>
                    </a:cubicBezTo>
                    <a:cubicBezTo>
                      <a:pt x="1351151" y="51410"/>
                      <a:pt x="1369155" y="48477"/>
                      <a:pt x="1387046" y="47461"/>
                    </a:cubicBezTo>
                    <a:close/>
                    <a:moveTo>
                      <a:pt x="1945518" y="349"/>
                    </a:moveTo>
                    <a:cubicBezTo>
                      <a:pt x="2001989" y="-1926"/>
                      <a:pt x="2056530" y="6226"/>
                      <a:pt x="2098416" y="45068"/>
                    </a:cubicBezTo>
                    <a:cubicBezTo>
                      <a:pt x="2146087" y="89243"/>
                      <a:pt x="2172062" y="147160"/>
                      <a:pt x="2212200" y="197001"/>
                    </a:cubicBezTo>
                    <a:cubicBezTo>
                      <a:pt x="2231545" y="221017"/>
                      <a:pt x="2259976" y="250051"/>
                      <a:pt x="2291518" y="273720"/>
                    </a:cubicBezTo>
                    <a:lnTo>
                      <a:pt x="2327548" y="295960"/>
                    </a:lnTo>
                    <a:lnTo>
                      <a:pt x="2327548" y="342551"/>
                    </a:lnTo>
                    <a:lnTo>
                      <a:pt x="2273737" y="339100"/>
                    </a:lnTo>
                    <a:cubicBezTo>
                      <a:pt x="2199657" y="329972"/>
                      <a:pt x="2125551" y="307394"/>
                      <a:pt x="2067921" y="269562"/>
                    </a:cubicBezTo>
                    <a:cubicBezTo>
                      <a:pt x="2016030" y="235511"/>
                      <a:pt x="1994877" y="179041"/>
                      <a:pt x="1948351" y="140892"/>
                    </a:cubicBezTo>
                    <a:cubicBezTo>
                      <a:pt x="1896039" y="97982"/>
                      <a:pt x="1828118" y="80022"/>
                      <a:pt x="1775023" y="37233"/>
                    </a:cubicBezTo>
                    <a:cubicBezTo>
                      <a:pt x="1767791" y="31447"/>
                      <a:pt x="1771648" y="18731"/>
                      <a:pt x="1781050" y="18188"/>
                    </a:cubicBezTo>
                    <a:cubicBezTo>
                      <a:pt x="1830650" y="15326"/>
                      <a:pt x="1889049" y="2624"/>
                      <a:pt x="1945518" y="349"/>
                    </a:cubicBezTo>
                    <a:close/>
                  </a:path>
                </a:pathLst>
              </a:custGeom>
              <a:solidFill>
                <a:schemeClr val="accent2">
                  <a:alpha val="40000"/>
                </a:scheme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7" name="矩形: 圆角 16"/>
            <p:cNvSpPr/>
            <p:nvPr>
              <p:custDataLst>
                <p:tags r:id="rId2"/>
              </p:custDataLst>
            </p:nvPr>
          </p:nvSpPr>
          <p:spPr>
            <a:xfrm>
              <a:off x="6488053" y="5145562"/>
              <a:ext cx="5030847" cy="757398"/>
            </a:xfrm>
            <a:prstGeom prst="roundRect">
              <a:avLst>
                <a:gd name="adj" fmla="val 14331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{chapterTitle4}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文本框 17"/>
            <p:cNvSpPr txBox="1"/>
            <p:nvPr>
              <p:custDataLst>
                <p:tags r:id="rId3"/>
              </p:custDataLst>
            </p:nvPr>
          </p:nvSpPr>
          <p:spPr>
            <a:xfrm>
              <a:off x="6449443" y="4379177"/>
              <a:ext cx="1210588" cy="1200329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r>
                <a:rPr lang="en-GB" sz="5400" b="1" dirty="0">
                  <a:gradFill flip="none" rotWithShape="1">
                    <a:gsLst>
                      <a:gs pos="56000">
                        <a:schemeClr val="accent2"/>
                      </a:gs>
                      <a:gs pos="100000">
                        <a:schemeClr val="accent2">
                          <a:alpha val="20000"/>
                        </a:schemeClr>
                      </a:gs>
                    </a:gsLst>
                    <a:lin ang="5400000" scaled="1"/>
                    <a:tileRect/>
                  </a:gradFill>
                </a:rPr>
                <a:t>04</a:t>
              </a:r>
            </a:p>
          </p:txBody>
        </p:sp>
        <p:sp>
          <p:nvSpPr>
            <p:cNvPr id="15" name="矩形: 圆角 14"/>
            <p:cNvSpPr/>
            <p:nvPr>
              <p:custDataLst>
                <p:tags r:id="rId4"/>
              </p:custDataLst>
            </p:nvPr>
          </p:nvSpPr>
          <p:spPr>
            <a:xfrm>
              <a:off x="699012" y="5145562"/>
              <a:ext cx="5030845" cy="757398"/>
            </a:xfrm>
            <a:prstGeom prst="roundRect">
              <a:avLst>
                <a:gd name="adj" fmla="val 14331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{chapterTitle2}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5"/>
              </p:custDataLst>
            </p:nvPr>
          </p:nvSpPr>
          <p:spPr>
            <a:xfrm>
              <a:off x="660400" y="4379177"/>
              <a:ext cx="2158868" cy="1200329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r>
                <a:rPr lang="en-GB" sz="5400" b="1" dirty="0">
                  <a:gradFill flip="none" rotWithShape="1">
                    <a:gsLst>
                      <a:gs pos="56000">
                        <a:schemeClr val="accent2"/>
                      </a:gs>
                      <a:gs pos="100000">
                        <a:schemeClr val="accent2">
                          <a:alpha val="20000"/>
                        </a:schemeClr>
                      </a:gs>
                    </a:gsLst>
                    <a:lin ang="5400000" scaled="1"/>
                    <a:tileRect/>
                  </a:gradFill>
                </a:rPr>
                <a:t>02</a:t>
              </a:r>
            </a:p>
          </p:txBody>
        </p:sp>
        <p:sp>
          <p:nvSpPr>
            <p:cNvPr id="13" name="矩形: 圆角 12"/>
            <p:cNvSpPr/>
            <p:nvPr>
              <p:custDataLst>
                <p:tags r:id="rId6"/>
              </p:custDataLst>
            </p:nvPr>
          </p:nvSpPr>
          <p:spPr>
            <a:xfrm>
              <a:off x="6488053" y="3204423"/>
              <a:ext cx="5030847" cy="757398"/>
            </a:xfrm>
            <a:prstGeom prst="roundRect">
              <a:avLst>
                <a:gd name="adj" fmla="val 14331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{chapterTitle3}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7"/>
              </p:custDataLst>
            </p:nvPr>
          </p:nvSpPr>
          <p:spPr>
            <a:xfrm>
              <a:off x="6449443" y="2438038"/>
              <a:ext cx="2028931" cy="1200329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r>
                <a:rPr lang="en-GB" sz="5400" b="1" dirty="0">
                  <a:gradFill flip="none" rotWithShape="1">
                    <a:gsLst>
                      <a:gs pos="56000">
                        <a:schemeClr val="accent1"/>
                      </a:gs>
                      <a:gs pos="100000">
                        <a:schemeClr val="accent1">
                          <a:alpha val="20000"/>
                        </a:schemeClr>
                      </a:gs>
                    </a:gsLst>
                    <a:lin ang="5400000" scaled="1"/>
                    <a:tileRect/>
                  </a:gradFill>
                </a:rPr>
                <a:t>03</a:t>
              </a:r>
            </a:p>
          </p:txBody>
        </p:sp>
        <p:sp>
          <p:nvSpPr>
            <p:cNvPr id="11" name="矩形: 圆角 10"/>
            <p:cNvSpPr/>
            <p:nvPr>
              <p:custDataLst>
                <p:tags r:id="rId8"/>
              </p:custDataLst>
            </p:nvPr>
          </p:nvSpPr>
          <p:spPr>
            <a:xfrm>
              <a:off x="699010" y="3204423"/>
              <a:ext cx="5030847" cy="757398"/>
            </a:xfrm>
            <a:prstGeom prst="roundRect">
              <a:avLst>
                <a:gd name="adj" fmla="val 14331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{chapterTitle1}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9"/>
              </p:custDataLst>
            </p:nvPr>
          </p:nvSpPr>
          <p:spPr>
            <a:xfrm>
              <a:off x="660400" y="2438038"/>
              <a:ext cx="2028931" cy="1200329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r>
                <a:rPr lang="en-GB" sz="5400" b="1" dirty="0">
                  <a:gradFill flip="none" rotWithShape="1">
                    <a:gsLst>
                      <a:gs pos="56000">
                        <a:schemeClr val="accent1"/>
                      </a:gs>
                      <a:gs pos="100000">
                        <a:schemeClr val="accent1">
                          <a:alpha val="20000"/>
                        </a:schemeClr>
                      </a:gs>
                    </a:gsLst>
                    <a:lin ang="5400000" scaled="1"/>
                    <a:tileRect/>
                  </a:gradFill>
                </a:rPr>
                <a:t>01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5387616" y="438868"/>
              <a:ext cx="1840286" cy="1089415"/>
            </a:xfrm>
            <a:prstGeom prst="rect">
              <a:avLst/>
            </a:prstGeom>
          </p:spPr>
          <p:txBody>
            <a:bodyPr wrap="square" anchor="b" anchorCtr="0">
              <a:normAutofit/>
            </a:bodyPr>
            <a:lstStyle/>
            <a:p>
              <a:pPr>
                <a:buSzPct val="25000"/>
              </a:pPr>
              <a:r>
                <a:rPr lang="zh-CN" altLang="en-US" sz="4000" b="1" dirty="0">
                  <a:solidFill>
                    <a:schemeClr val="accent1"/>
                  </a:solidFill>
                </a:rPr>
                <a:t>目录</a:t>
              </a:r>
            </a:p>
          </p:txBody>
        </p:sp>
        <p:sp>
          <p:nvSpPr>
            <p:cNvPr id="10" name="矩形: 圆角 9"/>
            <p:cNvSpPr/>
            <p:nvPr/>
          </p:nvSpPr>
          <p:spPr>
            <a:xfrm>
              <a:off x="6803389" y="901956"/>
              <a:ext cx="5388610" cy="578485"/>
            </a:xfrm>
            <a:prstGeom prst="roundRect">
              <a:avLst/>
            </a:prstGeom>
            <a:solidFill>
              <a:schemeClr val="accent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zh-CN" altLang="en-US" sz="100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 flipH="1">
            <a:off x="-1" y="26291"/>
            <a:ext cx="12192001" cy="6831709"/>
            <a:chOff x="-1" y="26291"/>
            <a:chExt cx="12192001" cy="6831709"/>
          </a:xfrm>
        </p:grpSpPr>
        <p:sp>
          <p:nvSpPr>
            <p:cNvPr id="36" name="任意多边形: 形状 35"/>
            <p:cNvSpPr/>
            <p:nvPr userDrawn="1"/>
          </p:nvSpPr>
          <p:spPr>
            <a:xfrm flipH="1" flipV="1">
              <a:off x="-1" y="5573488"/>
              <a:ext cx="1118294" cy="1284512"/>
            </a:xfrm>
            <a:custGeom>
              <a:avLst/>
              <a:gdLst>
                <a:gd name="connsiteX0" fmla="*/ 1307581 w 1413600"/>
                <a:gd name="connsiteY0" fmla="*/ 1638010 h 1638300"/>
                <a:gd name="connsiteX1" fmla="*/ 1387184 w 1413600"/>
                <a:gd name="connsiteY1" fmla="*/ 1629077 h 1638300"/>
                <a:gd name="connsiteX2" fmla="*/ 1413600 w 1413600"/>
                <a:gd name="connsiteY2" fmla="*/ 1622665 h 1638300"/>
                <a:gd name="connsiteX3" fmla="*/ 1413600 w 1413600"/>
                <a:gd name="connsiteY3" fmla="*/ 0 h 1638300"/>
                <a:gd name="connsiteX4" fmla="*/ 0 w 1413600"/>
                <a:gd name="connsiteY4" fmla="*/ 0 h 1638300"/>
                <a:gd name="connsiteX5" fmla="*/ 45049 w 1413600"/>
                <a:gd name="connsiteY5" fmla="*/ 37022 h 1638300"/>
                <a:gd name="connsiteX6" fmla="*/ 319157 w 1413600"/>
                <a:gd name="connsiteY6" fmla="*/ 136752 h 1638300"/>
                <a:gd name="connsiteX7" fmla="*/ 688943 w 1413600"/>
                <a:gd name="connsiteY7" fmla="*/ 326478 h 1638300"/>
                <a:gd name="connsiteX8" fmla="*/ 699962 w 1413600"/>
                <a:gd name="connsiteY8" fmla="*/ 705787 h 1638300"/>
                <a:gd name="connsiteX9" fmla="*/ 992210 w 1413600"/>
                <a:gd name="connsiteY9" fmla="*/ 910997 h 1638300"/>
                <a:gd name="connsiteX10" fmla="*/ 932815 w 1413600"/>
                <a:gd name="connsiteY10" fmla="*/ 1332198 h 1638300"/>
                <a:gd name="connsiteX11" fmla="*/ 1307581 w 1413600"/>
                <a:gd name="connsiteY11" fmla="*/ 1638010 h 163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3600" h="1638300">
                  <a:moveTo>
                    <a:pt x="1307581" y="1638010"/>
                  </a:moveTo>
                  <a:cubicBezTo>
                    <a:pt x="1334228" y="1637108"/>
                    <a:pt x="1360934" y="1634114"/>
                    <a:pt x="1387184" y="1629077"/>
                  </a:cubicBezTo>
                  <a:lnTo>
                    <a:pt x="1413600" y="1622665"/>
                  </a:lnTo>
                  <a:lnTo>
                    <a:pt x="1413600" y="0"/>
                  </a:lnTo>
                  <a:lnTo>
                    <a:pt x="0" y="0"/>
                  </a:lnTo>
                  <a:lnTo>
                    <a:pt x="45049" y="37022"/>
                  </a:lnTo>
                  <a:cubicBezTo>
                    <a:pt x="126243" y="88549"/>
                    <a:pt x="227652" y="115833"/>
                    <a:pt x="319157" y="136752"/>
                  </a:cubicBezTo>
                  <a:cubicBezTo>
                    <a:pt x="441461" y="164728"/>
                    <a:pt x="656787" y="173800"/>
                    <a:pt x="688943" y="326478"/>
                  </a:cubicBezTo>
                  <a:cubicBezTo>
                    <a:pt x="715636" y="453318"/>
                    <a:pt x="627886" y="583174"/>
                    <a:pt x="699962" y="705787"/>
                  </a:cubicBezTo>
                  <a:cubicBezTo>
                    <a:pt x="765745" y="817666"/>
                    <a:pt x="927282" y="810755"/>
                    <a:pt x="992210" y="910997"/>
                  </a:cubicBezTo>
                  <a:cubicBezTo>
                    <a:pt x="1060700" y="1016725"/>
                    <a:pt x="930321" y="1213837"/>
                    <a:pt x="932815" y="1332198"/>
                  </a:cubicBezTo>
                  <a:cubicBezTo>
                    <a:pt x="937356" y="1548089"/>
                    <a:pt x="1121046" y="1644320"/>
                    <a:pt x="1307581" y="163801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3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/>
            <p:cNvSpPr/>
            <p:nvPr userDrawn="1"/>
          </p:nvSpPr>
          <p:spPr>
            <a:xfrm>
              <a:off x="9886449" y="26291"/>
              <a:ext cx="2305551" cy="1207423"/>
            </a:xfrm>
            <a:custGeom>
              <a:avLst/>
              <a:gdLst>
                <a:gd name="connsiteX0" fmla="*/ 2327548 w 2327548"/>
                <a:gd name="connsiteY0" fmla="*/ 379583 h 1218943"/>
                <a:gd name="connsiteX1" fmla="*/ 2327548 w 2327548"/>
                <a:gd name="connsiteY1" fmla="*/ 493956 h 1218943"/>
                <a:gd name="connsiteX2" fmla="*/ 2297176 w 2327548"/>
                <a:gd name="connsiteY2" fmla="*/ 550647 h 1218943"/>
                <a:gd name="connsiteX3" fmla="*/ 2265717 w 2327548"/>
                <a:gd name="connsiteY3" fmla="*/ 664310 h 1218943"/>
                <a:gd name="connsiteX4" fmla="*/ 2283857 w 2327548"/>
                <a:gd name="connsiteY4" fmla="*/ 713006 h 1218943"/>
                <a:gd name="connsiteX5" fmla="*/ 2294042 w 2327548"/>
                <a:gd name="connsiteY5" fmla="*/ 789424 h 1218943"/>
                <a:gd name="connsiteX6" fmla="*/ 2209186 w 2327548"/>
                <a:gd name="connsiteY6" fmla="*/ 968297 h 1218943"/>
                <a:gd name="connsiteX7" fmla="*/ 2062918 w 2327548"/>
                <a:gd name="connsiteY7" fmla="*/ 1073041 h 1218943"/>
                <a:gd name="connsiteX8" fmla="*/ 2045380 w 2327548"/>
                <a:gd name="connsiteY8" fmla="*/ 1053996 h 1218943"/>
                <a:gd name="connsiteX9" fmla="*/ 2127042 w 2327548"/>
                <a:gd name="connsiteY9" fmla="*/ 828297 h 1218943"/>
                <a:gd name="connsiteX10" fmla="*/ 2155669 w 2327548"/>
                <a:gd name="connsiteY10" fmla="*/ 618990 h 1218943"/>
                <a:gd name="connsiteX11" fmla="*/ 2279108 w 2327548"/>
                <a:gd name="connsiteY11" fmla="*/ 426479 h 1218943"/>
                <a:gd name="connsiteX12" fmla="*/ 1387046 w 2327548"/>
                <a:gd name="connsiteY12" fmla="*/ 47461 h 1218943"/>
                <a:gd name="connsiteX13" fmla="*/ 1706801 w 2327548"/>
                <a:gd name="connsiteY13" fmla="*/ 219721 h 1218943"/>
                <a:gd name="connsiteX14" fmla="*/ 1828781 w 2327548"/>
                <a:gd name="connsiteY14" fmla="*/ 297707 h 1218943"/>
                <a:gd name="connsiteX15" fmla="*/ 1955463 w 2327548"/>
                <a:gd name="connsiteY15" fmla="*/ 301744 h 1218943"/>
                <a:gd name="connsiteX16" fmla="*/ 2057374 w 2327548"/>
                <a:gd name="connsiteY16" fmla="*/ 337965 h 1218943"/>
                <a:gd name="connsiteX17" fmla="*/ 2057494 w 2327548"/>
                <a:gd name="connsiteY17" fmla="*/ 338206 h 1218943"/>
                <a:gd name="connsiteX18" fmla="*/ 2167662 w 2327548"/>
                <a:gd name="connsiteY18" fmla="*/ 402571 h 1218943"/>
                <a:gd name="connsiteX19" fmla="*/ 2171338 w 2327548"/>
                <a:gd name="connsiteY19" fmla="*/ 404319 h 1218943"/>
                <a:gd name="connsiteX20" fmla="*/ 2185561 w 2327548"/>
                <a:gd name="connsiteY20" fmla="*/ 399980 h 1218943"/>
                <a:gd name="connsiteX21" fmla="*/ 2191046 w 2327548"/>
                <a:gd name="connsiteY21" fmla="*/ 399919 h 1218943"/>
                <a:gd name="connsiteX22" fmla="*/ 2327548 w 2327548"/>
                <a:gd name="connsiteY22" fmla="*/ 350872 h 1218943"/>
                <a:gd name="connsiteX23" fmla="*/ 2327548 w 2327548"/>
                <a:gd name="connsiteY23" fmla="*/ 373761 h 1218943"/>
                <a:gd name="connsiteX24" fmla="*/ 2130598 w 2327548"/>
                <a:gd name="connsiteY24" fmla="*/ 443553 h 1218943"/>
                <a:gd name="connsiteX25" fmla="*/ 2088471 w 2327548"/>
                <a:gd name="connsiteY25" fmla="*/ 554986 h 1218943"/>
                <a:gd name="connsiteX26" fmla="*/ 2016573 w 2327548"/>
                <a:gd name="connsiteY26" fmla="*/ 656897 h 1218943"/>
                <a:gd name="connsiteX27" fmla="*/ 1956969 w 2327548"/>
                <a:gd name="connsiteY27" fmla="*/ 862347 h 1218943"/>
                <a:gd name="connsiteX28" fmla="*/ 1940275 w 2327548"/>
                <a:gd name="connsiteY28" fmla="*/ 987823 h 1218943"/>
                <a:gd name="connsiteX29" fmla="*/ 1555772 w 2327548"/>
                <a:gd name="connsiteY29" fmla="*/ 1218103 h 1218943"/>
                <a:gd name="connsiteX30" fmla="*/ 1540284 w 2327548"/>
                <a:gd name="connsiteY30" fmla="*/ 1196166 h 1218943"/>
                <a:gd name="connsiteX31" fmla="*/ 1591571 w 2327548"/>
                <a:gd name="connsiteY31" fmla="*/ 1150182 h 1218943"/>
                <a:gd name="connsiteX32" fmla="*/ 1638097 w 2327548"/>
                <a:gd name="connsiteY32" fmla="*/ 1073824 h 1218943"/>
                <a:gd name="connsiteX33" fmla="*/ 1713732 w 2327548"/>
                <a:gd name="connsiteY33" fmla="*/ 985654 h 1218943"/>
                <a:gd name="connsiteX34" fmla="*/ 1793706 w 2327548"/>
                <a:gd name="connsiteY34" fmla="*/ 841495 h 1218943"/>
                <a:gd name="connsiteX35" fmla="*/ 1820344 w 2327548"/>
                <a:gd name="connsiteY35" fmla="*/ 722528 h 1218943"/>
                <a:gd name="connsiteX36" fmla="*/ 1987705 w 2327548"/>
                <a:gd name="connsiteY36" fmla="*/ 523949 h 1218943"/>
                <a:gd name="connsiteX37" fmla="*/ 2060628 w 2327548"/>
                <a:gd name="connsiteY37" fmla="*/ 467780 h 1218943"/>
                <a:gd name="connsiteX38" fmla="*/ 1803530 w 2327548"/>
                <a:gd name="connsiteY38" fmla="*/ 551008 h 1218943"/>
                <a:gd name="connsiteX39" fmla="*/ 1802565 w 2327548"/>
                <a:gd name="connsiteY39" fmla="*/ 556372 h 1218943"/>
                <a:gd name="connsiteX40" fmla="*/ 1655514 w 2327548"/>
                <a:gd name="connsiteY40" fmla="*/ 827212 h 1218943"/>
                <a:gd name="connsiteX41" fmla="*/ 1509065 w 2327548"/>
                <a:gd name="connsiteY41" fmla="*/ 913213 h 1218943"/>
                <a:gd name="connsiteX42" fmla="*/ 1382806 w 2327548"/>
                <a:gd name="connsiteY42" fmla="*/ 1027961 h 1218943"/>
                <a:gd name="connsiteX43" fmla="*/ 1102806 w 2327548"/>
                <a:gd name="connsiteY43" fmla="*/ 1146144 h 1218943"/>
                <a:gd name="connsiteX44" fmla="*/ 717278 w 2327548"/>
                <a:gd name="connsiteY44" fmla="*/ 1209304 h 1218943"/>
                <a:gd name="connsiteX45" fmla="*/ 711855 w 2327548"/>
                <a:gd name="connsiteY45" fmla="*/ 1185378 h 1218943"/>
                <a:gd name="connsiteX46" fmla="*/ 1005475 w 2327548"/>
                <a:gd name="connsiteY46" fmla="*/ 1007952 h 1218943"/>
                <a:gd name="connsiteX47" fmla="*/ 1238949 w 2327548"/>
                <a:gd name="connsiteY47" fmla="*/ 846437 h 1218943"/>
                <a:gd name="connsiteX48" fmla="*/ 1545045 w 2327548"/>
                <a:gd name="connsiteY48" fmla="*/ 731809 h 1218943"/>
                <a:gd name="connsiteX49" fmla="*/ 1745251 w 2327548"/>
                <a:gd name="connsiteY49" fmla="*/ 567823 h 1218943"/>
                <a:gd name="connsiteX50" fmla="*/ 1307593 w 2327548"/>
                <a:gd name="connsiteY50" fmla="*/ 647857 h 1218943"/>
                <a:gd name="connsiteX51" fmla="*/ 1274988 w 2327548"/>
                <a:gd name="connsiteY51" fmla="*/ 649726 h 1218943"/>
                <a:gd name="connsiteX52" fmla="*/ 1262574 w 2327548"/>
                <a:gd name="connsiteY52" fmla="*/ 650630 h 1218943"/>
                <a:gd name="connsiteX53" fmla="*/ 1261910 w 2327548"/>
                <a:gd name="connsiteY53" fmla="*/ 650328 h 1218943"/>
                <a:gd name="connsiteX54" fmla="*/ 1212552 w 2327548"/>
                <a:gd name="connsiteY54" fmla="*/ 651775 h 1218943"/>
                <a:gd name="connsiteX55" fmla="*/ 1131131 w 2327548"/>
                <a:gd name="connsiteY55" fmla="*/ 716803 h 1218943"/>
                <a:gd name="connsiteX56" fmla="*/ 1030907 w 2327548"/>
                <a:gd name="connsiteY56" fmla="*/ 784724 h 1218943"/>
                <a:gd name="connsiteX57" fmla="*/ 850046 w 2327548"/>
                <a:gd name="connsiteY57" fmla="*/ 911887 h 1218943"/>
                <a:gd name="connsiteX58" fmla="*/ 630132 w 2327548"/>
                <a:gd name="connsiteY58" fmla="*/ 922313 h 1218943"/>
                <a:gd name="connsiteX59" fmla="*/ 489951 w 2327548"/>
                <a:gd name="connsiteY59" fmla="*/ 910079 h 1218943"/>
                <a:gd name="connsiteX60" fmla="*/ 375263 w 2327548"/>
                <a:gd name="connsiteY60" fmla="*/ 937380 h 1218943"/>
                <a:gd name="connsiteX61" fmla="*/ 368031 w 2327548"/>
                <a:gd name="connsiteY61" fmla="*/ 917673 h 1218943"/>
                <a:gd name="connsiteX62" fmla="*/ 558535 w 2327548"/>
                <a:gd name="connsiteY62" fmla="*/ 815701 h 1218943"/>
                <a:gd name="connsiteX63" fmla="*/ 746568 w 2327548"/>
                <a:gd name="connsiteY63" fmla="*/ 745128 h 1218943"/>
                <a:gd name="connsiteX64" fmla="*/ 870899 w 2327548"/>
                <a:gd name="connsiteY64" fmla="*/ 739945 h 1218943"/>
                <a:gd name="connsiteX65" fmla="*/ 999328 w 2327548"/>
                <a:gd name="connsiteY65" fmla="*/ 692576 h 1218943"/>
                <a:gd name="connsiteX66" fmla="*/ 1100576 w 2327548"/>
                <a:gd name="connsiteY66" fmla="*/ 647677 h 1218943"/>
                <a:gd name="connsiteX67" fmla="*/ 929177 w 2327548"/>
                <a:gd name="connsiteY67" fmla="*/ 608262 h 1218943"/>
                <a:gd name="connsiteX68" fmla="*/ 923994 w 2327548"/>
                <a:gd name="connsiteY68" fmla="*/ 606996 h 1218943"/>
                <a:gd name="connsiteX69" fmla="*/ 918027 w 2327548"/>
                <a:gd name="connsiteY69" fmla="*/ 603863 h 1218943"/>
                <a:gd name="connsiteX70" fmla="*/ 902840 w 2327548"/>
                <a:gd name="connsiteY70" fmla="*/ 596872 h 1218943"/>
                <a:gd name="connsiteX71" fmla="*/ 694256 w 2327548"/>
                <a:gd name="connsiteY71" fmla="*/ 596751 h 1218943"/>
                <a:gd name="connsiteX72" fmla="*/ 476512 w 2327548"/>
                <a:gd name="connsiteY72" fmla="*/ 578008 h 1218943"/>
                <a:gd name="connsiteX73" fmla="*/ 225922 w 2327548"/>
                <a:gd name="connsiteY73" fmla="*/ 487306 h 1218943"/>
                <a:gd name="connsiteX74" fmla="*/ 16977 w 2327548"/>
                <a:gd name="connsiteY74" fmla="*/ 417276 h 1218943"/>
                <a:gd name="connsiteX75" fmla="*/ 12095 w 2327548"/>
                <a:gd name="connsiteY75" fmla="*/ 419506 h 1218943"/>
                <a:gd name="connsiteX76" fmla="*/ 3778 w 2327548"/>
                <a:gd name="connsiteY76" fmla="*/ 403776 h 1218943"/>
                <a:gd name="connsiteX77" fmla="*/ 301316 w 2327548"/>
                <a:gd name="connsiteY77" fmla="*/ 357853 h 1218943"/>
                <a:gd name="connsiteX78" fmla="*/ 652069 w 2327548"/>
                <a:gd name="connsiteY78" fmla="*/ 378404 h 1218943"/>
                <a:gd name="connsiteX79" fmla="*/ 974979 w 2327548"/>
                <a:gd name="connsiteY79" fmla="*/ 481159 h 1218943"/>
                <a:gd name="connsiteX80" fmla="*/ 1146680 w 2327548"/>
                <a:gd name="connsiteY80" fmla="*/ 554745 h 1218943"/>
                <a:gd name="connsiteX81" fmla="*/ 1273663 w 2327548"/>
                <a:gd name="connsiteY81" fmla="*/ 627186 h 1218943"/>
                <a:gd name="connsiteX82" fmla="*/ 1277279 w 2327548"/>
                <a:gd name="connsiteY82" fmla="*/ 629657 h 1218943"/>
                <a:gd name="connsiteX83" fmla="*/ 1358398 w 2327548"/>
                <a:gd name="connsiteY83" fmla="*/ 622485 h 1218943"/>
                <a:gd name="connsiteX84" fmla="*/ 1641833 w 2327548"/>
                <a:gd name="connsiteY84" fmla="*/ 572283 h 1218943"/>
                <a:gd name="connsiteX85" fmla="*/ 1477245 w 2327548"/>
                <a:gd name="connsiteY85" fmla="*/ 547814 h 1218943"/>
                <a:gd name="connsiteX86" fmla="*/ 1290357 w 2327548"/>
                <a:gd name="connsiteY86" fmla="*/ 457715 h 1218943"/>
                <a:gd name="connsiteX87" fmla="*/ 1026810 w 2327548"/>
                <a:gd name="connsiteY87" fmla="*/ 360685 h 1218943"/>
                <a:gd name="connsiteX88" fmla="*/ 769892 w 2327548"/>
                <a:gd name="connsiteY88" fmla="*/ 264078 h 1218943"/>
                <a:gd name="connsiteX89" fmla="*/ 770916 w 2327548"/>
                <a:gd name="connsiteY89" fmla="*/ 242683 h 1218943"/>
                <a:gd name="connsiteX90" fmla="*/ 1069478 w 2327548"/>
                <a:gd name="connsiteY90" fmla="*/ 210380 h 1218943"/>
                <a:gd name="connsiteX91" fmla="*/ 1293189 w 2327548"/>
                <a:gd name="connsiteY91" fmla="*/ 289450 h 1218943"/>
                <a:gd name="connsiteX92" fmla="*/ 1546792 w 2327548"/>
                <a:gd name="connsiteY92" fmla="*/ 435356 h 1218943"/>
                <a:gd name="connsiteX93" fmla="*/ 1725665 w 2327548"/>
                <a:gd name="connsiteY93" fmla="*/ 550828 h 1218943"/>
                <a:gd name="connsiteX94" fmla="*/ 1845957 w 2327548"/>
                <a:gd name="connsiteY94" fmla="*/ 514969 h 1218943"/>
                <a:gd name="connsiteX95" fmla="*/ 2106853 w 2327548"/>
                <a:gd name="connsiteY95" fmla="*/ 428847 h 1218943"/>
                <a:gd name="connsiteX96" fmla="*/ 2078045 w 2327548"/>
                <a:gd name="connsiteY96" fmla="*/ 431198 h 1218943"/>
                <a:gd name="connsiteX97" fmla="*/ 1930090 w 2327548"/>
                <a:gd name="connsiteY97" fmla="*/ 453677 h 1218943"/>
                <a:gd name="connsiteX98" fmla="*/ 1681851 w 2327548"/>
                <a:gd name="connsiteY98" fmla="*/ 417397 h 1218943"/>
                <a:gd name="connsiteX99" fmla="*/ 1519250 w 2327548"/>
                <a:gd name="connsiteY99" fmla="*/ 272093 h 1218943"/>
                <a:gd name="connsiteX100" fmla="*/ 1452113 w 2327548"/>
                <a:gd name="connsiteY100" fmla="*/ 166566 h 1218943"/>
                <a:gd name="connsiteX101" fmla="*/ 1332363 w 2327548"/>
                <a:gd name="connsiteY101" fmla="*/ 74418 h 1218943"/>
                <a:gd name="connsiteX102" fmla="*/ 1333146 w 2327548"/>
                <a:gd name="connsiteY102" fmla="*/ 56518 h 1218943"/>
                <a:gd name="connsiteX103" fmla="*/ 1387046 w 2327548"/>
                <a:gd name="connsiteY103" fmla="*/ 47461 h 1218943"/>
                <a:gd name="connsiteX104" fmla="*/ 1945518 w 2327548"/>
                <a:gd name="connsiteY104" fmla="*/ 349 h 1218943"/>
                <a:gd name="connsiteX105" fmla="*/ 2098416 w 2327548"/>
                <a:gd name="connsiteY105" fmla="*/ 45068 h 1218943"/>
                <a:gd name="connsiteX106" fmla="*/ 2212200 w 2327548"/>
                <a:gd name="connsiteY106" fmla="*/ 197001 h 1218943"/>
                <a:gd name="connsiteX107" fmla="*/ 2291518 w 2327548"/>
                <a:gd name="connsiteY107" fmla="*/ 273720 h 1218943"/>
                <a:gd name="connsiteX108" fmla="*/ 2327548 w 2327548"/>
                <a:gd name="connsiteY108" fmla="*/ 295960 h 1218943"/>
                <a:gd name="connsiteX109" fmla="*/ 2327548 w 2327548"/>
                <a:gd name="connsiteY109" fmla="*/ 342551 h 1218943"/>
                <a:gd name="connsiteX110" fmla="*/ 2273737 w 2327548"/>
                <a:gd name="connsiteY110" fmla="*/ 339100 h 1218943"/>
                <a:gd name="connsiteX111" fmla="*/ 2067921 w 2327548"/>
                <a:gd name="connsiteY111" fmla="*/ 269562 h 1218943"/>
                <a:gd name="connsiteX112" fmla="*/ 1948351 w 2327548"/>
                <a:gd name="connsiteY112" fmla="*/ 140892 h 1218943"/>
                <a:gd name="connsiteX113" fmla="*/ 1775023 w 2327548"/>
                <a:gd name="connsiteY113" fmla="*/ 37233 h 1218943"/>
                <a:gd name="connsiteX114" fmla="*/ 1781050 w 2327548"/>
                <a:gd name="connsiteY114" fmla="*/ 18188 h 1218943"/>
                <a:gd name="connsiteX115" fmla="*/ 1945518 w 2327548"/>
                <a:gd name="connsiteY115" fmla="*/ 349 h 121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327548" h="1218943">
                  <a:moveTo>
                    <a:pt x="2327548" y="379583"/>
                  </a:moveTo>
                  <a:lnTo>
                    <a:pt x="2327548" y="493956"/>
                  </a:lnTo>
                  <a:lnTo>
                    <a:pt x="2297176" y="550647"/>
                  </a:lnTo>
                  <a:cubicBezTo>
                    <a:pt x="2274154" y="585602"/>
                    <a:pt x="2250168" y="619833"/>
                    <a:pt x="2265717" y="664310"/>
                  </a:cubicBezTo>
                  <a:cubicBezTo>
                    <a:pt x="2271442" y="680582"/>
                    <a:pt x="2278674" y="696553"/>
                    <a:pt x="2283857" y="713006"/>
                  </a:cubicBezTo>
                  <a:cubicBezTo>
                    <a:pt x="2291692" y="738077"/>
                    <a:pt x="2296392" y="762847"/>
                    <a:pt x="2294042" y="789424"/>
                  </a:cubicBezTo>
                  <a:cubicBezTo>
                    <a:pt x="2287895" y="859515"/>
                    <a:pt x="2258545" y="918456"/>
                    <a:pt x="2209186" y="968297"/>
                  </a:cubicBezTo>
                  <a:cubicBezTo>
                    <a:pt x="2167542" y="1010363"/>
                    <a:pt x="2122281" y="1058516"/>
                    <a:pt x="2062918" y="1073041"/>
                  </a:cubicBezTo>
                  <a:cubicBezTo>
                    <a:pt x="2050564" y="1076054"/>
                    <a:pt x="2041102" y="1066170"/>
                    <a:pt x="2045380" y="1053996"/>
                  </a:cubicBezTo>
                  <a:cubicBezTo>
                    <a:pt x="2072802" y="976372"/>
                    <a:pt x="2118364" y="912610"/>
                    <a:pt x="2127042" y="828297"/>
                  </a:cubicBezTo>
                  <a:cubicBezTo>
                    <a:pt x="2134154" y="759170"/>
                    <a:pt x="2126018" y="683716"/>
                    <a:pt x="2155669" y="618990"/>
                  </a:cubicBezTo>
                  <a:cubicBezTo>
                    <a:pt x="2185773" y="553268"/>
                    <a:pt x="2227402" y="484123"/>
                    <a:pt x="2279108" y="426479"/>
                  </a:cubicBezTo>
                  <a:close/>
                  <a:moveTo>
                    <a:pt x="1387046" y="47461"/>
                  </a:moveTo>
                  <a:cubicBezTo>
                    <a:pt x="1512280" y="40348"/>
                    <a:pt x="1631919" y="127174"/>
                    <a:pt x="1706801" y="219721"/>
                  </a:cubicBezTo>
                  <a:cubicBezTo>
                    <a:pt x="1737899" y="258111"/>
                    <a:pt x="1777554" y="292041"/>
                    <a:pt x="1828781" y="297707"/>
                  </a:cubicBezTo>
                  <a:cubicBezTo>
                    <a:pt x="1870848" y="302407"/>
                    <a:pt x="1913457" y="295899"/>
                    <a:pt x="1955463" y="301744"/>
                  </a:cubicBezTo>
                  <a:cubicBezTo>
                    <a:pt x="1993672" y="307108"/>
                    <a:pt x="2024770" y="317414"/>
                    <a:pt x="2057374" y="337965"/>
                  </a:cubicBezTo>
                  <a:lnTo>
                    <a:pt x="2057494" y="338206"/>
                  </a:lnTo>
                  <a:cubicBezTo>
                    <a:pt x="2094197" y="361348"/>
                    <a:pt x="2124210" y="391783"/>
                    <a:pt x="2167662" y="402571"/>
                  </a:cubicBezTo>
                  <a:cubicBezTo>
                    <a:pt x="2169109" y="402933"/>
                    <a:pt x="2170254" y="403596"/>
                    <a:pt x="2171338" y="404319"/>
                  </a:cubicBezTo>
                  <a:cubicBezTo>
                    <a:pt x="2176100" y="403113"/>
                    <a:pt x="2180861" y="401667"/>
                    <a:pt x="2185561" y="399980"/>
                  </a:cubicBezTo>
                  <a:cubicBezTo>
                    <a:pt x="2187611" y="399256"/>
                    <a:pt x="2189419" y="399437"/>
                    <a:pt x="2191046" y="399919"/>
                  </a:cubicBezTo>
                  <a:lnTo>
                    <a:pt x="2327548" y="350872"/>
                  </a:lnTo>
                  <a:lnTo>
                    <a:pt x="2327548" y="373761"/>
                  </a:lnTo>
                  <a:lnTo>
                    <a:pt x="2130598" y="443553"/>
                  </a:lnTo>
                  <a:cubicBezTo>
                    <a:pt x="2105647" y="474289"/>
                    <a:pt x="2103960" y="518766"/>
                    <a:pt x="2088471" y="554986"/>
                  </a:cubicBezTo>
                  <a:cubicBezTo>
                    <a:pt x="2071838" y="594039"/>
                    <a:pt x="2041162" y="622967"/>
                    <a:pt x="2016573" y="656897"/>
                  </a:cubicBezTo>
                  <a:cubicBezTo>
                    <a:pt x="1974085" y="715417"/>
                    <a:pt x="1958837" y="791052"/>
                    <a:pt x="1956969" y="862347"/>
                  </a:cubicBezTo>
                  <a:cubicBezTo>
                    <a:pt x="1955884" y="904354"/>
                    <a:pt x="1956005" y="948107"/>
                    <a:pt x="1940275" y="987823"/>
                  </a:cubicBezTo>
                  <a:cubicBezTo>
                    <a:pt x="1877839" y="1145421"/>
                    <a:pt x="1695290" y="1164405"/>
                    <a:pt x="1555772" y="1218103"/>
                  </a:cubicBezTo>
                  <a:cubicBezTo>
                    <a:pt x="1543297" y="1222864"/>
                    <a:pt x="1530279" y="1206291"/>
                    <a:pt x="1540284" y="1196166"/>
                  </a:cubicBezTo>
                  <a:cubicBezTo>
                    <a:pt x="1555531" y="1180677"/>
                    <a:pt x="1578975" y="1166876"/>
                    <a:pt x="1591571" y="1150182"/>
                  </a:cubicBezTo>
                  <a:cubicBezTo>
                    <a:pt x="1610072" y="1125835"/>
                    <a:pt x="1622367" y="1099679"/>
                    <a:pt x="1638097" y="1073824"/>
                  </a:cubicBezTo>
                  <a:cubicBezTo>
                    <a:pt x="1658769" y="1039834"/>
                    <a:pt x="1685647" y="1013497"/>
                    <a:pt x="1713732" y="985654"/>
                  </a:cubicBezTo>
                  <a:cubicBezTo>
                    <a:pt x="1756220" y="943406"/>
                    <a:pt x="1781653" y="901400"/>
                    <a:pt x="1793706" y="841495"/>
                  </a:cubicBezTo>
                  <a:cubicBezTo>
                    <a:pt x="1801661" y="801900"/>
                    <a:pt x="1806965" y="760798"/>
                    <a:pt x="1820344" y="722528"/>
                  </a:cubicBezTo>
                  <a:cubicBezTo>
                    <a:pt x="1850296" y="636588"/>
                    <a:pt x="1913939" y="574693"/>
                    <a:pt x="1987705" y="523949"/>
                  </a:cubicBezTo>
                  <a:cubicBezTo>
                    <a:pt x="2011631" y="507496"/>
                    <a:pt x="2035677" y="487005"/>
                    <a:pt x="2060628" y="467780"/>
                  </a:cubicBezTo>
                  <a:cubicBezTo>
                    <a:pt x="1975411" y="497190"/>
                    <a:pt x="1889771" y="525395"/>
                    <a:pt x="1803530" y="551008"/>
                  </a:cubicBezTo>
                  <a:cubicBezTo>
                    <a:pt x="1803650" y="552696"/>
                    <a:pt x="1803409" y="554444"/>
                    <a:pt x="1802565" y="556372"/>
                  </a:cubicBezTo>
                  <a:cubicBezTo>
                    <a:pt x="1759414" y="652558"/>
                    <a:pt x="1741636" y="757001"/>
                    <a:pt x="1655514" y="827212"/>
                  </a:cubicBezTo>
                  <a:cubicBezTo>
                    <a:pt x="1610193" y="864216"/>
                    <a:pt x="1556254" y="880247"/>
                    <a:pt x="1509065" y="913213"/>
                  </a:cubicBezTo>
                  <a:cubicBezTo>
                    <a:pt x="1461816" y="946239"/>
                    <a:pt x="1424571" y="988787"/>
                    <a:pt x="1382806" y="1027961"/>
                  </a:cubicBezTo>
                  <a:cubicBezTo>
                    <a:pt x="1300843" y="1104862"/>
                    <a:pt x="1212552" y="1131982"/>
                    <a:pt x="1102806" y="1146144"/>
                  </a:cubicBezTo>
                  <a:cubicBezTo>
                    <a:pt x="973593" y="1162778"/>
                    <a:pt x="845767" y="1187909"/>
                    <a:pt x="717278" y="1209304"/>
                  </a:cubicBezTo>
                  <a:cubicBezTo>
                    <a:pt x="702453" y="1211775"/>
                    <a:pt x="700223" y="1191104"/>
                    <a:pt x="711855" y="1185378"/>
                  </a:cubicBezTo>
                  <a:cubicBezTo>
                    <a:pt x="815393" y="1134694"/>
                    <a:pt x="917063" y="1082744"/>
                    <a:pt x="1005475" y="1007952"/>
                  </a:cubicBezTo>
                  <a:cubicBezTo>
                    <a:pt x="1076710" y="947685"/>
                    <a:pt x="1148669" y="877113"/>
                    <a:pt x="1238949" y="846437"/>
                  </a:cubicBezTo>
                  <a:cubicBezTo>
                    <a:pt x="1343391" y="810940"/>
                    <a:pt x="1458441" y="807083"/>
                    <a:pt x="1545045" y="731809"/>
                  </a:cubicBezTo>
                  <a:cubicBezTo>
                    <a:pt x="1610193" y="675158"/>
                    <a:pt x="1677993" y="621943"/>
                    <a:pt x="1745251" y="567823"/>
                  </a:cubicBezTo>
                  <a:cubicBezTo>
                    <a:pt x="1602238" y="607780"/>
                    <a:pt x="1456031" y="638215"/>
                    <a:pt x="1307593" y="647857"/>
                  </a:cubicBezTo>
                  <a:cubicBezTo>
                    <a:pt x="1296745" y="648581"/>
                    <a:pt x="1285897" y="649183"/>
                    <a:pt x="1274988" y="649726"/>
                  </a:cubicBezTo>
                  <a:cubicBezTo>
                    <a:pt x="1271734" y="652016"/>
                    <a:pt x="1267334" y="652860"/>
                    <a:pt x="1262574" y="650630"/>
                  </a:cubicBezTo>
                  <a:cubicBezTo>
                    <a:pt x="1262333" y="650509"/>
                    <a:pt x="1262152" y="650449"/>
                    <a:pt x="1261910" y="650328"/>
                  </a:cubicBezTo>
                  <a:cubicBezTo>
                    <a:pt x="1245518" y="651112"/>
                    <a:pt x="1229065" y="651534"/>
                    <a:pt x="1212552" y="651775"/>
                  </a:cubicBezTo>
                  <a:cubicBezTo>
                    <a:pt x="1179465" y="665335"/>
                    <a:pt x="1160843" y="697096"/>
                    <a:pt x="1131131" y="716803"/>
                  </a:cubicBezTo>
                  <a:cubicBezTo>
                    <a:pt x="1097442" y="739102"/>
                    <a:pt x="1063271" y="760376"/>
                    <a:pt x="1030907" y="784724"/>
                  </a:cubicBezTo>
                  <a:cubicBezTo>
                    <a:pt x="973714" y="827694"/>
                    <a:pt x="917123" y="884465"/>
                    <a:pt x="850046" y="911887"/>
                  </a:cubicBezTo>
                  <a:cubicBezTo>
                    <a:pt x="779172" y="940875"/>
                    <a:pt x="704201" y="932920"/>
                    <a:pt x="630132" y="922313"/>
                  </a:cubicBezTo>
                  <a:cubicBezTo>
                    <a:pt x="585836" y="915925"/>
                    <a:pt x="534489" y="903208"/>
                    <a:pt x="489951" y="910079"/>
                  </a:cubicBezTo>
                  <a:cubicBezTo>
                    <a:pt x="450898" y="916166"/>
                    <a:pt x="414075" y="930268"/>
                    <a:pt x="375263" y="937380"/>
                  </a:cubicBezTo>
                  <a:cubicBezTo>
                    <a:pt x="363873" y="939429"/>
                    <a:pt x="360257" y="923820"/>
                    <a:pt x="368031" y="917673"/>
                  </a:cubicBezTo>
                  <a:cubicBezTo>
                    <a:pt x="425647" y="872412"/>
                    <a:pt x="495978" y="852464"/>
                    <a:pt x="558535" y="815701"/>
                  </a:cubicBezTo>
                  <a:cubicBezTo>
                    <a:pt x="616211" y="781771"/>
                    <a:pt x="679792" y="754530"/>
                    <a:pt x="746568" y="745128"/>
                  </a:cubicBezTo>
                  <a:cubicBezTo>
                    <a:pt x="788092" y="739282"/>
                    <a:pt x="829495" y="744465"/>
                    <a:pt x="870899" y="739945"/>
                  </a:cubicBezTo>
                  <a:cubicBezTo>
                    <a:pt x="918449" y="734762"/>
                    <a:pt x="957804" y="714452"/>
                    <a:pt x="999328" y="692576"/>
                  </a:cubicBezTo>
                  <a:cubicBezTo>
                    <a:pt x="1032776" y="674917"/>
                    <a:pt x="1066043" y="659368"/>
                    <a:pt x="1100576" y="647677"/>
                  </a:cubicBezTo>
                  <a:cubicBezTo>
                    <a:pt x="1041695" y="642072"/>
                    <a:pt x="983900" y="630139"/>
                    <a:pt x="929177" y="608262"/>
                  </a:cubicBezTo>
                  <a:cubicBezTo>
                    <a:pt x="927549" y="608322"/>
                    <a:pt x="925802" y="608081"/>
                    <a:pt x="923994" y="606996"/>
                  </a:cubicBezTo>
                  <a:cubicBezTo>
                    <a:pt x="922066" y="605851"/>
                    <a:pt x="920016" y="604947"/>
                    <a:pt x="918027" y="603863"/>
                  </a:cubicBezTo>
                  <a:cubicBezTo>
                    <a:pt x="912905" y="601693"/>
                    <a:pt x="907902" y="599282"/>
                    <a:pt x="902840" y="596872"/>
                  </a:cubicBezTo>
                  <a:cubicBezTo>
                    <a:pt x="839379" y="572102"/>
                    <a:pt x="758561" y="590544"/>
                    <a:pt x="694256" y="596751"/>
                  </a:cubicBezTo>
                  <a:cubicBezTo>
                    <a:pt x="617114" y="604224"/>
                    <a:pt x="550339" y="603863"/>
                    <a:pt x="476512" y="578008"/>
                  </a:cubicBezTo>
                  <a:cubicBezTo>
                    <a:pt x="392680" y="548658"/>
                    <a:pt x="309934" y="515993"/>
                    <a:pt x="225922" y="487306"/>
                  </a:cubicBezTo>
                  <a:cubicBezTo>
                    <a:pt x="156495" y="463621"/>
                    <a:pt x="85078" y="444637"/>
                    <a:pt x="16977" y="417276"/>
                  </a:cubicBezTo>
                  <a:cubicBezTo>
                    <a:pt x="15349" y="418060"/>
                    <a:pt x="13722" y="418723"/>
                    <a:pt x="12095" y="419506"/>
                  </a:cubicBezTo>
                  <a:cubicBezTo>
                    <a:pt x="2995" y="424026"/>
                    <a:pt x="-4961" y="408839"/>
                    <a:pt x="3778" y="403776"/>
                  </a:cubicBezTo>
                  <a:cubicBezTo>
                    <a:pt x="96107" y="350320"/>
                    <a:pt x="198380" y="361228"/>
                    <a:pt x="301316" y="357853"/>
                  </a:cubicBezTo>
                  <a:cubicBezTo>
                    <a:pt x="418173" y="354056"/>
                    <a:pt x="537864" y="348150"/>
                    <a:pt x="652069" y="378404"/>
                  </a:cubicBezTo>
                  <a:cubicBezTo>
                    <a:pt x="760671" y="407212"/>
                    <a:pt x="868729" y="444698"/>
                    <a:pt x="974979" y="481159"/>
                  </a:cubicBezTo>
                  <a:cubicBezTo>
                    <a:pt x="1033499" y="501228"/>
                    <a:pt x="1094308" y="521176"/>
                    <a:pt x="1146680" y="554745"/>
                  </a:cubicBezTo>
                  <a:cubicBezTo>
                    <a:pt x="1188867" y="581745"/>
                    <a:pt x="1228040" y="606092"/>
                    <a:pt x="1273663" y="627186"/>
                  </a:cubicBezTo>
                  <a:cubicBezTo>
                    <a:pt x="1275109" y="627849"/>
                    <a:pt x="1276254" y="628693"/>
                    <a:pt x="1277279" y="629657"/>
                  </a:cubicBezTo>
                  <a:cubicBezTo>
                    <a:pt x="1304580" y="627849"/>
                    <a:pt x="1331700" y="625378"/>
                    <a:pt x="1358398" y="622485"/>
                  </a:cubicBezTo>
                  <a:cubicBezTo>
                    <a:pt x="1454222" y="612059"/>
                    <a:pt x="1548540" y="594702"/>
                    <a:pt x="1641833" y="572283"/>
                  </a:cubicBezTo>
                  <a:cubicBezTo>
                    <a:pt x="1586448" y="570595"/>
                    <a:pt x="1531123" y="560531"/>
                    <a:pt x="1477245" y="547814"/>
                  </a:cubicBezTo>
                  <a:cubicBezTo>
                    <a:pt x="1405527" y="530879"/>
                    <a:pt x="1353154" y="493454"/>
                    <a:pt x="1290357" y="457715"/>
                  </a:cubicBezTo>
                  <a:cubicBezTo>
                    <a:pt x="1210141" y="412033"/>
                    <a:pt x="1113112" y="393230"/>
                    <a:pt x="1026810" y="360685"/>
                  </a:cubicBezTo>
                  <a:cubicBezTo>
                    <a:pt x="941351" y="328443"/>
                    <a:pt x="858303" y="287823"/>
                    <a:pt x="769892" y="264078"/>
                  </a:cubicBezTo>
                  <a:cubicBezTo>
                    <a:pt x="758802" y="261064"/>
                    <a:pt x="758018" y="243044"/>
                    <a:pt x="770916" y="242683"/>
                  </a:cubicBezTo>
                  <a:cubicBezTo>
                    <a:pt x="872104" y="240091"/>
                    <a:pt x="966964" y="206221"/>
                    <a:pt x="1069478" y="210380"/>
                  </a:cubicBezTo>
                  <a:cubicBezTo>
                    <a:pt x="1153550" y="213755"/>
                    <a:pt x="1223943" y="243768"/>
                    <a:pt x="1293189" y="289450"/>
                  </a:cubicBezTo>
                  <a:cubicBezTo>
                    <a:pt x="1374007" y="342786"/>
                    <a:pt x="1453982" y="404198"/>
                    <a:pt x="1546792" y="435356"/>
                  </a:cubicBezTo>
                  <a:cubicBezTo>
                    <a:pt x="1622307" y="460668"/>
                    <a:pt x="1675884" y="487547"/>
                    <a:pt x="1725665" y="550828"/>
                  </a:cubicBezTo>
                  <a:cubicBezTo>
                    <a:pt x="1765923" y="539739"/>
                    <a:pt x="1806061" y="527745"/>
                    <a:pt x="1845957" y="514969"/>
                  </a:cubicBezTo>
                  <a:cubicBezTo>
                    <a:pt x="1932923" y="487065"/>
                    <a:pt x="2020008" y="458438"/>
                    <a:pt x="2106853" y="428847"/>
                  </a:cubicBezTo>
                  <a:cubicBezTo>
                    <a:pt x="2097331" y="429330"/>
                    <a:pt x="2087748" y="429992"/>
                    <a:pt x="2078045" y="431198"/>
                  </a:cubicBezTo>
                  <a:cubicBezTo>
                    <a:pt x="2028566" y="437466"/>
                    <a:pt x="1979630" y="447771"/>
                    <a:pt x="1930090" y="453677"/>
                  </a:cubicBezTo>
                  <a:cubicBezTo>
                    <a:pt x="1842884" y="464164"/>
                    <a:pt x="1761765" y="456209"/>
                    <a:pt x="1681851" y="417397"/>
                  </a:cubicBezTo>
                  <a:cubicBezTo>
                    <a:pt x="1609952" y="382502"/>
                    <a:pt x="1559750" y="341641"/>
                    <a:pt x="1519250" y="272093"/>
                  </a:cubicBezTo>
                  <a:cubicBezTo>
                    <a:pt x="1498518" y="236536"/>
                    <a:pt x="1480258" y="197061"/>
                    <a:pt x="1452113" y="166566"/>
                  </a:cubicBezTo>
                  <a:cubicBezTo>
                    <a:pt x="1417218" y="128718"/>
                    <a:pt x="1376117" y="101056"/>
                    <a:pt x="1332363" y="74418"/>
                  </a:cubicBezTo>
                  <a:cubicBezTo>
                    <a:pt x="1325974" y="70500"/>
                    <a:pt x="1324166" y="59049"/>
                    <a:pt x="1333146" y="56518"/>
                  </a:cubicBezTo>
                  <a:cubicBezTo>
                    <a:pt x="1351151" y="51410"/>
                    <a:pt x="1369155" y="48477"/>
                    <a:pt x="1387046" y="47461"/>
                  </a:cubicBezTo>
                  <a:close/>
                  <a:moveTo>
                    <a:pt x="1945518" y="349"/>
                  </a:moveTo>
                  <a:cubicBezTo>
                    <a:pt x="2001989" y="-1926"/>
                    <a:pt x="2056530" y="6226"/>
                    <a:pt x="2098416" y="45068"/>
                  </a:cubicBezTo>
                  <a:cubicBezTo>
                    <a:pt x="2146087" y="89243"/>
                    <a:pt x="2172062" y="147160"/>
                    <a:pt x="2212200" y="197001"/>
                  </a:cubicBezTo>
                  <a:cubicBezTo>
                    <a:pt x="2231545" y="221017"/>
                    <a:pt x="2259976" y="250051"/>
                    <a:pt x="2291518" y="273720"/>
                  </a:cubicBezTo>
                  <a:lnTo>
                    <a:pt x="2327548" y="295960"/>
                  </a:lnTo>
                  <a:lnTo>
                    <a:pt x="2327548" y="342551"/>
                  </a:lnTo>
                  <a:lnTo>
                    <a:pt x="2273737" y="339100"/>
                  </a:lnTo>
                  <a:cubicBezTo>
                    <a:pt x="2199657" y="329972"/>
                    <a:pt x="2125551" y="307394"/>
                    <a:pt x="2067921" y="269562"/>
                  </a:cubicBezTo>
                  <a:cubicBezTo>
                    <a:pt x="2016030" y="235511"/>
                    <a:pt x="1994877" y="179041"/>
                    <a:pt x="1948351" y="140892"/>
                  </a:cubicBezTo>
                  <a:cubicBezTo>
                    <a:pt x="1896039" y="97982"/>
                    <a:pt x="1828118" y="80022"/>
                    <a:pt x="1775023" y="37233"/>
                  </a:cubicBezTo>
                  <a:cubicBezTo>
                    <a:pt x="1767791" y="31447"/>
                    <a:pt x="1771648" y="18731"/>
                    <a:pt x="1781050" y="18188"/>
                  </a:cubicBezTo>
                  <a:cubicBezTo>
                    <a:pt x="1830650" y="15326"/>
                    <a:pt x="1889049" y="2624"/>
                    <a:pt x="1945518" y="349"/>
                  </a:cubicBezTo>
                  <a:close/>
                </a:path>
              </a:pathLst>
            </a:custGeom>
            <a:solidFill>
              <a:schemeClr val="accent2">
                <a:alpha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7" name="矩形: 圆角 16"/>
          <p:cNvSpPr/>
          <p:nvPr>
            <p:custDataLst>
              <p:tags r:id="rId1"/>
            </p:custDataLst>
          </p:nvPr>
        </p:nvSpPr>
        <p:spPr>
          <a:xfrm>
            <a:off x="6825983" y="2673776"/>
            <a:ext cx="5030847" cy="757398"/>
          </a:xfrm>
          <a:prstGeom prst="roundRect">
            <a:avLst>
              <a:gd name="adj" fmla="val 14331"/>
            </a:avLst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87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{chapterTitle4}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787373" y="1880721"/>
            <a:ext cx="1210588" cy="12003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GB" sz="5400" b="1" dirty="0">
                <a:gradFill flip="none" rotWithShape="1">
                  <a:gsLst>
                    <a:gs pos="56000">
                      <a:schemeClr val="accent2"/>
                    </a:gs>
                    <a:gs pos="100000">
                      <a:schemeClr val="accent2">
                        <a:alpha val="20000"/>
                      </a:schemeClr>
                    </a:gs>
                  </a:gsLst>
                  <a:lin ang="5400000" scaled="1"/>
                  <a:tileRect/>
                </a:gradFill>
              </a:rPr>
              <a:t>04</a:t>
            </a:r>
          </a:p>
        </p:txBody>
      </p:sp>
      <p:sp>
        <p:nvSpPr>
          <p:cNvPr id="15" name="矩形: 圆角 14"/>
          <p:cNvSpPr/>
          <p:nvPr>
            <p:custDataLst>
              <p:tags r:id="rId3"/>
            </p:custDataLst>
          </p:nvPr>
        </p:nvSpPr>
        <p:spPr>
          <a:xfrm>
            <a:off x="1458367" y="3571744"/>
            <a:ext cx="5030845" cy="757398"/>
          </a:xfrm>
          <a:prstGeom prst="roundRect">
            <a:avLst>
              <a:gd name="adj" fmla="val 14331"/>
            </a:avLst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87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{chapterTitle2}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1431683" y="2778689"/>
            <a:ext cx="2158868" cy="12003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GB" sz="5400" b="1" dirty="0">
                <a:gradFill flip="none" rotWithShape="1">
                  <a:gsLst>
                    <a:gs pos="56000">
                      <a:schemeClr val="accent2"/>
                    </a:gs>
                    <a:gs pos="100000">
                      <a:schemeClr val="accent2">
                        <a:alpha val="20000"/>
                      </a:schemeClr>
                    </a:gs>
                  </a:gsLst>
                  <a:lin ang="5400000" scaled="1"/>
                  <a:tileRect/>
                </a:gradFill>
              </a:rPr>
              <a:t>02</a:t>
            </a:r>
          </a:p>
        </p:txBody>
      </p:sp>
      <p:sp>
        <p:nvSpPr>
          <p:cNvPr id="13" name="矩形: 圆角 12"/>
          <p:cNvSpPr/>
          <p:nvPr>
            <p:custDataLst>
              <p:tags r:id="rId5"/>
            </p:custDataLst>
          </p:nvPr>
        </p:nvSpPr>
        <p:spPr>
          <a:xfrm>
            <a:off x="6825983" y="4533529"/>
            <a:ext cx="5030847" cy="757398"/>
          </a:xfrm>
          <a:prstGeom prst="roundRect">
            <a:avLst>
              <a:gd name="adj" fmla="val 14331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87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{chapterTitle5}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6787373" y="3740474"/>
            <a:ext cx="2028931" cy="12003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GB" sz="5400" b="1" dirty="0">
                <a:gradFill flip="none" rotWithShape="1">
                  <a:gsLst>
                    <a:gs pos="56000">
                      <a:schemeClr val="accent1"/>
                    </a:gs>
                    <a:gs pos="100000">
                      <a:schemeClr val="accent1">
                        <a:alpha val="20000"/>
                      </a:schemeClr>
                    </a:gs>
                  </a:gsLst>
                  <a:lin ang="5400000" scaled="1"/>
                  <a:tileRect/>
                </a:gradFill>
              </a:rPr>
              <a:t>05</a:t>
            </a:r>
          </a:p>
        </p:txBody>
      </p:sp>
      <p:sp>
        <p:nvSpPr>
          <p:cNvPr id="11" name="矩形: 圆角 10"/>
          <p:cNvSpPr/>
          <p:nvPr>
            <p:custDataLst>
              <p:tags r:id="rId7"/>
            </p:custDataLst>
          </p:nvPr>
        </p:nvSpPr>
        <p:spPr>
          <a:xfrm>
            <a:off x="1470293" y="1777707"/>
            <a:ext cx="5030847" cy="757398"/>
          </a:xfrm>
          <a:prstGeom prst="roundRect">
            <a:avLst>
              <a:gd name="adj" fmla="val 14331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87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{chapterTitle1}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1431683" y="984652"/>
            <a:ext cx="2028931" cy="12003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GB" sz="5400" b="1" dirty="0">
                <a:gradFill flip="none" rotWithShape="1">
                  <a:gsLst>
                    <a:gs pos="56000">
                      <a:schemeClr val="accent1"/>
                    </a:gs>
                    <a:gs pos="100000">
                      <a:schemeClr val="accent1">
                        <a:alpha val="20000"/>
                      </a:schemeClr>
                    </a:gs>
                  </a:gsLst>
                  <a:lin ang="5400000" scaled="1"/>
                  <a:tileRect/>
                </a:gradFill>
              </a:rPr>
              <a:t>01</a:t>
            </a:r>
          </a:p>
        </p:txBody>
      </p:sp>
      <p:sp>
        <p:nvSpPr>
          <p:cNvPr id="9" name="矩形 8"/>
          <p:cNvSpPr/>
          <p:nvPr/>
        </p:nvSpPr>
        <p:spPr>
          <a:xfrm>
            <a:off x="9450040" y="144349"/>
            <a:ext cx="1840286" cy="1089415"/>
          </a:xfrm>
          <a:prstGeom prst="rect">
            <a:avLst/>
          </a:prstGeom>
        </p:spPr>
        <p:txBody>
          <a:bodyPr wrap="square" anchor="b" anchorCtr="0">
            <a:normAutofit/>
          </a:bodyPr>
          <a:lstStyle/>
          <a:p>
            <a:pPr>
              <a:buSzPct val="25000"/>
            </a:pPr>
            <a:r>
              <a:rPr lang="zh-CN" altLang="en-US" sz="5400" b="1" dirty="0">
                <a:solidFill>
                  <a:schemeClr val="accent1"/>
                </a:solidFill>
              </a:rPr>
              <a:t>目录</a:t>
            </a:r>
            <a:endParaRPr lang="en-US" altLang="zh-CN" sz="5400" b="1" dirty="0">
              <a:solidFill>
                <a:schemeClr val="accent1"/>
              </a:solidFill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11337290" y="438150"/>
            <a:ext cx="854710" cy="578485"/>
          </a:xfrm>
          <a:prstGeom prst="round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" name="矩形: 圆角 1"/>
          <p:cNvSpPr/>
          <p:nvPr>
            <p:custDataLst>
              <p:tags r:id="rId9"/>
            </p:custDataLst>
          </p:nvPr>
        </p:nvSpPr>
        <p:spPr>
          <a:xfrm>
            <a:off x="1431683" y="5375043"/>
            <a:ext cx="5030847" cy="757398"/>
          </a:xfrm>
          <a:prstGeom prst="roundRect">
            <a:avLst>
              <a:gd name="adj" fmla="val 14331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87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{chapterTitle3}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0"/>
            </p:custDataLst>
          </p:nvPr>
        </p:nvSpPr>
        <p:spPr>
          <a:xfrm>
            <a:off x="1393073" y="4581988"/>
            <a:ext cx="2028931" cy="12003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GB" sz="5400" b="1" dirty="0">
                <a:gradFill flip="none" rotWithShape="1">
                  <a:gsLst>
                    <a:gs pos="56000">
                      <a:schemeClr val="accent1"/>
                    </a:gs>
                    <a:gs pos="100000">
                      <a:schemeClr val="accent1">
                        <a:alpha val="20000"/>
                      </a:schemeClr>
                    </a:gs>
                  </a:gsLst>
                  <a:lin ang="5400000" scaled="1"/>
                  <a:tileRect/>
                </a:gradFill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grpSp>
        <p:nvGrpSpPr>
          <p:cNvPr id="33" name="组合 32"/>
          <p:cNvGrpSpPr/>
          <p:nvPr>
            <p:custDataLst>
              <p:tags r:id="rId1"/>
            </p:custDataLst>
          </p:nvPr>
        </p:nvGrpSpPr>
        <p:grpSpPr>
          <a:xfrm>
            <a:off x="1058334" y="1818964"/>
            <a:ext cx="10075332" cy="3969006"/>
            <a:chOff x="1051984" y="2121224"/>
            <a:chExt cx="10075332" cy="3969006"/>
          </a:xfrm>
        </p:grpSpPr>
        <p:sp>
          <p:nvSpPr>
            <p:cNvPr id="7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2140502" y="3797907"/>
              <a:ext cx="7935402" cy="363496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椭圆 4"/>
            <p:cNvSpPr/>
            <p:nvPr>
              <p:custDataLst>
                <p:tags r:id="rId3"/>
              </p:custDataLst>
            </p:nvPr>
          </p:nvSpPr>
          <p:spPr>
            <a:xfrm>
              <a:off x="5636637" y="3526644"/>
              <a:ext cx="906025" cy="90602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02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1051984" y="2121224"/>
              <a:ext cx="2401444" cy="2303627"/>
              <a:chOff x="1051984" y="2121224"/>
              <a:chExt cx="2401444" cy="2303627"/>
            </a:xfrm>
          </p:grpSpPr>
          <p:sp>
            <p:nvSpPr>
              <p:cNvPr id="13" name="矩形 12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1051984" y="2678285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  <a:endParaRPr lang="en-US" dirty="0"/>
              </a:p>
            </p:txBody>
          </p:sp>
          <p:sp>
            <p:nvSpPr>
              <p:cNvPr id="14" name="文本框 13"/>
              <p:cNvSpPr txBox="1"/>
              <p:nvPr>
                <p:custDataLst>
                  <p:tags r:id="rId10"/>
                </p:custDataLst>
              </p:nvPr>
            </p:nvSpPr>
            <p:spPr bwMode="auto">
              <a:xfrm>
                <a:off x="1051984" y="2121224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b="1" dirty="0"/>
                  <a:t>{vItem.item1}</a:t>
                </a:r>
                <a:endParaRPr lang="en-US" dirty="0"/>
              </a:p>
            </p:txBody>
          </p:sp>
          <p:sp>
            <p:nvSpPr>
              <p:cNvPr id="25" name="椭圆 24"/>
              <p:cNvSpPr/>
              <p:nvPr>
                <p:custDataLst>
                  <p:tags r:id="rId11"/>
                </p:custDataLst>
              </p:nvPr>
            </p:nvSpPr>
            <p:spPr>
              <a:xfrm>
                <a:off x="2012710" y="3518827"/>
                <a:ext cx="906025" cy="9060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01</a:t>
                </a: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8725872" y="2121224"/>
              <a:ext cx="2401444" cy="1326998"/>
              <a:chOff x="8725872" y="2121224"/>
              <a:chExt cx="2401444" cy="1326998"/>
            </a:xfrm>
          </p:grpSpPr>
          <p:sp>
            <p:nvSpPr>
              <p:cNvPr id="17" name="矩形 16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8725872" y="2678285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{vItem.item3_Desc}</a:t>
                </a:r>
                <a:endParaRPr lang="en-US" sz="1200" dirty="0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 bwMode="auto">
              <a:xfrm>
                <a:off x="8725872" y="2121224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{vItem.item3}</a:t>
                </a:r>
                <a:endParaRPr lang="en-US" dirty="0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4912358" y="4763233"/>
              <a:ext cx="2401444" cy="1326997"/>
              <a:chOff x="4912358" y="4763233"/>
              <a:chExt cx="2401444" cy="1326997"/>
            </a:xfrm>
          </p:grpSpPr>
          <p:sp>
            <p:nvSpPr>
              <p:cNvPr id="19" name="矩形 18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4912358" y="5320293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{vItem.item2_Desc}</a:t>
                </a:r>
                <a:endParaRPr lang="en-US" sz="1200" dirty="0"/>
              </a:p>
            </p:txBody>
          </p:sp>
          <p:sp>
            <p:nvSpPr>
              <p:cNvPr id="20" name="文本框 19"/>
              <p:cNvSpPr txBox="1"/>
              <p:nvPr>
                <p:custDataLst>
                  <p:tags r:id="rId6"/>
                </p:custDataLst>
              </p:nvPr>
            </p:nvSpPr>
            <p:spPr bwMode="auto">
              <a:xfrm>
                <a:off x="4912358" y="4763233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{vItem.item2}</a:t>
                </a:r>
                <a:endParaRPr lang="en-US" dirty="0"/>
              </a:p>
            </p:txBody>
          </p:sp>
        </p:grpSp>
        <p:sp>
          <p:nvSpPr>
            <p:cNvPr id="12" name="椭圆 11"/>
            <p:cNvSpPr/>
            <p:nvPr>
              <p:custDataLst>
                <p:tags r:id="rId4"/>
              </p:custDataLst>
            </p:nvPr>
          </p:nvSpPr>
          <p:spPr>
            <a:xfrm>
              <a:off x="9284421" y="3526644"/>
              <a:ext cx="906025" cy="90602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03</a:t>
              </a: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progress1-3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1531443" y="1855794"/>
            <a:ext cx="9483098" cy="3947207"/>
            <a:chOff x="1525093" y="2121224"/>
            <a:chExt cx="9483098" cy="3947207"/>
          </a:xfrm>
        </p:grpSpPr>
        <p:sp>
          <p:nvSpPr>
            <p:cNvPr id="7" name="矩形: 圆角 6"/>
            <p:cNvSpPr/>
            <p:nvPr/>
          </p:nvSpPr>
          <p:spPr>
            <a:xfrm>
              <a:off x="2303503" y="3797907"/>
              <a:ext cx="7763699" cy="363496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" name="椭圆 3"/>
            <p:cNvSpPr/>
            <p:nvPr/>
          </p:nvSpPr>
          <p:spPr>
            <a:xfrm>
              <a:off x="9351367" y="3526644"/>
              <a:ext cx="906025" cy="906024"/>
            </a:xfrm>
            <a:prstGeom prst="ellipse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04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976441" y="3526644"/>
              <a:ext cx="906025" cy="90602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03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4601516" y="3526644"/>
              <a:ext cx="906025" cy="906024"/>
            </a:xfrm>
            <a:prstGeom prst="ellipse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02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1525093" y="2121224"/>
              <a:ext cx="2401444" cy="2303627"/>
              <a:chOff x="1525093" y="2121224"/>
              <a:chExt cx="2401444" cy="2303627"/>
            </a:xfrm>
          </p:grpSpPr>
          <p:sp>
            <p:nvSpPr>
              <p:cNvPr id="13" name="矩形 12"/>
              <p:cNvSpPr/>
              <p:nvPr/>
            </p:nvSpPr>
            <p:spPr bwMode="auto">
              <a:xfrm>
                <a:off x="1525093" y="2678285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  <a:endParaRPr lang="en-US" dirty="0"/>
              </a:p>
            </p:txBody>
          </p:sp>
          <p:sp>
            <p:nvSpPr>
              <p:cNvPr id="14" name="文本框 13"/>
              <p:cNvSpPr txBox="1"/>
              <p:nvPr/>
            </p:nvSpPr>
            <p:spPr bwMode="auto">
              <a:xfrm>
                <a:off x="1525093" y="2121224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b="1" dirty="0"/>
                  <a:t>{vItem.item1}</a:t>
                </a:r>
                <a:endParaRPr lang="en-US" dirty="0"/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2112098" y="3518827"/>
                <a:ext cx="906025" cy="9060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01</a:t>
                </a: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6227735" y="2121224"/>
              <a:ext cx="2401444" cy="1326998"/>
              <a:chOff x="6227735" y="2121224"/>
              <a:chExt cx="2401444" cy="1326998"/>
            </a:xfrm>
          </p:grpSpPr>
          <p:sp>
            <p:nvSpPr>
              <p:cNvPr id="15" name="矩形 14"/>
              <p:cNvSpPr/>
              <p:nvPr/>
            </p:nvSpPr>
            <p:spPr bwMode="auto">
              <a:xfrm>
                <a:off x="6227735" y="2678285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{vItem.item3_Desc}</a:t>
                </a:r>
                <a:endParaRPr lang="en-US" dirty="0"/>
              </a:p>
            </p:txBody>
          </p:sp>
          <p:sp>
            <p:nvSpPr>
              <p:cNvPr id="16" name="文本框 15"/>
              <p:cNvSpPr txBox="1"/>
              <p:nvPr/>
            </p:nvSpPr>
            <p:spPr bwMode="auto">
              <a:xfrm>
                <a:off x="6227735" y="2121224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{vItem.item3}</a:t>
                </a:r>
                <a:endParaRPr lang="en-US" dirty="0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3851691" y="4741434"/>
              <a:ext cx="2401444" cy="1326997"/>
              <a:chOff x="3851691" y="4741434"/>
              <a:chExt cx="2401444" cy="1326997"/>
            </a:xfrm>
          </p:grpSpPr>
          <p:sp>
            <p:nvSpPr>
              <p:cNvPr id="19" name="矩形 18"/>
              <p:cNvSpPr/>
              <p:nvPr/>
            </p:nvSpPr>
            <p:spPr bwMode="auto">
              <a:xfrm>
                <a:off x="3851691" y="5298494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  <a:endParaRPr lang="en-US" sz="1200" dirty="0"/>
              </a:p>
            </p:txBody>
          </p:sp>
          <p:sp>
            <p:nvSpPr>
              <p:cNvPr id="20" name="文本框 19"/>
              <p:cNvSpPr txBox="1"/>
              <p:nvPr/>
            </p:nvSpPr>
            <p:spPr bwMode="auto">
              <a:xfrm>
                <a:off x="3851691" y="4741434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{vItem.item2}</a:t>
                </a:r>
                <a:endParaRPr lang="en-US" dirty="0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8606747" y="4739267"/>
              <a:ext cx="2401444" cy="1326997"/>
              <a:chOff x="8606747" y="4739267"/>
              <a:chExt cx="2401444" cy="1326997"/>
            </a:xfrm>
          </p:grpSpPr>
          <p:sp>
            <p:nvSpPr>
              <p:cNvPr id="21" name="矩形 20"/>
              <p:cNvSpPr/>
              <p:nvPr/>
            </p:nvSpPr>
            <p:spPr bwMode="auto">
              <a:xfrm>
                <a:off x="8606747" y="5296327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{vItem.item4_Desc}</a:t>
                </a:r>
                <a:endParaRPr lang="en-US" sz="1200" dirty="0"/>
              </a:p>
            </p:txBody>
          </p:sp>
          <p:sp>
            <p:nvSpPr>
              <p:cNvPr id="22" name="文本框 21"/>
              <p:cNvSpPr txBox="1"/>
              <p:nvPr/>
            </p:nvSpPr>
            <p:spPr bwMode="auto">
              <a:xfrm>
                <a:off x="8606747" y="4739267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{vItem.item4}</a:t>
                </a:r>
                <a:endParaRPr lang="en-US" dirty="0"/>
              </a:p>
            </p:txBody>
          </p:sp>
        </p:grpSp>
      </p:grpSp>
      <p:sp>
        <p:nvSpPr>
          <p:cNvPr id="8" name="文本框 7"/>
          <p:cNvSpPr txBox="1"/>
          <p:nvPr/>
        </p:nvSpPr>
        <p:spPr>
          <a:xfrm>
            <a:off x="11252936" y="17605"/>
            <a:ext cx="92782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progress1-4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84CB1AD-6803-DC0F-680F-FD05AE8E3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778644" y="1876749"/>
            <a:ext cx="10634712" cy="3947207"/>
            <a:chOff x="772294" y="2121224"/>
            <a:chExt cx="10634712" cy="3947207"/>
          </a:xfrm>
        </p:grpSpPr>
        <p:sp>
          <p:nvSpPr>
            <p:cNvPr id="7" name="矩形: 圆角 6"/>
            <p:cNvSpPr/>
            <p:nvPr/>
          </p:nvSpPr>
          <p:spPr>
            <a:xfrm>
              <a:off x="1167469" y="3797907"/>
              <a:ext cx="9671334" cy="363496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" name="椭圆 3"/>
            <p:cNvSpPr/>
            <p:nvPr/>
          </p:nvSpPr>
          <p:spPr>
            <a:xfrm>
              <a:off x="8011563" y="3526644"/>
              <a:ext cx="906025" cy="906024"/>
            </a:xfrm>
            <a:prstGeom prst="ellipse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04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636637" y="3526644"/>
              <a:ext cx="906025" cy="90602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03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3261712" y="3526644"/>
              <a:ext cx="906025" cy="906024"/>
            </a:xfrm>
            <a:prstGeom prst="ellipse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02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772294" y="2121224"/>
              <a:ext cx="2681134" cy="2303627"/>
              <a:chOff x="772294" y="2121224"/>
              <a:chExt cx="2681134" cy="2303627"/>
            </a:xfrm>
          </p:grpSpPr>
          <p:sp>
            <p:nvSpPr>
              <p:cNvPr id="13" name="矩形 12"/>
              <p:cNvSpPr/>
              <p:nvPr/>
            </p:nvSpPr>
            <p:spPr bwMode="auto">
              <a:xfrm>
                <a:off x="1051984" y="2678285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  <a:endParaRPr lang="en-US" dirty="0"/>
              </a:p>
            </p:txBody>
          </p:sp>
          <p:sp>
            <p:nvSpPr>
              <p:cNvPr id="14" name="文本框 13"/>
              <p:cNvSpPr txBox="1"/>
              <p:nvPr/>
            </p:nvSpPr>
            <p:spPr bwMode="auto">
              <a:xfrm>
                <a:off x="1051984" y="2121224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b="1" dirty="0"/>
                  <a:t>{vItem.item1}</a:t>
                </a:r>
                <a:endParaRPr lang="en-US" dirty="0"/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772294" y="3518827"/>
                <a:ext cx="906025" cy="9060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01</a:t>
                </a: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4887931" y="2121224"/>
              <a:ext cx="2401444" cy="1326998"/>
              <a:chOff x="4887931" y="2121224"/>
              <a:chExt cx="2401444" cy="1326998"/>
            </a:xfrm>
          </p:grpSpPr>
          <p:sp>
            <p:nvSpPr>
              <p:cNvPr id="15" name="矩形 14"/>
              <p:cNvSpPr/>
              <p:nvPr/>
            </p:nvSpPr>
            <p:spPr bwMode="auto">
              <a:xfrm>
                <a:off x="4887931" y="2678285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{vItem.item3_Desc}</a:t>
                </a:r>
                <a:endParaRPr lang="en-US" dirty="0"/>
              </a:p>
            </p:txBody>
          </p:sp>
          <p:sp>
            <p:nvSpPr>
              <p:cNvPr id="16" name="文本框 15"/>
              <p:cNvSpPr txBox="1"/>
              <p:nvPr/>
            </p:nvSpPr>
            <p:spPr bwMode="auto">
              <a:xfrm>
                <a:off x="4887931" y="2121224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{vItem.item3}</a:t>
                </a:r>
                <a:endParaRPr lang="en-US" dirty="0"/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8725872" y="2121224"/>
              <a:ext cx="2401444" cy="1326998"/>
              <a:chOff x="8725872" y="2121224"/>
              <a:chExt cx="2401444" cy="1326998"/>
            </a:xfrm>
          </p:grpSpPr>
          <p:sp>
            <p:nvSpPr>
              <p:cNvPr id="17" name="矩形 16"/>
              <p:cNvSpPr/>
              <p:nvPr/>
            </p:nvSpPr>
            <p:spPr bwMode="auto">
              <a:xfrm>
                <a:off x="8725872" y="2678285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{vItem.item5_Desc}</a:t>
                </a:r>
                <a:endParaRPr lang="en-US" sz="1200" dirty="0"/>
              </a:p>
            </p:txBody>
          </p:sp>
          <p:sp>
            <p:nvSpPr>
              <p:cNvPr id="18" name="文本框 17"/>
              <p:cNvSpPr txBox="1"/>
              <p:nvPr/>
            </p:nvSpPr>
            <p:spPr bwMode="auto">
              <a:xfrm>
                <a:off x="8725872" y="2121224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{vItem.item5}</a:t>
                </a:r>
                <a:endParaRPr lang="en-US" dirty="0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2511887" y="4741434"/>
              <a:ext cx="2401444" cy="1326997"/>
              <a:chOff x="2511887" y="4741434"/>
              <a:chExt cx="2401444" cy="1326997"/>
            </a:xfrm>
          </p:grpSpPr>
          <p:sp>
            <p:nvSpPr>
              <p:cNvPr id="19" name="矩形 18"/>
              <p:cNvSpPr/>
              <p:nvPr/>
            </p:nvSpPr>
            <p:spPr bwMode="auto">
              <a:xfrm>
                <a:off x="2511887" y="5298494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  <a:endParaRPr lang="en-US" sz="1200" dirty="0"/>
              </a:p>
            </p:txBody>
          </p:sp>
          <p:sp>
            <p:nvSpPr>
              <p:cNvPr id="20" name="文本框 19"/>
              <p:cNvSpPr txBox="1"/>
              <p:nvPr/>
            </p:nvSpPr>
            <p:spPr bwMode="auto">
              <a:xfrm>
                <a:off x="2511887" y="4741434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{vItem.item2}</a:t>
                </a:r>
                <a:endParaRPr lang="en-US" dirty="0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7266943" y="3526644"/>
              <a:ext cx="4140063" cy="2539620"/>
              <a:chOff x="7266943" y="3526644"/>
              <a:chExt cx="4140063" cy="2539620"/>
            </a:xfrm>
          </p:grpSpPr>
          <p:sp>
            <p:nvSpPr>
              <p:cNvPr id="12" name="椭圆 11"/>
              <p:cNvSpPr/>
              <p:nvPr/>
            </p:nvSpPr>
            <p:spPr>
              <a:xfrm>
                <a:off x="10500981" y="3526644"/>
                <a:ext cx="906025" cy="9060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05</a:t>
                </a:r>
              </a:p>
            </p:txBody>
          </p:sp>
          <p:sp>
            <p:nvSpPr>
              <p:cNvPr id="21" name="矩形 20"/>
              <p:cNvSpPr/>
              <p:nvPr/>
            </p:nvSpPr>
            <p:spPr bwMode="auto">
              <a:xfrm>
                <a:off x="7266943" y="5296327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{vItem.item4_Desc}</a:t>
                </a:r>
                <a:endParaRPr lang="en-US" sz="1200" dirty="0"/>
              </a:p>
            </p:txBody>
          </p:sp>
          <p:sp>
            <p:nvSpPr>
              <p:cNvPr id="22" name="文本框 21"/>
              <p:cNvSpPr txBox="1"/>
              <p:nvPr/>
            </p:nvSpPr>
            <p:spPr bwMode="auto">
              <a:xfrm>
                <a:off x="7266943" y="4739267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{vItem.item4}</a:t>
                </a:r>
                <a:endParaRPr lang="en-US" dirty="0"/>
              </a:p>
            </p:txBody>
          </p:sp>
        </p:grpSp>
      </p:grpSp>
      <p:sp>
        <p:nvSpPr>
          <p:cNvPr id="8" name="文本框 7"/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progress1-5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3C58BDC-A26C-A3B6-9EE2-443B0FCF2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1399350" y="1818243"/>
            <a:ext cx="9393301" cy="3242457"/>
            <a:chOff x="1399350" y="2311638"/>
            <a:chExt cx="9393301" cy="3242457"/>
          </a:xfrm>
        </p:grpSpPr>
        <p:grpSp>
          <p:nvGrpSpPr>
            <p:cNvPr id="6" name="组合 5"/>
            <p:cNvGrpSpPr/>
            <p:nvPr/>
          </p:nvGrpSpPr>
          <p:grpSpPr>
            <a:xfrm>
              <a:off x="1399350" y="2311638"/>
              <a:ext cx="2123827" cy="3242457"/>
              <a:chOff x="660399" y="2637644"/>
              <a:chExt cx="2123827" cy="3242457"/>
            </a:xfrm>
          </p:grpSpPr>
          <p:sp>
            <p:nvSpPr>
              <p:cNvPr id="36" name="矩形: 圆角 35"/>
              <p:cNvSpPr/>
              <p:nvPr>
                <p:custDataLst>
                  <p:tags r:id="rId14"/>
                </p:custDataLst>
              </p:nvPr>
            </p:nvSpPr>
            <p:spPr>
              <a:xfrm flipH="1">
                <a:off x="660399" y="3396977"/>
                <a:ext cx="2123827" cy="2483124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37" name="文本框 36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682340" y="3668605"/>
                <a:ext cx="2101881" cy="6323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38" name="文本框 37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682342" y="4300989"/>
                <a:ext cx="2101881" cy="8357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39" name="矩形: 圆角 38"/>
              <p:cNvSpPr/>
              <p:nvPr>
                <p:custDataLst>
                  <p:tags r:id="rId17"/>
                </p:custDataLst>
              </p:nvPr>
            </p:nvSpPr>
            <p:spPr>
              <a:xfrm>
                <a:off x="936677" y="5297427"/>
                <a:ext cx="1571274" cy="430273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</a:rPr>
                  <a:t>01</a:t>
                </a:r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文本框 39"/>
              <p:cNvSpPr txBox="1">
                <a:spLocks noChangeAspect="1"/>
              </p:cNvSpPr>
              <p:nvPr>
                <p:custDataLst>
                  <p:tags r:id="rId18"/>
                </p:custDataLst>
              </p:nvPr>
            </p:nvSpPr>
            <p:spPr>
              <a:xfrm>
                <a:off x="1492525" y="2637644"/>
                <a:ext cx="459577" cy="459577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41" name="任意多边形: 形状 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1626045" y="2761909"/>
                <a:ext cx="192536" cy="211046"/>
              </a:xfrm>
              <a:custGeom>
                <a:avLst/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4017 w 495300"/>
                  <a:gd name="connsiteY2" fmla="*/ 484491 h 542925"/>
                  <a:gd name="connsiteX3" fmla="*/ 346877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663 w 495300"/>
                  <a:gd name="connsiteY8" fmla="*/ 524496 h 542925"/>
                  <a:gd name="connsiteX9" fmla="*/ 173523 w 495300"/>
                  <a:gd name="connsiteY9" fmla="*/ 484491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573 w 495300"/>
                  <a:gd name="connsiteY12" fmla="*/ 489254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967 w 495300"/>
                  <a:gd name="connsiteY15" fmla="*/ 489254 h 542925"/>
                  <a:gd name="connsiteX16" fmla="*/ 248770 w 495300"/>
                  <a:gd name="connsiteY16" fmla="*/ 495921 h 542925"/>
                  <a:gd name="connsiteX17" fmla="*/ 192573 w 495300"/>
                  <a:gd name="connsiteY17" fmla="*/ 489254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930" y="621"/>
                      <a:pt x="496420" y="111111"/>
                      <a:pt x="496420" y="248271"/>
                    </a:cubicBezTo>
                    <a:cubicBezTo>
                      <a:pt x="496420" y="358761"/>
                      <a:pt x="424030" y="452106"/>
                      <a:pt x="324017" y="484491"/>
                    </a:cubicBezTo>
                    <a:lnTo>
                      <a:pt x="346877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663" y="524496"/>
                    </a:lnTo>
                    <a:lnTo>
                      <a:pt x="173523" y="484491"/>
                    </a:lnTo>
                    <a:cubicBezTo>
                      <a:pt x="73510" y="453059"/>
                      <a:pt x="1120" y="358761"/>
                      <a:pt x="1120" y="248271"/>
                    </a:cubicBezTo>
                    <a:cubicBezTo>
                      <a:pt x="1120" y="111111"/>
                      <a:pt x="111610" y="621"/>
                      <a:pt x="248770" y="621"/>
                    </a:cubicBezTo>
                    <a:close/>
                    <a:moveTo>
                      <a:pt x="192573" y="489254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967" y="489254"/>
                    </a:lnTo>
                    <a:cubicBezTo>
                      <a:pt x="286870" y="493064"/>
                      <a:pt x="267820" y="495921"/>
                      <a:pt x="248770" y="495921"/>
                    </a:cubicBezTo>
                    <a:cubicBezTo>
                      <a:pt x="229720" y="495921"/>
                      <a:pt x="210670" y="493064"/>
                      <a:pt x="192573" y="489254"/>
                    </a:cubicBezTo>
                    <a:close/>
                    <a:moveTo>
                      <a:pt x="248770" y="143496"/>
                    </a:moveTo>
                    <a:cubicBezTo>
                      <a:pt x="190667" y="143496"/>
                      <a:pt x="143995" y="190169"/>
                      <a:pt x="143995" y="248271"/>
                    </a:cubicBezTo>
                    <a:cubicBezTo>
                      <a:pt x="143995" y="306374"/>
                      <a:pt x="190667" y="353046"/>
                      <a:pt x="248770" y="353046"/>
                    </a:cubicBezTo>
                    <a:cubicBezTo>
                      <a:pt x="306873" y="353046"/>
                      <a:pt x="353545" y="306374"/>
                      <a:pt x="353545" y="248271"/>
                    </a:cubicBezTo>
                    <a:cubicBezTo>
                      <a:pt x="353545" y="190169"/>
                      <a:pt x="306873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60213" y="114921"/>
                      <a:pt x="353545" y="121589"/>
                      <a:pt x="353545" y="129209"/>
                    </a:cubicBezTo>
                    <a:cubicBezTo>
                      <a:pt x="353545" y="136829"/>
                      <a:pt x="360213" y="143496"/>
                      <a:pt x="367833" y="143496"/>
                    </a:cubicBezTo>
                    <a:cubicBezTo>
                      <a:pt x="375452" y="143496"/>
                      <a:pt x="382120" y="136829"/>
                      <a:pt x="382120" y="129209"/>
                    </a:cubicBezTo>
                    <a:cubicBezTo>
                      <a:pt x="382120" y="121589"/>
                      <a:pt x="375452" y="114921"/>
                      <a:pt x="367833" y="1149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5034087" y="2311638"/>
              <a:ext cx="2123827" cy="3242457"/>
              <a:chOff x="2841757" y="2637644"/>
              <a:chExt cx="2123827" cy="3242457"/>
            </a:xfrm>
          </p:grpSpPr>
          <p:sp>
            <p:nvSpPr>
              <p:cNvPr id="30" name="矩形: 圆角 29"/>
              <p:cNvSpPr/>
              <p:nvPr>
                <p:custDataLst>
                  <p:tags r:id="rId8"/>
                </p:custDataLst>
              </p:nvPr>
            </p:nvSpPr>
            <p:spPr>
              <a:xfrm flipH="1">
                <a:off x="2841757" y="3396977"/>
                <a:ext cx="2123827" cy="2483124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31" name="文本框 30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2863700" y="3668605"/>
                <a:ext cx="2101881" cy="6323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{vItem.item2}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32" name="文本框 31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2863700" y="4300989"/>
                <a:ext cx="2101881" cy="8357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{vItem.item2_Desc}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33" name="矩形: 圆角 32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18035" y="5297427"/>
                <a:ext cx="1571274" cy="43027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</a:rPr>
                  <a:t>02</a:t>
                </a:r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文本框 33"/>
              <p:cNvSpPr txBox="1">
                <a:spLocks noChangeAspec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3673883" y="2637644"/>
                <a:ext cx="459577" cy="45957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35" name="任意多边形: 形状 34"/>
              <p:cNvSpPr/>
              <p:nvPr>
                <p:custDataLst>
                  <p:tags r:id="rId13"/>
                </p:custDataLst>
              </p:nvPr>
            </p:nvSpPr>
            <p:spPr>
              <a:xfrm>
                <a:off x="3807403" y="2765612"/>
                <a:ext cx="192536" cy="203643"/>
              </a:xfrm>
              <a:custGeom>
                <a:avLst/>
                <a:gdLst>
                  <a:gd name="connsiteX0" fmla="*/ 371955 w 495300"/>
                  <a:gd name="connsiteY0" fmla="*/ 621 h 523875"/>
                  <a:gd name="connsiteX1" fmla="*/ 400530 w 495300"/>
                  <a:gd name="connsiteY1" fmla="*/ 29196 h 523875"/>
                  <a:gd name="connsiteX2" fmla="*/ 400530 w 495300"/>
                  <a:gd name="connsiteY2" fmla="*/ 133971 h 523875"/>
                  <a:gd name="connsiteX3" fmla="*/ 371955 w 495300"/>
                  <a:gd name="connsiteY3" fmla="*/ 162546 h 523875"/>
                  <a:gd name="connsiteX4" fmla="*/ 257655 w 495300"/>
                  <a:gd name="connsiteY4" fmla="*/ 162546 h 523875"/>
                  <a:gd name="connsiteX5" fmla="*/ 257655 w 495300"/>
                  <a:gd name="connsiteY5" fmla="*/ 286371 h 523875"/>
                  <a:gd name="connsiteX6" fmla="*/ 419580 w 495300"/>
                  <a:gd name="connsiteY6" fmla="*/ 286371 h 523875"/>
                  <a:gd name="connsiteX7" fmla="*/ 457680 w 495300"/>
                  <a:gd name="connsiteY7" fmla="*/ 322566 h 523875"/>
                  <a:gd name="connsiteX8" fmla="*/ 457680 w 495300"/>
                  <a:gd name="connsiteY8" fmla="*/ 324471 h 523875"/>
                  <a:gd name="connsiteX9" fmla="*/ 457680 w 495300"/>
                  <a:gd name="connsiteY9" fmla="*/ 429246 h 523875"/>
                  <a:gd name="connsiteX10" fmla="*/ 476730 w 495300"/>
                  <a:gd name="connsiteY10" fmla="*/ 429246 h 523875"/>
                  <a:gd name="connsiteX11" fmla="*/ 495780 w 495300"/>
                  <a:gd name="connsiteY11" fmla="*/ 448296 h 523875"/>
                  <a:gd name="connsiteX12" fmla="*/ 495780 w 495300"/>
                  <a:gd name="connsiteY12" fmla="*/ 505446 h 523875"/>
                  <a:gd name="connsiteX13" fmla="*/ 476730 w 495300"/>
                  <a:gd name="connsiteY13" fmla="*/ 524496 h 523875"/>
                  <a:gd name="connsiteX14" fmla="*/ 419580 w 495300"/>
                  <a:gd name="connsiteY14" fmla="*/ 524496 h 523875"/>
                  <a:gd name="connsiteX15" fmla="*/ 400530 w 495300"/>
                  <a:gd name="connsiteY15" fmla="*/ 505446 h 523875"/>
                  <a:gd name="connsiteX16" fmla="*/ 400530 w 495300"/>
                  <a:gd name="connsiteY16" fmla="*/ 448296 h 523875"/>
                  <a:gd name="connsiteX17" fmla="*/ 419580 w 495300"/>
                  <a:gd name="connsiteY17" fmla="*/ 429246 h 523875"/>
                  <a:gd name="connsiteX18" fmla="*/ 438630 w 495300"/>
                  <a:gd name="connsiteY18" fmla="*/ 429246 h 523875"/>
                  <a:gd name="connsiteX19" fmla="*/ 438630 w 495300"/>
                  <a:gd name="connsiteY19" fmla="*/ 324471 h 523875"/>
                  <a:gd name="connsiteX20" fmla="*/ 420533 w 495300"/>
                  <a:gd name="connsiteY20" fmla="*/ 305421 h 523875"/>
                  <a:gd name="connsiteX21" fmla="*/ 419580 w 495300"/>
                  <a:gd name="connsiteY21" fmla="*/ 305421 h 523875"/>
                  <a:gd name="connsiteX22" fmla="*/ 257655 w 495300"/>
                  <a:gd name="connsiteY22" fmla="*/ 305421 h 523875"/>
                  <a:gd name="connsiteX23" fmla="*/ 257655 w 495300"/>
                  <a:gd name="connsiteY23" fmla="*/ 429246 h 523875"/>
                  <a:gd name="connsiteX24" fmla="*/ 276705 w 495300"/>
                  <a:gd name="connsiteY24" fmla="*/ 429246 h 523875"/>
                  <a:gd name="connsiteX25" fmla="*/ 295755 w 495300"/>
                  <a:gd name="connsiteY25" fmla="*/ 448296 h 523875"/>
                  <a:gd name="connsiteX26" fmla="*/ 295755 w 495300"/>
                  <a:gd name="connsiteY26" fmla="*/ 505446 h 523875"/>
                  <a:gd name="connsiteX27" fmla="*/ 276705 w 495300"/>
                  <a:gd name="connsiteY27" fmla="*/ 524496 h 523875"/>
                  <a:gd name="connsiteX28" fmla="*/ 219555 w 495300"/>
                  <a:gd name="connsiteY28" fmla="*/ 524496 h 523875"/>
                  <a:gd name="connsiteX29" fmla="*/ 200505 w 495300"/>
                  <a:gd name="connsiteY29" fmla="*/ 505446 h 523875"/>
                  <a:gd name="connsiteX30" fmla="*/ 200505 w 495300"/>
                  <a:gd name="connsiteY30" fmla="*/ 448296 h 523875"/>
                  <a:gd name="connsiteX31" fmla="*/ 219555 w 495300"/>
                  <a:gd name="connsiteY31" fmla="*/ 429246 h 523875"/>
                  <a:gd name="connsiteX32" fmla="*/ 238605 w 495300"/>
                  <a:gd name="connsiteY32" fmla="*/ 429246 h 523875"/>
                  <a:gd name="connsiteX33" fmla="*/ 238605 w 495300"/>
                  <a:gd name="connsiteY33" fmla="*/ 305421 h 523875"/>
                  <a:gd name="connsiteX34" fmla="*/ 76680 w 495300"/>
                  <a:gd name="connsiteY34" fmla="*/ 305421 h 523875"/>
                  <a:gd name="connsiteX35" fmla="*/ 57630 w 495300"/>
                  <a:gd name="connsiteY35" fmla="*/ 323519 h 523875"/>
                  <a:gd name="connsiteX36" fmla="*/ 57630 w 495300"/>
                  <a:gd name="connsiteY36" fmla="*/ 324471 h 523875"/>
                  <a:gd name="connsiteX37" fmla="*/ 57630 w 495300"/>
                  <a:gd name="connsiteY37" fmla="*/ 429246 h 523875"/>
                  <a:gd name="connsiteX38" fmla="*/ 76680 w 495300"/>
                  <a:gd name="connsiteY38" fmla="*/ 429246 h 523875"/>
                  <a:gd name="connsiteX39" fmla="*/ 95730 w 495300"/>
                  <a:gd name="connsiteY39" fmla="*/ 448296 h 523875"/>
                  <a:gd name="connsiteX40" fmla="*/ 95730 w 495300"/>
                  <a:gd name="connsiteY40" fmla="*/ 505446 h 523875"/>
                  <a:gd name="connsiteX41" fmla="*/ 76680 w 495300"/>
                  <a:gd name="connsiteY41" fmla="*/ 524496 h 523875"/>
                  <a:gd name="connsiteX42" fmla="*/ 19530 w 495300"/>
                  <a:gd name="connsiteY42" fmla="*/ 524496 h 523875"/>
                  <a:gd name="connsiteX43" fmla="*/ 480 w 495300"/>
                  <a:gd name="connsiteY43" fmla="*/ 505446 h 523875"/>
                  <a:gd name="connsiteX44" fmla="*/ 480 w 495300"/>
                  <a:gd name="connsiteY44" fmla="*/ 448296 h 523875"/>
                  <a:gd name="connsiteX45" fmla="*/ 19530 w 495300"/>
                  <a:gd name="connsiteY45" fmla="*/ 429246 h 523875"/>
                  <a:gd name="connsiteX46" fmla="*/ 38580 w 495300"/>
                  <a:gd name="connsiteY46" fmla="*/ 429246 h 523875"/>
                  <a:gd name="connsiteX47" fmla="*/ 38580 w 495300"/>
                  <a:gd name="connsiteY47" fmla="*/ 324471 h 523875"/>
                  <a:gd name="connsiteX48" fmla="*/ 74775 w 495300"/>
                  <a:gd name="connsiteY48" fmla="*/ 286371 h 523875"/>
                  <a:gd name="connsiteX49" fmla="*/ 76680 w 495300"/>
                  <a:gd name="connsiteY49" fmla="*/ 286371 h 523875"/>
                  <a:gd name="connsiteX50" fmla="*/ 238605 w 495300"/>
                  <a:gd name="connsiteY50" fmla="*/ 286371 h 523875"/>
                  <a:gd name="connsiteX51" fmla="*/ 238605 w 495300"/>
                  <a:gd name="connsiteY51" fmla="*/ 162546 h 523875"/>
                  <a:gd name="connsiteX52" fmla="*/ 124305 w 495300"/>
                  <a:gd name="connsiteY52" fmla="*/ 162546 h 523875"/>
                  <a:gd name="connsiteX53" fmla="*/ 95730 w 495300"/>
                  <a:gd name="connsiteY53" fmla="*/ 133971 h 523875"/>
                  <a:gd name="connsiteX54" fmla="*/ 95730 w 495300"/>
                  <a:gd name="connsiteY54" fmla="*/ 29196 h 523875"/>
                  <a:gd name="connsiteX55" fmla="*/ 124305 w 495300"/>
                  <a:gd name="connsiteY55" fmla="*/ 621 h 523875"/>
                  <a:gd name="connsiteX56" fmla="*/ 371955 w 495300"/>
                  <a:gd name="connsiteY56" fmla="*/ 621 h 523875"/>
                  <a:gd name="connsiteX57" fmla="*/ 148118 w 495300"/>
                  <a:gd name="connsiteY57" fmla="*/ 95871 h 523875"/>
                  <a:gd name="connsiteX58" fmla="*/ 133830 w 495300"/>
                  <a:gd name="connsiteY58" fmla="*/ 110159 h 523875"/>
                  <a:gd name="connsiteX59" fmla="*/ 148118 w 495300"/>
                  <a:gd name="connsiteY59" fmla="*/ 124446 h 523875"/>
                  <a:gd name="connsiteX60" fmla="*/ 162405 w 495300"/>
                  <a:gd name="connsiteY60" fmla="*/ 110159 h 523875"/>
                  <a:gd name="connsiteX61" fmla="*/ 148118 w 495300"/>
                  <a:gd name="connsiteY61" fmla="*/ 9587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495300" h="523875">
                    <a:moveTo>
                      <a:pt x="371955" y="621"/>
                    </a:moveTo>
                    <a:cubicBezTo>
                      <a:pt x="388148" y="621"/>
                      <a:pt x="400530" y="13004"/>
                      <a:pt x="400530" y="29196"/>
                    </a:cubicBezTo>
                    <a:lnTo>
                      <a:pt x="400530" y="133971"/>
                    </a:lnTo>
                    <a:cubicBezTo>
                      <a:pt x="400530" y="150164"/>
                      <a:pt x="388148" y="162546"/>
                      <a:pt x="371955" y="162546"/>
                    </a:cubicBezTo>
                    <a:lnTo>
                      <a:pt x="257655" y="162546"/>
                    </a:lnTo>
                    <a:lnTo>
                      <a:pt x="257655" y="286371"/>
                    </a:lnTo>
                    <a:lnTo>
                      <a:pt x="419580" y="286371"/>
                    </a:lnTo>
                    <a:cubicBezTo>
                      <a:pt x="439583" y="286371"/>
                      <a:pt x="456727" y="302564"/>
                      <a:pt x="457680" y="322566"/>
                    </a:cubicBezTo>
                    <a:lnTo>
                      <a:pt x="457680" y="324471"/>
                    </a:lnTo>
                    <a:lnTo>
                      <a:pt x="457680" y="429246"/>
                    </a:lnTo>
                    <a:lnTo>
                      <a:pt x="476730" y="429246"/>
                    </a:lnTo>
                    <a:cubicBezTo>
                      <a:pt x="487208" y="429246"/>
                      <a:pt x="495780" y="437819"/>
                      <a:pt x="495780" y="448296"/>
                    </a:cubicBezTo>
                    <a:lnTo>
                      <a:pt x="495780" y="505446"/>
                    </a:lnTo>
                    <a:cubicBezTo>
                      <a:pt x="495780" y="515924"/>
                      <a:pt x="487208" y="524496"/>
                      <a:pt x="476730" y="524496"/>
                    </a:cubicBezTo>
                    <a:lnTo>
                      <a:pt x="419580" y="524496"/>
                    </a:lnTo>
                    <a:cubicBezTo>
                      <a:pt x="409102" y="524496"/>
                      <a:pt x="400530" y="515924"/>
                      <a:pt x="400530" y="505446"/>
                    </a:cubicBezTo>
                    <a:lnTo>
                      <a:pt x="400530" y="448296"/>
                    </a:lnTo>
                    <a:cubicBezTo>
                      <a:pt x="400530" y="437819"/>
                      <a:pt x="409102" y="429246"/>
                      <a:pt x="419580" y="429246"/>
                    </a:cubicBezTo>
                    <a:lnTo>
                      <a:pt x="438630" y="429246"/>
                    </a:lnTo>
                    <a:lnTo>
                      <a:pt x="438630" y="324471"/>
                    </a:lnTo>
                    <a:cubicBezTo>
                      <a:pt x="438630" y="313994"/>
                      <a:pt x="431010" y="306374"/>
                      <a:pt x="420533" y="305421"/>
                    </a:cubicBezTo>
                    <a:lnTo>
                      <a:pt x="419580" y="305421"/>
                    </a:lnTo>
                    <a:lnTo>
                      <a:pt x="257655" y="305421"/>
                    </a:lnTo>
                    <a:lnTo>
                      <a:pt x="257655" y="429246"/>
                    </a:lnTo>
                    <a:lnTo>
                      <a:pt x="276705" y="429246"/>
                    </a:lnTo>
                    <a:cubicBezTo>
                      <a:pt x="287183" y="429246"/>
                      <a:pt x="295755" y="437819"/>
                      <a:pt x="295755" y="448296"/>
                    </a:cubicBezTo>
                    <a:lnTo>
                      <a:pt x="295755" y="505446"/>
                    </a:lnTo>
                    <a:cubicBezTo>
                      <a:pt x="295755" y="515924"/>
                      <a:pt x="287183" y="524496"/>
                      <a:pt x="276705" y="524496"/>
                    </a:cubicBezTo>
                    <a:lnTo>
                      <a:pt x="219555" y="524496"/>
                    </a:lnTo>
                    <a:cubicBezTo>
                      <a:pt x="209077" y="524496"/>
                      <a:pt x="200505" y="515924"/>
                      <a:pt x="200505" y="505446"/>
                    </a:cubicBezTo>
                    <a:lnTo>
                      <a:pt x="200505" y="448296"/>
                    </a:lnTo>
                    <a:cubicBezTo>
                      <a:pt x="200505" y="437819"/>
                      <a:pt x="209077" y="429246"/>
                      <a:pt x="219555" y="429246"/>
                    </a:cubicBezTo>
                    <a:lnTo>
                      <a:pt x="238605" y="429246"/>
                    </a:lnTo>
                    <a:lnTo>
                      <a:pt x="238605" y="305421"/>
                    </a:lnTo>
                    <a:lnTo>
                      <a:pt x="76680" y="305421"/>
                    </a:lnTo>
                    <a:cubicBezTo>
                      <a:pt x="66202" y="305421"/>
                      <a:pt x="58583" y="313041"/>
                      <a:pt x="57630" y="323519"/>
                    </a:cubicBezTo>
                    <a:lnTo>
                      <a:pt x="57630" y="324471"/>
                    </a:lnTo>
                    <a:lnTo>
                      <a:pt x="57630" y="429246"/>
                    </a:lnTo>
                    <a:lnTo>
                      <a:pt x="76680" y="429246"/>
                    </a:lnTo>
                    <a:cubicBezTo>
                      <a:pt x="87158" y="429246"/>
                      <a:pt x="95730" y="437819"/>
                      <a:pt x="95730" y="448296"/>
                    </a:cubicBezTo>
                    <a:lnTo>
                      <a:pt x="95730" y="505446"/>
                    </a:lnTo>
                    <a:cubicBezTo>
                      <a:pt x="95730" y="515924"/>
                      <a:pt x="87158" y="524496"/>
                      <a:pt x="76680" y="524496"/>
                    </a:cubicBezTo>
                    <a:lnTo>
                      <a:pt x="19530" y="524496"/>
                    </a:lnTo>
                    <a:cubicBezTo>
                      <a:pt x="9052" y="524496"/>
                      <a:pt x="480" y="515924"/>
                      <a:pt x="480" y="505446"/>
                    </a:cubicBezTo>
                    <a:lnTo>
                      <a:pt x="480" y="448296"/>
                    </a:lnTo>
                    <a:cubicBezTo>
                      <a:pt x="480" y="437819"/>
                      <a:pt x="9052" y="429246"/>
                      <a:pt x="19530" y="429246"/>
                    </a:cubicBezTo>
                    <a:lnTo>
                      <a:pt x="38580" y="429246"/>
                    </a:lnTo>
                    <a:lnTo>
                      <a:pt x="38580" y="324471"/>
                    </a:lnTo>
                    <a:cubicBezTo>
                      <a:pt x="38580" y="304469"/>
                      <a:pt x="54773" y="287324"/>
                      <a:pt x="74775" y="286371"/>
                    </a:cubicBezTo>
                    <a:lnTo>
                      <a:pt x="76680" y="286371"/>
                    </a:lnTo>
                    <a:lnTo>
                      <a:pt x="238605" y="286371"/>
                    </a:lnTo>
                    <a:lnTo>
                      <a:pt x="238605" y="162546"/>
                    </a:lnTo>
                    <a:lnTo>
                      <a:pt x="124305" y="162546"/>
                    </a:lnTo>
                    <a:cubicBezTo>
                      <a:pt x="108112" y="162546"/>
                      <a:pt x="95730" y="150164"/>
                      <a:pt x="95730" y="133971"/>
                    </a:cubicBezTo>
                    <a:lnTo>
                      <a:pt x="95730" y="29196"/>
                    </a:lnTo>
                    <a:cubicBezTo>
                      <a:pt x="95730" y="13004"/>
                      <a:pt x="108112" y="621"/>
                      <a:pt x="124305" y="621"/>
                    </a:cubicBezTo>
                    <a:lnTo>
                      <a:pt x="371955" y="621"/>
                    </a:lnTo>
                    <a:close/>
                    <a:moveTo>
                      <a:pt x="148118" y="95871"/>
                    </a:moveTo>
                    <a:cubicBezTo>
                      <a:pt x="140498" y="95871"/>
                      <a:pt x="133830" y="102539"/>
                      <a:pt x="133830" y="110159"/>
                    </a:cubicBezTo>
                    <a:cubicBezTo>
                      <a:pt x="133830" y="117779"/>
                      <a:pt x="140498" y="124446"/>
                      <a:pt x="148118" y="124446"/>
                    </a:cubicBezTo>
                    <a:cubicBezTo>
                      <a:pt x="155737" y="124446"/>
                      <a:pt x="162405" y="117779"/>
                      <a:pt x="162405" y="110159"/>
                    </a:cubicBezTo>
                    <a:cubicBezTo>
                      <a:pt x="162405" y="102539"/>
                      <a:pt x="155737" y="95871"/>
                      <a:pt x="148118" y="958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8668824" y="2311638"/>
              <a:ext cx="2123827" cy="3242457"/>
              <a:chOff x="5023115" y="2637644"/>
              <a:chExt cx="2123827" cy="3242457"/>
            </a:xfrm>
          </p:grpSpPr>
          <p:sp>
            <p:nvSpPr>
              <p:cNvPr id="24" name="矩形: 圆角 23"/>
              <p:cNvSpPr/>
              <p:nvPr>
                <p:custDataLst>
                  <p:tags r:id="rId2"/>
                </p:custDataLst>
              </p:nvPr>
            </p:nvSpPr>
            <p:spPr>
              <a:xfrm flipH="1">
                <a:off x="5023115" y="3396977"/>
                <a:ext cx="2123827" cy="2483124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25" name="文本框 24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5045058" y="3668605"/>
                <a:ext cx="2101881" cy="6323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{vItem.item3}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26" name="文本框 25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5045058" y="4300989"/>
                <a:ext cx="2101881" cy="8357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{vItem.item3_Desc}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27" name="矩形: 圆角 26"/>
              <p:cNvSpPr/>
              <p:nvPr>
                <p:custDataLst>
                  <p:tags r:id="rId5"/>
                </p:custDataLst>
              </p:nvPr>
            </p:nvSpPr>
            <p:spPr>
              <a:xfrm>
                <a:off x="5299393" y="5297427"/>
                <a:ext cx="1571274" cy="430273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</a:rPr>
                  <a:t>03</a:t>
                </a:r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文本框 27"/>
              <p:cNvSpPr txBox="1">
                <a:spLocks noChangeAspec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5855242" y="2637644"/>
                <a:ext cx="459577" cy="459577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29" name="任意多边形: 形状 28"/>
              <p:cNvSpPr/>
              <p:nvPr>
                <p:custDataLst>
                  <p:tags r:id="rId7"/>
                </p:custDataLst>
              </p:nvPr>
            </p:nvSpPr>
            <p:spPr>
              <a:xfrm>
                <a:off x="5988763" y="2772885"/>
                <a:ext cx="192536" cy="189096"/>
              </a:xfrm>
              <a:custGeom>
                <a:avLst/>
                <a:gdLst>
                  <a:gd name="connsiteX0" fmla="*/ 343764 w 533400"/>
                  <a:gd name="connsiteY0" fmla="*/ 276846 h 523875"/>
                  <a:gd name="connsiteX1" fmla="*/ 372339 w 533400"/>
                  <a:gd name="connsiteY1" fmla="*/ 305421 h 523875"/>
                  <a:gd name="connsiteX2" fmla="*/ 372339 w 533400"/>
                  <a:gd name="connsiteY2" fmla="*/ 495921 h 523875"/>
                  <a:gd name="connsiteX3" fmla="*/ 343764 w 533400"/>
                  <a:gd name="connsiteY3" fmla="*/ 524496 h 523875"/>
                  <a:gd name="connsiteX4" fmla="*/ 191364 w 533400"/>
                  <a:gd name="connsiteY4" fmla="*/ 524496 h 523875"/>
                  <a:gd name="connsiteX5" fmla="*/ 162789 w 533400"/>
                  <a:gd name="connsiteY5" fmla="*/ 495921 h 523875"/>
                  <a:gd name="connsiteX6" fmla="*/ 162789 w 533400"/>
                  <a:gd name="connsiteY6" fmla="*/ 305421 h 523875"/>
                  <a:gd name="connsiteX7" fmla="*/ 191364 w 533400"/>
                  <a:gd name="connsiteY7" fmla="*/ 276846 h 523875"/>
                  <a:gd name="connsiteX8" fmla="*/ 343764 w 533400"/>
                  <a:gd name="connsiteY8" fmla="*/ 276846 h 523875"/>
                  <a:gd name="connsiteX9" fmla="*/ 143739 w 533400"/>
                  <a:gd name="connsiteY9" fmla="*/ 114921 h 523875"/>
                  <a:gd name="connsiteX10" fmla="*/ 179934 w 533400"/>
                  <a:gd name="connsiteY10" fmla="*/ 153021 h 523875"/>
                  <a:gd name="connsiteX11" fmla="*/ 181839 w 533400"/>
                  <a:gd name="connsiteY11" fmla="*/ 153021 h 523875"/>
                  <a:gd name="connsiteX12" fmla="*/ 353289 w 533400"/>
                  <a:gd name="connsiteY12" fmla="*/ 153021 h 523875"/>
                  <a:gd name="connsiteX13" fmla="*/ 391389 w 533400"/>
                  <a:gd name="connsiteY13" fmla="*/ 116826 h 523875"/>
                  <a:gd name="connsiteX14" fmla="*/ 391389 w 533400"/>
                  <a:gd name="connsiteY14" fmla="*/ 114921 h 523875"/>
                  <a:gd name="connsiteX15" fmla="*/ 505689 w 533400"/>
                  <a:gd name="connsiteY15" fmla="*/ 114921 h 523875"/>
                  <a:gd name="connsiteX16" fmla="*/ 534264 w 533400"/>
                  <a:gd name="connsiteY16" fmla="*/ 143496 h 523875"/>
                  <a:gd name="connsiteX17" fmla="*/ 534264 w 533400"/>
                  <a:gd name="connsiteY17" fmla="*/ 381621 h 523875"/>
                  <a:gd name="connsiteX18" fmla="*/ 505689 w 533400"/>
                  <a:gd name="connsiteY18" fmla="*/ 410196 h 523875"/>
                  <a:gd name="connsiteX19" fmla="*/ 391389 w 533400"/>
                  <a:gd name="connsiteY19" fmla="*/ 410196 h 523875"/>
                  <a:gd name="connsiteX20" fmla="*/ 391389 w 533400"/>
                  <a:gd name="connsiteY20" fmla="*/ 295896 h 523875"/>
                  <a:gd name="connsiteX21" fmla="*/ 355194 w 533400"/>
                  <a:gd name="connsiteY21" fmla="*/ 257796 h 523875"/>
                  <a:gd name="connsiteX22" fmla="*/ 353289 w 533400"/>
                  <a:gd name="connsiteY22" fmla="*/ 257796 h 523875"/>
                  <a:gd name="connsiteX23" fmla="*/ 181839 w 533400"/>
                  <a:gd name="connsiteY23" fmla="*/ 257796 h 523875"/>
                  <a:gd name="connsiteX24" fmla="*/ 143739 w 533400"/>
                  <a:gd name="connsiteY24" fmla="*/ 293991 h 523875"/>
                  <a:gd name="connsiteX25" fmla="*/ 143739 w 533400"/>
                  <a:gd name="connsiteY25" fmla="*/ 295896 h 523875"/>
                  <a:gd name="connsiteX26" fmla="*/ 143739 w 533400"/>
                  <a:gd name="connsiteY26" fmla="*/ 410196 h 523875"/>
                  <a:gd name="connsiteX27" fmla="*/ 29439 w 533400"/>
                  <a:gd name="connsiteY27" fmla="*/ 410196 h 523875"/>
                  <a:gd name="connsiteX28" fmla="*/ 864 w 533400"/>
                  <a:gd name="connsiteY28" fmla="*/ 381621 h 523875"/>
                  <a:gd name="connsiteX29" fmla="*/ 864 w 533400"/>
                  <a:gd name="connsiteY29" fmla="*/ 201599 h 523875"/>
                  <a:gd name="connsiteX30" fmla="*/ 11342 w 533400"/>
                  <a:gd name="connsiteY30" fmla="*/ 175881 h 523875"/>
                  <a:gd name="connsiteX31" fmla="*/ 56109 w 533400"/>
                  <a:gd name="connsiteY31" fmla="*/ 127304 h 523875"/>
                  <a:gd name="connsiteX32" fmla="*/ 83732 w 533400"/>
                  <a:gd name="connsiteY32" fmla="*/ 114921 h 523875"/>
                  <a:gd name="connsiteX33" fmla="*/ 143739 w 533400"/>
                  <a:gd name="connsiteY33" fmla="*/ 114921 h 523875"/>
                  <a:gd name="connsiteX34" fmla="*/ 462827 w 533400"/>
                  <a:gd name="connsiteY34" fmla="*/ 172071 h 523875"/>
                  <a:gd name="connsiteX35" fmla="*/ 448539 w 533400"/>
                  <a:gd name="connsiteY35" fmla="*/ 186359 h 523875"/>
                  <a:gd name="connsiteX36" fmla="*/ 462827 w 533400"/>
                  <a:gd name="connsiteY36" fmla="*/ 200646 h 523875"/>
                  <a:gd name="connsiteX37" fmla="*/ 477114 w 533400"/>
                  <a:gd name="connsiteY37" fmla="*/ 186359 h 523875"/>
                  <a:gd name="connsiteX38" fmla="*/ 462827 w 533400"/>
                  <a:gd name="connsiteY38" fmla="*/ 172071 h 523875"/>
                  <a:gd name="connsiteX39" fmla="*/ 343764 w 533400"/>
                  <a:gd name="connsiteY39" fmla="*/ 621 h 523875"/>
                  <a:gd name="connsiteX40" fmla="*/ 372339 w 533400"/>
                  <a:gd name="connsiteY40" fmla="*/ 29196 h 523875"/>
                  <a:gd name="connsiteX41" fmla="*/ 372339 w 533400"/>
                  <a:gd name="connsiteY41" fmla="*/ 105396 h 523875"/>
                  <a:gd name="connsiteX42" fmla="*/ 343764 w 533400"/>
                  <a:gd name="connsiteY42" fmla="*/ 133971 h 523875"/>
                  <a:gd name="connsiteX43" fmla="*/ 191364 w 533400"/>
                  <a:gd name="connsiteY43" fmla="*/ 133971 h 523875"/>
                  <a:gd name="connsiteX44" fmla="*/ 162789 w 533400"/>
                  <a:gd name="connsiteY44" fmla="*/ 105396 h 523875"/>
                  <a:gd name="connsiteX45" fmla="*/ 162789 w 533400"/>
                  <a:gd name="connsiteY45" fmla="*/ 29196 h 523875"/>
                  <a:gd name="connsiteX46" fmla="*/ 191364 w 533400"/>
                  <a:gd name="connsiteY46" fmla="*/ 621 h 523875"/>
                  <a:gd name="connsiteX47" fmla="*/ 343764 w 533400"/>
                  <a:gd name="connsiteY47" fmla="*/ 62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33400" h="523875">
                    <a:moveTo>
                      <a:pt x="343764" y="276846"/>
                    </a:moveTo>
                    <a:cubicBezTo>
                      <a:pt x="359957" y="276846"/>
                      <a:pt x="372339" y="289229"/>
                      <a:pt x="372339" y="305421"/>
                    </a:cubicBezTo>
                    <a:lnTo>
                      <a:pt x="372339" y="495921"/>
                    </a:lnTo>
                    <a:cubicBezTo>
                      <a:pt x="372339" y="512114"/>
                      <a:pt x="359957" y="524496"/>
                      <a:pt x="343764" y="524496"/>
                    </a:cubicBezTo>
                    <a:lnTo>
                      <a:pt x="191364" y="524496"/>
                    </a:lnTo>
                    <a:cubicBezTo>
                      <a:pt x="175171" y="524496"/>
                      <a:pt x="162789" y="512114"/>
                      <a:pt x="162789" y="495921"/>
                    </a:cubicBezTo>
                    <a:lnTo>
                      <a:pt x="162789" y="305421"/>
                    </a:lnTo>
                    <a:cubicBezTo>
                      <a:pt x="162789" y="289229"/>
                      <a:pt x="175171" y="276846"/>
                      <a:pt x="191364" y="276846"/>
                    </a:cubicBezTo>
                    <a:lnTo>
                      <a:pt x="343764" y="276846"/>
                    </a:lnTo>
                    <a:close/>
                    <a:moveTo>
                      <a:pt x="143739" y="114921"/>
                    </a:moveTo>
                    <a:cubicBezTo>
                      <a:pt x="143739" y="134924"/>
                      <a:pt x="159932" y="152069"/>
                      <a:pt x="179934" y="153021"/>
                    </a:cubicBezTo>
                    <a:lnTo>
                      <a:pt x="181839" y="153021"/>
                    </a:lnTo>
                    <a:lnTo>
                      <a:pt x="353289" y="153021"/>
                    </a:lnTo>
                    <a:cubicBezTo>
                      <a:pt x="373292" y="153021"/>
                      <a:pt x="390436" y="136829"/>
                      <a:pt x="391389" y="116826"/>
                    </a:cubicBezTo>
                    <a:lnTo>
                      <a:pt x="391389" y="114921"/>
                    </a:lnTo>
                    <a:lnTo>
                      <a:pt x="505689" y="114921"/>
                    </a:lnTo>
                    <a:cubicBezTo>
                      <a:pt x="521882" y="114921"/>
                      <a:pt x="534264" y="127304"/>
                      <a:pt x="534264" y="143496"/>
                    </a:cubicBezTo>
                    <a:lnTo>
                      <a:pt x="534264" y="381621"/>
                    </a:lnTo>
                    <a:cubicBezTo>
                      <a:pt x="534264" y="397814"/>
                      <a:pt x="521882" y="410196"/>
                      <a:pt x="505689" y="410196"/>
                    </a:cubicBezTo>
                    <a:lnTo>
                      <a:pt x="391389" y="410196"/>
                    </a:lnTo>
                    <a:lnTo>
                      <a:pt x="391389" y="295896"/>
                    </a:lnTo>
                    <a:cubicBezTo>
                      <a:pt x="391389" y="275894"/>
                      <a:pt x="375196" y="258749"/>
                      <a:pt x="355194" y="257796"/>
                    </a:cubicBezTo>
                    <a:lnTo>
                      <a:pt x="353289" y="257796"/>
                    </a:lnTo>
                    <a:lnTo>
                      <a:pt x="181839" y="257796"/>
                    </a:lnTo>
                    <a:cubicBezTo>
                      <a:pt x="161836" y="257796"/>
                      <a:pt x="144692" y="273989"/>
                      <a:pt x="143739" y="293991"/>
                    </a:cubicBezTo>
                    <a:lnTo>
                      <a:pt x="143739" y="295896"/>
                    </a:lnTo>
                    <a:lnTo>
                      <a:pt x="143739" y="410196"/>
                    </a:lnTo>
                    <a:lnTo>
                      <a:pt x="29439" y="410196"/>
                    </a:lnTo>
                    <a:cubicBezTo>
                      <a:pt x="13246" y="410196"/>
                      <a:pt x="864" y="397814"/>
                      <a:pt x="864" y="381621"/>
                    </a:cubicBezTo>
                    <a:lnTo>
                      <a:pt x="864" y="201599"/>
                    </a:lnTo>
                    <a:cubicBezTo>
                      <a:pt x="864" y="192074"/>
                      <a:pt x="4674" y="182549"/>
                      <a:pt x="11342" y="175881"/>
                    </a:cubicBezTo>
                    <a:lnTo>
                      <a:pt x="56109" y="127304"/>
                    </a:lnTo>
                    <a:cubicBezTo>
                      <a:pt x="63729" y="119684"/>
                      <a:pt x="73254" y="114921"/>
                      <a:pt x="83732" y="114921"/>
                    </a:cubicBezTo>
                    <a:lnTo>
                      <a:pt x="143739" y="114921"/>
                    </a:lnTo>
                    <a:close/>
                    <a:moveTo>
                      <a:pt x="462827" y="172071"/>
                    </a:moveTo>
                    <a:cubicBezTo>
                      <a:pt x="455207" y="172071"/>
                      <a:pt x="448539" y="178739"/>
                      <a:pt x="448539" y="186359"/>
                    </a:cubicBezTo>
                    <a:cubicBezTo>
                      <a:pt x="448539" y="193979"/>
                      <a:pt x="455207" y="200646"/>
                      <a:pt x="462827" y="200646"/>
                    </a:cubicBezTo>
                    <a:cubicBezTo>
                      <a:pt x="470446" y="200646"/>
                      <a:pt x="477114" y="193979"/>
                      <a:pt x="477114" y="186359"/>
                    </a:cubicBezTo>
                    <a:cubicBezTo>
                      <a:pt x="477114" y="178739"/>
                      <a:pt x="470446" y="172071"/>
                      <a:pt x="462827" y="172071"/>
                    </a:cubicBezTo>
                    <a:close/>
                    <a:moveTo>
                      <a:pt x="343764" y="621"/>
                    </a:moveTo>
                    <a:cubicBezTo>
                      <a:pt x="359957" y="621"/>
                      <a:pt x="372339" y="13004"/>
                      <a:pt x="372339" y="29196"/>
                    </a:cubicBezTo>
                    <a:lnTo>
                      <a:pt x="372339" y="105396"/>
                    </a:lnTo>
                    <a:cubicBezTo>
                      <a:pt x="372339" y="121589"/>
                      <a:pt x="359957" y="133971"/>
                      <a:pt x="343764" y="133971"/>
                    </a:cubicBezTo>
                    <a:lnTo>
                      <a:pt x="191364" y="133971"/>
                    </a:lnTo>
                    <a:cubicBezTo>
                      <a:pt x="175171" y="133971"/>
                      <a:pt x="162789" y="121589"/>
                      <a:pt x="162789" y="105396"/>
                    </a:cubicBezTo>
                    <a:lnTo>
                      <a:pt x="162789" y="29196"/>
                    </a:lnTo>
                    <a:cubicBezTo>
                      <a:pt x="162789" y="13004"/>
                      <a:pt x="175171" y="621"/>
                      <a:pt x="191364" y="621"/>
                    </a:cubicBezTo>
                    <a:lnTo>
                      <a:pt x="343764" y="62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list1-3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E659C5A-5873-8C19-EE4C-B3C26FABE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9213944" y="1714749"/>
            <a:ext cx="2123827" cy="3242455"/>
            <a:chOff x="7204473" y="2637645"/>
            <a:chExt cx="2123827" cy="3242455"/>
          </a:xfrm>
        </p:grpSpPr>
        <p:sp>
          <p:nvSpPr>
            <p:cNvPr id="42" name="矩形: 圆角 41"/>
            <p:cNvSpPr/>
            <p:nvPr>
              <p:custDataLst>
                <p:tags r:id="rId23"/>
              </p:custDataLst>
            </p:nvPr>
          </p:nvSpPr>
          <p:spPr>
            <a:xfrm flipH="1">
              <a:off x="7204473" y="3396977"/>
              <a:ext cx="2123827" cy="2483123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43" name="文本框 42"/>
            <p:cNvSpPr txBox="1"/>
            <p:nvPr>
              <p:custDataLst>
                <p:tags r:id="rId24"/>
              </p:custDataLst>
            </p:nvPr>
          </p:nvSpPr>
          <p:spPr>
            <a:xfrm>
              <a:off x="7226416" y="3668606"/>
              <a:ext cx="2101881" cy="6323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{vItem.item4}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44" name="文本框 43"/>
            <p:cNvSpPr txBox="1"/>
            <p:nvPr>
              <p:custDataLst>
                <p:tags r:id="rId25"/>
              </p:custDataLst>
            </p:nvPr>
          </p:nvSpPr>
          <p:spPr>
            <a:xfrm>
              <a:off x="7226416" y="4300990"/>
              <a:ext cx="2101881" cy="8357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{vItem.item4_Desc}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45" name="矩形: 圆角 44"/>
            <p:cNvSpPr/>
            <p:nvPr>
              <p:custDataLst>
                <p:tags r:id="rId26"/>
              </p:custDataLst>
            </p:nvPr>
          </p:nvSpPr>
          <p:spPr>
            <a:xfrm>
              <a:off x="7480751" y="5297427"/>
              <a:ext cx="1571274" cy="43027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04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6" name="文本框 45"/>
            <p:cNvSpPr txBox="1">
              <a:spLocks noChangeAspect="1"/>
            </p:cNvSpPr>
            <p:nvPr>
              <p:custDataLst>
                <p:tags r:id="rId27"/>
              </p:custDataLst>
            </p:nvPr>
          </p:nvSpPr>
          <p:spPr>
            <a:xfrm>
              <a:off x="8036600" y="2637645"/>
              <a:ext cx="459577" cy="45957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50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47" name="任意多边形: 形状 46"/>
            <p:cNvSpPr/>
            <p:nvPr>
              <p:custDataLst>
                <p:tags r:id="rId28"/>
              </p:custDataLst>
            </p:nvPr>
          </p:nvSpPr>
          <p:spPr>
            <a:xfrm>
              <a:off x="8170121" y="2786726"/>
              <a:ext cx="192536" cy="161414"/>
            </a:xfrm>
            <a:custGeom>
              <a:avLst/>
              <a:gdLst>
                <a:gd name="T0" fmla="*/ 2623 w 2768"/>
                <a:gd name="T1" fmla="*/ 1207 h 2324"/>
                <a:gd name="T2" fmla="*/ 2529 w 2768"/>
                <a:gd name="T3" fmla="*/ 2116 h 2324"/>
                <a:gd name="T4" fmla="*/ 2298 w 2768"/>
                <a:gd name="T5" fmla="*/ 2324 h 2324"/>
                <a:gd name="T6" fmla="*/ 470 w 2768"/>
                <a:gd name="T7" fmla="*/ 2324 h 2324"/>
                <a:gd name="T8" fmla="*/ 239 w 2768"/>
                <a:gd name="T9" fmla="*/ 2116 h 2324"/>
                <a:gd name="T10" fmla="*/ 145 w 2768"/>
                <a:gd name="T11" fmla="*/ 1207 h 2324"/>
                <a:gd name="T12" fmla="*/ 170 w 2768"/>
                <a:gd name="T13" fmla="*/ 1130 h 2324"/>
                <a:gd name="T14" fmla="*/ 244 w 2768"/>
                <a:gd name="T15" fmla="*/ 1097 h 2324"/>
                <a:gd name="T16" fmla="*/ 2524 w 2768"/>
                <a:gd name="T17" fmla="*/ 1097 h 2324"/>
                <a:gd name="T18" fmla="*/ 2598 w 2768"/>
                <a:gd name="T19" fmla="*/ 1130 h 2324"/>
                <a:gd name="T20" fmla="*/ 2623 w 2768"/>
                <a:gd name="T21" fmla="*/ 1207 h 2324"/>
                <a:gd name="T22" fmla="*/ 2762 w 2768"/>
                <a:gd name="T23" fmla="*/ 588 h 2324"/>
                <a:gd name="T24" fmla="*/ 2722 w 2768"/>
                <a:gd name="T25" fmla="*/ 814 h 2324"/>
                <a:gd name="T26" fmla="*/ 2624 w 2768"/>
                <a:gd name="T27" fmla="*/ 897 h 2324"/>
                <a:gd name="T28" fmla="*/ 157 w 2768"/>
                <a:gd name="T29" fmla="*/ 897 h 2324"/>
                <a:gd name="T30" fmla="*/ 60 w 2768"/>
                <a:gd name="T31" fmla="*/ 820 h 2324"/>
                <a:gd name="T32" fmla="*/ 7 w 2768"/>
                <a:gd name="T33" fmla="*/ 593 h 2324"/>
                <a:gd name="T34" fmla="*/ 26 w 2768"/>
                <a:gd name="T35" fmla="*/ 508 h 2324"/>
                <a:gd name="T36" fmla="*/ 104 w 2768"/>
                <a:gd name="T37" fmla="*/ 470 h 2324"/>
                <a:gd name="T38" fmla="*/ 904 w 2768"/>
                <a:gd name="T39" fmla="*/ 470 h 2324"/>
                <a:gd name="T40" fmla="*/ 904 w 2768"/>
                <a:gd name="T41" fmla="*/ 100 h 2324"/>
                <a:gd name="T42" fmla="*/ 1004 w 2768"/>
                <a:gd name="T43" fmla="*/ 0 h 2324"/>
                <a:gd name="T44" fmla="*/ 1764 w 2768"/>
                <a:gd name="T45" fmla="*/ 0 h 2324"/>
                <a:gd name="T46" fmla="*/ 1864 w 2768"/>
                <a:gd name="T47" fmla="*/ 100 h 2324"/>
                <a:gd name="T48" fmla="*/ 1864 w 2768"/>
                <a:gd name="T49" fmla="*/ 470 h 2324"/>
                <a:gd name="T50" fmla="*/ 2664 w 2768"/>
                <a:gd name="T51" fmla="*/ 470 h 2324"/>
                <a:gd name="T52" fmla="*/ 2741 w 2768"/>
                <a:gd name="T53" fmla="*/ 506 h 2324"/>
                <a:gd name="T54" fmla="*/ 2762 w 2768"/>
                <a:gd name="T55" fmla="*/ 588 h 2324"/>
                <a:gd name="T56" fmla="*/ 1104 w 2768"/>
                <a:gd name="T57" fmla="*/ 470 h 2324"/>
                <a:gd name="T58" fmla="*/ 1664 w 2768"/>
                <a:gd name="T59" fmla="*/ 470 h 2324"/>
                <a:gd name="T60" fmla="*/ 1664 w 2768"/>
                <a:gd name="T61" fmla="*/ 200 h 2324"/>
                <a:gd name="T62" fmla="*/ 1104 w 2768"/>
                <a:gd name="T63" fmla="*/ 200 h 2324"/>
                <a:gd name="T64" fmla="*/ 1104 w 2768"/>
                <a:gd name="T65" fmla="*/ 470 h 2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68" h="2324">
                  <a:moveTo>
                    <a:pt x="2623" y="1207"/>
                  </a:moveTo>
                  <a:lnTo>
                    <a:pt x="2529" y="2116"/>
                  </a:lnTo>
                  <a:cubicBezTo>
                    <a:pt x="2517" y="2234"/>
                    <a:pt x="2418" y="2324"/>
                    <a:pt x="2298" y="2324"/>
                  </a:cubicBezTo>
                  <a:lnTo>
                    <a:pt x="470" y="2324"/>
                  </a:lnTo>
                  <a:cubicBezTo>
                    <a:pt x="350" y="2324"/>
                    <a:pt x="251" y="2234"/>
                    <a:pt x="239" y="2116"/>
                  </a:cubicBezTo>
                  <a:lnTo>
                    <a:pt x="145" y="1207"/>
                  </a:lnTo>
                  <a:cubicBezTo>
                    <a:pt x="142" y="1179"/>
                    <a:pt x="151" y="1151"/>
                    <a:pt x="170" y="1130"/>
                  </a:cubicBezTo>
                  <a:cubicBezTo>
                    <a:pt x="189" y="1109"/>
                    <a:pt x="216" y="1097"/>
                    <a:pt x="244" y="1097"/>
                  </a:cubicBezTo>
                  <a:lnTo>
                    <a:pt x="2524" y="1097"/>
                  </a:lnTo>
                  <a:cubicBezTo>
                    <a:pt x="2552" y="1097"/>
                    <a:pt x="2579" y="1109"/>
                    <a:pt x="2598" y="1130"/>
                  </a:cubicBezTo>
                  <a:cubicBezTo>
                    <a:pt x="2617" y="1151"/>
                    <a:pt x="2626" y="1179"/>
                    <a:pt x="2623" y="1207"/>
                  </a:cubicBezTo>
                  <a:close/>
                  <a:moveTo>
                    <a:pt x="2762" y="588"/>
                  </a:moveTo>
                  <a:lnTo>
                    <a:pt x="2722" y="814"/>
                  </a:lnTo>
                  <a:cubicBezTo>
                    <a:pt x="2714" y="862"/>
                    <a:pt x="2673" y="897"/>
                    <a:pt x="2624" y="897"/>
                  </a:cubicBezTo>
                  <a:lnTo>
                    <a:pt x="157" y="897"/>
                  </a:lnTo>
                  <a:cubicBezTo>
                    <a:pt x="111" y="897"/>
                    <a:pt x="71" y="865"/>
                    <a:pt x="60" y="820"/>
                  </a:cubicBezTo>
                  <a:lnTo>
                    <a:pt x="7" y="593"/>
                  </a:lnTo>
                  <a:cubicBezTo>
                    <a:pt x="0" y="564"/>
                    <a:pt x="7" y="532"/>
                    <a:pt x="26" y="508"/>
                  </a:cubicBezTo>
                  <a:cubicBezTo>
                    <a:pt x="45" y="484"/>
                    <a:pt x="73" y="470"/>
                    <a:pt x="104" y="470"/>
                  </a:cubicBezTo>
                  <a:lnTo>
                    <a:pt x="904" y="470"/>
                  </a:lnTo>
                  <a:lnTo>
                    <a:pt x="904" y="100"/>
                  </a:lnTo>
                  <a:cubicBezTo>
                    <a:pt x="904" y="45"/>
                    <a:pt x="949" y="0"/>
                    <a:pt x="1004" y="0"/>
                  </a:cubicBezTo>
                  <a:lnTo>
                    <a:pt x="1764" y="0"/>
                  </a:lnTo>
                  <a:cubicBezTo>
                    <a:pt x="1819" y="0"/>
                    <a:pt x="1864" y="45"/>
                    <a:pt x="1864" y="100"/>
                  </a:cubicBezTo>
                  <a:lnTo>
                    <a:pt x="1864" y="470"/>
                  </a:lnTo>
                  <a:lnTo>
                    <a:pt x="2664" y="470"/>
                  </a:lnTo>
                  <a:cubicBezTo>
                    <a:pt x="2694" y="470"/>
                    <a:pt x="2722" y="483"/>
                    <a:pt x="2741" y="506"/>
                  </a:cubicBezTo>
                  <a:cubicBezTo>
                    <a:pt x="2760" y="529"/>
                    <a:pt x="2768" y="559"/>
                    <a:pt x="2762" y="588"/>
                  </a:cubicBezTo>
                  <a:close/>
                  <a:moveTo>
                    <a:pt x="1104" y="470"/>
                  </a:moveTo>
                  <a:lnTo>
                    <a:pt x="1664" y="470"/>
                  </a:lnTo>
                  <a:lnTo>
                    <a:pt x="1664" y="200"/>
                  </a:lnTo>
                  <a:lnTo>
                    <a:pt x="1104" y="200"/>
                  </a:lnTo>
                  <a:lnTo>
                    <a:pt x="1104" y="47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8" name="组合 7"/>
          <p:cNvGrpSpPr/>
          <p:nvPr>
            <p:custDataLst>
              <p:tags r:id="rId2"/>
            </p:custDataLst>
          </p:nvPr>
        </p:nvGrpSpPr>
        <p:grpSpPr>
          <a:xfrm>
            <a:off x="904681" y="1714749"/>
            <a:ext cx="2123827" cy="3242457"/>
            <a:chOff x="660399" y="2637644"/>
            <a:chExt cx="2123827" cy="3242457"/>
          </a:xfrm>
        </p:grpSpPr>
        <p:sp>
          <p:nvSpPr>
            <p:cNvPr id="36" name="矩形: 圆角 35"/>
            <p:cNvSpPr/>
            <p:nvPr>
              <p:custDataLst>
                <p:tags r:id="rId17"/>
              </p:custDataLst>
            </p:nvPr>
          </p:nvSpPr>
          <p:spPr>
            <a:xfrm flipH="1">
              <a:off x="660399" y="3396977"/>
              <a:ext cx="2123827" cy="2483124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37" name="文本框 36"/>
            <p:cNvSpPr txBox="1"/>
            <p:nvPr>
              <p:custDataLst>
                <p:tags r:id="rId18"/>
              </p:custDataLst>
            </p:nvPr>
          </p:nvSpPr>
          <p:spPr>
            <a:xfrm>
              <a:off x="682340" y="3668605"/>
              <a:ext cx="2101881" cy="6323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8" name="文本框 37"/>
            <p:cNvSpPr txBox="1"/>
            <p:nvPr>
              <p:custDataLst>
                <p:tags r:id="rId19"/>
              </p:custDataLst>
            </p:nvPr>
          </p:nvSpPr>
          <p:spPr>
            <a:xfrm>
              <a:off x="682342" y="4300989"/>
              <a:ext cx="2101881" cy="8357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9" name="矩形: 圆角 38"/>
            <p:cNvSpPr/>
            <p:nvPr>
              <p:custDataLst>
                <p:tags r:id="rId20"/>
              </p:custDataLst>
            </p:nvPr>
          </p:nvSpPr>
          <p:spPr>
            <a:xfrm>
              <a:off x="936677" y="5297427"/>
              <a:ext cx="1571274" cy="43027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01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0" name="文本框 39"/>
            <p:cNvSpPr txBox="1">
              <a:spLocks noChangeAspect="1"/>
            </p:cNvSpPr>
            <p:nvPr>
              <p:custDataLst>
                <p:tags r:id="rId21"/>
              </p:custDataLst>
            </p:nvPr>
          </p:nvSpPr>
          <p:spPr>
            <a:xfrm>
              <a:off x="1492525" y="2637644"/>
              <a:ext cx="459577" cy="45957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50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41" name="任意多边形: 形状 40"/>
            <p:cNvSpPr/>
            <p:nvPr>
              <p:custDataLst>
                <p:tags r:id="rId22"/>
              </p:custDataLst>
            </p:nvPr>
          </p:nvSpPr>
          <p:spPr>
            <a:xfrm>
              <a:off x="1626045" y="2761909"/>
              <a:ext cx="192536" cy="211046"/>
            </a:xfrm>
            <a:custGeom>
              <a:avLst/>
              <a:gdLst>
                <a:gd name="connsiteX0" fmla="*/ 248770 w 495300"/>
                <a:gd name="connsiteY0" fmla="*/ 621 h 542925"/>
                <a:gd name="connsiteX1" fmla="*/ 496420 w 495300"/>
                <a:gd name="connsiteY1" fmla="*/ 248271 h 542925"/>
                <a:gd name="connsiteX2" fmla="*/ 324017 w 495300"/>
                <a:gd name="connsiteY2" fmla="*/ 484491 h 542925"/>
                <a:gd name="connsiteX3" fmla="*/ 346877 w 495300"/>
                <a:gd name="connsiteY3" fmla="*/ 524496 h 542925"/>
                <a:gd name="connsiteX4" fmla="*/ 420220 w 495300"/>
                <a:gd name="connsiteY4" fmla="*/ 524496 h 542925"/>
                <a:gd name="connsiteX5" fmla="*/ 420220 w 495300"/>
                <a:gd name="connsiteY5" fmla="*/ 543546 h 542925"/>
                <a:gd name="connsiteX6" fmla="*/ 77320 w 495300"/>
                <a:gd name="connsiteY6" fmla="*/ 543546 h 542925"/>
                <a:gd name="connsiteX7" fmla="*/ 77320 w 495300"/>
                <a:gd name="connsiteY7" fmla="*/ 524496 h 542925"/>
                <a:gd name="connsiteX8" fmla="*/ 150663 w 495300"/>
                <a:gd name="connsiteY8" fmla="*/ 524496 h 542925"/>
                <a:gd name="connsiteX9" fmla="*/ 173523 w 495300"/>
                <a:gd name="connsiteY9" fmla="*/ 484491 h 542925"/>
                <a:gd name="connsiteX10" fmla="*/ 1120 w 495300"/>
                <a:gd name="connsiteY10" fmla="*/ 248271 h 542925"/>
                <a:gd name="connsiteX11" fmla="*/ 248770 w 495300"/>
                <a:gd name="connsiteY11" fmla="*/ 621 h 542925"/>
                <a:gd name="connsiteX12" fmla="*/ 192573 w 495300"/>
                <a:gd name="connsiteY12" fmla="*/ 489254 h 542925"/>
                <a:gd name="connsiteX13" fmla="*/ 172570 w 495300"/>
                <a:gd name="connsiteY13" fmla="*/ 524496 h 542925"/>
                <a:gd name="connsiteX14" fmla="*/ 324970 w 495300"/>
                <a:gd name="connsiteY14" fmla="*/ 524496 h 542925"/>
                <a:gd name="connsiteX15" fmla="*/ 304967 w 495300"/>
                <a:gd name="connsiteY15" fmla="*/ 489254 h 542925"/>
                <a:gd name="connsiteX16" fmla="*/ 248770 w 495300"/>
                <a:gd name="connsiteY16" fmla="*/ 495921 h 542925"/>
                <a:gd name="connsiteX17" fmla="*/ 192573 w 495300"/>
                <a:gd name="connsiteY17" fmla="*/ 489254 h 542925"/>
                <a:gd name="connsiteX18" fmla="*/ 248770 w 495300"/>
                <a:gd name="connsiteY18" fmla="*/ 143496 h 542925"/>
                <a:gd name="connsiteX19" fmla="*/ 143995 w 495300"/>
                <a:gd name="connsiteY19" fmla="*/ 248271 h 542925"/>
                <a:gd name="connsiteX20" fmla="*/ 248770 w 495300"/>
                <a:gd name="connsiteY20" fmla="*/ 353046 h 542925"/>
                <a:gd name="connsiteX21" fmla="*/ 353545 w 495300"/>
                <a:gd name="connsiteY21" fmla="*/ 248271 h 542925"/>
                <a:gd name="connsiteX22" fmla="*/ 248770 w 495300"/>
                <a:gd name="connsiteY22" fmla="*/ 143496 h 542925"/>
                <a:gd name="connsiteX23" fmla="*/ 367833 w 495300"/>
                <a:gd name="connsiteY23" fmla="*/ 114921 h 542925"/>
                <a:gd name="connsiteX24" fmla="*/ 353545 w 495300"/>
                <a:gd name="connsiteY24" fmla="*/ 129209 h 542925"/>
                <a:gd name="connsiteX25" fmla="*/ 367833 w 495300"/>
                <a:gd name="connsiteY25" fmla="*/ 143496 h 542925"/>
                <a:gd name="connsiteX26" fmla="*/ 382120 w 495300"/>
                <a:gd name="connsiteY26" fmla="*/ 129209 h 542925"/>
                <a:gd name="connsiteX27" fmla="*/ 367833 w 495300"/>
                <a:gd name="connsiteY27" fmla="*/ 114921 h 54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95300" h="542925">
                  <a:moveTo>
                    <a:pt x="248770" y="621"/>
                  </a:moveTo>
                  <a:cubicBezTo>
                    <a:pt x="385930" y="621"/>
                    <a:pt x="496420" y="111111"/>
                    <a:pt x="496420" y="248271"/>
                  </a:cubicBezTo>
                  <a:cubicBezTo>
                    <a:pt x="496420" y="358761"/>
                    <a:pt x="424030" y="452106"/>
                    <a:pt x="324017" y="484491"/>
                  </a:cubicBezTo>
                  <a:lnTo>
                    <a:pt x="346877" y="524496"/>
                  </a:lnTo>
                  <a:lnTo>
                    <a:pt x="420220" y="524496"/>
                  </a:lnTo>
                  <a:lnTo>
                    <a:pt x="420220" y="543546"/>
                  </a:lnTo>
                  <a:lnTo>
                    <a:pt x="77320" y="543546"/>
                  </a:lnTo>
                  <a:lnTo>
                    <a:pt x="77320" y="524496"/>
                  </a:lnTo>
                  <a:lnTo>
                    <a:pt x="150663" y="524496"/>
                  </a:lnTo>
                  <a:lnTo>
                    <a:pt x="173523" y="484491"/>
                  </a:lnTo>
                  <a:cubicBezTo>
                    <a:pt x="73510" y="453059"/>
                    <a:pt x="1120" y="358761"/>
                    <a:pt x="1120" y="248271"/>
                  </a:cubicBezTo>
                  <a:cubicBezTo>
                    <a:pt x="1120" y="111111"/>
                    <a:pt x="111610" y="621"/>
                    <a:pt x="248770" y="621"/>
                  </a:cubicBezTo>
                  <a:close/>
                  <a:moveTo>
                    <a:pt x="192573" y="489254"/>
                  </a:moveTo>
                  <a:lnTo>
                    <a:pt x="172570" y="524496"/>
                  </a:lnTo>
                  <a:lnTo>
                    <a:pt x="324970" y="524496"/>
                  </a:lnTo>
                  <a:lnTo>
                    <a:pt x="304967" y="489254"/>
                  </a:lnTo>
                  <a:cubicBezTo>
                    <a:pt x="286870" y="493064"/>
                    <a:pt x="267820" y="495921"/>
                    <a:pt x="248770" y="495921"/>
                  </a:cubicBezTo>
                  <a:cubicBezTo>
                    <a:pt x="229720" y="495921"/>
                    <a:pt x="210670" y="493064"/>
                    <a:pt x="192573" y="489254"/>
                  </a:cubicBezTo>
                  <a:close/>
                  <a:moveTo>
                    <a:pt x="248770" y="143496"/>
                  </a:moveTo>
                  <a:cubicBezTo>
                    <a:pt x="190667" y="143496"/>
                    <a:pt x="143995" y="190169"/>
                    <a:pt x="143995" y="248271"/>
                  </a:cubicBezTo>
                  <a:cubicBezTo>
                    <a:pt x="143995" y="306374"/>
                    <a:pt x="190667" y="353046"/>
                    <a:pt x="248770" y="353046"/>
                  </a:cubicBezTo>
                  <a:cubicBezTo>
                    <a:pt x="306873" y="353046"/>
                    <a:pt x="353545" y="306374"/>
                    <a:pt x="353545" y="248271"/>
                  </a:cubicBezTo>
                  <a:cubicBezTo>
                    <a:pt x="353545" y="190169"/>
                    <a:pt x="306873" y="143496"/>
                    <a:pt x="248770" y="143496"/>
                  </a:cubicBezTo>
                  <a:close/>
                  <a:moveTo>
                    <a:pt x="367833" y="114921"/>
                  </a:moveTo>
                  <a:cubicBezTo>
                    <a:pt x="360213" y="114921"/>
                    <a:pt x="353545" y="121589"/>
                    <a:pt x="353545" y="129209"/>
                  </a:cubicBezTo>
                  <a:cubicBezTo>
                    <a:pt x="353545" y="136829"/>
                    <a:pt x="360213" y="143496"/>
                    <a:pt x="367833" y="143496"/>
                  </a:cubicBezTo>
                  <a:cubicBezTo>
                    <a:pt x="375452" y="143496"/>
                    <a:pt x="382120" y="136829"/>
                    <a:pt x="382120" y="129209"/>
                  </a:cubicBezTo>
                  <a:cubicBezTo>
                    <a:pt x="382120" y="121589"/>
                    <a:pt x="375452" y="114921"/>
                    <a:pt x="367833" y="1149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6" name="组合 5"/>
          <p:cNvGrpSpPr/>
          <p:nvPr>
            <p:custDataLst>
              <p:tags r:id="rId3"/>
            </p:custDataLst>
          </p:nvPr>
        </p:nvGrpSpPr>
        <p:grpSpPr>
          <a:xfrm>
            <a:off x="3674435" y="1714749"/>
            <a:ext cx="2123827" cy="3242457"/>
            <a:chOff x="2841757" y="2637644"/>
            <a:chExt cx="2123827" cy="3242457"/>
          </a:xfrm>
        </p:grpSpPr>
        <p:sp>
          <p:nvSpPr>
            <p:cNvPr id="30" name="矩形: 圆角 29"/>
            <p:cNvSpPr/>
            <p:nvPr>
              <p:custDataLst>
                <p:tags r:id="rId11"/>
              </p:custDataLst>
            </p:nvPr>
          </p:nvSpPr>
          <p:spPr>
            <a:xfrm flipH="1">
              <a:off x="2841757" y="3396977"/>
              <a:ext cx="2123827" cy="2483124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31" name="文本框 30"/>
            <p:cNvSpPr txBox="1"/>
            <p:nvPr>
              <p:custDataLst>
                <p:tags r:id="rId12"/>
              </p:custDataLst>
            </p:nvPr>
          </p:nvSpPr>
          <p:spPr>
            <a:xfrm>
              <a:off x="2863700" y="3668605"/>
              <a:ext cx="2101881" cy="6323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{vItem.item2}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3"/>
              </p:custDataLst>
            </p:nvPr>
          </p:nvSpPr>
          <p:spPr>
            <a:xfrm>
              <a:off x="2863700" y="4300989"/>
              <a:ext cx="2101881" cy="8357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{vItem.item2_Desc}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3" name="矩形: 圆角 32"/>
            <p:cNvSpPr/>
            <p:nvPr>
              <p:custDataLst>
                <p:tags r:id="rId14"/>
              </p:custDataLst>
            </p:nvPr>
          </p:nvSpPr>
          <p:spPr>
            <a:xfrm>
              <a:off x="3118035" y="5297427"/>
              <a:ext cx="1571274" cy="43027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02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34" name="文本框 33"/>
            <p:cNvSpPr txBox="1">
              <a:spLocks noChangeAspect="1"/>
            </p:cNvSpPr>
            <p:nvPr>
              <p:custDataLst>
                <p:tags r:id="rId15"/>
              </p:custDataLst>
            </p:nvPr>
          </p:nvSpPr>
          <p:spPr>
            <a:xfrm>
              <a:off x="3673883" y="2637644"/>
              <a:ext cx="459577" cy="45957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50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35" name="任意多边形: 形状 34"/>
            <p:cNvSpPr/>
            <p:nvPr>
              <p:custDataLst>
                <p:tags r:id="rId16"/>
              </p:custDataLst>
            </p:nvPr>
          </p:nvSpPr>
          <p:spPr>
            <a:xfrm>
              <a:off x="3807403" y="2765612"/>
              <a:ext cx="192536" cy="203643"/>
            </a:xfrm>
            <a:custGeom>
              <a:avLst/>
              <a:gdLst>
                <a:gd name="connsiteX0" fmla="*/ 371955 w 495300"/>
                <a:gd name="connsiteY0" fmla="*/ 621 h 523875"/>
                <a:gd name="connsiteX1" fmla="*/ 400530 w 495300"/>
                <a:gd name="connsiteY1" fmla="*/ 29196 h 523875"/>
                <a:gd name="connsiteX2" fmla="*/ 400530 w 495300"/>
                <a:gd name="connsiteY2" fmla="*/ 133971 h 523875"/>
                <a:gd name="connsiteX3" fmla="*/ 371955 w 495300"/>
                <a:gd name="connsiteY3" fmla="*/ 162546 h 523875"/>
                <a:gd name="connsiteX4" fmla="*/ 257655 w 495300"/>
                <a:gd name="connsiteY4" fmla="*/ 162546 h 523875"/>
                <a:gd name="connsiteX5" fmla="*/ 257655 w 495300"/>
                <a:gd name="connsiteY5" fmla="*/ 286371 h 523875"/>
                <a:gd name="connsiteX6" fmla="*/ 419580 w 495300"/>
                <a:gd name="connsiteY6" fmla="*/ 286371 h 523875"/>
                <a:gd name="connsiteX7" fmla="*/ 457680 w 495300"/>
                <a:gd name="connsiteY7" fmla="*/ 322566 h 523875"/>
                <a:gd name="connsiteX8" fmla="*/ 457680 w 495300"/>
                <a:gd name="connsiteY8" fmla="*/ 324471 h 523875"/>
                <a:gd name="connsiteX9" fmla="*/ 457680 w 495300"/>
                <a:gd name="connsiteY9" fmla="*/ 429246 h 523875"/>
                <a:gd name="connsiteX10" fmla="*/ 476730 w 495300"/>
                <a:gd name="connsiteY10" fmla="*/ 429246 h 523875"/>
                <a:gd name="connsiteX11" fmla="*/ 495780 w 495300"/>
                <a:gd name="connsiteY11" fmla="*/ 448296 h 523875"/>
                <a:gd name="connsiteX12" fmla="*/ 495780 w 495300"/>
                <a:gd name="connsiteY12" fmla="*/ 505446 h 523875"/>
                <a:gd name="connsiteX13" fmla="*/ 476730 w 495300"/>
                <a:gd name="connsiteY13" fmla="*/ 524496 h 523875"/>
                <a:gd name="connsiteX14" fmla="*/ 419580 w 495300"/>
                <a:gd name="connsiteY14" fmla="*/ 524496 h 523875"/>
                <a:gd name="connsiteX15" fmla="*/ 400530 w 495300"/>
                <a:gd name="connsiteY15" fmla="*/ 505446 h 523875"/>
                <a:gd name="connsiteX16" fmla="*/ 400530 w 495300"/>
                <a:gd name="connsiteY16" fmla="*/ 448296 h 523875"/>
                <a:gd name="connsiteX17" fmla="*/ 419580 w 495300"/>
                <a:gd name="connsiteY17" fmla="*/ 429246 h 523875"/>
                <a:gd name="connsiteX18" fmla="*/ 438630 w 495300"/>
                <a:gd name="connsiteY18" fmla="*/ 429246 h 523875"/>
                <a:gd name="connsiteX19" fmla="*/ 438630 w 495300"/>
                <a:gd name="connsiteY19" fmla="*/ 324471 h 523875"/>
                <a:gd name="connsiteX20" fmla="*/ 420533 w 495300"/>
                <a:gd name="connsiteY20" fmla="*/ 305421 h 523875"/>
                <a:gd name="connsiteX21" fmla="*/ 419580 w 495300"/>
                <a:gd name="connsiteY21" fmla="*/ 305421 h 523875"/>
                <a:gd name="connsiteX22" fmla="*/ 257655 w 495300"/>
                <a:gd name="connsiteY22" fmla="*/ 305421 h 523875"/>
                <a:gd name="connsiteX23" fmla="*/ 257655 w 495300"/>
                <a:gd name="connsiteY23" fmla="*/ 429246 h 523875"/>
                <a:gd name="connsiteX24" fmla="*/ 276705 w 495300"/>
                <a:gd name="connsiteY24" fmla="*/ 429246 h 523875"/>
                <a:gd name="connsiteX25" fmla="*/ 295755 w 495300"/>
                <a:gd name="connsiteY25" fmla="*/ 448296 h 523875"/>
                <a:gd name="connsiteX26" fmla="*/ 295755 w 495300"/>
                <a:gd name="connsiteY26" fmla="*/ 505446 h 523875"/>
                <a:gd name="connsiteX27" fmla="*/ 276705 w 495300"/>
                <a:gd name="connsiteY27" fmla="*/ 524496 h 523875"/>
                <a:gd name="connsiteX28" fmla="*/ 219555 w 495300"/>
                <a:gd name="connsiteY28" fmla="*/ 524496 h 523875"/>
                <a:gd name="connsiteX29" fmla="*/ 200505 w 495300"/>
                <a:gd name="connsiteY29" fmla="*/ 505446 h 523875"/>
                <a:gd name="connsiteX30" fmla="*/ 200505 w 495300"/>
                <a:gd name="connsiteY30" fmla="*/ 448296 h 523875"/>
                <a:gd name="connsiteX31" fmla="*/ 219555 w 495300"/>
                <a:gd name="connsiteY31" fmla="*/ 429246 h 523875"/>
                <a:gd name="connsiteX32" fmla="*/ 238605 w 495300"/>
                <a:gd name="connsiteY32" fmla="*/ 429246 h 523875"/>
                <a:gd name="connsiteX33" fmla="*/ 238605 w 495300"/>
                <a:gd name="connsiteY33" fmla="*/ 305421 h 523875"/>
                <a:gd name="connsiteX34" fmla="*/ 76680 w 495300"/>
                <a:gd name="connsiteY34" fmla="*/ 305421 h 523875"/>
                <a:gd name="connsiteX35" fmla="*/ 57630 w 495300"/>
                <a:gd name="connsiteY35" fmla="*/ 323519 h 523875"/>
                <a:gd name="connsiteX36" fmla="*/ 57630 w 495300"/>
                <a:gd name="connsiteY36" fmla="*/ 324471 h 523875"/>
                <a:gd name="connsiteX37" fmla="*/ 57630 w 495300"/>
                <a:gd name="connsiteY37" fmla="*/ 429246 h 523875"/>
                <a:gd name="connsiteX38" fmla="*/ 76680 w 495300"/>
                <a:gd name="connsiteY38" fmla="*/ 429246 h 523875"/>
                <a:gd name="connsiteX39" fmla="*/ 95730 w 495300"/>
                <a:gd name="connsiteY39" fmla="*/ 448296 h 523875"/>
                <a:gd name="connsiteX40" fmla="*/ 95730 w 495300"/>
                <a:gd name="connsiteY40" fmla="*/ 505446 h 523875"/>
                <a:gd name="connsiteX41" fmla="*/ 76680 w 495300"/>
                <a:gd name="connsiteY41" fmla="*/ 524496 h 523875"/>
                <a:gd name="connsiteX42" fmla="*/ 19530 w 495300"/>
                <a:gd name="connsiteY42" fmla="*/ 524496 h 523875"/>
                <a:gd name="connsiteX43" fmla="*/ 480 w 495300"/>
                <a:gd name="connsiteY43" fmla="*/ 505446 h 523875"/>
                <a:gd name="connsiteX44" fmla="*/ 480 w 495300"/>
                <a:gd name="connsiteY44" fmla="*/ 448296 h 523875"/>
                <a:gd name="connsiteX45" fmla="*/ 19530 w 495300"/>
                <a:gd name="connsiteY45" fmla="*/ 429246 h 523875"/>
                <a:gd name="connsiteX46" fmla="*/ 38580 w 495300"/>
                <a:gd name="connsiteY46" fmla="*/ 429246 h 523875"/>
                <a:gd name="connsiteX47" fmla="*/ 38580 w 495300"/>
                <a:gd name="connsiteY47" fmla="*/ 324471 h 523875"/>
                <a:gd name="connsiteX48" fmla="*/ 74775 w 495300"/>
                <a:gd name="connsiteY48" fmla="*/ 286371 h 523875"/>
                <a:gd name="connsiteX49" fmla="*/ 76680 w 495300"/>
                <a:gd name="connsiteY49" fmla="*/ 286371 h 523875"/>
                <a:gd name="connsiteX50" fmla="*/ 238605 w 495300"/>
                <a:gd name="connsiteY50" fmla="*/ 286371 h 523875"/>
                <a:gd name="connsiteX51" fmla="*/ 238605 w 495300"/>
                <a:gd name="connsiteY51" fmla="*/ 162546 h 523875"/>
                <a:gd name="connsiteX52" fmla="*/ 124305 w 495300"/>
                <a:gd name="connsiteY52" fmla="*/ 162546 h 523875"/>
                <a:gd name="connsiteX53" fmla="*/ 95730 w 495300"/>
                <a:gd name="connsiteY53" fmla="*/ 133971 h 523875"/>
                <a:gd name="connsiteX54" fmla="*/ 95730 w 495300"/>
                <a:gd name="connsiteY54" fmla="*/ 29196 h 523875"/>
                <a:gd name="connsiteX55" fmla="*/ 124305 w 495300"/>
                <a:gd name="connsiteY55" fmla="*/ 621 h 523875"/>
                <a:gd name="connsiteX56" fmla="*/ 371955 w 495300"/>
                <a:gd name="connsiteY56" fmla="*/ 621 h 523875"/>
                <a:gd name="connsiteX57" fmla="*/ 148118 w 495300"/>
                <a:gd name="connsiteY57" fmla="*/ 95871 h 523875"/>
                <a:gd name="connsiteX58" fmla="*/ 133830 w 495300"/>
                <a:gd name="connsiteY58" fmla="*/ 110159 h 523875"/>
                <a:gd name="connsiteX59" fmla="*/ 148118 w 495300"/>
                <a:gd name="connsiteY59" fmla="*/ 124446 h 523875"/>
                <a:gd name="connsiteX60" fmla="*/ 162405 w 495300"/>
                <a:gd name="connsiteY60" fmla="*/ 110159 h 523875"/>
                <a:gd name="connsiteX61" fmla="*/ 148118 w 495300"/>
                <a:gd name="connsiteY61" fmla="*/ 95871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495300" h="523875">
                  <a:moveTo>
                    <a:pt x="371955" y="621"/>
                  </a:moveTo>
                  <a:cubicBezTo>
                    <a:pt x="388148" y="621"/>
                    <a:pt x="400530" y="13004"/>
                    <a:pt x="400530" y="29196"/>
                  </a:cubicBezTo>
                  <a:lnTo>
                    <a:pt x="400530" y="133971"/>
                  </a:lnTo>
                  <a:cubicBezTo>
                    <a:pt x="400530" y="150164"/>
                    <a:pt x="388148" y="162546"/>
                    <a:pt x="371955" y="162546"/>
                  </a:cubicBezTo>
                  <a:lnTo>
                    <a:pt x="257655" y="162546"/>
                  </a:lnTo>
                  <a:lnTo>
                    <a:pt x="257655" y="286371"/>
                  </a:lnTo>
                  <a:lnTo>
                    <a:pt x="419580" y="286371"/>
                  </a:lnTo>
                  <a:cubicBezTo>
                    <a:pt x="439583" y="286371"/>
                    <a:pt x="456727" y="302564"/>
                    <a:pt x="457680" y="322566"/>
                  </a:cubicBezTo>
                  <a:lnTo>
                    <a:pt x="457680" y="324471"/>
                  </a:lnTo>
                  <a:lnTo>
                    <a:pt x="457680" y="429246"/>
                  </a:lnTo>
                  <a:lnTo>
                    <a:pt x="476730" y="429246"/>
                  </a:lnTo>
                  <a:cubicBezTo>
                    <a:pt x="487208" y="429246"/>
                    <a:pt x="495780" y="437819"/>
                    <a:pt x="495780" y="448296"/>
                  </a:cubicBezTo>
                  <a:lnTo>
                    <a:pt x="495780" y="505446"/>
                  </a:lnTo>
                  <a:cubicBezTo>
                    <a:pt x="495780" y="515924"/>
                    <a:pt x="487208" y="524496"/>
                    <a:pt x="476730" y="524496"/>
                  </a:cubicBezTo>
                  <a:lnTo>
                    <a:pt x="419580" y="524496"/>
                  </a:lnTo>
                  <a:cubicBezTo>
                    <a:pt x="409102" y="524496"/>
                    <a:pt x="400530" y="515924"/>
                    <a:pt x="400530" y="505446"/>
                  </a:cubicBezTo>
                  <a:lnTo>
                    <a:pt x="400530" y="448296"/>
                  </a:lnTo>
                  <a:cubicBezTo>
                    <a:pt x="400530" y="437819"/>
                    <a:pt x="409102" y="429246"/>
                    <a:pt x="419580" y="429246"/>
                  </a:cubicBezTo>
                  <a:lnTo>
                    <a:pt x="438630" y="429246"/>
                  </a:lnTo>
                  <a:lnTo>
                    <a:pt x="438630" y="324471"/>
                  </a:lnTo>
                  <a:cubicBezTo>
                    <a:pt x="438630" y="313994"/>
                    <a:pt x="431010" y="306374"/>
                    <a:pt x="420533" y="305421"/>
                  </a:cubicBezTo>
                  <a:lnTo>
                    <a:pt x="419580" y="305421"/>
                  </a:lnTo>
                  <a:lnTo>
                    <a:pt x="257655" y="305421"/>
                  </a:lnTo>
                  <a:lnTo>
                    <a:pt x="257655" y="429246"/>
                  </a:lnTo>
                  <a:lnTo>
                    <a:pt x="276705" y="429246"/>
                  </a:lnTo>
                  <a:cubicBezTo>
                    <a:pt x="287183" y="429246"/>
                    <a:pt x="295755" y="437819"/>
                    <a:pt x="295755" y="448296"/>
                  </a:cubicBezTo>
                  <a:lnTo>
                    <a:pt x="295755" y="505446"/>
                  </a:lnTo>
                  <a:cubicBezTo>
                    <a:pt x="295755" y="515924"/>
                    <a:pt x="287183" y="524496"/>
                    <a:pt x="276705" y="524496"/>
                  </a:cubicBezTo>
                  <a:lnTo>
                    <a:pt x="219555" y="524496"/>
                  </a:lnTo>
                  <a:cubicBezTo>
                    <a:pt x="209077" y="524496"/>
                    <a:pt x="200505" y="515924"/>
                    <a:pt x="200505" y="505446"/>
                  </a:cubicBezTo>
                  <a:lnTo>
                    <a:pt x="200505" y="448296"/>
                  </a:lnTo>
                  <a:cubicBezTo>
                    <a:pt x="200505" y="437819"/>
                    <a:pt x="209077" y="429246"/>
                    <a:pt x="219555" y="429246"/>
                  </a:cubicBezTo>
                  <a:lnTo>
                    <a:pt x="238605" y="429246"/>
                  </a:lnTo>
                  <a:lnTo>
                    <a:pt x="238605" y="305421"/>
                  </a:lnTo>
                  <a:lnTo>
                    <a:pt x="76680" y="305421"/>
                  </a:lnTo>
                  <a:cubicBezTo>
                    <a:pt x="66202" y="305421"/>
                    <a:pt x="58583" y="313041"/>
                    <a:pt x="57630" y="323519"/>
                  </a:cubicBezTo>
                  <a:lnTo>
                    <a:pt x="57630" y="324471"/>
                  </a:lnTo>
                  <a:lnTo>
                    <a:pt x="57630" y="429246"/>
                  </a:lnTo>
                  <a:lnTo>
                    <a:pt x="76680" y="429246"/>
                  </a:lnTo>
                  <a:cubicBezTo>
                    <a:pt x="87158" y="429246"/>
                    <a:pt x="95730" y="437819"/>
                    <a:pt x="95730" y="448296"/>
                  </a:cubicBezTo>
                  <a:lnTo>
                    <a:pt x="95730" y="505446"/>
                  </a:lnTo>
                  <a:cubicBezTo>
                    <a:pt x="95730" y="515924"/>
                    <a:pt x="87158" y="524496"/>
                    <a:pt x="76680" y="524496"/>
                  </a:cubicBezTo>
                  <a:lnTo>
                    <a:pt x="19530" y="524496"/>
                  </a:lnTo>
                  <a:cubicBezTo>
                    <a:pt x="9052" y="524496"/>
                    <a:pt x="480" y="515924"/>
                    <a:pt x="480" y="505446"/>
                  </a:cubicBezTo>
                  <a:lnTo>
                    <a:pt x="480" y="448296"/>
                  </a:lnTo>
                  <a:cubicBezTo>
                    <a:pt x="480" y="437819"/>
                    <a:pt x="9052" y="429246"/>
                    <a:pt x="19530" y="429246"/>
                  </a:cubicBezTo>
                  <a:lnTo>
                    <a:pt x="38580" y="429246"/>
                  </a:lnTo>
                  <a:lnTo>
                    <a:pt x="38580" y="324471"/>
                  </a:lnTo>
                  <a:cubicBezTo>
                    <a:pt x="38580" y="304469"/>
                    <a:pt x="54773" y="287324"/>
                    <a:pt x="74775" y="286371"/>
                  </a:cubicBezTo>
                  <a:lnTo>
                    <a:pt x="76680" y="286371"/>
                  </a:lnTo>
                  <a:lnTo>
                    <a:pt x="238605" y="286371"/>
                  </a:lnTo>
                  <a:lnTo>
                    <a:pt x="238605" y="162546"/>
                  </a:lnTo>
                  <a:lnTo>
                    <a:pt x="124305" y="162546"/>
                  </a:lnTo>
                  <a:cubicBezTo>
                    <a:pt x="108112" y="162546"/>
                    <a:pt x="95730" y="150164"/>
                    <a:pt x="95730" y="133971"/>
                  </a:cubicBezTo>
                  <a:lnTo>
                    <a:pt x="95730" y="29196"/>
                  </a:lnTo>
                  <a:cubicBezTo>
                    <a:pt x="95730" y="13004"/>
                    <a:pt x="108112" y="621"/>
                    <a:pt x="124305" y="621"/>
                  </a:cubicBezTo>
                  <a:lnTo>
                    <a:pt x="371955" y="621"/>
                  </a:lnTo>
                  <a:close/>
                  <a:moveTo>
                    <a:pt x="148118" y="95871"/>
                  </a:moveTo>
                  <a:cubicBezTo>
                    <a:pt x="140498" y="95871"/>
                    <a:pt x="133830" y="102539"/>
                    <a:pt x="133830" y="110159"/>
                  </a:cubicBezTo>
                  <a:cubicBezTo>
                    <a:pt x="133830" y="117779"/>
                    <a:pt x="140498" y="124446"/>
                    <a:pt x="148118" y="124446"/>
                  </a:cubicBezTo>
                  <a:cubicBezTo>
                    <a:pt x="155737" y="124446"/>
                    <a:pt x="162405" y="117779"/>
                    <a:pt x="162405" y="110159"/>
                  </a:cubicBezTo>
                  <a:cubicBezTo>
                    <a:pt x="162405" y="102539"/>
                    <a:pt x="155737" y="95871"/>
                    <a:pt x="148118" y="9587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5" name="组合 4"/>
          <p:cNvGrpSpPr/>
          <p:nvPr>
            <p:custDataLst>
              <p:tags r:id="rId4"/>
            </p:custDataLst>
          </p:nvPr>
        </p:nvGrpSpPr>
        <p:grpSpPr>
          <a:xfrm>
            <a:off x="6444189" y="1714749"/>
            <a:ext cx="2123827" cy="3242457"/>
            <a:chOff x="5023115" y="2637644"/>
            <a:chExt cx="2123827" cy="3242457"/>
          </a:xfrm>
        </p:grpSpPr>
        <p:sp>
          <p:nvSpPr>
            <p:cNvPr id="24" name="矩形: 圆角 23"/>
            <p:cNvSpPr/>
            <p:nvPr>
              <p:custDataLst>
                <p:tags r:id="rId5"/>
              </p:custDataLst>
            </p:nvPr>
          </p:nvSpPr>
          <p:spPr>
            <a:xfrm flipH="1">
              <a:off x="5023115" y="3396977"/>
              <a:ext cx="2123827" cy="2483124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25" name="文本框 24"/>
            <p:cNvSpPr txBox="1"/>
            <p:nvPr>
              <p:custDataLst>
                <p:tags r:id="rId6"/>
              </p:custDataLst>
            </p:nvPr>
          </p:nvSpPr>
          <p:spPr>
            <a:xfrm>
              <a:off x="5045058" y="3668605"/>
              <a:ext cx="2101881" cy="6323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{vItem.item3}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7"/>
              </p:custDataLst>
            </p:nvPr>
          </p:nvSpPr>
          <p:spPr>
            <a:xfrm>
              <a:off x="5045058" y="4300989"/>
              <a:ext cx="2101881" cy="8357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{vItem.item3_Desc}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7" name="矩形: 圆角 26"/>
            <p:cNvSpPr/>
            <p:nvPr>
              <p:custDataLst>
                <p:tags r:id="rId8"/>
              </p:custDataLst>
            </p:nvPr>
          </p:nvSpPr>
          <p:spPr>
            <a:xfrm>
              <a:off x="5299393" y="5297427"/>
              <a:ext cx="1571274" cy="43027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03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8" name="文本框 27"/>
            <p:cNvSpPr txBox="1"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5855242" y="2637644"/>
              <a:ext cx="459577" cy="45957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50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29" name="任意多边形: 形状 28"/>
            <p:cNvSpPr/>
            <p:nvPr>
              <p:custDataLst>
                <p:tags r:id="rId10"/>
              </p:custDataLst>
            </p:nvPr>
          </p:nvSpPr>
          <p:spPr>
            <a:xfrm>
              <a:off x="5988763" y="2772885"/>
              <a:ext cx="192536" cy="189096"/>
            </a:xfrm>
            <a:custGeom>
              <a:avLst/>
              <a:gdLst>
                <a:gd name="connsiteX0" fmla="*/ 343764 w 533400"/>
                <a:gd name="connsiteY0" fmla="*/ 276846 h 523875"/>
                <a:gd name="connsiteX1" fmla="*/ 372339 w 533400"/>
                <a:gd name="connsiteY1" fmla="*/ 305421 h 523875"/>
                <a:gd name="connsiteX2" fmla="*/ 372339 w 533400"/>
                <a:gd name="connsiteY2" fmla="*/ 495921 h 523875"/>
                <a:gd name="connsiteX3" fmla="*/ 343764 w 533400"/>
                <a:gd name="connsiteY3" fmla="*/ 524496 h 523875"/>
                <a:gd name="connsiteX4" fmla="*/ 191364 w 533400"/>
                <a:gd name="connsiteY4" fmla="*/ 524496 h 523875"/>
                <a:gd name="connsiteX5" fmla="*/ 162789 w 533400"/>
                <a:gd name="connsiteY5" fmla="*/ 495921 h 523875"/>
                <a:gd name="connsiteX6" fmla="*/ 162789 w 533400"/>
                <a:gd name="connsiteY6" fmla="*/ 305421 h 523875"/>
                <a:gd name="connsiteX7" fmla="*/ 191364 w 533400"/>
                <a:gd name="connsiteY7" fmla="*/ 276846 h 523875"/>
                <a:gd name="connsiteX8" fmla="*/ 343764 w 533400"/>
                <a:gd name="connsiteY8" fmla="*/ 276846 h 523875"/>
                <a:gd name="connsiteX9" fmla="*/ 143739 w 533400"/>
                <a:gd name="connsiteY9" fmla="*/ 114921 h 523875"/>
                <a:gd name="connsiteX10" fmla="*/ 179934 w 533400"/>
                <a:gd name="connsiteY10" fmla="*/ 153021 h 523875"/>
                <a:gd name="connsiteX11" fmla="*/ 181839 w 533400"/>
                <a:gd name="connsiteY11" fmla="*/ 153021 h 523875"/>
                <a:gd name="connsiteX12" fmla="*/ 353289 w 533400"/>
                <a:gd name="connsiteY12" fmla="*/ 153021 h 523875"/>
                <a:gd name="connsiteX13" fmla="*/ 391389 w 533400"/>
                <a:gd name="connsiteY13" fmla="*/ 116826 h 523875"/>
                <a:gd name="connsiteX14" fmla="*/ 391389 w 533400"/>
                <a:gd name="connsiteY14" fmla="*/ 114921 h 523875"/>
                <a:gd name="connsiteX15" fmla="*/ 505689 w 533400"/>
                <a:gd name="connsiteY15" fmla="*/ 114921 h 523875"/>
                <a:gd name="connsiteX16" fmla="*/ 534264 w 533400"/>
                <a:gd name="connsiteY16" fmla="*/ 143496 h 523875"/>
                <a:gd name="connsiteX17" fmla="*/ 534264 w 533400"/>
                <a:gd name="connsiteY17" fmla="*/ 381621 h 523875"/>
                <a:gd name="connsiteX18" fmla="*/ 505689 w 533400"/>
                <a:gd name="connsiteY18" fmla="*/ 410196 h 523875"/>
                <a:gd name="connsiteX19" fmla="*/ 391389 w 533400"/>
                <a:gd name="connsiteY19" fmla="*/ 410196 h 523875"/>
                <a:gd name="connsiteX20" fmla="*/ 391389 w 533400"/>
                <a:gd name="connsiteY20" fmla="*/ 295896 h 523875"/>
                <a:gd name="connsiteX21" fmla="*/ 355194 w 533400"/>
                <a:gd name="connsiteY21" fmla="*/ 257796 h 523875"/>
                <a:gd name="connsiteX22" fmla="*/ 353289 w 533400"/>
                <a:gd name="connsiteY22" fmla="*/ 257796 h 523875"/>
                <a:gd name="connsiteX23" fmla="*/ 181839 w 533400"/>
                <a:gd name="connsiteY23" fmla="*/ 257796 h 523875"/>
                <a:gd name="connsiteX24" fmla="*/ 143739 w 533400"/>
                <a:gd name="connsiteY24" fmla="*/ 293991 h 523875"/>
                <a:gd name="connsiteX25" fmla="*/ 143739 w 533400"/>
                <a:gd name="connsiteY25" fmla="*/ 295896 h 523875"/>
                <a:gd name="connsiteX26" fmla="*/ 143739 w 533400"/>
                <a:gd name="connsiteY26" fmla="*/ 410196 h 523875"/>
                <a:gd name="connsiteX27" fmla="*/ 29439 w 533400"/>
                <a:gd name="connsiteY27" fmla="*/ 410196 h 523875"/>
                <a:gd name="connsiteX28" fmla="*/ 864 w 533400"/>
                <a:gd name="connsiteY28" fmla="*/ 381621 h 523875"/>
                <a:gd name="connsiteX29" fmla="*/ 864 w 533400"/>
                <a:gd name="connsiteY29" fmla="*/ 201599 h 523875"/>
                <a:gd name="connsiteX30" fmla="*/ 11342 w 533400"/>
                <a:gd name="connsiteY30" fmla="*/ 175881 h 523875"/>
                <a:gd name="connsiteX31" fmla="*/ 56109 w 533400"/>
                <a:gd name="connsiteY31" fmla="*/ 127304 h 523875"/>
                <a:gd name="connsiteX32" fmla="*/ 83732 w 533400"/>
                <a:gd name="connsiteY32" fmla="*/ 114921 h 523875"/>
                <a:gd name="connsiteX33" fmla="*/ 143739 w 533400"/>
                <a:gd name="connsiteY33" fmla="*/ 114921 h 523875"/>
                <a:gd name="connsiteX34" fmla="*/ 462827 w 533400"/>
                <a:gd name="connsiteY34" fmla="*/ 172071 h 523875"/>
                <a:gd name="connsiteX35" fmla="*/ 448539 w 533400"/>
                <a:gd name="connsiteY35" fmla="*/ 186359 h 523875"/>
                <a:gd name="connsiteX36" fmla="*/ 462827 w 533400"/>
                <a:gd name="connsiteY36" fmla="*/ 200646 h 523875"/>
                <a:gd name="connsiteX37" fmla="*/ 477114 w 533400"/>
                <a:gd name="connsiteY37" fmla="*/ 186359 h 523875"/>
                <a:gd name="connsiteX38" fmla="*/ 462827 w 533400"/>
                <a:gd name="connsiteY38" fmla="*/ 172071 h 523875"/>
                <a:gd name="connsiteX39" fmla="*/ 343764 w 533400"/>
                <a:gd name="connsiteY39" fmla="*/ 621 h 523875"/>
                <a:gd name="connsiteX40" fmla="*/ 372339 w 533400"/>
                <a:gd name="connsiteY40" fmla="*/ 29196 h 523875"/>
                <a:gd name="connsiteX41" fmla="*/ 372339 w 533400"/>
                <a:gd name="connsiteY41" fmla="*/ 105396 h 523875"/>
                <a:gd name="connsiteX42" fmla="*/ 343764 w 533400"/>
                <a:gd name="connsiteY42" fmla="*/ 133971 h 523875"/>
                <a:gd name="connsiteX43" fmla="*/ 191364 w 533400"/>
                <a:gd name="connsiteY43" fmla="*/ 133971 h 523875"/>
                <a:gd name="connsiteX44" fmla="*/ 162789 w 533400"/>
                <a:gd name="connsiteY44" fmla="*/ 105396 h 523875"/>
                <a:gd name="connsiteX45" fmla="*/ 162789 w 533400"/>
                <a:gd name="connsiteY45" fmla="*/ 29196 h 523875"/>
                <a:gd name="connsiteX46" fmla="*/ 191364 w 533400"/>
                <a:gd name="connsiteY46" fmla="*/ 621 h 523875"/>
                <a:gd name="connsiteX47" fmla="*/ 343764 w 533400"/>
                <a:gd name="connsiteY47" fmla="*/ 621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533400" h="523875">
                  <a:moveTo>
                    <a:pt x="343764" y="276846"/>
                  </a:moveTo>
                  <a:cubicBezTo>
                    <a:pt x="359957" y="276846"/>
                    <a:pt x="372339" y="289229"/>
                    <a:pt x="372339" y="305421"/>
                  </a:cubicBezTo>
                  <a:lnTo>
                    <a:pt x="372339" y="495921"/>
                  </a:lnTo>
                  <a:cubicBezTo>
                    <a:pt x="372339" y="512114"/>
                    <a:pt x="359957" y="524496"/>
                    <a:pt x="343764" y="524496"/>
                  </a:cubicBezTo>
                  <a:lnTo>
                    <a:pt x="191364" y="524496"/>
                  </a:lnTo>
                  <a:cubicBezTo>
                    <a:pt x="175171" y="524496"/>
                    <a:pt x="162789" y="512114"/>
                    <a:pt x="162789" y="495921"/>
                  </a:cubicBezTo>
                  <a:lnTo>
                    <a:pt x="162789" y="305421"/>
                  </a:lnTo>
                  <a:cubicBezTo>
                    <a:pt x="162789" y="289229"/>
                    <a:pt x="175171" y="276846"/>
                    <a:pt x="191364" y="276846"/>
                  </a:cubicBezTo>
                  <a:lnTo>
                    <a:pt x="343764" y="276846"/>
                  </a:lnTo>
                  <a:close/>
                  <a:moveTo>
                    <a:pt x="143739" y="114921"/>
                  </a:moveTo>
                  <a:cubicBezTo>
                    <a:pt x="143739" y="134924"/>
                    <a:pt x="159932" y="152069"/>
                    <a:pt x="179934" y="153021"/>
                  </a:cubicBezTo>
                  <a:lnTo>
                    <a:pt x="181839" y="153021"/>
                  </a:lnTo>
                  <a:lnTo>
                    <a:pt x="353289" y="153021"/>
                  </a:lnTo>
                  <a:cubicBezTo>
                    <a:pt x="373292" y="153021"/>
                    <a:pt x="390436" y="136829"/>
                    <a:pt x="391389" y="116826"/>
                  </a:cubicBezTo>
                  <a:lnTo>
                    <a:pt x="391389" y="114921"/>
                  </a:lnTo>
                  <a:lnTo>
                    <a:pt x="505689" y="114921"/>
                  </a:lnTo>
                  <a:cubicBezTo>
                    <a:pt x="521882" y="114921"/>
                    <a:pt x="534264" y="127304"/>
                    <a:pt x="534264" y="143496"/>
                  </a:cubicBezTo>
                  <a:lnTo>
                    <a:pt x="534264" y="381621"/>
                  </a:lnTo>
                  <a:cubicBezTo>
                    <a:pt x="534264" y="397814"/>
                    <a:pt x="521882" y="410196"/>
                    <a:pt x="505689" y="410196"/>
                  </a:cubicBezTo>
                  <a:lnTo>
                    <a:pt x="391389" y="410196"/>
                  </a:lnTo>
                  <a:lnTo>
                    <a:pt x="391389" y="295896"/>
                  </a:lnTo>
                  <a:cubicBezTo>
                    <a:pt x="391389" y="275894"/>
                    <a:pt x="375196" y="258749"/>
                    <a:pt x="355194" y="257796"/>
                  </a:cubicBezTo>
                  <a:lnTo>
                    <a:pt x="353289" y="257796"/>
                  </a:lnTo>
                  <a:lnTo>
                    <a:pt x="181839" y="257796"/>
                  </a:lnTo>
                  <a:cubicBezTo>
                    <a:pt x="161836" y="257796"/>
                    <a:pt x="144692" y="273989"/>
                    <a:pt x="143739" y="293991"/>
                  </a:cubicBezTo>
                  <a:lnTo>
                    <a:pt x="143739" y="295896"/>
                  </a:lnTo>
                  <a:lnTo>
                    <a:pt x="143739" y="410196"/>
                  </a:lnTo>
                  <a:lnTo>
                    <a:pt x="29439" y="410196"/>
                  </a:lnTo>
                  <a:cubicBezTo>
                    <a:pt x="13246" y="410196"/>
                    <a:pt x="864" y="397814"/>
                    <a:pt x="864" y="381621"/>
                  </a:cubicBezTo>
                  <a:lnTo>
                    <a:pt x="864" y="201599"/>
                  </a:lnTo>
                  <a:cubicBezTo>
                    <a:pt x="864" y="192074"/>
                    <a:pt x="4674" y="182549"/>
                    <a:pt x="11342" y="175881"/>
                  </a:cubicBezTo>
                  <a:lnTo>
                    <a:pt x="56109" y="127304"/>
                  </a:lnTo>
                  <a:cubicBezTo>
                    <a:pt x="63729" y="119684"/>
                    <a:pt x="73254" y="114921"/>
                    <a:pt x="83732" y="114921"/>
                  </a:cubicBezTo>
                  <a:lnTo>
                    <a:pt x="143739" y="114921"/>
                  </a:lnTo>
                  <a:close/>
                  <a:moveTo>
                    <a:pt x="462827" y="172071"/>
                  </a:moveTo>
                  <a:cubicBezTo>
                    <a:pt x="455207" y="172071"/>
                    <a:pt x="448539" y="178739"/>
                    <a:pt x="448539" y="186359"/>
                  </a:cubicBezTo>
                  <a:cubicBezTo>
                    <a:pt x="448539" y="193979"/>
                    <a:pt x="455207" y="200646"/>
                    <a:pt x="462827" y="200646"/>
                  </a:cubicBezTo>
                  <a:cubicBezTo>
                    <a:pt x="470446" y="200646"/>
                    <a:pt x="477114" y="193979"/>
                    <a:pt x="477114" y="186359"/>
                  </a:cubicBezTo>
                  <a:cubicBezTo>
                    <a:pt x="477114" y="178739"/>
                    <a:pt x="470446" y="172071"/>
                    <a:pt x="462827" y="172071"/>
                  </a:cubicBezTo>
                  <a:close/>
                  <a:moveTo>
                    <a:pt x="343764" y="621"/>
                  </a:moveTo>
                  <a:cubicBezTo>
                    <a:pt x="359957" y="621"/>
                    <a:pt x="372339" y="13004"/>
                    <a:pt x="372339" y="29196"/>
                  </a:cubicBezTo>
                  <a:lnTo>
                    <a:pt x="372339" y="105396"/>
                  </a:lnTo>
                  <a:cubicBezTo>
                    <a:pt x="372339" y="121589"/>
                    <a:pt x="359957" y="133971"/>
                    <a:pt x="343764" y="133971"/>
                  </a:cubicBezTo>
                  <a:lnTo>
                    <a:pt x="191364" y="133971"/>
                  </a:lnTo>
                  <a:cubicBezTo>
                    <a:pt x="175171" y="133971"/>
                    <a:pt x="162789" y="121589"/>
                    <a:pt x="162789" y="105396"/>
                  </a:cubicBezTo>
                  <a:lnTo>
                    <a:pt x="162789" y="29196"/>
                  </a:lnTo>
                  <a:cubicBezTo>
                    <a:pt x="162789" y="13004"/>
                    <a:pt x="175171" y="621"/>
                    <a:pt x="191364" y="621"/>
                  </a:cubicBezTo>
                  <a:lnTo>
                    <a:pt x="343764" y="6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list1-4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8F0098A-9794-694A-4778-8E3A141F07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47"/>
          <p:cNvGrpSpPr/>
          <p:nvPr/>
        </p:nvGrpSpPr>
        <p:grpSpPr>
          <a:xfrm>
            <a:off x="570229" y="1781029"/>
            <a:ext cx="10849261" cy="3242457"/>
            <a:chOff x="660399" y="2637644"/>
            <a:chExt cx="10849261" cy="3242457"/>
          </a:xfrm>
        </p:grpSpPr>
        <p:sp>
          <p:nvSpPr>
            <p:cNvPr id="42" name="矩形: 圆角 41"/>
            <p:cNvSpPr/>
            <p:nvPr/>
          </p:nvSpPr>
          <p:spPr>
            <a:xfrm flipH="1">
              <a:off x="7204473" y="3396977"/>
              <a:ext cx="2123827" cy="2483123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7226416" y="3668606"/>
              <a:ext cx="2101881" cy="6323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{vItem.item4}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7226416" y="4300990"/>
              <a:ext cx="2101881" cy="8357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{vItem.item4_Desc}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45" name="矩形: 圆角 44"/>
            <p:cNvSpPr/>
            <p:nvPr/>
          </p:nvSpPr>
          <p:spPr>
            <a:xfrm>
              <a:off x="7480751" y="5297427"/>
              <a:ext cx="1571274" cy="43027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04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6" name="文本框 45"/>
            <p:cNvSpPr txBox="1">
              <a:spLocks noChangeAspect="1"/>
            </p:cNvSpPr>
            <p:nvPr/>
          </p:nvSpPr>
          <p:spPr>
            <a:xfrm>
              <a:off x="8036600" y="2637645"/>
              <a:ext cx="459577" cy="45957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75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8170121" y="2786726"/>
              <a:ext cx="192536" cy="161414"/>
            </a:xfrm>
            <a:custGeom>
              <a:avLst/>
              <a:gdLst>
                <a:gd name="T0" fmla="*/ 2623 w 2768"/>
                <a:gd name="T1" fmla="*/ 1207 h 2324"/>
                <a:gd name="T2" fmla="*/ 2529 w 2768"/>
                <a:gd name="T3" fmla="*/ 2116 h 2324"/>
                <a:gd name="T4" fmla="*/ 2298 w 2768"/>
                <a:gd name="T5" fmla="*/ 2324 h 2324"/>
                <a:gd name="T6" fmla="*/ 470 w 2768"/>
                <a:gd name="T7" fmla="*/ 2324 h 2324"/>
                <a:gd name="T8" fmla="*/ 239 w 2768"/>
                <a:gd name="T9" fmla="*/ 2116 h 2324"/>
                <a:gd name="T10" fmla="*/ 145 w 2768"/>
                <a:gd name="T11" fmla="*/ 1207 h 2324"/>
                <a:gd name="T12" fmla="*/ 170 w 2768"/>
                <a:gd name="T13" fmla="*/ 1130 h 2324"/>
                <a:gd name="T14" fmla="*/ 244 w 2768"/>
                <a:gd name="T15" fmla="*/ 1097 h 2324"/>
                <a:gd name="T16" fmla="*/ 2524 w 2768"/>
                <a:gd name="T17" fmla="*/ 1097 h 2324"/>
                <a:gd name="T18" fmla="*/ 2598 w 2768"/>
                <a:gd name="T19" fmla="*/ 1130 h 2324"/>
                <a:gd name="T20" fmla="*/ 2623 w 2768"/>
                <a:gd name="T21" fmla="*/ 1207 h 2324"/>
                <a:gd name="T22" fmla="*/ 2762 w 2768"/>
                <a:gd name="T23" fmla="*/ 588 h 2324"/>
                <a:gd name="T24" fmla="*/ 2722 w 2768"/>
                <a:gd name="T25" fmla="*/ 814 h 2324"/>
                <a:gd name="T26" fmla="*/ 2624 w 2768"/>
                <a:gd name="T27" fmla="*/ 897 h 2324"/>
                <a:gd name="T28" fmla="*/ 157 w 2768"/>
                <a:gd name="T29" fmla="*/ 897 h 2324"/>
                <a:gd name="T30" fmla="*/ 60 w 2768"/>
                <a:gd name="T31" fmla="*/ 820 h 2324"/>
                <a:gd name="T32" fmla="*/ 7 w 2768"/>
                <a:gd name="T33" fmla="*/ 593 h 2324"/>
                <a:gd name="T34" fmla="*/ 26 w 2768"/>
                <a:gd name="T35" fmla="*/ 508 h 2324"/>
                <a:gd name="T36" fmla="*/ 104 w 2768"/>
                <a:gd name="T37" fmla="*/ 470 h 2324"/>
                <a:gd name="T38" fmla="*/ 904 w 2768"/>
                <a:gd name="T39" fmla="*/ 470 h 2324"/>
                <a:gd name="T40" fmla="*/ 904 w 2768"/>
                <a:gd name="T41" fmla="*/ 100 h 2324"/>
                <a:gd name="T42" fmla="*/ 1004 w 2768"/>
                <a:gd name="T43" fmla="*/ 0 h 2324"/>
                <a:gd name="T44" fmla="*/ 1764 w 2768"/>
                <a:gd name="T45" fmla="*/ 0 h 2324"/>
                <a:gd name="T46" fmla="*/ 1864 w 2768"/>
                <a:gd name="T47" fmla="*/ 100 h 2324"/>
                <a:gd name="T48" fmla="*/ 1864 w 2768"/>
                <a:gd name="T49" fmla="*/ 470 h 2324"/>
                <a:gd name="T50" fmla="*/ 2664 w 2768"/>
                <a:gd name="T51" fmla="*/ 470 h 2324"/>
                <a:gd name="T52" fmla="*/ 2741 w 2768"/>
                <a:gd name="T53" fmla="*/ 506 h 2324"/>
                <a:gd name="T54" fmla="*/ 2762 w 2768"/>
                <a:gd name="T55" fmla="*/ 588 h 2324"/>
                <a:gd name="T56" fmla="*/ 1104 w 2768"/>
                <a:gd name="T57" fmla="*/ 470 h 2324"/>
                <a:gd name="T58" fmla="*/ 1664 w 2768"/>
                <a:gd name="T59" fmla="*/ 470 h 2324"/>
                <a:gd name="T60" fmla="*/ 1664 w 2768"/>
                <a:gd name="T61" fmla="*/ 200 h 2324"/>
                <a:gd name="T62" fmla="*/ 1104 w 2768"/>
                <a:gd name="T63" fmla="*/ 200 h 2324"/>
                <a:gd name="T64" fmla="*/ 1104 w 2768"/>
                <a:gd name="T65" fmla="*/ 470 h 2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68" h="2324">
                  <a:moveTo>
                    <a:pt x="2623" y="1207"/>
                  </a:moveTo>
                  <a:lnTo>
                    <a:pt x="2529" y="2116"/>
                  </a:lnTo>
                  <a:cubicBezTo>
                    <a:pt x="2517" y="2234"/>
                    <a:pt x="2418" y="2324"/>
                    <a:pt x="2298" y="2324"/>
                  </a:cubicBezTo>
                  <a:lnTo>
                    <a:pt x="470" y="2324"/>
                  </a:lnTo>
                  <a:cubicBezTo>
                    <a:pt x="350" y="2324"/>
                    <a:pt x="251" y="2234"/>
                    <a:pt x="239" y="2116"/>
                  </a:cubicBezTo>
                  <a:lnTo>
                    <a:pt x="145" y="1207"/>
                  </a:lnTo>
                  <a:cubicBezTo>
                    <a:pt x="142" y="1179"/>
                    <a:pt x="151" y="1151"/>
                    <a:pt x="170" y="1130"/>
                  </a:cubicBezTo>
                  <a:cubicBezTo>
                    <a:pt x="189" y="1109"/>
                    <a:pt x="216" y="1097"/>
                    <a:pt x="244" y="1097"/>
                  </a:cubicBezTo>
                  <a:lnTo>
                    <a:pt x="2524" y="1097"/>
                  </a:lnTo>
                  <a:cubicBezTo>
                    <a:pt x="2552" y="1097"/>
                    <a:pt x="2579" y="1109"/>
                    <a:pt x="2598" y="1130"/>
                  </a:cubicBezTo>
                  <a:cubicBezTo>
                    <a:pt x="2617" y="1151"/>
                    <a:pt x="2626" y="1179"/>
                    <a:pt x="2623" y="1207"/>
                  </a:cubicBezTo>
                  <a:close/>
                  <a:moveTo>
                    <a:pt x="2762" y="588"/>
                  </a:moveTo>
                  <a:lnTo>
                    <a:pt x="2722" y="814"/>
                  </a:lnTo>
                  <a:cubicBezTo>
                    <a:pt x="2714" y="862"/>
                    <a:pt x="2673" y="897"/>
                    <a:pt x="2624" y="897"/>
                  </a:cubicBezTo>
                  <a:lnTo>
                    <a:pt x="157" y="897"/>
                  </a:lnTo>
                  <a:cubicBezTo>
                    <a:pt x="111" y="897"/>
                    <a:pt x="71" y="865"/>
                    <a:pt x="60" y="820"/>
                  </a:cubicBezTo>
                  <a:lnTo>
                    <a:pt x="7" y="593"/>
                  </a:lnTo>
                  <a:cubicBezTo>
                    <a:pt x="0" y="564"/>
                    <a:pt x="7" y="532"/>
                    <a:pt x="26" y="508"/>
                  </a:cubicBezTo>
                  <a:cubicBezTo>
                    <a:pt x="45" y="484"/>
                    <a:pt x="73" y="470"/>
                    <a:pt x="104" y="470"/>
                  </a:cubicBezTo>
                  <a:lnTo>
                    <a:pt x="904" y="470"/>
                  </a:lnTo>
                  <a:lnTo>
                    <a:pt x="904" y="100"/>
                  </a:lnTo>
                  <a:cubicBezTo>
                    <a:pt x="904" y="45"/>
                    <a:pt x="949" y="0"/>
                    <a:pt x="1004" y="0"/>
                  </a:cubicBezTo>
                  <a:lnTo>
                    <a:pt x="1764" y="0"/>
                  </a:lnTo>
                  <a:cubicBezTo>
                    <a:pt x="1819" y="0"/>
                    <a:pt x="1864" y="45"/>
                    <a:pt x="1864" y="100"/>
                  </a:cubicBezTo>
                  <a:lnTo>
                    <a:pt x="1864" y="470"/>
                  </a:lnTo>
                  <a:lnTo>
                    <a:pt x="2664" y="470"/>
                  </a:lnTo>
                  <a:cubicBezTo>
                    <a:pt x="2694" y="470"/>
                    <a:pt x="2722" y="483"/>
                    <a:pt x="2741" y="506"/>
                  </a:cubicBezTo>
                  <a:cubicBezTo>
                    <a:pt x="2760" y="529"/>
                    <a:pt x="2768" y="559"/>
                    <a:pt x="2762" y="588"/>
                  </a:cubicBezTo>
                  <a:close/>
                  <a:moveTo>
                    <a:pt x="1104" y="470"/>
                  </a:moveTo>
                  <a:lnTo>
                    <a:pt x="1664" y="470"/>
                  </a:lnTo>
                  <a:lnTo>
                    <a:pt x="1664" y="200"/>
                  </a:lnTo>
                  <a:lnTo>
                    <a:pt x="1104" y="200"/>
                  </a:lnTo>
                  <a:lnTo>
                    <a:pt x="1104" y="47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矩形: 圆角 35"/>
            <p:cNvSpPr/>
            <p:nvPr/>
          </p:nvSpPr>
          <p:spPr>
            <a:xfrm flipH="1">
              <a:off x="660399" y="3396977"/>
              <a:ext cx="2123827" cy="2483124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682340" y="3668605"/>
              <a:ext cx="2101881" cy="6323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682342" y="4300989"/>
              <a:ext cx="2101881" cy="8357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9" name="矩形: 圆角 38"/>
            <p:cNvSpPr/>
            <p:nvPr/>
          </p:nvSpPr>
          <p:spPr>
            <a:xfrm>
              <a:off x="936677" y="5297427"/>
              <a:ext cx="1571274" cy="43027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01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0" name="文本框 39"/>
            <p:cNvSpPr txBox="1">
              <a:spLocks noChangeAspect="1"/>
            </p:cNvSpPr>
            <p:nvPr/>
          </p:nvSpPr>
          <p:spPr>
            <a:xfrm>
              <a:off x="1492525" y="2637644"/>
              <a:ext cx="459577" cy="45957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75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41" name="任意多边形: 形状 40"/>
            <p:cNvSpPr/>
            <p:nvPr/>
          </p:nvSpPr>
          <p:spPr>
            <a:xfrm>
              <a:off x="1626045" y="2761909"/>
              <a:ext cx="192536" cy="211046"/>
            </a:xfrm>
            <a:custGeom>
              <a:avLst/>
              <a:gdLst>
                <a:gd name="connsiteX0" fmla="*/ 248770 w 495300"/>
                <a:gd name="connsiteY0" fmla="*/ 621 h 542925"/>
                <a:gd name="connsiteX1" fmla="*/ 496420 w 495300"/>
                <a:gd name="connsiteY1" fmla="*/ 248271 h 542925"/>
                <a:gd name="connsiteX2" fmla="*/ 324017 w 495300"/>
                <a:gd name="connsiteY2" fmla="*/ 484491 h 542925"/>
                <a:gd name="connsiteX3" fmla="*/ 346877 w 495300"/>
                <a:gd name="connsiteY3" fmla="*/ 524496 h 542925"/>
                <a:gd name="connsiteX4" fmla="*/ 420220 w 495300"/>
                <a:gd name="connsiteY4" fmla="*/ 524496 h 542925"/>
                <a:gd name="connsiteX5" fmla="*/ 420220 w 495300"/>
                <a:gd name="connsiteY5" fmla="*/ 543546 h 542925"/>
                <a:gd name="connsiteX6" fmla="*/ 77320 w 495300"/>
                <a:gd name="connsiteY6" fmla="*/ 543546 h 542925"/>
                <a:gd name="connsiteX7" fmla="*/ 77320 w 495300"/>
                <a:gd name="connsiteY7" fmla="*/ 524496 h 542925"/>
                <a:gd name="connsiteX8" fmla="*/ 150663 w 495300"/>
                <a:gd name="connsiteY8" fmla="*/ 524496 h 542925"/>
                <a:gd name="connsiteX9" fmla="*/ 173523 w 495300"/>
                <a:gd name="connsiteY9" fmla="*/ 484491 h 542925"/>
                <a:gd name="connsiteX10" fmla="*/ 1120 w 495300"/>
                <a:gd name="connsiteY10" fmla="*/ 248271 h 542925"/>
                <a:gd name="connsiteX11" fmla="*/ 248770 w 495300"/>
                <a:gd name="connsiteY11" fmla="*/ 621 h 542925"/>
                <a:gd name="connsiteX12" fmla="*/ 192573 w 495300"/>
                <a:gd name="connsiteY12" fmla="*/ 489254 h 542925"/>
                <a:gd name="connsiteX13" fmla="*/ 172570 w 495300"/>
                <a:gd name="connsiteY13" fmla="*/ 524496 h 542925"/>
                <a:gd name="connsiteX14" fmla="*/ 324970 w 495300"/>
                <a:gd name="connsiteY14" fmla="*/ 524496 h 542925"/>
                <a:gd name="connsiteX15" fmla="*/ 304967 w 495300"/>
                <a:gd name="connsiteY15" fmla="*/ 489254 h 542925"/>
                <a:gd name="connsiteX16" fmla="*/ 248770 w 495300"/>
                <a:gd name="connsiteY16" fmla="*/ 495921 h 542925"/>
                <a:gd name="connsiteX17" fmla="*/ 192573 w 495300"/>
                <a:gd name="connsiteY17" fmla="*/ 489254 h 542925"/>
                <a:gd name="connsiteX18" fmla="*/ 248770 w 495300"/>
                <a:gd name="connsiteY18" fmla="*/ 143496 h 542925"/>
                <a:gd name="connsiteX19" fmla="*/ 143995 w 495300"/>
                <a:gd name="connsiteY19" fmla="*/ 248271 h 542925"/>
                <a:gd name="connsiteX20" fmla="*/ 248770 w 495300"/>
                <a:gd name="connsiteY20" fmla="*/ 353046 h 542925"/>
                <a:gd name="connsiteX21" fmla="*/ 353545 w 495300"/>
                <a:gd name="connsiteY21" fmla="*/ 248271 h 542925"/>
                <a:gd name="connsiteX22" fmla="*/ 248770 w 495300"/>
                <a:gd name="connsiteY22" fmla="*/ 143496 h 542925"/>
                <a:gd name="connsiteX23" fmla="*/ 367833 w 495300"/>
                <a:gd name="connsiteY23" fmla="*/ 114921 h 542925"/>
                <a:gd name="connsiteX24" fmla="*/ 353545 w 495300"/>
                <a:gd name="connsiteY24" fmla="*/ 129209 h 542925"/>
                <a:gd name="connsiteX25" fmla="*/ 367833 w 495300"/>
                <a:gd name="connsiteY25" fmla="*/ 143496 h 542925"/>
                <a:gd name="connsiteX26" fmla="*/ 382120 w 495300"/>
                <a:gd name="connsiteY26" fmla="*/ 129209 h 542925"/>
                <a:gd name="connsiteX27" fmla="*/ 367833 w 495300"/>
                <a:gd name="connsiteY27" fmla="*/ 114921 h 54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95300" h="542925">
                  <a:moveTo>
                    <a:pt x="248770" y="621"/>
                  </a:moveTo>
                  <a:cubicBezTo>
                    <a:pt x="385930" y="621"/>
                    <a:pt x="496420" y="111111"/>
                    <a:pt x="496420" y="248271"/>
                  </a:cubicBezTo>
                  <a:cubicBezTo>
                    <a:pt x="496420" y="358761"/>
                    <a:pt x="424030" y="452106"/>
                    <a:pt x="324017" y="484491"/>
                  </a:cubicBezTo>
                  <a:lnTo>
                    <a:pt x="346877" y="524496"/>
                  </a:lnTo>
                  <a:lnTo>
                    <a:pt x="420220" y="524496"/>
                  </a:lnTo>
                  <a:lnTo>
                    <a:pt x="420220" y="543546"/>
                  </a:lnTo>
                  <a:lnTo>
                    <a:pt x="77320" y="543546"/>
                  </a:lnTo>
                  <a:lnTo>
                    <a:pt x="77320" y="524496"/>
                  </a:lnTo>
                  <a:lnTo>
                    <a:pt x="150663" y="524496"/>
                  </a:lnTo>
                  <a:lnTo>
                    <a:pt x="173523" y="484491"/>
                  </a:lnTo>
                  <a:cubicBezTo>
                    <a:pt x="73510" y="453059"/>
                    <a:pt x="1120" y="358761"/>
                    <a:pt x="1120" y="248271"/>
                  </a:cubicBezTo>
                  <a:cubicBezTo>
                    <a:pt x="1120" y="111111"/>
                    <a:pt x="111610" y="621"/>
                    <a:pt x="248770" y="621"/>
                  </a:cubicBezTo>
                  <a:close/>
                  <a:moveTo>
                    <a:pt x="192573" y="489254"/>
                  </a:moveTo>
                  <a:lnTo>
                    <a:pt x="172570" y="524496"/>
                  </a:lnTo>
                  <a:lnTo>
                    <a:pt x="324970" y="524496"/>
                  </a:lnTo>
                  <a:lnTo>
                    <a:pt x="304967" y="489254"/>
                  </a:lnTo>
                  <a:cubicBezTo>
                    <a:pt x="286870" y="493064"/>
                    <a:pt x="267820" y="495921"/>
                    <a:pt x="248770" y="495921"/>
                  </a:cubicBezTo>
                  <a:cubicBezTo>
                    <a:pt x="229720" y="495921"/>
                    <a:pt x="210670" y="493064"/>
                    <a:pt x="192573" y="489254"/>
                  </a:cubicBezTo>
                  <a:close/>
                  <a:moveTo>
                    <a:pt x="248770" y="143496"/>
                  </a:moveTo>
                  <a:cubicBezTo>
                    <a:pt x="190667" y="143496"/>
                    <a:pt x="143995" y="190169"/>
                    <a:pt x="143995" y="248271"/>
                  </a:cubicBezTo>
                  <a:cubicBezTo>
                    <a:pt x="143995" y="306374"/>
                    <a:pt x="190667" y="353046"/>
                    <a:pt x="248770" y="353046"/>
                  </a:cubicBezTo>
                  <a:cubicBezTo>
                    <a:pt x="306873" y="353046"/>
                    <a:pt x="353545" y="306374"/>
                    <a:pt x="353545" y="248271"/>
                  </a:cubicBezTo>
                  <a:cubicBezTo>
                    <a:pt x="353545" y="190169"/>
                    <a:pt x="306873" y="143496"/>
                    <a:pt x="248770" y="143496"/>
                  </a:cubicBezTo>
                  <a:close/>
                  <a:moveTo>
                    <a:pt x="367833" y="114921"/>
                  </a:moveTo>
                  <a:cubicBezTo>
                    <a:pt x="360213" y="114921"/>
                    <a:pt x="353545" y="121589"/>
                    <a:pt x="353545" y="129209"/>
                  </a:cubicBezTo>
                  <a:cubicBezTo>
                    <a:pt x="353545" y="136829"/>
                    <a:pt x="360213" y="143496"/>
                    <a:pt x="367833" y="143496"/>
                  </a:cubicBezTo>
                  <a:cubicBezTo>
                    <a:pt x="375452" y="143496"/>
                    <a:pt x="382120" y="136829"/>
                    <a:pt x="382120" y="129209"/>
                  </a:cubicBezTo>
                  <a:cubicBezTo>
                    <a:pt x="382120" y="121589"/>
                    <a:pt x="375452" y="114921"/>
                    <a:pt x="367833" y="1149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" name="矩形: 圆角 29"/>
            <p:cNvSpPr/>
            <p:nvPr/>
          </p:nvSpPr>
          <p:spPr>
            <a:xfrm flipH="1">
              <a:off x="2841757" y="3396977"/>
              <a:ext cx="2123827" cy="2483124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2863700" y="3668605"/>
              <a:ext cx="2101881" cy="6323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{vItem.item2}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2863700" y="4300989"/>
              <a:ext cx="2101881" cy="8357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{vItem.item2_Desc}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3" name="矩形: 圆角 32"/>
            <p:cNvSpPr/>
            <p:nvPr/>
          </p:nvSpPr>
          <p:spPr>
            <a:xfrm>
              <a:off x="3118035" y="5297427"/>
              <a:ext cx="1571274" cy="43027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02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34" name="文本框 33"/>
            <p:cNvSpPr txBox="1">
              <a:spLocks noChangeAspect="1"/>
            </p:cNvSpPr>
            <p:nvPr/>
          </p:nvSpPr>
          <p:spPr>
            <a:xfrm>
              <a:off x="3673883" y="2637644"/>
              <a:ext cx="459577" cy="45957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75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35" name="任意多边形: 形状 34"/>
            <p:cNvSpPr/>
            <p:nvPr/>
          </p:nvSpPr>
          <p:spPr>
            <a:xfrm>
              <a:off x="3807403" y="2765612"/>
              <a:ext cx="192536" cy="203643"/>
            </a:xfrm>
            <a:custGeom>
              <a:avLst/>
              <a:gdLst>
                <a:gd name="connsiteX0" fmla="*/ 371955 w 495300"/>
                <a:gd name="connsiteY0" fmla="*/ 621 h 523875"/>
                <a:gd name="connsiteX1" fmla="*/ 400530 w 495300"/>
                <a:gd name="connsiteY1" fmla="*/ 29196 h 523875"/>
                <a:gd name="connsiteX2" fmla="*/ 400530 w 495300"/>
                <a:gd name="connsiteY2" fmla="*/ 133971 h 523875"/>
                <a:gd name="connsiteX3" fmla="*/ 371955 w 495300"/>
                <a:gd name="connsiteY3" fmla="*/ 162546 h 523875"/>
                <a:gd name="connsiteX4" fmla="*/ 257655 w 495300"/>
                <a:gd name="connsiteY4" fmla="*/ 162546 h 523875"/>
                <a:gd name="connsiteX5" fmla="*/ 257655 w 495300"/>
                <a:gd name="connsiteY5" fmla="*/ 286371 h 523875"/>
                <a:gd name="connsiteX6" fmla="*/ 419580 w 495300"/>
                <a:gd name="connsiteY6" fmla="*/ 286371 h 523875"/>
                <a:gd name="connsiteX7" fmla="*/ 457680 w 495300"/>
                <a:gd name="connsiteY7" fmla="*/ 322566 h 523875"/>
                <a:gd name="connsiteX8" fmla="*/ 457680 w 495300"/>
                <a:gd name="connsiteY8" fmla="*/ 324471 h 523875"/>
                <a:gd name="connsiteX9" fmla="*/ 457680 w 495300"/>
                <a:gd name="connsiteY9" fmla="*/ 429246 h 523875"/>
                <a:gd name="connsiteX10" fmla="*/ 476730 w 495300"/>
                <a:gd name="connsiteY10" fmla="*/ 429246 h 523875"/>
                <a:gd name="connsiteX11" fmla="*/ 495780 w 495300"/>
                <a:gd name="connsiteY11" fmla="*/ 448296 h 523875"/>
                <a:gd name="connsiteX12" fmla="*/ 495780 w 495300"/>
                <a:gd name="connsiteY12" fmla="*/ 505446 h 523875"/>
                <a:gd name="connsiteX13" fmla="*/ 476730 w 495300"/>
                <a:gd name="connsiteY13" fmla="*/ 524496 h 523875"/>
                <a:gd name="connsiteX14" fmla="*/ 419580 w 495300"/>
                <a:gd name="connsiteY14" fmla="*/ 524496 h 523875"/>
                <a:gd name="connsiteX15" fmla="*/ 400530 w 495300"/>
                <a:gd name="connsiteY15" fmla="*/ 505446 h 523875"/>
                <a:gd name="connsiteX16" fmla="*/ 400530 w 495300"/>
                <a:gd name="connsiteY16" fmla="*/ 448296 h 523875"/>
                <a:gd name="connsiteX17" fmla="*/ 419580 w 495300"/>
                <a:gd name="connsiteY17" fmla="*/ 429246 h 523875"/>
                <a:gd name="connsiteX18" fmla="*/ 438630 w 495300"/>
                <a:gd name="connsiteY18" fmla="*/ 429246 h 523875"/>
                <a:gd name="connsiteX19" fmla="*/ 438630 w 495300"/>
                <a:gd name="connsiteY19" fmla="*/ 324471 h 523875"/>
                <a:gd name="connsiteX20" fmla="*/ 420533 w 495300"/>
                <a:gd name="connsiteY20" fmla="*/ 305421 h 523875"/>
                <a:gd name="connsiteX21" fmla="*/ 419580 w 495300"/>
                <a:gd name="connsiteY21" fmla="*/ 305421 h 523875"/>
                <a:gd name="connsiteX22" fmla="*/ 257655 w 495300"/>
                <a:gd name="connsiteY22" fmla="*/ 305421 h 523875"/>
                <a:gd name="connsiteX23" fmla="*/ 257655 w 495300"/>
                <a:gd name="connsiteY23" fmla="*/ 429246 h 523875"/>
                <a:gd name="connsiteX24" fmla="*/ 276705 w 495300"/>
                <a:gd name="connsiteY24" fmla="*/ 429246 h 523875"/>
                <a:gd name="connsiteX25" fmla="*/ 295755 w 495300"/>
                <a:gd name="connsiteY25" fmla="*/ 448296 h 523875"/>
                <a:gd name="connsiteX26" fmla="*/ 295755 w 495300"/>
                <a:gd name="connsiteY26" fmla="*/ 505446 h 523875"/>
                <a:gd name="connsiteX27" fmla="*/ 276705 w 495300"/>
                <a:gd name="connsiteY27" fmla="*/ 524496 h 523875"/>
                <a:gd name="connsiteX28" fmla="*/ 219555 w 495300"/>
                <a:gd name="connsiteY28" fmla="*/ 524496 h 523875"/>
                <a:gd name="connsiteX29" fmla="*/ 200505 w 495300"/>
                <a:gd name="connsiteY29" fmla="*/ 505446 h 523875"/>
                <a:gd name="connsiteX30" fmla="*/ 200505 w 495300"/>
                <a:gd name="connsiteY30" fmla="*/ 448296 h 523875"/>
                <a:gd name="connsiteX31" fmla="*/ 219555 w 495300"/>
                <a:gd name="connsiteY31" fmla="*/ 429246 h 523875"/>
                <a:gd name="connsiteX32" fmla="*/ 238605 w 495300"/>
                <a:gd name="connsiteY32" fmla="*/ 429246 h 523875"/>
                <a:gd name="connsiteX33" fmla="*/ 238605 w 495300"/>
                <a:gd name="connsiteY33" fmla="*/ 305421 h 523875"/>
                <a:gd name="connsiteX34" fmla="*/ 76680 w 495300"/>
                <a:gd name="connsiteY34" fmla="*/ 305421 h 523875"/>
                <a:gd name="connsiteX35" fmla="*/ 57630 w 495300"/>
                <a:gd name="connsiteY35" fmla="*/ 323519 h 523875"/>
                <a:gd name="connsiteX36" fmla="*/ 57630 w 495300"/>
                <a:gd name="connsiteY36" fmla="*/ 324471 h 523875"/>
                <a:gd name="connsiteX37" fmla="*/ 57630 w 495300"/>
                <a:gd name="connsiteY37" fmla="*/ 429246 h 523875"/>
                <a:gd name="connsiteX38" fmla="*/ 76680 w 495300"/>
                <a:gd name="connsiteY38" fmla="*/ 429246 h 523875"/>
                <a:gd name="connsiteX39" fmla="*/ 95730 w 495300"/>
                <a:gd name="connsiteY39" fmla="*/ 448296 h 523875"/>
                <a:gd name="connsiteX40" fmla="*/ 95730 w 495300"/>
                <a:gd name="connsiteY40" fmla="*/ 505446 h 523875"/>
                <a:gd name="connsiteX41" fmla="*/ 76680 w 495300"/>
                <a:gd name="connsiteY41" fmla="*/ 524496 h 523875"/>
                <a:gd name="connsiteX42" fmla="*/ 19530 w 495300"/>
                <a:gd name="connsiteY42" fmla="*/ 524496 h 523875"/>
                <a:gd name="connsiteX43" fmla="*/ 480 w 495300"/>
                <a:gd name="connsiteY43" fmla="*/ 505446 h 523875"/>
                <a:gd name="connsiteX44" fmla="*/ 480 w 495300"/>
                <a:gd name="connsiteY44" fmla="*/ 448296 h 523875"/>
                <a:gd name="connsiteX45" fmla="*/ 19530 w 495300"/>
                <a:gd name="connsiteY45" fmla="*/ 429246 h 523875"/>
                <a:gd name="connsiteX46" fmla="*/ 38580 w 495300"/>
                <a:gd name="connsiteY46" fmla="*/ 429246 h 523875"/>
                <a:gd name="connsiteX47" fmla="*/ 38580 w 495300"/>
                <a:gd name="connsiteY47" fmla="*/ 324471 h 523875"/>
                <a:gd name="connsiteX48" fmla="*/ 74775 w 495300"/>
                <a:gd name="connsiteY48" fmla="*/ 286371 h 523875"/>
                <a:gd name="connsiteX49" fmla="*/ 76680 w 495300"/>
                <a:gd name="connsiteY49" fmla="*/ 286371 h 523875"/>
                <a:gd name="connsiteX50" fmla="*/ 238605 w 495300"/>
                <a:gd name="connsiteY50" fmla="*/ 286371 h 523875"/>
                <a:gd name="connsiteX51" fmla="*/ 238605 w 495300"/>
                <a:gd name="connsiteY51" fmla="*/ 162546 h 523875"/>
                <a:gd name="connsiteX52" fmla="*/ 124305 w 495300"/>
                <a:gd name="connsiteY52" fmla="*/ 162546 h 523875"/>
                <a:gd name="connsiteX53" fmla="*/ 95730 w 495300"/>
                <a:gd name="connsiteY53" fmla="*/ 133971 h 523875"/>
                <a:gd name="connsiteX54" fmla="*/ 95730 w 495300"/>
                <a:gd name="connsiteY54" fmla="*/ 29196 h 523875"/>
                <a:gd name="connsiteX55" fmla="*/ 124305 w 495300"/>
                <a:gd name="connsiteY55" fmla="*/ 621 h 523875"/>
                <a:gd name="connsiteX56" fmla="*/ 371955 w 495300"/>
                <a:gd name="connsiteY56" fmla="*/ 621 h 523875"/>
                <a:gd name="connsiteX57" fmla="*/ 148118 w 495300"/>
                <a:gd name="connsiteY57" fmla="*/ 95871 h 523875"/>
                <a:gd name="connsiteX58" fmla="*/ 133830 w 495300"/>
                <a:gd name="connsiteY58" fmla="*/ 110159 h 523875"/>
                <a:gd name="connsiteX59" fmla="*/ 148118 w 495300"/>
                <a:gd name="connsiteY59" fmla="*/ 124446 h 523875"/>
                <a:gd name="connsiteX60" fmla="*/ 162405 w 495300"/>
                <a:gd name="connsiteY60" fmla="*/ 110159 h 523875"/>
                <a:gd name="connsiteX61" fmla="*/ 148118 w 495300"/>
                <a:gd name="connsiteY61" fmla="*/ 95871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495300" h="523875">
                  <a:moveTo>
                    <a:pt x="371955" y="621"/>
                  </a:moveTo>
                  <a:cubicBezTo>
                    <a:pt x="388148" y="621"/>
                    <a:pt x="400530" y="13004"/>
                    <a:pt x="400530" y="29196"/>
                  </a:cubicBezTo>
                  <a:lnTo>
                    <a:pt x="400530" y="133971"/>
                  </a:lnTo>
                  <a:cubicBezTo>
                    <a:pt x="400530" y="150164"/>
                    <a:pt x="388148" y="162546"/>
                    <a:pt x="371955" y="162546"/>
                  </a:cubicBezTo>
                  <a:lnTo>
                    <a:pt x="257655" y="162546"/>
                  </a:lnTo>
                  <a:lnTo>
                    <a:pt x="257655" y="286371"/>
                  </a:lnTo>
                  <a:lnTo>
                    <a:pt x="419580" y="286371"/>
                  </a:lnTo>
                  <a:cubicBezTo>
                    <a:pt x="439583" y="286371"/>
                    <a:pt x="456727" y="302564"/>
                    <a:pt x="457680" y="322566"/>
                  </a:cubicBezTo>
                  <a:lnTo>
                    <a:pt x="457680" y="324471"/>
                  </a:lnTo>
                  <a:lnTo>
                    <a:pt x="457680" y="429246"/>
                  </a:lnTo>
                  <a:lnTo>
                    <a:pt x="476730" y="429246"/>
                  </a:lnTo>
                  <a:cubicBezTo>
                    <a:pt x="487208" y="429246"/>
                    <a:pt x="495780" y="437819"/>
                    <a:pt x="495780" y="448296"/>
                  </a:cubicBezTo>
                  <a:lnTo>
                    <a:pt x="495780" y="505446"/>
                  </a:lnTo>
                  <a:cubicBezTo>
                    <a:pt x="495780" y="515924"/>
                    <a:pt x="487208" y="524496"/>
                    <a:pt x="476730" y="524496"/>
                  </a:cubicBezTo>
                  <a:lnTo>
                    <a:pt x="419580" y="524496"/>
                  </a:lnTo>
                  <a:cubicBezTo>
                    <a:pt x="409102" y="524496"/>
                    <a:pt x="400530" y="515924"/>
                    <a:pt x="400530" y="505446"/>
                  </a:cubicBezTo>
                  <a:lnTo>
                    <a:pt x="400530" y="448296"/>
                  </a:lnTo>
                  <a:cubicBezTo>
                    <a:pt x="400530" y="437819"/>
                    <a:pt x="409102" y="429246"/>
                    <a:pt x="419580" y="429246"/>
                  </a:cubicBezTo>
                  <a:lnTo>
                    <a:pt x="438630" y="429246"/>
                  </a:lnTo>
                  <a:lnTo>
                    <a:pt x="438630" y="324471"/>
                  </a:lnTo>
                  <a:cubicBezTo>
                    <a:pt x="438630" y="313994"/>
                    <a:pt x="431010" y="306374"/>
                    <a:pt x="420533" y="305421"/>
                  </a:cubicBezTo>
                  <a:lnTo>
                    <a:pt x="419580" y="305421"/>
                  </a:lnTo>
                  <a:lnTo>
                    <a:pt x="257655" y="305421"/>
                  </a:lnTo>
                  <a:lnTo>
                    <a:pt x="257655" y="429246"/>
                  </a:lnTo>
                  <a:lnTo>
                    <a:pt x="276705" y="429246"/>
                  </a:lnTo>
                  <a:cubicBezTo>
                    <a:pt x="287183" y="429246"/>
                    <a:pt x="295755" y="437819"/>
                    <a:pt x="295755" y="448296"/>
                  </a:cubicBezTo>
                  <a:lnTo>
                    <a:pt x="295755" y="505446"/>
                  </a:lnTo>
                  <a:cubicBezTo>
                    <a:pt x="295755" y="515924"/>
                    <a:pt x="287183" y="524496"/>
                    <a:pt x="276705" y="524496"/>
                  </a:cubicBezTo>
                  <a:lnTo>
                    <a:pt x="219555" y="524496"/>
                  </a:lnTo>
                  <a:cubicBezTo>
                    <a:pt x="209077" y="524496"/>
                    <a:pt x="200505" y="515924"/>
                    <a:pt x="200505" y="505446"/>
                  </a:cubicBezTo>
                  <a:lnTo>
                    <a:pt x="200505" y="448296"/>
                  </a:lnTo>
                  <a:cubicBezTo>
                    <a:pt x="200505" y="437819"/>
                    <a:pt x="209077" y="429246"/>
                    <a:pt x="219555" y="429246"/>
                  </a:cubicBezTo>
                  <a:lnTo>
                    <a:pt x="238605" y="429246"/>
                  </a:lnTo>
                  <a:lnTo>
                    <a:pt x="238605" y="305421"/>
                  </a:lnTo>
                  <a:lnTo>
                    <a:pt x="76680" y="305421"/>
                  </a:lnTo>
                  <a:cubicBezTo>
                    <a:pt x="66202" y="305421"/>
                    <a:pt x="58583" y="313041"/>
                    <a:pt x="57630" y="323519"/>
                  </a:cubicBezTo>
                  <a:lnTo>
                    <a:pt x="57630" y="324471"/>
                  </a:lnTo>
                  <a:lnTo>
                    <a:pt x="57630" y="429246"/>
                  </a:lnTo>
                  <a:lnTo>
                    <a:pt x="76680" y="429246"/>
                  </a:lnTo>
                  <a:cubicBezTo>
                    <a:pt x="87158" y="429246"/>
                    <a:pt x="95730" y="437819"/>
                    <a:pt x="95730" y="448296"/>
                  </a:cubicBezTo>
                  <a:lnTo>
                    <a:pt x="95730" y="505446"/>
                  </a:lnTo>
                  <a:cubicBezTo>
                    <a:pt x="95730" y="515924"/>
                    <a:pt x="87158" y="524496"/>
                    <a:pt x="76680" y="524496"/>
                  </a:cubicBezTo>
                  <a:lnTo>
                    <a:pt x="19530" y="524496"/>
                  </a:lnTo>
                  <a:cubicBezTo>
                    <a:pt x="9052" y="524496"/>
                    <a:pt x="480" y="515924"/>
                    <a:pt x="480" y="505446"/>
                  </a:cubicBezTo>
                  <a:lnTo>
                    <a:pt x="480" y="448296"/>
                  </a:lnTo>
                  <a:cubicBezTo>
                    <a:pt x="480" y="437819"/>
                    <a:pt x="9052" y="429246"/>
                    <a:pt x="19530" y="429246"/>
                  </a:cubicBezTo>
                  <a:lnTo>
                    <a:pt x="38580" y="429246"/>
                  </a:lnTo>
                  <a:lnTo>
                    <a:pt x="38580" y="324471"/>
                  </a:lnTo>
                  <a:cubicBezTo>
                    <a:pt x="38580" y="304469"/>
                    <a:pt x="54773" y="287324"/>
                    <a:pt x="74775" y="286371"/>
                  </a:cubicBezTo>
                  <a:lnTo>
                    <a:pt x="76680" y="286371"/>
                  </a:lnTo>
                  <a:lnTo>
                    <a:pt x="238605" y="286371"/>
                  </a:lnTo>
                  <a:lnTo>
                    <a:pt x="238605" y="162546"/>
                  </a:lnTo>
                  <a:lnTo>
                    <a:pt x="124305" y="162546"/>
                  </a:lnTo>
                  <a:cubicBezTo>
                    <a:pt x="108112" y="162546"/>
                    <a:pt x="95730" y="150164"/>
                    <a:pt x="95730" y="133971"/>
                  </a:cubicBezTo>
                  <a:lnTo>
                    <a:pt x="95730" y="29196"/>
                  </a:lnTo>
                  <a:cubicBezTo>
                    <a:pt x="95730" y="13004"/>
                    <a:pt x="108112" y="621"/>
                    <a:pt x="124305" y="621"/>
                  </a:cubicBezTo>
                  <a:lnTo>
                    <a:pt x="371955" y="621"/>
                  </a:lnTo>
                  <a:close/>
                  <a:moveTo>
                    <a:pt x="148118" y="95871"/>
                  </a:moveTo>
                  <a:cubicBezTo>
                    <a:pt x="140498" y="95871"/>
                    <a:pt x="133830" y="102539"/>
                    <a:pt x="133830" y="110159"/>
                  </a:cubicBezTo>
                  <a:cubicBezTo>
                    <a:pt x="133830" y="117779"/>
                    <a:pt x="140498" y="124446"/>
                    <a:pt x="148118" y="124446"/>
                  </a:cubicBezTo>
                  <a:cubicBezTo>
                    <a:pt x="155737" y="124446"/>
                    <a:pt x="162405" y="117779"/>
                    <a:pt x="162405" y="110159"/>
                  </a:cubicBezTo>
                  <a:cubicBezTo>
                    <a:pt x="162405" y="102539"/>
                    <a:pt x="155737" y="95871"/>
                    <a:pt x="148118" y="9587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矩形: 圆角 23"/>
            <p:cNvSpPr/>
            <p:nvPr/>
          </p:nvSpPr>
          <p:spPr>
            <a:xfrm flipH="1">
              <a:off x="5023115" y="3396977"/>
              <a:ext cx="2123827" cy="2483124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5045058" y="3668605"/>
              <a:ext cx="2101881" cy="6323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{vItem.item3}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5045058" y="4300989"/>
              <a:ext cx="2101881" cy="8357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{vItem.item3_Desc}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7" name="矩形: 圆角 26"/>
            <p:cNvSpPr/>
            <p:nvPr/>
          </p:nvSpPr>
          <p:spPr>
            <a:xfrm>
              <a:off x="5299393" y="5297427"/>
              <a:ext cx="1571274" cy="43027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03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8" name="文本框 27"/>
            <p:cNvSpPr txBox="1">
              <a:spLocks noChangeAspect="1"/>
            </p:cNvSpPr>
            <p:nvPr/>
          </p:nvSpPr>
          <p:spPr>
            <a:xfrm>
              <a:off x="5855242" y="2637644"/>
              <a:ext cx="459577" cy="45957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75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5988763" y="2772885"/>
              <a:ext cx="192536" cy="189096"/>
            </a:xfrm>
            <a:custGeom>
              <a:avLst/>
              <a:gdLst>
                <a:gd name="connsiteX0" fmla="*/ 343764 w 533400"/>
                <a:gd name="connsiteY0" fmla="*/ 276846 h 523875"/>
                <a:gd name="connsiteX1" fmla="*/ 372339 w 533400"/>
                <a:gd name="connsiteY1" fmla="*/ 305421 h 523875"/>
                <a:gd name="connsiteX2" fmla="*/ 372339 w 533400"/>
                <a:gd name="connsiteY2" fmla="*/ 495921 h 523875"/>
                <a:gd name="connsiteX3" fmla="*/ 343764 w 533400"/>
                <a:gd name="connsiteY3" fmla="*/ 524496 h 523875"/>
                <a:gd name="connsiteX4" fmla="*/ 191364 w 533400"/>
                <a:gd name="connsiteY4" fmla="*/ 524496 h 523875"/>
                <a:gd name="connsiteX5" fmla="*/ 162789 w 533400"/>
                <a:gd name="connsiteY5" fmla="*/ 495921 h 523875"/>
                <a:gd name="connsiteX6" fmla="*/ 162789 w 533400"/>
                <a:gd name="connsiteY6" fmla="*/ 305421 h 523875"/>
                <a:gd name="connsiteX7" fmla="*/ 191364 w 533400"/>
                <a:gd name="connsiteY7" fmla="*/ 276846 h 523875"/>
                <a:gd name="connsiteX8" fmla="*/ 343764 w 533400"/>
                <a:gd name="connsiteY8" fmla="*/ 276846 h 523875"/>
                <a:gd name="connsiteX9" fmla="*/ 143739 w 533400"/>
                <a:gd name="connsiteY9" fmla="*/ 114921 h 523875"/>
                <a:gd name="connsiteX10" fmla="*/ 179934 w 533400"/>
                <a:gd name="connsiteY10" fmla="*/ 153021 h 523875"/>
                <a:gd name="connsiteX11" fmla="*/ 181839 w 533400"/>
                <a:gd name="connsiteY11" fmla="*/ 153021 h 523875"/>
                <a:gd name="connsiteX12" fmla="*/ 353289 w 533400"/>
                <a:gd name="connsiteY12" fmla="*/ 153021 h 523875"/>
                <a:gd name="connsiteX13" fmla="*/ 391389 w 533400"/>
                <a:gd name="connsiteY13" fmla="*/ 116826 h 523875"/>
                <a:gd name="connsiteX14" fmla="*/ 391389 w 533400"/>
                <a:gd name="connsiteY14" fmla="*/ 114921 h 523875"/>
                <a:gd name="connsiteX15" fmla="*/ 505689 w 533400"/>
                <a:gd name="connsiteY15" fmla="*/ 114921 h 523875"/>
                <a:gd name="connsiteX16" fmla="*/ 534264 w 533400"/>
                <a:gd name="connsiteY16" fmla="*/ 143496 h 523875"/>
                <a:gd name="connsiteX17" fmla="*/ 534264 w 533400"/>
                <a:gd name="connsiteY17" fmla="*/ 381621 h 523875"/>
                <a:gd name="connsiteX18" fmla="*/ 505689 w 533400"/>
                <a:gd name="connsiteY18" fmla="*/ 410196 h 523875"/>
                <a:gd name="connsiteX19" fmla="*/ 391389 w 533400"/>
                <a:gd name="connsiteY19" fmla="*/ 410196 h 523875"/>
                <a:gd name="connsiteX20" fmla="*/ 391389 w 533400"/>
                <a:gd name="connsiteY20" fmla="*/ 295896 h 523875"/>
                <a:gd name="connsiteX21" fmla="*/ 355194 w 533400"/>
                <a:gd name="connsiteY21" fmla="*/ 257796 h 523875"/>
                <a:gd name="connsiteX22" fmla="*/ 353289 w 533400"/>
                <a:gd name="connsiteY22" fmla="*/ 257796 h 523875"/>
                <a:gd name="connsiteX23" fmla="*/ 181839 w 533400"/>
                <a:gd name="connsiteY23" fmla="*/ 257796 h 523875"/>
                <a:gd name="connsiteX24" fmla="*/ 143739 w 533400"/>
                <a:gd name="connsiteY24" fmla="*/ 293991 h 523875"/>
                <a:gd name="connsiteX25" fmla="*/ 143739 w 533400"/>
                <a:gd name="connsiteY25" fmla="*/ 295896 h 523875"/>
                <a:gd name="connsiteX26" fmla="*/ 143739 w 533400"/>
                <a:gd name="connsiteY26" fmla="*/ 410196 h 523875"/>
                <a:gd name="connsiteX27" fmla="*/ 29439 w 533400"/>
                <a:gd name="connsiteY27" fmla="*/ 410196 h 523875"/>
                <a:gd name="connsiteX28" fmla="*/ 864 w 533400"/>
                <a:gd name="connsiteY28" fmla="*/ 381621 h 523875"/>
                <a:gd name="connsiteX29" fmla="*/ 864 w 533400"/>
                <a:gd name="connsiteY29" fmla="*/ 201599 h 523875"/>
                <a:gd name="connsiteX30" fmla="*/ 11342 w 533400"/>
                <a:gd name="connsiteY30" fmla="*/ 175881 h 523875"/>
                <a:gd name="connsiteX31" fmla="*/ 56109 w 533400"/>
                <a:gd name="connsiteY31" fmla="*/ 127304 h 523875"/>
                <a:gd name="connsiteX32" fmla="*/ 83732 w 533400"/>
                <a:gd name="connsiteY32" fmla="*/ 114921 h 523875"/>
                <a:gd name="connsiteX33" fmla="*/ 143739 w 533400"/>
                <a:gd name="connsiteY33" fmla="*/ 114921 h 523875"/>
                <a:gd name="connsiteX34" fmla="*/ 462827 w 533400"/>
                <a:gd name="connsiteY34" fmla="*/ 172071 h 523875"/>
                <a:gd name="connsiteX35" fmla="*/ 448539 w 533400"/>
                <a:gd name="connsiteY35" fmla="*/ 186359 h 523875"/>
                <a:gd name="connsiteX36" fmla="*/ 462827 w 533400"/>
                <a:gd name="connsiteY36" fmla="*/ 200646 h 523875"/>
                <a:gd name="connsiteX37" fmla="*/ 477114 w 533400"/>
                <a:gd name="connsiteY37" fmla="*/ 186359 h 523875"/>
                <a:gd name="connsiteX38" fmla="*/ 462827 w 533400"/>
                <a:gd name="connsiteY38" fmla="*/ 172071 h 523875"/>
                <a:gd name="connsiteX39" fmla="*/ 343764 w 533400"/>
                <a:gd name="connsiteY39" fmla="*/ 621 h 523875"/>
                <a:gd name="connsiteX40" fmla="*/ 372339 w 533400"/>
                <a:gd name="connsiteY40" fmla="*/ 29196 h 523875"/>
                <a:gd name="connsiteX41" fmla="*/ 372339 w 533400"/>
                <a:gd name="connsiteY41" fmla="*/ 105396 h 523875"/>
                <a:gd name="connsiteX42" fmla="*/ 343764 w 533400"/>
                <a:gd name="connsiteY42" fmla="*/ 133971 h 523875"/>
                <a:gd name="connsiteX43" fmla="*/ 191364 w 533400"/>
                <a:gd name="connsiteY43" fmla="*/ 133971 h 523875"/>
                <a:gd name="connsiteX44" fmla="*/ 162789 w 533400"/>
                <a:gd name="connsiteY44" fmla="*/ 105396 h 523875"/>
                <a:gd name="connsiteX45" fmla="*/ 162789 w 533400"/>
                <a:gd name="connsiteY45" fmla="*/ 29196 h 523875"/>
                <a:gd name="connsiteX46" fmla="*/ 191364 w 533400"/>
                <a:gd name="connsiteY46" fmla="*/ 621 h 523875"/>
                <a:gd name="connsiteX47" fmla="*/ 343764 w 533400"/>
                <a:gd name="connsiteY47" fmla="*/ 621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533400" h="523875">
                  <a:moveTo>
                    <a:pt x="343764" y="276846"/>
                  </a:moveTo>
                  <a:cubicBezTo>
                    <a:pt x="359957" y="276846"/>
                    <a:pt x="372339" y="289229"/>
                    <a:pt x="372339" y="305421"/>
                  </a:cubicBezTo>
                  <a:lnTo>
                    <a:pt x="372339" y="495921"/>
                  </a:lnTo>
                  <a:cubicBezTo>
                    <a:pt x="372339" y="512114"/>
                    <a:pt x="359957" y="524496"/>
                    <a:pt x="343764" y="524496"/>
                  </a:cubicBezTo>
                  <a:lnTo>
                    <a:pt x="191364" y="524496"/>
                  </a:lnTo>
                  <a:cubicBezTo>
                    <a:pt x="175171" y="524496"/>
                    <a:pt x="162789" y="512114"/>
                    <a:pt x="162789" y="495921"/>
                  </a:cubicBezTo>
                  <a:lnTo>
                    <a:pt x="162789" y="305421"/>
                  </a:lnTo>
                  <a:cubicBezTo>
                    <a:pt x="162789" y="289229"/>
                    <a:pt x="175171" y="276846"/>
                    <a:pt x="191364" y="276846"/>
                  </a:cubicBezTo>
                  <a:lnTo>
                    <a:pt x="343764" y="276846"/>
                  </a:lnTo>
                  <a:close/>
                  <a:moveTo>
                    <a:pt x="143739" y="114921"/>
                  </a:moveTo>
                  <a:cubicBezTo>
                    <a:pt x="143739" y="134924"/>
                    <a:pt x="159932" y="152069"/>
                    <a:pt x="179934" y="153021"/>
                  </a:cubicBezTo>
                  <a:lnTo>
                    <a:pt x="181839" y="153021"/>
                  </a:lnTo>
                  <a:lnTo>
                    <a:pt x="353289" y="153021"/>
                  </a:lnTo>
                  <a:cubicBezTo>
                    <a:pt x="373292" y="153021"/>
                    <a:pt x="390436" y="136829"/>
                    <a:pt x="391389" y="116826"/>
                  </a:cubicBezTo>
                  <a:lnTo>
                    <a:pt x="391389" y="114921"/>
                  </a:lnTo>
                  <a:lnTo>
                    <a:pt x="505689" y="114921"/>
                  </a:lnTo>
                  <a:cubicBezTo>
                    <a:pt x="521882" y="114921"/>
                    <a:pt x="534264" y="127304"/>
                    <a:pt x="534264" y="143496"/>
                  </a:cubicBezTo>
                  <a:lnTo>
                    <a:pt x="534264" y="381621"/>
                  </a:lnTo>
                  <a:cubicBezTo>
                    <a:pt x="534264" y="397814"/>
                    <a:pt x="521882" y="410196"/>
                    <a:pt x="505689" y="410196"/>
                  </a:cubicBezTo>
                  <a:lnTo>
                    <a:pt x="391389" y="410196"/>
                  </a:lnTo>
                  <a:lnTo>
                    <a:pt x="391389" y="295896"/>
                  </a:lnTo>
                  <a:cubicBezTo>
                    <a:pt x="391389" y="275894"/>
                    <a:pt x="375196" y="258749"/>
                    <a:pt x="355194" y="257796"/>
                  </a:cubicBezTo>
                  <a:lnTo>
                    <a:pt x="353289" y="257796"/>
                  </a:lnTo>
                  <a:lnTo>
                    <a:pt x="181839" y="257796"/>
                  </a:lnTo>
                  <a:cubicBezTo>
                    <a:pt x="161836" y="257796"/>
                    <a:pt x="144692" y="273989"/>
                    <a:pt x="143739" y="293991"/>
                  </a:cubicBezTo>
                  <a:lnTo>
                    <a:pt x="143739" y="295896"/>
                  </a:lnTo>
                  <a:lnTo>
                    <a:pt x="143739" y="410196"/>
                  </a:lnTo>
                  <a:lnTo>
                    <a:pt x="29439" y="410196"/>
                  </a:lnTo>
                  <a:cubicBezTo>
                    <a:pt x="13246" y="410196"/>
                    <a:pt x="864" y="397814"/>
                    <a:pt x="864" y="381621"/>
                  </a:cubicBezTo>
                  <a:lnTo>
                    <a:pt x="864" y="201599"/>
                  </a:lnTo>
                  <a:cubicBezTo>
                    <a:pt x="864" y="192074"/>
                    <a:pt x="4674" y="182549"/>
                    <a:pt x="11342" y="175881"/>
                  </a:cubicBezTo>
                  <a:lnTo>
                    <a:pt x="56109" y="127304"/>
                  </a:lnTo>
                  <a:cubicBezTo>
                    <a:pt x="63729" y="119684"/>
                    <a:pt x="73254" y="114921"/>
                    <a:pt x="83732" y="114921"/>
                  </a:cubicBezTo>
                  <a:lnTo>
                    <a:pt x="143739" y="114921"/>
                  </a:lnTo>
                  <a:close/>
                  <a:moveTo>
                    <a:pt x="462827" y="172071"/>
                  </a:moveTo>
                  <a:cubicBezTo>
                    <a:pt x="455207" y="172071"/>
                    <a:pt x="448539" y="178739"/>
                    <a:pt x="448539" y="186359"/>
                  </a:cubicBezTo>
                  <a:cubicBezTo>
                    <a:pt x="448539" y="193979"/>
                    <a:pt x="455207" y="200646"/>
                    <a:pt x="462827" y="200646"/>
                  </a:cubicBezTo>
                  <a:cubicBezTo>
                    <a:pt x="470446" y="200646"/>
                    <a:pt x="477114" y="193979"/>
                    <a:pt x="477114" y="186359"/>
                  </a:cubicBezTo>
                  <a:cubicBezTo>
                    <a:pt x="477114" y="178739"/>
                    <a:pt x="470446" y="172071"/>
                    <a:pt x="462827" y="172071"/>
                  </a:cubicBezTo>
                  <a:close/>
                  <a:moveTo>
                    <a:pt x="343764" y="621"/>
                  </a:moveTo>
                  <a:cubicBezTo>
                    <a:pt x="359957" y="621"/>
                    <a:pt x="372339" y="13004"/>
                    <a:pt x="372339" y="29196"/>
                  </a:cubicBezTo>
                  <a:lnTo>
                    <a:pt x="372339" y="105396"/>
                  </a:lnTo>
                  <a:cubicBezTo>
                    <a:pt x="372339" y="121589"/>
                    <a:pt x="359957" y="133971"/>
                    <a:pt x="343764" y="133971"/>
                  </a:cubicBezTo>
                  <a:lnTo>
                    <a:pt x="191364" y="133971"/>
                  </a:lnTo>
                  <a:cubicBezTo>
                    <a:pt x="175171" y="133971"/>
                    <a:pt x="162789" y="121589"/>
                    <a:pt x="162789" y="105396"/>
                  </a:cubicBezTo>
                  <a:lnTo>
                    <a:pt x="162789" y="29196"/>
                  </a:lnTo>
                  <a:cubicBezTo>
                    <a:pt x="162789" y="13004"/>
                    <a:pt x="175171" y="621"/>
                    <a:pt x="191364" y="621"/>
                  </a:cubicBezTo>
                  <a:lnTo>
                    <a:pt x="343764" y="6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" name="矩形: 圆角 17"/>
            <p:cNvSpPr/>
            <p:nvPr/>
          </p:nvSpPr>
          <p:spPr>
            <a:xfrm flipH="1">
              <a:off x="9385833" y="3396977"/>
              <a:ext cx="2123827" cy="2483123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9407776" y="3668606"/>
              <a:ext cx="2101881" cy="6323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{vItem.item5}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407776" y="4300990"/>
              <a:ext cx="2101881" cy="8357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{vItem.item5_Desc}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1" name="矩形: 圆角 20"/>
            <p:cNvSpPr/>
            <p:nvPr/>
          </p:nvSpPr>
          <p:spPr>
            <a:xfrm>
              <a:off x="9662111" y="5297427"/>
              <a:ext cx="1571274" cy="43027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05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2" name="文本框 21"/>
            <p:cNvSpPr txBox="1">
              <a:spLocks noChangeAspect="1"/>
            </p:cNvSpPr>
            <p:nvPr/>
          </p:nvSpPr>
          <p:spPr>
            <a:xfrm>
              <a:off x="10217960" y="2637645"/>
              <a:ext cx="459577" cy="45957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75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10351481" y="2786726"/>
              <a:ext cx="192536" cy="161414"/>
            </a:xfrm>
            <a:custGeom>
              <a:avLst/>
              <a:gdLst>
                <a:gd name="T0" fmla="*/ 2623 w 2768"/>
                <a:gd name="T1" fmla="*/ 1207 h 2324"/>
                <a:gd name="T2" fmla="*/ 2529 w 2768"/>
                <a:gd name="T3" fmla="*/ 2116 h 2324"/>
                <a:gd name="T4" fmla="*/ 2298 w 2768"/>
                <a:gd name="T5" fmla="*/ 2324 h 2324"/>
                <a:gd name="T6" fmla="*/ 470 w 2768"/>
                <a:gd name="T7" fmla="*/ 2324 h 2324"/>
                <a:gd name="T8" fmla="*/ 239 w 2768"/>
                <a:gd name="T9" fmla="*/ 2116 h 2324"/>
                <a:gd name="T10" fmla="*/ 145 w 2768"/>
                <a:gd name="T11" fmla="*/ 1207 h 2324"/>
                <a:gd name="T12" fmla="*/ 170 w 2768"/>
                <a:gd name="T13" fmla="*/ 1130 h 2324"/>
                <a:gd name="T14" fmla="*/ 244 w 2768"/>
                <a:gd name="T15" fmla="*/ 1097 h 2324"/>
                <a:gd name="T16" fmla="*/ 2524 w 2768"/>
                <a:gd name="T17" fmla="*/ 1097 h 2324"/>
                <a:gd name="T18" fmla="*/ 2598 w 2768"/>
                <a:gd name="T19" fmla="*/ 1130 h 2324"/>
                <a:gd name="T20" fmla="*/ 2623 w 2768"/>
                <a:gd name="T21" fmla="*/ 1207 h 2324"/>
                <a:gd name="T22" fmla="*/ 2762 w 2768"/>
                <a:gd name="T23" fmla="*/ 588 h 2324"/>
                <a:gd name="T24" fmla="*/ 2722 w 2768"/>
                <a:gd name="T25" fmla="*/ 814 h 2324"/>
                <a:gd name="T26" fmla="*/ 2624 w 2768"/>
                <a:gd name="T27" fmla="*/ 897 h 2324"/>
                <a:gd name="T28" fmla="*/ 157 w 2768"/>
                <a:gd name="T29" fmla="*/ 897 h 2324"/>
                <a:gd name="T30" fmla="*/ 60 w 2768"/>
                <a:gd name="T31" fmla="*/ 820 h 2324"/>
                <a:gd name="T32" fmla="*/ 7 w 2768"/>
                <a:gd name="T33" fmla="*/ 593 h 2324"/>
                <a:gd name="T34" fmla="*/ 26 w 2768"/>
                <a:gd name="T35" fmla="*/ 508 h 2324"/>
                <a:gd name="T36" fmla="*/ 104 w 2768"/>
                <a:gd name="T37" fmla="*/ 470 h 2324"/>
                <a:gd name="T38" fmla="*/ 904 w 2768"/>
                <a:gd name="T39" fmla="*/ 470 h 2324"/>
                <a:gd name="T40" fmla="*/ 904 w 2768"/>
                <a:gd name="T41" fmla="*/ 100 h 2324"/>
                <a:gd name="T42" fmla="*/ 1004 w 2768"/>
                <a:gd name="T43" fmla="*/ 0 h 2324"/>
                <a:gd name="T44" fmla="*/ 1764 w 2768"/>
                <a:gd name="T45" fmla="*/ 0 h 2324"/>
                <a:gd name="T46" fmla="*/ 1864 w 2768"/>
                <a:gd name="T47" fmla="*/ 100 h 2324"/>
                <a:gd name="T48" fmla="*/ 1864 w 2768"/>
                <a:gd name="T49" fmla="*/ 470 h 2324"/>
                <a:gd name="T50" fmla="*/ 2664 w 2768"/>
                <a:gd name="T51" fmla="*/ 470 h 2324"/>
                <a:gd name="T52" fmla="*/ 2741 w 2768"/>
                <a:gd name="T53" fmla="*/ 506 h 2324"/>
                <a:gd name="T54" fmla="*/ 2762 w 2768"/>
                <a:gd name="T55" fmla="*/ 588 h 2324"/>
                <a:gd name="T56" fmla="*/ 1104 w 2768"/>
                <a:gd name="T57" fmla="*/ 470 h 2324"/>
                <a:gd name="T58" fmla="*/ 1664 w 2768"/>
                <a:gd name="T59" fmla="*/ 470 h 2324"/>
                <a:gd name="T60" fmla="*/ 1664 w 2768"/>
                <a:gd name="T61" fmla="*/ 200 h 2324"/>
                <a:gd name="T62" fmla="*/ 1104 w 2768"/>
                <a:gd name="T63" fmla="*/ 200 h 2324"/>
                <a:gd name="T64" fmla="*/ 1104 w 2768"/>
                <a:gd name="T65" fmla="*/ 470 h 2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68" h="2324">
                  <a:moveTo>
                    <a:pt x="2623" y="1207"/>
                  </a:moveTo>
                  <a:lnTo>
                    <a:pt x="2529" y="2116"/>
                  </a:lnTo>
                  <a:cubicBezTo>
                    <a:pt x="2517" y="2234"/>
                    <a:pt x="2418" y="2324"/>
                    <a:pt x="2298" y="2324"/>
                  </a:cubicBezTo>
                  <a:lnTo>
                    <a:pt x="470" y="2324"/>
                  </a:lnTo>
                  <a:cubicBezTo>
                    <a:pt x="350" y="2324"/>
                    <a:pt x="251" y="2234"/>
                    <a:pt x="239" y="2116"/>
                  </a:cubicBezTo>
                  <a:lnTo>
                    <a:pt x="145" y="1207"/>
                  </a:lnTo>
                  <a:cubicBezTo>
                    <a:pt x="142" y="1179"/>
                    <a:pt x="151" y="1151"/>
                    <a:pt x="170" y="1130"/>
                  </a:cubicBezTo>
                  <a:cubicBezTo>
                    <a:pt x="189" y="1109"/>
                    <a:pt x="216" y="1097"/>
                    <a:pt x="244" y="1097"/>
                  </a:cubicBezTo>
                  <a:lnTo>
                    <a:pt x="2524" y="1097"/>
                  </a:lnTo>
                  <a:cubicBezTo>
                    <a:pt x="2552" y="1097"/>
                    <a:pt x="2579" y="1109"/>
                    <a:pt x="2598" y="1130"/>
                  </a:cubicBezTo>
                  <a:cubicBezTo>
                    <a:pt x="2617" y="1151"/>
                    <a:pt x="2626" y="1179"/>
                    <a:pt x="2623" y="1207"/>
                  </a:cubicBezTo>
                  <a:close/>
                  <a:moveTo>
                    <a:pt x="2762" y="588"/>
                  </a:moveTo>
                  <a:lnTo>
                    <a:pt x="2722" y="814"/>
                  </a:lnTo>
                  <a:cubicBezTo>
                    <a:pt x="2714" y="862"/>
                    <a:pt x="2673" y="897"/>
                    <a:pt x="2624" y="897"/>
                  </a:cubicBezTo>
                  <a:lnTo>
                    <a:pt x="157" y="897"/>
                  </a:lnTo>
                  <a:cubicBezTo>
                    <a:pt x="111" y="897"/>
                    <a:pt x="71" y="865"/>
                    <a:pt x="60" y="820"/>
                  </a:cubicBezTo>
                  <a:lnTo>
                    <a:pt x="7" y="593"/>
                  </a:lnTo>
                  <a:cubicBezTo>
                    <a:pt x="0" y="564"/>
                    <a:pt x="7" y="532"/>
                    <a:pt x="26" y="508"/>
                  </a:cubicBezTo>
                  <a:cubicBezTo>
                    <a:pt x="45" y="484"/>
                    <a:pt x="73" y="470"/>
                    <a:pt x="104" y="470"/>
                  </a:cubicBezTo>
                  <a:lnTo>
                    <a:pt x="904" y="470"/>
                  </a:lnTo>
                  <a:lnTo>
                    <a:pt x="904" y="100"/>
                  </a:lnTo>
                  <a:cubicBezTo>
                    <a:pt x="904" y="45"/>
                    <a:pt x="949" y="0"/>
                    <a:pt x="1004" y="0"/>
                  </a:cubicBezTo>
                  <a:lnTo>
                    <a:pt x="1764" y="0"/>
                  </a:lnTo>
                  <a:cubicBezTo>
                    <a:pt x="1819" y="0"/>
                    <a:pt x="1864" y="45"/>
                    <a:pt x="1864" y="100"/>
                  </a:cubicBezTo>
                  <a:lnTo>
                    <a:pt x="1864" y="470"/>
                  </a:lnTo>
                  <a:lnTo>
                    <a:pt x="2664" y="470"/>
                  </a:lnTo>
                  <a:cubicBezTo>
                    <a:pt x="2694" y="470"/>
                    <a:pt x="2722" y="483"/>
                    <a:pt x="2741" y="506"/>
                  </a:cubicBezTo>
                  <a:cubicBezTo>
                    <a:pt x="2760" y="529"/>
                    <a:pt x="2768" y="559"/>
                    <a:pt x="2762" y="588"/>
                  </a:cubicBezTo>
                  <a:close/>
                  <a:moveTo>
                    <a:pt x="1104" y="470"/>
                  </a:moveTo>
                  <a:lnTo>
                    <a:pt x="1664" y="470"/>
                  </a:lnTo>
                  <a:lnTo>
                    <a:pt x="1664" y="200"/>
                  </a:lnTo>
                  <a:lnTo>
                    <a:pt x="1104" y="200"/>
                  </a:lnTo>
                  <a:lnTo>
                    <a:pt x="1104" y="47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list1-5</a:t>
            </a:r>
            <a:endParaRPr lang="en-US" sz="1050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816F5C64-61EA-74CD-5D59-3B1B7E40154D}"/>
              </a:ext>
            </a:extLst>
          </p:cNvPr>
          <p:cNvSpPr txBox="1">
            <a:spLocks/>
          </p:cNvSpPr>
          <p:nvPr/>
        </p:nvSpPr>
        <p:spPr>
          <a:xfrm>
            <a:off x="660400" y="128270"/>
            <a:ext cx="10858500" cy="6064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{slideTitle}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>
            <p:custDataLst>
              <p:tags r:id="rId1"/>
            </p:custDataLst>
          </p:nvPr>
        </p:nvGrpSpPr>
        <p:grpSpPr>
          <a:xfrm>
            <a:off x="0" y="1563590"/>
            <a:ext cx="12192000" cy="3957488"/>
            <a:chOff x="0" y="1942050"/>
            <a:chExt cx="12192000" cy="3957488"/>
          </a:xfrm>
        </p:grpSpPr>
        <p:cxnSp>
          <p:nvCxnSpPr>
            <p:cNvPr id="8" name="直接连接符 7"/>
            <p:cNvCxnSpPr/>
            <p:nvPr>
              <p:custDataLst>
                <p:tags r:id="rId2"/>
              </p:custDataLst>
            </p:nvPr>
          </p:nvCxnSpPr>
          <p:spPr>
            <a:xfrm>
              <a:off x="0" y="3298648"/>
              <a:ext cx="12192000" cy="0"/>
            </a:xfrm>
            <a:prstGeom prst="line">
              <a:avLst/>
            </a:prstGeom>
            <a:ln w="25400">
              <a:solidFill>
                <a:schemeClr val="accent1">
                  <a:alpha val="50000"/>
                </a:schemeClr>
              </a:solidFill>
              <a:headEnd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组合 8"/>
            <p:cNvGrpSpPr/>
            <p:nvPr/>
          </p:nvGrpSpPr>
          <p:grpSpPr>
            <a:xfrm>
              <a:off x="1697090" y="1942050"/>
              <a:ext cx="2123832" cy="3957486"/>
              <a:chOff x="671361" y="2176615"/>
              <a:chExt cx="2123832" cy="3957486"/>
            </a:xfrm>
          </p:grpSpPr>
          <p:cxnSp>
            <p:nvCxnSpPr>
              <p:cNvPr id="47" name="直接连接符 46"/>
              <p:cNvCxnSpPr>
                <a:endCxn id="53" idx="0"/>
              </p:cNvCxnSpPr>
              <p:nvPr>
                <p:custDataLst>
                  <p:tags r:id="rId17"/>
                </p:custDataLst>
              </p:nvPr>
            </p:nvCxnSpPr>
            <p:spPr>
              <a:xfrm flipH="1">
                <a:off x="1733283" y="2828581"/>
                <a:ext cx="3577" cy="494025"/>
              </a:xfrm>
              <a:prstGeom prst="line">
                <a:avLst/>
              </a:prstGeom>
              <a:ln w="31750">
                <a:solidFill>
                  <a:schemeClr val="accent1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组合 47"/>
              <p:cNvGrpSpPr>
                <a:grpSpLocks noChangeAspect="1"/>
              </p:cNvGrpSpPr>
              <p:nvPr/>
            </p:nvGrpSpPr>
            <p:grpSpPr>
              <a:xfrm>
                <a:off x="671361" y="2176615"/>
                <a:ext cx="2123832" cy="3957486"/>
                <a:chOff x="4841900" y="138860"/>
                <a:chExt cx="2495488" cy="4650019"/>
              </a:xfrm>
            </p:grpSpPr>
            <p:sp>
              <p:nvSpPr>
                <p:cNvPr id="49" name="矩形: 圆角 48"/>
                <p:cNvSpPr/>
                <p:nvPr>
                  <p:custDataLst>
                    <p:tags r:id="rId18"/>
                  </p:custDataLst>
                </p:nvPr>
              </p:nvSpPr>
              <p:spPr>
                <a:xfrm flipH="1">
                  <a:off x="4841906" y="1866485"/>
                  <a:ext cx="2495482" cy="2922394"/>
                </a:xfrm>
                <a:prstGeom prst="round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50" name="文本框 49"/>
                <p:cNvSpPr txBox="1"/>
                <p:nvPr>
                  <p:custDataLst>
                    <p:tags r:id="rId19"/>
                  </p:custDataLst>
                </p:nvPr>
              </p:nvSpPr>
              <p:spPr>
                <a:xfrm>
                  <a:off x="4841900" y="2336988"/>
                  <a:ext cx="2493455" cy="7430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{vItem.item1}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51" name="文本框 50"/>
                <p:cNvSpPr txBox="1"/>
                <p:nvPr>
                  <p:custDataLst>
                    <p:tags r:id="rId20"/>
                  </p:custDataLst>
                </p:nvPr>
              </p:nvSpPr>
              <p:spPr>
                <a:xfrm>
                  <a:off x="4841904" y="3080035"/>
                  <a:ext cx="2493455" cy="14876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{vItem.item1_Desc}</a:t>
                  </a:r>
                  <a:endParaRPr kumimoji="0" lang="de-DE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52" name="箭头: V 形 51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4981387" y="138860"/>
                  <a:ext cx="2254901" cy="710912"/>
                </a:xfrm>
                <a:prstGeom prst="chevron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chemeClr val="bg1"/>
                      </a:solidFill>
                    </a:rPr>
                    <a:t>01</a:t>
                  </a:r>
                  <a:endParaRPr lang="zh-CN" altLang="en-US" sz="2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3" name="文本框 52"/>
                <p:cNvSpPr txBox="1">
                  <a:spLocks noChangeAspect="1"/>
                </p:cNvSpPr>
                <p:nvPr>
                  <p:custDataLst>
                    <p:tags r:id="rId22"/>
                  </p:custDataLst>
                </p:nvPr>
              </p:nvSpPr>
              <p:spPr>
                <a:xfrm>
                  <a:off x="5819650" y="1485392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 fontScale="77500" lnSpcReduction="20000"/>
                </a:bodyPr>
                <a:lstStyle>
                  <a:defPPr>
                    <a:defRPr lang="en-US"/>
                  </a:defPPr>
                  <a:lvl1pPr algn="ctr">
                    <a:defRPr sz="2400" b="1">
                      <a:solidFill>
                        <a:schemeClr val="bg1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54" name="任意多边形: 形状 53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5976535" y="1631403"/>
                  <a:ext cx="226228" cy="247978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4017 w 495300"/>
                    <a:gd name="connsiteY2" fmla="*/ 484491 h 542925"/>
                    <a:gd name="connsiteX3" fmla="*/ 346877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663 w 495300"/>
                    <a:gd name="connsiteY8" fmla="*/ 524496 h 542925"/>
                    <a:gd name="connsiteX9" fmla="*/ 173523 w 495300"/>
                    <a:gd name="connsiteY9" fmla="*/ 484491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573 w 495300"/>
                    <a:gd name="connsiteY12" fmla="*/ 489254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967 w 495300"/>
                    <a:gd name="connsiteY15" fmla="*/ 489254 h 542925"/>
                    <a:gd name="connsiteX16" fmla="*/ 248770 w 495300"/>
                    <a:gd name="connsiteY16" fmla="*/ 495921 h 542925"/>
                    <a:gd name="connsiteX17" fmla="*/ 192573 w 495300"/>
                    <a:gd name="connsiteY17" fmla="*/ 489254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930" y="621"/>
                        <a:pt x="496420" y="111111"/>
                        <a:pt x="496420" y="248271"/>
                      </a:cubicBezTo>
                      <a:cubicBezTo>
                        <a:pt x="496420" y="358761"/>
                        <a:pt x="424030" y="452106"/>
                        <a:pt x="324017" y="484491"/>
                      </a:cubicBezTo>
                      <a:lnTo>
                        <a:pt x="346877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663" y="524496"/>
                      </a:lnTo>
                      <a:lnTo>
                        <a:pt x="173523" y="484491"/>
                      </a:lnTo>
                      <a:cubicBezTo>
                        <a:pt x="73510" y="453059"/>
                        <a:pt x="1120" y="358761"/>
                        <a:pt x="1120" y="248271"/>
                      </a:cubicBezTo>
                      <a:cubicBezTo>
                        <a:pt x="1120" y="111111"/>
                        <a:pt x="111610" y="621"/>
                        <a:pt x="248770" y="621"/>
                      </a:cubicBezTo>
                      <a:close/>
                      <a:moveTo>
                        <a:pt x="192573" y="489254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967" y="489254"/>
                      </a:lnTo>
                      <a:cubicBezTo>
                        <a:pt x="286870" y="493064"/>
                        <a:pt x="267820" y="495921"/>
                        <a:pt x="248770" y="495921"/>
                      </a:cubicBezTo>
                      <a:cubicBezTo>
                        <a:pt x="229720" y="495921"/>
                        <a:pt x="210670" y="493064"/>
                        <a:pt x="192573" y="489254"/>
                      </a:cubicBezTo>
                      <a:close/>
                      <a:moveTo>
                        <a:pt x="248770" y="143496"/>
                      </a:moveTo>
                      <a:cubicBezTo>
                        <a:pt x="190667" y="143496"/>
                        <a:pt x="143995" y="190169"/>
                        <a:pt x="143995" y="248271"/>
                      </a:cubicBezTo>
                      <a:cubicBezTo>
                        <a:pt x="143995" y="306374"/>
                        <a:pt x="190667" y="353046"/>
                        <a:pt x="248770" y="353046"/>
                      </a:cubicBezTo>
                      <a:cubicBezTo>
                        <a:pt x="306873" y="353046"/>
                        <a:pt x="353545" y="306374"/>
                        <a:pt x="353545" y="248271"/>
                      </a:cubicBezTo>
                      <a:cubicBezTo>
                        <a:pt x="353545" y="190169"/>
                        <a:pt x="306873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60213" y="114921"/>
                        <a:pt x="353545" y="121589"/>
                        <a:pt x="353545" y="129209"/>
                      </a:cubicBezTo>
                      <a:cubicBezTo>
                        <a:pt x="353545" y="136829"/>
                        <a:pt x="360213" y="143496"/>
                        <a:pt x="367833" y="143496"/>
                      </a:cubicBezTo>
                      <a:cubicBezTo>
                        <a:pt x="375452" y="143496"/>
                        <a:pt x="382120" y="136829"/>
                        <a:pt x="382120" y="129209"/>
                      </a:cubicBezTo>
                      <a:cubicBezTo>
                        <a:pt x="382120" y="121589"/>
                        <a:pt x="375452" y="114921"/>
                        <a:pt x="367833" y="1149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5129270" y="1942050"/>
              <a:ext cx="2123830" cy="3957486"/>
              <a:chOff x="2852722" y="2176615"/>
              <a:chExt cx="2123830" cy="3957486"/>
            </a:xfrm>
          </p:grpSpPr>
          <p:grpSp>
            <p:nvGrpSpPr>
              <p:cNvPr id="39" name="组合 38"/>
              <p:cNvGrpSpPr>
                <a:grpSpLocks noChangeAspect="1"/>
              </p:cNvGrpSpPr>
              <p:nvPr/>
            </p:nvGrpSpPr>
            <p:grpSpPr>
              <a:xfrm>
                <a:off x="2852722" y="2176615"/>
                <a:ext cx="2123830" cy="3957486"/>
                <a:chOff x="4841903" y="138860"/>
                <a:chExt cx="2495485" cy="4650019"/>
              </a:xfrm>
            </p:grpSpPr>
            <p:sp>
              <p:nvSpPr>
                <p:cNvPr id="41" name="矩形: 圆角 40"/>
                <p:cNvSpPr/>
                <p:nvPr>
                  <p:custDataLst>
                    <p:tags r:id="rId11"/>
                  </p:custDataLst>
                </p:nvPr>
              </p:nvSpPr>
              <p:spPr>
                <a:xfrm flipH="1">
                  <a:off x="4841906" y="1866485"/>
                  <a:ext cx="2495482" cy="2922394"/>
                </a:xfrm>
                <a:prstGeom prst="round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2">
                          <a:alpha val="0"/>
                        </a:schemeClr>
                      </a:gs>
                      <a:gs pos="100000">
                        <a:schemeClr val="accent2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42" name="文本框 41"/>
                <p:cNvSpPr txBox="1"/>
                <p:nvPr>
                  <p:custDataLst>
                    <p:tags r:id="rId12"/>
                  </p:custDataLst>
                </p:nvPr>
              </p:nvSpPr>
              <p:spPr>
                <a:xfrm>
                  <a:off x="4841904" y="2336988"/>
                  <a:ext cx="2493455" cy="7430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{vItem.item2}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43" name="文本框 42"/>
                <p:cNvSpPr txBox="1"/>
                <p:nvPr>
                  <p:custDataLst>
                    <p:tags r:id="rId13"/>
                  </p:custDataLst>
                </p:nvPr>
              </p:nvSpPr>
              <p:spPr>
                <a:xfrm>
                  <a:off x="4841903" y="3080035"/>
                  <a:ext cx="2493455" cy="14876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{vItem.item2_Desc}</a:t>
                  </a:r>
                  <a:endParaRPr kumimoji="0" lang="de-DE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44" name="箭头: V 形 43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4962200" y="138860"/>
                  <a:ext cx="2254901" cy="710912"/>
                </a:xfrm>
                <a:prstGeom prst="chevron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87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chemeClr val="bg1"/>
                      </a:solidFill>
                    </a:rPr>
                    <a:t>02</a:t>
                  </a:r>
                  <a:endParaRPr lang="zh-CN" altLang="en-US" sz="2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5" name="文本框 44"/>
                <p:cNvSpPr txBox="1">
                  <a:spLocks noChangeAspect="1"/>
                </p:cNvSpPr>
                <p:nvPr>
                  <p:custDataLst>
                    <p:tags r:id="rId15"/>
                  </p:custDataLst>
                </p:nvPr>
              </p:nvSpPr>
              <p:spPr>
                <a:xfrm>
                  <a:off x="5819650" y="1485392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87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 fontScale="77500" lnSpcReduction="20000"/>
                </a:bodyPr>
                <a:lstStyle>
                  <a:defPPr>
                    <a:defRPr lang="en-US"/>
                  </a:defPPr>
                  <a:lvl1pPr algn="ctr">
                    <a:defRPr sz="2400" b="1">
                      <a:solidFill>
                        <a:schemeClr val="bg1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46" name="任意多边形: 形状 45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5976535" y="1635754"/>
                  <a:ext cx="226228" cy="239279"/>
                </a:xfrm>
                <a:custGeom>
                  <a:avLst/>
                  <a:gdLst>
                    <a:gd name="connsiteX0" fmla="*/ 371955 w 495300"/>
                    <a:gd name="connsiteY0" fmla="*/ 621 h 523875"/>
                    <a:gd name="connsiteX1" fmla="*/ 400530 w 495300"/>
                    <a:gd name="connsiteY1" fmla="*/ 29196 h 523875"/>
                    <a:gd name="connsiteX2" fmla="*/ 400530 w 495300"/>
                    <a:gd name="connsiteY2" fmla="*/ 133971 h 523875"/>
                    <a:gd name="connsiteX3" fmla="*/ 371955 w 495300"/>
                    <a:gd name="connsiteY3" fmla="*/ 162546 h 523875"/>
                    <a:gd name="connsiteX4" fmla="*/ 257655 w 495300"/>
                    <a:gd name="connsiteY4" fmla="*/ 162546 h 523875"/>
                    <a:gd name="connsiteX5" fmla="*/ 257655 w 495300"/>
                    <a:gd name="connsiteY5" fmla="*/ 286371 h 523875"/>
                    <a:gd name="connsiteX6" fmla="*/ 419580 w 495300"/>
                    <a:gd name="connsiteY6" fmla="*/ 286371 h 523875"/>
                    <a:gd name="connsiteX7" fmla="*/ 457680 w 495300"/>
                    <a:gd name="connsiteY7" fmla="*/ 322566 h 523875"/>
                    <a:gd name="connsiteX8" fmla="*/ 457680 w 495300"/>
                    <a:gd name="connsiteY8" fmla="*/ 324471 h 523875"/>
                    <a:gd name="connsiteX9" fmla="*/ 457680 w 495300"/>
                    <a:gd name="connsiteY9" fmla="*/ 429246 h 523875"/>
                    <a:gd name="connsiteX10" fmla="*/ 476730 w 495300"/>
                    <a:gd name="connsiteY10" fmla="*/ 429246 h 523875"/>
                    <a:gd name="connsiteX11" fmla="*/ 495780 w 495300"/>
                    <a:gd name="connsiteY11" fmla="*/ 448296 h 523875"/>
                    <a:gd name="connsiteX12" fmla="*/ 495780 w 495300"/>
                    <a:gd name="connsiteY12" fmla="*/ 505446 h 523875"/>
                    <a:gd name="connsiteX13" fmla="*/ 476730 w 495300"/>
                    <a:gd name="connsiteY13" fmla="*/ 524496 h 523875"/>
                    <a:gd name="connsiteX14" fmla="*/ 419580 w 495300"/>
                    <a:gd name="connsiteY14" fmla="*/ 524496 h 523875"/>
                    <a:gd name="connsiteX15" fmla="*/ 400530 w 495300"/>
                    <a:gd name="connsiteY15" fmla="*/ 505446 h 523875"/>
                    <a:gd name="connsiteX16" fmla="*/ 400530 w 495300"/>
                    <a:gd name="connsiteY16" fmla="*/ 448296 h 523875"/>
                    <a:gd name="connsiteX17" fmla="*/ 419580 w 495300"/>
                    <a:gd name="connsiteY17" fmla="*/ 429246 h 523875"/>
                    <a:gd name="connsiteX18" fmla="*/ 438630 w 495300"/>
                    <a:gd name="connsiteY18" fmla="*/ 429246 h 523875"/>
                    <a:gd name="connsiteX19" fmla="*/ 438630 w 495300"/>
                    <a:gd name="connsiteY19" fmla="*/ 324471 h 523875"/>
                    <a:gd name="connsiteX20" fmla="*/ 420533 w 495300"/>
                    <a:gd name="connsiteY20" fmla="*/ 305421 h 523875"/>
                    <a:gd name="connsiteX21" fmla="*/ 419580 w 495300"/>
                    <a:gd name="connsiteY21" fmla="*/ 305421 h 523875"/>
                    <a:gd name="connsiteX22" fmla="*/ 257655 w 495300"/>
                    <a:gd name="connsiteY22" fmla="*/ 305421 h 523875"/>
                    <a:gd name="connsiteX23" fmla="*/ 257655 w 495300"/>
                    <a:gd name="connsiteY23" fmla="*/ 429246 h 523875"/>
                    <a:gd name="connsiteX24" fmla="*/ 276705 w 495300"/>
                    <a:gd name="connsiteY24" fmla="*/ 429246 h 523875"/>
                    <a:gd name="connsiteX25" fmla="*/ 295755 w 495300"/>
                    <a:gd name="connsiteY25" fmla="*/ 448296 h 523875"/>
                    <a:gd name="connsiteX26" fmla="*/ 295755 w 495300"/>
                    <a:gd name="connsiteY26" fmla="*/ 505446 h 523875"/>
                    <a:gd name="connsiteX27" fmla="*/ 276705 w 495300"/>
                    <a:gd name="connsiteY27" fmla="*/ 524496 h 523875"/>
                    <a:gd name="connsiteX28" fmla="*/ 219555 w 495300"/>
                    <a:gd name="connsiteY28" fmla="*/ 524496 h 523875"/>
                    <a:gd name="connsiteX29" fmla="*/ 200505 w 495300"/>
                    <a:gd name="connsiteY29" fmla="*/ 505446 h 523875"/>
                    <a:gd name="connsiteX30" fmla="*/ 200505 w 495300"/>
                    <a:gd name="connsiteY30" fmla="*/ 448296 h 523875"/>
                    <a:gd name="connsiteX31" fmla="*/ 219555 w 495300"/>
                    <a:gd name="connsiteY31" fmla="*/ 429246 h 523875"/>
                    <a:gd name="connsiteX32" fmla="*/ 238605 w 495300"/>
                    <a:gd name="connsiteY32" fmla="*/ 429246 h 523875"/>
                    <a:gd name="connsiteX33" fmla="*/ 238605 w 495300"/>
                    <a:gd name="connsiteY33" fmla="*/ 305421 h 523875"/>
                    <a:gd name="connsiteX34" fmla="*/ 76680 w 495300"/>
                    <a:gd name="connsiteY34" fmla="*/ 305421 h 523875"/>
                    <a:gd name="connsiteX35" fmla="*/ 57630 w 495300"/>
                    <a:gd name="connsiteY35" fmla="*/ 323519 h 523875"/>
                    <a:gd name="connsiteX36" fmla="*/ 57630 w 495300"/>
                    <a:gd name="connsiteY36" fmla="*/ 324471 h 523875"/>
                    <a:gd name="connsiteX37" fmla="*/ 57630 w 495300"/>
                    <a:gd name="connsiteY37" fmla="*/ 429246 h 523875"/>
                    <a:gd name="connsiteX38" fmla="*/ 76680 w 495300"/>
                    <a:gd name="connsiteY38" fmla="*/ 429246 h 523875"/>
                    <a:gd name="connsiteX39" fmla="*/ 95730 w 495300"/>
                    <a:gd name="connsiteY39" fmla="*/ 448296 h 523875"/>
                    <a:gd name="connsiteX40" fmla="*/ 95730 w 495300"/>
                    <a:gd name="connsiteY40" fmla="*/ 505446 h 523875"/>
                    <a:gd name="connsiteX41" fmla="*/ 76680 w 495300"/>
                    <a:gd name="connsiteY41" fmla="*/ 524496 h 523875"/>
                    <a:gd name="connsiteX42" fmla="*/ 19530 w 495300"/>
                    <a:gd name="connsiteY42" fmla="*/ 524496 h 523875"/>
                    <a:gd name="connsiteX43" fmla="*/ 480 w 495300"/>
                    <a:gd name="connsiteY43" fmla="*/ 505446 h 523875"/>
                    <a:gd name="connsiteX44" fmla="*/ 480 w 495300"/>
                    <a:gd name="connsiteY44" fmla="*/ 448296 h 523875"/>
                    <a:gd name="connsiteX45" fmla="*/ 19530 w 495300"/>
                    <a:gd name="connsiteY45" fmla="*/ 429246 h 523875"/>
                    <a:gd name="connsiteX46" fmla="*/ 38580 w 495300"/>
                    <a:gd name="connsiteY46" fmla="*/ 429246 h 523875"/>
                    <a:gd name="connsiteX47" fmla="*/ 38580 w 495300"/>
                    <a:gd name="connsiteY47" fmla="*/ 324471 h 523875"/>
                    <a:gd name="connsiteX48" fmla="*/ 74775 w 495300"/>
                    <a:gd name="connsiteY48" fmla="*/ 286371 h 523875"/>
                    <a:gd name="connsiteX49" fmla="*/ 76680 w 495300"/>
                    <a:gd name="connsiteY49" fmla="*/ 286371 h 523875"/>
                    <a:gd name="connsiteX50" fmla="*/ 238605 w 495300"/>
                    <a:gd name="connsiteY50" fmla="*/ 286371 h 523875"/>
                    <a:gd name="connsiteX51" fmla="*/ 238605 w 495300"/>
                    <a:gd name="connsiteY51" fmla="*/ 162546 h 523875"/>
                    <a:gd name="connsiteX52" fmla="*/ 124305 w 495300"/>
                    <a:gd name="connsiteY52" fmla="*/ 162546 h 523875"/>
                    <a:gd name="connsiteX53" fmla="*/ 95730 w 495300"/>
                    <a:gd name="connsiteY53" fmla="*/ 133971 h 523875"/>
                    <a:gd name="connsiteX54" fmla="*/ 95730 w 495300"/>
                    <a:gd name="connsiteY54" fmla="*/ 29196 h 523875"/>
                    <a:gd name="connsiteX55" fmla="*/ 124305 w 495300"/>
                    <a:gd name="connsiteY55" fmla="*/ 621 h 523875"/>
                    <a:gd name="connsiteX56" fmla="*/ 371955 w 495300"/>
                    <a:gd name="connsiteY56" fmla="*/ 621 h 523875"/>
                    <a:gd name="connsiteX57" fmla="*/ 148118 w 495300"/>
                    <a:gd name="connsiteY57" fmla="*/ 95871 h 523875"/>
                    <a:gd name="connsiteX58" fmla="*/ 133830 w 495300"/>
                    <a:gd name="connsiteY58" fmla="*/ 110159 h 523875"/>
                    <a:gd name="connsiteX59" fmla="*/ 148118 w 495300"/>
                    <a:gd name="connsiteY59" fmla="*/ 124446 h 523875"/>
                    <a:gd name="connsiteX60" fmla="*/ 162405 w 495300"/>
                    <a:gd name="connsiteY60" fmla="*/ 110159 h 523875"/>
                    <a:gd name="connsiteX61" fmla="*/ 148118 w 495300"/>
                    <a:gd name="connsiteY61" fmla="*/ 9587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495300" h="523875">
                      <a:moveTo>
                        <a:pt x="371955" y="621"/>
                      </a:moveTo>
                      <a:cubicBezTo>
                        <a:pt x="388148" y="621"/>
                        <a:pt x="400530" y="13004"/>
                        <a:pt x="400530" y="29196"/>
                      </a:cubicBezTo>
                      <a:lnTo>
                        <a:pt x="400530" y="133971"/>
                      </a:lnTo>
                      <a:cubicBezTo>
                        <a:pt x="400530" y="150164"/>
                        <a:pt x="388148" y="162546"/>
                        <a:pt x="371955" y="162546"/>
                      </a:cubicBezTo>
                      <a:lnTo>
                        <a:pt x="257655" y="162546"/>
                      </a:lnTo>
                      <a:lnTo>
                        <a:pt x="257655" y="286371"/>
                      </a:lnTo>
                      <a:lnTo>
                        <a:pt x="419580" y="286371"/>
                      </a:lnTo>
                      <a:cubicBezTo>
                        <a:pt x="439583" y="286371"/>
                        <a:pt x="456727" y="302564"/>
                        <a:pt x="457680" y="322566"/>
                      </a:cubicBezTo>
                      <a:lnTo>
                        <a:pt x="457680" y="324471"/>
                      </a:lnTo>
                      <a:lnTo>
                        <a:pt x="457680" y="429246"/>
                      </a:lnTo>
                      <a:lnTo>
                        <a:pt x="476730" y="429246"/>
                      </a:lnTo>
                      <a:cubicBezTo>
                        <a:pt x="487208" y="429246"/>
                        <a:pt x="495780" y="437819"/>
                        <a:pt x="495780" y="448296"/>
                      </a:cubicBezTo>
                      <a:lnTo>
                        <a:pt x="495780" y="505446"/>
                      </a:lnTo>
                      <a:cubicBezTo>
                        <a:pt x="495780" y="515924"/>
                        <a:pt x="487208" y="524496"/>
                        <a:pt x="476730" y="524496"/>
                      </a:cubicBezTo>
                      <a:lnTo>
                        <a:pt x="419580" y="524496"/>
                      </a:lnTo>
                      <a:cubicBezTo>
                        <a:pt x="409102" y="524496"/>
                        <a:pt x="400530" y="515924"/>
                        <a:pt x="400530" y="505446"/>
                      </a:cubicBezTo>
                      <a:lnTo>
                        <a:pt x="400530" y="448296"/>
                      </a:lnTo>
                      <a:cubicBezTo>
                        <a:pt x="400530" y="437819"/>
                        <a:pt x="409102" y="429246"/>
                        <a:pt x="419580" y="429246"/>
                      </a:cubicBezTo>
                      <a:lnTo>
                        <a:pt x="438630" y="429246"/>
                      </a:lnTo>
                      <a:lnTo>
                        <a:pt x="438630" y="324471"/>
                      </a:lnTo>
                      <a:cubicBezTo>
                        <a:pt x="438630" y="313994"/>
                        <a:pt x="431010" y="306374"/>
                        <a:pt x="420533" y="305421"/>
                      </a:cubicBezTo>
                      <a:lnTo>
                        <a:pt x="419580" y="305421"/>
                      </a:lnTo>
                      <a:lnTo>
                        <a:pt x="257655" y="305421"/>
                      </a:lnTo>
                      <a:lnTo>
                        <a:pt x="257655" y="429246"/>
                      </a:lnTo>
                      <a:lnTo>
                        <a:pt x="276705" y="429246"/>
                      </a:lnTo>
                      <a:cubicBezTo>
                        <a:pt x="287183" y="429246"/>
                        <a:pt x="295755" y="437819"/>
                        <a:pt x="295755" y="448296"/>
                      </a:cubicBezTo>
                      <a:lnTo>
                        <a:pt x="295755" y="505446"/>
                      </a:lnTo>
                      <a:cubicBezTo>
                        <a:pt x="295755" y="515924"/>
                        <a:pt x="287183" y="524496"/>
                        <a:pt x="276705" y="524496"/>
                      </a:cubicBezTo>
                      <a:lnTo>
                        <a:pt x="219555" y="524496"/>
                      </a:lnTo>
                      <a:cubicBezTo>
                        <a:pt x="209077" y="524496"/>
                        <a:pt x="200505" y="515924"/>
                        <a:pt x="200505" y="505446"/>
                      </a:cubicBezTo>
                      <a:lnTo>
                        <a:pt x="200505" y="448296"/>
                      </a:lnTo>
                      <a:cubicBezTo>
                        <a:pt x="200505" y="437819"/>
                        <a:pt x="209077" y="429246"/>
                        <a:pt x="219555" y="429246"/>
                      </a:cubicBezTo>
                      <a:lnTo>
                        <a:pt x="238605" y="429246"/>
                      </a:lnTo>
                      <a:lnTo>
                        <a:pt x="238605" y="305421"/>
                      </a:lnTo>
                      <a:lnTo>
                        <a:pt x="76680" y="305421"/>
                      </a:lnTo>
                      <a:cubicBezTo>
                        <a:pt x="66202" y="305421"/>
                        <a:pt x="58583" y="313041"/>
                        <a:pt x="57630" y="323519"/>
                      </a:cubicBezTo>
                      <a:lnTo>
                        <a:pt x="57630" y="324471"/>
                      </a:lnTo>
                      <a:lnTo>
                        <a:pt x="57630" y="429246"/>
                      </a:lnTo>
                      <a:lnTo>
                        <a:pt x="76680" y="429246"/>
                      </a:lnTo>
                      <a:cubicBezTo>
                        <a:pt x="87158" y="429246"/>
                        <a:pt x="95730" y="437819"/>
                        <a:pt x="95730" y="448296"/>
                      </a:cubicBezTo>
                      <a:lnTo>
                        <a:pt x="95730" y="505446"/>
                      </a:lnTo>
                      <a:cubicBezTo>
                        <a:pt x="95730" y="515924"/>
                        <a:pt x="87158" y="524496"/>
                        <a:pt x="76680" y="524496"/>
                      </a:cubicBezTo>
                      <a:lnTo>
                        <a:pt x="19530" y="524496"/>
                      </a:lnTo>
                      <a:cubicBezTo>
                        <a:pt x="9052" y="524496"/>
                        <a:pt x="480" y="515924"/>
                        <a:pt x="480" y="505446"/>
                      </a:cubicBezTo>
                      <a:lnTo>
                        <a:pt x="480" y="448296"/>
                      </a:lnTo>
                      <a:cubicBezTo>
                        <a:pt x="480" y="437819"/>
                        <a:pt x="9052" y="429246"/>
                        <a:pt x="19530" y="429246"/>
                      </a:cubicBezTo>
                      <a:lnTo>
                        <a:pt x="38580" y="429246"/>
                      </a:lnTo>
                      <a:lnTo>
                        <a:pt x="38580" y="324471"/>
                      </a:lnTo>
                      <a:cubicBezTo>
                        <a:pt x="38580" y="304469"/>
                        <a:pt x="54773" y="287324"/>
                        <a:pt x="74775" y="286371"/>
                      </a:cubicBezTo>
                      <a:lnTo>
                        <a:pt x="76680" y="286371"/>
                      </a:lnTo>
                      <a:lnTo>
                        <a:pt x="238605" y="286371"/>
                      </a:lnTo>
                      <a:lnTo>
                        <a:pt x="238605" y="162546"/>
                      </a:lnTo>
                      <a:lnTo>
                        <a:pt x="124305" y="162546"/>
                      </a:lnTo>
                      <a:cubicBezTo>
                        <a:pt x="108112" y="162546"/>
                        <a:pt x="95730" y="150164"/>
                        <a:pt x="95730" y="133971"/>
                      </a:cubicBezTo>
                      <a:lnTo>
                        <a:pt x="95730" y="29196"/>
                      </a:lnTo>
                      <a:cubicBezTo>
                        <a:pt x="95730" y="13004"/>
                        <a:pt x="108112" y="621"/>
                        <a:pt x="124305" y="621"/>
                      </a:cubicBezTo>
                      <a:lnTo>
                        <a:pt x="371955" y="621"/>
                      </a:lnTo>
                      <a:close/>
                      <a:moveTo>
                        <a:pt x="148118" y="95871"/>
                      </a:moveTo>
                      <a:cubicBezTo>
                        <a:pt x="140498" y="95871"/>
                        <a:pt x="133830" y="102539"/>
                        <a:pt x="133830" y="110159"/>
                      </a:cubicBezTo>
                      <a:cubicBezTo>
                        <a:pt x="133830" y="117779"/>
                        <a:pt x="140498" y="124446"/>
                        <a:pt x="148118" y="124446"/>
                      </a:cubicBezTo>
                      <a:cubicBezTo>
                        <a:pt x="155737" y="124446"/>
                        <a:pt x="162405" y="117779"/>
                        <a:pt x="162405" y="110159"/>
                      </a:cubicBezTo>
                      <a:cubicBezTo>
                        <a:pt x="162405" y="102539"/>
                        <a:pt x="155737" y="95871"/>
                        <a:pt x="148118" y="958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cxnSp>
            <p:nvCxnSpPr>
              <p:cNvPr id="40" name="直接连接符 39"/>
              <p:cNvCxnSpPr/>
              <p:nvPr>
                <p:custDataLst>
                  <p:tags r:id="rId10"/>
                </p:custDataLst>
              </p:nvPr>
            </p:nvCxnSpPr>
            <p:spPr>
              <a:xfrm>
                <a:off x="3941265" y="2828581"/>
                <a:ext cx="0" cy="494025"/>
              </a:xfrm>
              <a:prstGeom prst="line">
                <a:avLst/>
              </a:prstGeom>
              <a:ln w="31750">
                <a:solidFill>
                  <a:schemeClr val="accent2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10"/>
            <p:cNvGrpSpPr/>
            <p:nvPr/>
          </p:nvGrpSpPr>
          <p:grpSpPr>
            <a:xfrm>
              <a:off x="8561448" y="1942050"/>
              <a:ext cx="2123830" cy="3957488"/>
              <a:chOff x="5034080" y="2176615"/>
              <a:chExt cx="2123830" cy="3957488"/>
            </a:xfrm>
          </p:grpSpPr>
          <p:grpSp>
            <p:nvGrpSpPr>
              <p:cNvPr id="31" name="组合 30"/>
              <p:cNvGrpSpPr>
                <a:grpSpLocks noChangeAspect="1"/>
              </p:cNvGrpSpPr>
              <p:nvPr/>
            </p:nvGrpSpPr>
            <p:grpSpPr>
              <a:xfrm>
                <a:off x="5034080" y="2176615"/>
                <a:ext cx="2123830" cy="3957488"/>
                <a:chOff x="4841903" y="138860"/>
                <a:chExt cx="2495485" cy="4650021"/>
              </a:xfrm>
            </p:grpSpPr>
            <p:sp>
              <p:nvSpPr>
                <p:cNvPr id="33" name="矩形: 圆角 32"/>
                <p:cNvSpPr/>
                <p:nvPr>
                  <p:custDataLst>
                    <p:tags r:id="rId4"/>
                  </p:custDataLst>
                </p:nvPr>
              </p:nvSpPr>
              <p:spPr>
                <a:xfrm flipH="1">
                  <a:off x="4841906" y="1866487"/>
                  <a:ext cx="2495482" cy="2922394"/>
                </a:xfrm>
                <a:prstGeom prst="round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34" name="文本框 33"/>
                <p:cNvSpPr txBox="1"/>
                <p:nvPr>
                  <p:custDataLst>
                    <p:tags r:id="rId5"/>
                  </p:custDataLst>
                </p:nvPr>
              </p:nvSpPr>
              <p:spPr>
                <a:xfrm>
                  <a:off x="4841904" y="2336988"/>
                  <a:ext cx="2493455" cy="7430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{vItem.item3}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35" name="文本框 34"/>
                <p:cNvSpPr txBox="1"/>
                <p:nvPr>
                  <p:custDataLst>
                    <p:tags r:id="rId6"/>
                  </p:custDataLst>
                </p:nvPr>
              </p:nvSpPr>
              <p:spPr>
                <a:xfrm>
                  <a:off x="4841903" y="3080035"/>
                  <a:ext cx="2493455" cy="14876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{vItem.item3_Desc}</a:t>
                  </a:r>
                  <a:endParaRPr kumimoji="0" lang="de-DE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36" name="箭头: V 形 35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4962200" y="138860"/>
                  <a:ext cx="2254901" cy="710912"/>
                </a:xfrm>
                <a:prstGeom prst="chevron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chemeClr val="bg1"/>
                      </a:solidFill>
                    </a:rPr>
                    <a:t>03</a:t>
                  </a:r>
                  <a:endParaRPr lang="zh-CN" altLang="en-US" sz="2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7" name="文本框 36"/>
                <p:cNvSpPr txBox="1">
                  <a:spLocks noChangeAspect="1"/>
                </p:cNvSpPr>
                <p:nvPr>
                  <p:custDataLst>
                    <p:tags r:id="rId8"/>
                  </p:custDataLst>
                </p:nvPr>
              </p:nvSpPr>
              <p:spPr>
                <a:xfrm>
                  <a:off x="5819652" y="1485392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 fontScale="77500" lnSpcReduction="20000"/>
                </a:bodyPr>
                <a:lstStyle>
                  <a:defPPr>
                    <a:defRPr lang="en-US"/>
                  </a:defPPr>
                  <a:lvl1pPr algn="ctr">
                    <a:defRPr sz="2400" b="1">
                      <a:solidFill>
                        <a:schemeClr val="bg1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38" name="任意多边形: 形状 37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5976538" y="1644299"/>
                  <a:ext cx="226228" cy="222187"/>
                </a:xfrm>
                <a:custGeom>
                  <a:avLst/>
                  <a:gdLst>
                    <a:gd name="connsiteX0" fmla="*/ 343764 w 533400"/>
                    <a:gd name="connsiteY0" fmla="*/ 276846 h 523875"/>
                    <a:gd name="connsiteX1" fmla="*/ 372339 w 533400"/>
                    <a:gd name="connsiteY1" fmla="*/ 305421 h 523875"/>
                    <a:gd name="connsiteX2" fmla="*/ 372339 w 533400"/>
                    <a:gd name="connsiteY2" fmla="*/ 495921 h 523875"/>
                    <a:gd name="connsiteX3" fmla="*/ 343764 w 533400"/>
                    <a:gd name="connsiteY3" fmla="*/ 524496 h 523875"/>
                    <a:gd name="connsiteX4" fmla="*/ 191364 w 533400"/>
                    <a:gd name="connsiteY4" fmla="*/ 524496 h 523875"/>
                    <a:gd name="connsiteX5" fmla="*/ 162789 w 533400"/>
                    <a:gd name="connsiteY5" fmla="*/ 495921 h 523875"/>
                    <a:gd name="connsiteX6" fmla="*/ 162789 w 533400"/>
                    <a:gd name="connsiteY6" fmla="*/ 305421 h 523875"/>
                    <a:gd name="connsiteX7" fmla="*/ 191364 w 533400"/>
                    <a:gd name="connsiteY7" fmla="*/ 276846 h 523875"/>
                    <a:gd name="connsiteX8" fmla="*/ 343764 w 533400"/>
                    <a:gd name="connsiteY8" fmla="*/ 276846 h 523875"/>
                    <a:gd name="connsiteX9" fmla="*/ 143739 w 533400"/>
                    <a:gd name="connsiteY9" fmla="*/ 114921 h 523875"/>
                    <a:gd name="connsiteX10" fmla="*/ 179934 w 533400"/>
                    <a:gd name="connsiteY10" fmla="*/ 153021 h 523875"/>
                    <a:gd name="connsiteX11" fmla="*/ 181839 w 533400"/>
                    <a:gd name="connsiteY11" fmla="*/ 153021 h 523875"/>
                    <a:gd name="connsiteX12" fmla="*/ 353289 w 533400"/>
                    <a:gd name="connsiteY12" fmla="*/ 153021 h 523875"/>
                    <a:gd name="connsiteX13" fmla="*/ 391389 w 533400"/>
                    <a:gd name="connsiteY13" fmla="*/ 116826 h 523875"/>
                    <a:gd name="connsiteX14" fmla="*/ 391389 w 533400"/>
                    <a:gd name="connsiteY14" fmla="*/ 114921 h 523875"/>
                    <a:gd name="connsiteX15" fmla="*/ 505689 w 533400"/>
                    <a:gd name="connsiteY15" fmla="*/ 114921 h 523875"/>
                    <a:gd name="connsiteX16" fmla="*/ 534264 w 533400"/>
                    <a:gd name="connsiteY16" fmla="*/ 143496 h 523875"/>
                    <a:gd name="connsiteX17" fmla="*/ 534264 w 533400"/>
                    <a:gd name="connsiteY17" fmla="*/ 381621 h 523875"/>
                    <a:gd name="connsiteX18" fmla="*/ 505689 w 533400"/>
                    <a:gd name="connsiteY18" fmla="*/ 410196 h 523875"/>
                    <a:gd name="connsiteX19" fmla="*/ 391389 w 533400"/>
                    <a:gd name="connsiteY19" fmla="*/ 410196 h 523875"/>
                    <a:gd name="connsiteX20" fmla="*/ 391389 w 533400"/>
                    <a:gd name="connsiteY20" fmla="*/ 295896 h 523875"/>
                    <a:gd name="connsiteX21" fmla="*/ 355194 w 533400"/>
                    <a:gd name="connsiteY21" fmla="*/ 257796 h 523875"/>
                    <a:gd name="connsiteX22" fmla="*/ 353289 w 533400"/>
                    <a:gd name="connsiteY22" fmla="*/ 257796 h 523875"/>
                    <a:gd name="connsiteX23" fmla="*/ 181839 w 533400"/>
                    <a:gd name="connsiteY23" fmla="*/ 257796 h 523875"/>
                    <a:gd name="connsiteX24" fmla="*/ 143739 w 533400"/>
                    <a:gd name="connsiteY24" fmla="*/ 293991 h 523875"/>
                    <a:gd name="connsiteX25" fmla="*/ 143739 w 533400"/>
                    <a:gd name="connsiteY25" fmla="*/ 295896 h 523875"/>
                    <a:gd name="connsiteX26" fmla="*/ 143739 w 533400"/>
                    <a:gd name="connsiteY26" fmla="*/ 410196 h 523875"/>
                    <a:gd name="connsiteX27" fmla="*/ 29439 w 533400"/>
                    <a:gd name="connsiteY27" fmla="*/ 410196 h 523875"/>
                    <a:gd name="connsiteX28" fmla="*/ 864 w 533400"/>
                    <a:gd name="connsiteY28" fmla="*/ 381621 h 523875"/>
                    <a:gd name="connsiteX29" fmla="*/ 864 w 533400"/>
                    <a:gd name="connsiteY29" fmla="*/ 201599 h 523875"/>
                    <a:gd name="connsiteX30" fmla="*/ 11342 w 533400"/>
                    <a:gd name="connsiteY30" fmla="*/ 175881 h 523875"/>
                    <a:gd name="connsiteX31" fmla="*/ 56109 w 533400"/>
                    <a:gd name="connsiteY31" fmla="*/ 127304 h 523875"/>
                    <a:gd name="connsiteX32" fmla="*/ 83732 w 533400"/>
                    <a:gd name="connsiteY32" fmla="*/ 114921 h 523875"/>
                    <a:gd name="connsiteX33" fmla="*/ 143739 w 533400"/>
                    <a:gd name="connsiteY33" fmla="*/ 114921 h 523875"/>
                    <a:gd name="connsiteX34" fmla="*/ 462827 w 533400"/>
                    <a:gd name="connsiteY34" fmla="*/ 172071 h 523875"/>
                    <a:gd name="connsiteX35" fmla="*/ 448539 w 533400"/>
                    <a:gd name="connsiteY35" fmla="*/ 186359 h 523875"/>
                    <a:gd name="connsiteX36" fmla="*/ 462827 w 533400"/>
                    <a:gd name="connsiteY36" fmla="*/ 200646 h 523875"/>
                    <a:gd name="connsiteX37" fmla="*/ 477114 w 533400"/>
                    <a:gd name="connsiteY37" fmla="*/ 186359 h 523875"/>
                    <a:gd name="connsiteX38" fmla="*/ 462827 w 533400"/>
                    <a:gd name="connsiteY38" fmla="*/ 172071 h 523875"/>
                    <a:gd name="connsiteX39" fmla="*/ 343764 w 533400"/>
                    <a:gd name="connsiteY39" fmla="*/ 621 h 523875"/>
                    <a:gd name="connsiteX40" fmla="*/ 372339 w 533400"/>
                    <a:gd name="connsiteY40" fmla="*/ 29196 h 523875"/>
                    <a:gd name="connsiteX41" fmla="*/ 372339 w 533400"/>
                    <a:gd name="connsiteY41" fmla="*/ 105396 h 523875"/>
                    <a:gd name="connsiteX42" fmla="*/ 343764 w 533400"/>
                    <a:gd name="connsiteY42" fmla="*/ 133971 h 523875"/>
                    <a:gd name="connsiteX43" fmla="*/ 191364 w 533400"/>
                    <a:gd name="connsiteY43" fmla="*/ 133971 h 523875"/>
                    <a:gd name="connsiteX44" fmla="*/ 162789 w 533400"/>
                    <a:gd name="connsiteY44" fmla="*/ 105396 h 523875"/>
                    <a:gd name="connsiteX45" fmla="*/ 162789 w 533400"/>
                    <a:gd name="connsiteY45" fmla="*/ 29196 h 523875"/>
                    <a:gd name="connsiteX46" fmla="*/ 191364 w 533400"/>
                    <a:gd name="connsiteY46" fmla="*/ 621 h 523875"/>
                    <a:gd name="connsiteX47" fmla="*/ 343764 w 533400"/>
                    <a:gd name="connsiteY47" fmla="*/ 62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</a:cxnLst>
                  <a:rect l="l" t="t" r="r" b="b"/>
                  <a:pathLst>
                    <a:path w="533400" h="523875">
                      <a:moveTo>
                        <a:pt x="343764" y="276846"/>
                      </a:moveTo>
                      <a:cubicBezTo>
                        <a:pt x="359957" y="276846"/>
                        <a:pt x="372339" y="289229"/>
                        <a:pt x="372339" y="305421"/>
                      </a:cubicBezTo>
                      <a:lnTo>
                        <a:pt x="372339" y="495921"/>
                      </a:lnTo>
                      <a:cubicBezTo>
                        <a:pt x="372339" y="512114"/>
                        <a:pt x="359957" y="524496"/>
                        <a:pt x="343764" y="524496"/>
                      </a:cubicBezTo>
                      <a:lnTo>
                        <a:pt x="191364" y="524496"/>
                      </a:lnTo>
                      <a:cubicBezTo>
                        <a:pt x="175171" y="524496"/>
                        <a:pt x="162789" y="512114"/>
                        <a:pt x="162789" y="495921"/>
                      </a:cubicBezTo>
                      <a:lnTo>
                        <a:pt x="162789" y="305421"/>
                      </a:lnTo>
                      <a:cubicBezTo>
                        <a:pt x="162789" y="289229"/>
                        <a:pt x="175171" y="276846"/>
                        <a:pt x="191364" y="276846"/>
                      </a:cubicBezTo>
                      <a:lnTo>
                        <a:pt x="343764" y="276846"/>
                      </a:lnTo>
                      <a:close/>
                      <a:moveTo>
                        <a:pt x="143739" y="114921"/>
                      </a:moveTo>
                      <a:cubicBezTo>
                        <a:pt x="143739" y="134924"/>
                        <a:pt x="159932" y="152069"/>
                        <a:pt x="179934" y="153021"/>
                      </a:cubicBezTo>
                      <a:lnTo>
                        <a:pt x="181839" y="153021"/>
                      </a:lnTo>
                      <a:lnTo>
                        <a:pt x="353289" y="153021"/>
                      </a:lnTo>
                      <a:cubicBezTo>
                        <a:pt x="373292" y="153021"/>
                        <a:pt x="390436" y="136829"/>
                        <a:pt x="391389" y="116826"/>
                      </a:cubicBezTo>
                      <a:lnTo>
                        <a:pt x="391389" y="114921"/>
                      </a:lnTo>
                      <a:lnTo>
                        <a:pt x="505689" y="114921"/>
                      </a:lnTo>
                      <a:cubicBezTo>
                        <a:pt x="521882" y="114921"/>
                        <a:pt x="534264" y="127304"/>
                        <a:pt x="534264" y="143496"/>
                      </a:cubicBezTo>
                      <a:lnTo>
                        <a:pt x="534264" y="381621"/>
                      </a:lnTo>
                      <a:cubicBezTo>
                        <a:pt x="534264" y="397814"/>
                        <a:pt x="521882" y="410196"/>
                        <a:pt x="505689" y="410196"/>
                      </a:cubicBezTo>
                      <a:lnTo>
                        <a:pt x="391389" y="410196"/>
                      </a:lnTo>
                      <a:lnTo>
                        <a:pt x="391389" y="295896"/>
                      </a:lnTo>
                      <a:cubicBezTo>
                        <a:pt x="391389" y="275894"/>
                        <a:pt x="375196" y="258749"/>
                        <a:pt x="355194" y="257796"/>
                      </a:cubicBezTo>
                      <a:lnTo>
                        <a:pt x="353289" y="257796"/>
                      </a:lnTo>
                      <a:lnTo>
                        <a:pt x="181839" y="257796"/>
                      </a:lnTo>
                      <a:cubicBezTo>
                        <a:pt x="161836" y="257796"/>
                        <a:pt x="144692" y="273989"/>
                        <a:pt x="143739" y="293991"/>
                      </a:cubicBezTo>
                      <a:lnTo>
                        <a:pt x="143739" y="295896"/>
                      </a:lnTo>
                      <a:lnTo>
                        <a:pt x="143739" y="410196"/>
                      </a:lnTo>
                      <a:lnTo>
                        <a:pt x="29439" y="410196"/>
                      </a:lnTo>
                      <a:cubicBezTo>
                        <a:pt x="13246" y="410196"/>
                        <a:pt x="864" y="397814"/>
                        <a:pt x="864" y="381621"/>
                      </a:cubicBezTo>
                      <a:lnTo>
                        <a:pt x="864" y="201599"/>
                      </a:lnTo>
                      <a:cubicBezTo>
                        <a:pt x="864" y="192074"/>
                        <a:pt x="4674" y="182549"/>
                        <a:pt x="11342" y="175881"/>
                      </a:cubicBezTo>
                      <a:lnTo>
                        <a:pt x="56109" y="127304"/>
                      </a:lnTo>
                      <a:cubicBezTo>
                        <a:pt x="63729" y="119684"/>
                        <a:pt x="73254" y="114921"/>
                        <a:pt x="83732" y="114921"/>
                      </a:cubicBezTo>
                      <a:lnTo>
                        <a:pt x="143739" y="114921"/>
                      </a:lnTo>
                      <a:close/>
                      <a:moveTo>
                        <a:pt x="462827" y="172071"/>
                      </a:moveTo>
                      <a:cubicBezTo>
                        <a:pt x="455207" y="172071"/>
                        <a:pt x="448539" y="178739"/>
                        <a:pt x="448539" y="186359"/>
                      </a:cubicBezTo>
                      <a:cubicBezTo>
                        <a:pt x="448539" y="193979"/>
                        <a:pt x="455207" y="200646"/>
                        <a:pt x="462827" y="200646"/>
                      </a:cubicBezTo>
                      <a:cubicBezTo>
                        <a:pt x="470446" y="200646"/>
                        <a:pt x="477114" y="193979"/>
                        <a:pt x="477114" y="186359"/>
                      </a:cubicBezTo>
                      <a:cubicBezTo>
                        <a:pt x="477114" y="178739"/>
                        <a:pt x="470446" y="172071"/>
                        <a:pt x="462827" y="172071"/>
                      </a:cubicBezTo>
                      <a:close/>
                      <a:moveTo>
                        <a:pt x="343764" y="621"/>
                      </a:moveTo>
                      <a:cubicBezTo>
                        <a:pt x="359957" y="621"/>
                        <a:pt x="372339" y="13004"/>
                        <a:pt x="372339" y="29196"/>
                      </a:cubicBezTo>
                      <a:lnTo>
                        <a:pt x="372339" y="105396"/>
                      </a:lnTo>
                      <a:cubicBezTo>
                        <a:pt x="372339" y="121589"/>
                        <a:pt x="359957" y="133971"/>
                        <a:pt x="343764" y="133971"/>
                      </a:cubicBezTo>
                      <a:lnTo>
                        <a:pt x="191364" y="133971"/>
                      </a:lnTo>
                      <a:cubicBezTo>
                        <a:pt x="175171" y="133971"/>
                        <a:pt x="162789" y="121589"/>
                        <a:pt x="162789" y="105396"/>
                      </a:cubicBezTo>
                      <a:lnTo>
                        <a:pt x="162789" y="29196"/>
                      </a:lnTo>
                      <a:cubicBezTo>
                        <a:pt x="162789" y="13004"/>
                        <a:pt x="175171" y="621"/>
                        <a:pt x="191364" y="621"/>
                      </a:cubicBezTo>
                      <a:lnTo>
                        <a:pt x="343764" y="62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cxnSp>
            <p:nvCxnSpPr>
              <p:cNvPr id="32" name="直接连接符 31"/>
              <p:cNvCxnSpPr/>
              <p:nvPr>
                <p:custDataLst>
                  <p:tags r:id="rId3"/>
                </p:custDataLst>
              </p:nvPr>
            </p:nvCxnSpPr>
            <p:spPr>
              <a:xfrm flipH="1">
                <a:off x="6113012" y="2828581"/>
                <a:ext cx="1104" cy="494025"/>
              </a:xfrm>
              <a:prstGeom prst="line">
                <a:avLst/>
              </a:prstGeom>
              <a:ln w="31750">
                <a:solidFill>
                  <a:schemeClr val="accent1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文本框 2"/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progress2-3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01B8F70-3A1B-23A1-B3C9-246DAA8D8A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>
            <p:custDataLst>
              <p:tags r:id="rId1"/>
            </p:custDataLst>
          </p:nvPr>
        </p:nvCxnSpPr>
        <p:spPr>
          <a:xfrm>
            <a:off x="0" y="2894237"/>
            <a:ext cx="12192000" cy="0"/>
          </a:xfrm>
          <a:prstGeom prst="line">
            <a:avLst/>
          </a:prstGeom>
          <a:ln w="25400">
            <a:solidFill>
              <a:schemeClr val="accent1">
                <a:alpha val="50000"/>
              </a:schemeClr>
            </a:solidFill>
            <a:headEnd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>
            <p:custDataLst>
              <p:tags r:id="rId2"/>
            </p:custDataLst>
          </p:nvPr>
        </p:nvGrpSpPr>
        <p:grpSpPr>
          <a:xfrm>
            <a:off x="758828" y="1537639"/>
            <a:ext cx="2123832" cy="3957486"/>
            <a:chOff x="671361" y="2176615"/>
            <a:chExt cx="2123832" cy="3957486"/>
          </a:xfrm>
        </p:grpSpPr>
        <p:cxnSp>
          <p:nvCxnSpPr>
            <p:cNvPr id="47" name="直接连接符 46"/>
            <p:cNvCxnSpPr>
              <a:endCxn id="53" idx="0"/>
            </p:cNvCxnSpPr>
            <p:nvPr>
              <p:custDataLst>
                <p:tags r:id="rId27"/>
              </p:custDataLst>
            </p:nvPr>
          </p:nvCxnSpPr>
          <p:spPr>
            <a:xfrm flipH="1">
              <a:off x="1733283" y="2828581"/>
              <a:ext cx="3577" cy="494025"/>
            </a:xfrm>
            <a:prstGeom prst="line">
              <a:avLst/>
            </a:prstGeom>
            <a:ln w="31750">
              <a:solidFill>
                <a:schemeClr val="accent1"/>
              </a:solidFill>
              <a:prstDash val="sysDot"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" name="组合 47"/>
            <p:cNvGrpSpPr>
              <a:grpSpLocks noChangeAspect="1"/>
            </p:cNvGrpSpPr>
            <p:nvPr/>
          </p:nvGrpSpPr>
          <p:grpSpPr>
            <a:xfrm>
              <a:off x="671361" y="2176615"/>
              <a:ext cx="2123832" cy="3957486"/>
              <a:chOff x="4841900" y="138860"/>
              <a:chExt cx="2495488" cy="4650019"/>
            </a:xfrm>
          </p:grpSpPr>
          <p:sp>
            <p:nvSpPr>
              <p:cNvPr id="49" name="矩形: 圆角 48"/>
              <p:cNvSpPr/>
              <p:nvPr>
                <p:custDataLst>
                  <p:tags r:id="rId28"/>
                </p:custDataLst>
              </p:nvPr>
            </p:nvSpPr>
            <p:spPr>
              <a:xfrm flipH="1">
                <a:off x="4841906" y="1866485"/>
                <a:ext cx="2495482" cy="2922394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50" name="文本框 49"/>
              <p:cNvSpPr txBox="1"/>
              <p:nvPr>
                <p:custDataLst>
                  <p:tags r:id="rId29"/>
                </p:custDataLst>
              </p:nvPr>
            </p:nvSpPr>
            <p:spPr>
              <a:xfrm>
                <a:off x="4841900" y="2336988"/>
                <a:ext cx="2493455" cy="7430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51" name="文本框 50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4841904" y="3080035"/>
                <a:ext cx="2493455" cy="1487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52" name="箭头: V 形 51"/>
              <p:cNvSpPr/>
              <p:nvPr>
                <p:custDataLst>
                  <p:tags r:id="rId31"/>
                </p:custDataLst>
              </p:nvPr>
            </p:nvSpPr>
            <p:spPr>
              <a:xfrm>
                <a:off x="4981387" y="138860"/>
                <a:ext cx="2254901" cy="710912"/>
              </a:xfrm>
              <a:prstGeom prst="chevron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01</a:t>
                </a:r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文本框 52"/>
              <p:cNvSpPr txBox="1">
                <a:spLocks noChangeAspect="1"/>
              </p:cNvSpPr>
              <p:nvPr>
                <p:custDataLst>
                  <p:tags r:id="rId32"/>
                </p:custDataLst>
              </p:nvPr>
            </p:nvSpPr>
            <p:spPr>
              <a:xfrm>
                <a:off x="5819650" y="1485392"/>
                <a:ext cx="540000" cy="54000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54" name="任意多边形: 形状 53"/>
              <p:cNvSpPr/>
              <p:nvPr>
                <p:custDataLst>
                  <p:tags r:id="rId33"/>
                </p:custDataLst>
              </p:nvPr>
            </p:nvSpPr>
            <p:spPr>
              <a:xfrm>
                <a:off x="5976535" y="1631403"/>
                <a:ext cx="226228" cy="247978"/>
              </a:xfrm>
              <a:custGeom>
                <a:avLst/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4017 w 495300"/>
                  <a:gd name="connsiteY2" fmla="*/ 484491 h 542925"/>
                  <a:gd name="connsiteX3" fmla="*/ 346877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663 w 495300"/>
                  <a:gd name="connsiteY8" fmla="*/ 524496 h 542925"/>
                  <a:gd name="connsiteX9" fmla="*/ 173523 w 495300"/>
                  <a:gd name="connsiteY9" fmla="*/ 484491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573 w 495300"/>
                  <a:gd name="connsiteY12" fmla="*/ 489254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967 w 495300"/>
                  <a:gd name="connsiteY15" fmla="*/ 489254 h 542925"/>
                  <a:gd name="connsiteX16" fmla="*/ 248770 w 495300"/>
                  <a:gd name="connsiteY16" fmla="*/ 495921 h 542925"/>
                  <a:gd name="connsiteX17" fmla="*/ 192573 w 495300"/>
                  <a:gd name="connsiteY17" fmla="*/ 489254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930" y="621"/>
                      <a:pt x="496420" y="111111"/>
                      <a:pt x="496420" y="248271"/>
                    </a:cubicBezTo>
                    <a:cubicBezTo>
                      <a:pt x="496420" y="358761"/>
                      <a:pt x="424030" y="452106"/>
                      <a:pt x="324017" y="484491"/>
                    </a:cubicBezTo>
                    <a:lnTo>
                      <a:pt x="346877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663" y="524496"/>
                    </a:lnTo>
                    <a:lnTo>
                      <a:pt x="173523" y="484491"/>
                    </a:lnTo>
                    <a:cubicBezTo>
                      <a:pt x="73510" y="453059"/>
                      <a:pt x="1120" y="358761"/>
                      <a:pt x="1120" y="248271"/>
                    </a:cubicBezTo>
                    <a:cubicBezTo>
                      <a:pt x="1120" y="111111"/>
                      <a:pt x="111610" y="621"/>
                      <a:pt x="248770" y="621"/>
                    </a:cubicBezTo>
                    <a:close/>
                    <a:moveTo>
                      <a:pt x="192573" y="489254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967" y="489254"/>
                    </a:lnTo>
                    <a:cubicBezTo>
                      <a:pt x="286870" y="493064"/>
                      <a:pt x="267820" y="495921"/>
                      <a:pt x="248770" y="495921"/>
                    </a:cubicBezTo>
                    <a:cubicBezTo>
                      <a:pt x="229720" y="495921"/>
                      <a:pt x="210670" y="493064"/>
                      <a:pt x="192573" y="489254"/>
                    </a:cubicBezTo>
                    <a:close/>
                    <a:moveTo>
                      <a:pt x="248770" y="143496"/>
                    </a:moveTo>
                    <a:cubicBezTo>
                      <a:pt x="190667" y="143496"/>
                      <a:pt x="143995" y="190169"/>
                      <a:pt x="143995" y="248271"/>
                    </a:cubicBezTo>
                    <a:cubicBezTo>
                      <a:pt x="143995" y="306374"/>
                      <a:pt x="190667" y="353046"/>
                      <a:pt x="248770" y="353046"/>
                    </a:cubicBezTo>
                    <a:cubicBezTo>
                      <a:pt x="306873" y="353046"/>
                      <a:pt x="353545" y="306374"/>
                      <a:pt x="353545" y="248271"/>
                    </a:cubicBezTo>
                    <a:cubicBezTo>
                      <a:pt x="353545" y="190169"/>
                      <a:pt x="306873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60213" y="114921"/>
                      <a:pt x="353545" y="121589"/>
                      <a:pt x="353545" y="129209"/>
                    </a:cubicBezTo>
                    <a:cubicBezTo>
                      <a:pt x="353545" y="136829"/>
                      <a:pt x="360213" y="143496"/>
                      <a:pt x="367833" y="143496"/>
                    </a:cubicBezTo>
                    <a:cubicBezTo>
                      <a:pt x="375452" y="143496"/>
                      <a:pt x="382120" y="136829"/>
                      <a:pt x="382120" y="129209"/>
                    </a:cubicBezTo>
                    <a:cubicBezTo>
                      <a:pt x="382120" y="121589"/>
                      <a:pt x="375452" y="114921"/>
                      <a:pt x="367833" y="1149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</p:grpSp>
      <p:grpSp>
        <p:nvGrpSpPr>
          <p:cNvPr id="10" name="组合 9"/>
          <p:cNvGrpSpPr/>
          <p:nvPr>
            <p:custDataLst>
              <p:tags r:id="rId3"/>
            </p:custDataLst>
          </p:nvPr>
        </p:nvGrpSpPr>
        <p:grpSpPr>
          <a:xfrm>
            <a:off x="3549794" y="1537639"/>
            <a:ext cx="2123830" cy="3957486"/>
            <a:chOff x="2852722" y="2176615"/>
            <a:chExt cx="2123830" cy="3957486"/>
          </a:xfrm>
        </p:grpSpPr>
        <p:grpSp>
          <p:nvGrpSpPr>
            <p:cNvPr id="39" name="组合 38"/>
            <p:cNvGrpSpPr>
              <a:grpSpLocks noChangeAspect="1"/>
            </p:cNvGrpSpPr>
            <p:nvPr/>
          </p:nvGrpSpPr>
          <p:grpSpPr>
            <a:xfrm>
              <a:off x="2852722" y="2176615"/>
              <a:ext cx="2123830" cy="3957486"/>
              <a:chOff x="4841903" y="138860"/>
              <a:chExt cx="2495485" cy="4650019"/>
            </a:xfrm>
          </p:grpSpPr>
          <p:sp>
            <p:nvSpPr>
              <p:cNvPr id="41" name="矩形: 圆角 40"/>
              <p:cNvSpPr/>
              <p:nvPr>
                <p:custDataLst>
                  <p:tags r:id="rId21"/>
                </p:custDataLst>
              </p:nvPr>
            </p:nvSpPr>
            <p:spPr>
              <a:xfrm flipH="1">
                <a:off x="4841906" y="1866485"/>
                <a:ext cx="2495482" cy="2922394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42" name="文本框 41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4841904" y="2336988"/>
                <a:ext cx="2493455" cy="7430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{vItem.item2}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43" name="文本框 42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4841903" y="3080035"/>
                <a:ext cx="2493455" cy="1487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{vItem.item2_Desc}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44" name="箭头: V 形 43"/>
              <p:cNvSpPr/>
              <p:nvPr>
                <p:custDataLst>
                  <p:tags r:id="rId24"/>
                </p:custDataLst>
              </p:nvPr>
            </p:nvSpPr>
            <p:spPr>
              <a:xfrm>
                <a:off x="4962200" y="138860"/>
                <a:ext cx="2254901" cy="710912"/>
              </a:xfrm>
              <a:prstGeom prst="chevron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02</a:t>
                </a:r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文本框 44"/>
              <p:cNvSpPr txBox="1">
                <a:spLocks noChangeAspect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5819650" y="1485392"/>
                <a:ext cx="540000" cy="540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46" name="任意多边形: 形状 45"/>
              <p:cNvSpPr/>
              <p:nvPr>
                <p:custDataLst>
                  <p:tags r:id="rId26"/>
                </p:custDataLst>
              </p:nvPr>
            </p:nvSpPr>
            <p:spPr>
              <a:xfrm>
                <a:off x="5976535" y="1635754"/>
                <a:ext cx="226228" cy="239279"/>
              </a:xfrm>
              <a:custGeom>
                <a:avLst/>
                <a:gdLst>
                  <a:gd name="connsiteX0" fmla="*/ 371955 w 495300"/>
                  <a:gd name="connsiteY0" fmla="*/ 621 h 523875"/>
                  <a:gd name="connsiteX1" fmla="*/ 400530 w 495300"/>
                  <a:gd name="connsiteY1" fmla="*/ 29196 h 523875"/>
                  <a:gd name="connsiteX2" fmla="*/ 400530 w 495300"/>
                  <a:gd name="connsiteY2" fmla="*/ 133971 h 523875"/>
                  <a:gd name="connsiteX3" fmla="*/ 371955 w 495300"/>
                  <a:gd name="connsiteY3" fmla="*/ 162546 h 523875"/>
                  <a:gd name="connsiteX4" fmla="*/ 257655 w 495300"/>
                  <a:gd name="connsiteY4" fmla="*/ 162546 h 523875"/>
                  <a:gd name="connsiteX5" fmla="*/ 257655 w 495300"/>
                  <a:gd name="connsiteY5" fmla="*/ 286371 h 523875"/>
                  <a:gd name="connsiteX6" fmla="*/ 419580 w 495300"/>
                  <a:gd name="connsiteY6" fmla="*/ 286371 h 523875"/>
                  <a:gd name="connsiteX7" fmla="*/ 457680 w 495300"/>
                  <a:gd name="connsiteY7" fmla="*/ 322566 h 523875"/>
                  <a:gd name="connsiteX8" fmla="*/ 457680 w 495300"/>
                  <a:gd name="connsiteY8" fmla="*/ 324471 h 523875"/>
                  <a:gd name="connsiteX9" fmla="*/ 457680 w 495300"/>
                  <a:gd name="connsiteY9" fmla="*/ 429246 h 523875"/>
                  <a:gd name="connsiteX10" fmla="*/ 476730 w 495300"/>
                  <a:gd name="connsiteY10" fmla="*/ 429246 h 523875"/>
                  <a:gd name="connsiteX11" fmla="*/ 495780 w 495300"/>
                  <a:gd name="connsiteY11" fmla="*/ 448296 h 523875"/>
                  <a:gd name="connsiteX12" fmla="*/ 495780 w 495300"/>
                  <a:gd name="connsiteY12" fmla="*/ 505446 h 523875"/>
                  <a:gd name="connsiteX13" fmla="*/ 476730 w 495300"/>
                  <a:gd name="connsiteY13" fmla="*/ 524496 h 523875"/>
                  <a:gd name="connsiteX14" fmla="*/ 419580 w 495300"/>
                  <a:gd name="connsiteY14" fmla="*/ 524496 h 523875"/>
                  <a:gd name="connsiteX15" fmla="*/ 400530 w 495300"/>
                  <a:gd name="connsiteY15" fmla="*/ 505446 h 523875"/>
                  <a:gd name="connsiteX16" fmla="*/ 400530 w 495300"/>
                  <a:gd name="connsiteY16" fmla="*/ 448296 h 523875"/>
                  <a:gd name="connsiteX17" fmla="*/ 419580 w 495300"/>
                  <a:gd name="connsiteY17" fmla="*/ 429246 h 523875"/>
                  <a:gd name="connsiteX18" fmla="*/ 438630 w 495300"/>
                  <a:gd name="connsiteY18" fmla="*/ 429246 h 523875"/>
                  <a:gd name="connsiteX19" fmla="*/ 438630 w 495300"/>
                  <a:gd name="connsiteY19" fmla="*/ 324471 h 523875"/>
                  <a:gd name="connsiteX20" fmla="*/ 420533 w 495300"/>
                  <a:gd name="connsiteY20" fmla="*/ 305421 h 523875"/>
                  <a:gd name="connsiteX21" fmla="*/ 419580 w 495300"/>
                  <a:gd name="connsiteY21" fmla="*/ 305421 h 523875"/>
                  <a:gd name="connsiteX22" fmla="*/ 257655 w 495300"/>
                  <a:gd name="connsiteY22" fmla="*/ 305421 h 523875"/>
                  <a:gd name="connsiteX23" fmla="*/ 257655 w 495300"/>
                  <a:gd name="connsiteY23" fmla="*/ 429246 h 523875"/>
                  <a:gd name="connsiteX24" fmla="*/ 276705 w 495300"/>
                  <a:gd name="connsiteY24" fmla="*/ 429246 h 523875"/>
                  <a:gd name="connsiteX25" fmla="*/ 295755 w 495300"/>
                  <a:gd name="connsiteY25" fmla="*/ 448296 h 523875"/>
                  <a:gd name="connsiteX26" fmla="*/ 295755 w 495300"/>
                  <a:gd name="connsiteY26" fmla="*/ 505446 h 523875"/>
                  <a:gd name="connsiteX27" fmla="*/ 276705 w 495300"/>
                  <a:gd name="connsiteY27" fmla="*/ 524496 h 523875"/>
                  <a:gd name="connsiteX28" fmla="*/ 219555 w 495300"/>
                  <a:gd name="connsiteY28" fmla="*/ 524496 h 523875"/>
                  <a:gd name="connsiteX29" fmla="*/ 200505 w 495300"/>
                  <a:gd name="connsiteY29" fmla="*/ 505446 h 523875"/>
                  <a:gd name="connsiteX30" fmla="*/ 200505 w 495300"/>
                  <a:gd name="connsiteY30" fmla="*/ 448296 h 523875"/>
                  <a:gd name="connsiteX31" fmla="*/ 219555 w 495300"/>
                  <a:gd name="connsiteY31" fmla="*/ 429246 h 523875"/>
                  <a:gd name="connsiteX32" fmla="*/ 238605 w 495300"/>
                  <a:gd name="connsiteY32" fmla="*/ 429246 h 523875"/>
                  <a:gd name="connsiteX33" fmla="*/ 238605 w 495300"/>
                  <a:gd name="connsiteY33" fmla="*/ 305421 h 523875"/>
                  <a:gd name="connsiteX34" fmla="*/ 76680 w 495300"/>
                  <a:gd name="connsiteY34" fmla="*/ 305421 h 523875"/>
                  <a:gd name="connsiteX35" fmla="*/ 57630 w 495300"/>
                  <a:gd name="connsiteY35" fmla="*/ 323519 h 523875"/>
                  <a:gd name="connsiteX36" fmla="*/ 57630 w 495300"/>
                  <a:gd name="connsiteY36" fmla="*/ 324471 h 523875"/>
                  <a:gd name="connsiteX37" fmla="*/ 57630 w 495300"/>
                  <a:gd name="connsiteY37" fmla="*/ 429246 h 523875"/>
                  <a:gd name="connsiteX38" fmla="*/ 76680 w 495300"/>
                  <a:gd name="connsiteY38" fmla="*/ 429246 h 523875"/>
                  <a:gd name="connsiteX39" fmla="*/ 95730 w 495300"/>
                  <a:gd name="connsiteY39" fmla="*/ 448296 h 523875"/>
                  <a:gd name="connsiteX40" fmla="*/ 95730 w 495300"/>
                  <a:gd name="connsiteY40" fmla="*/ 505446 h 523875"/>
                  <a:gd name="connsiteX41" fmla="*/ 76680 w 495300"/>
                  <a:gd name="connsiteY41" fmla="*/ 524496 h 523875"/>
                  <a:gd name="connsiteX42" fmla="*/ 19530 w 495300"/>
                  <a:gd name="connsiteY42" fmla="*/ 524496 h 523875"/>
                  <a:gd name="connsiteX43" fmla="*/ 480 w 495300"/>
                  <a:gd name="connsiteY43" fmla="*/ 505446 h 523875"/>
                  <a:gd name="connsiteX44" fmla="*/ 480 w 495300"/>
                  <a:gd name="connsiteY44" fmla="*/ 448296 h 523875"/>
                  <a:gd name="connsiteX45" fmla="*/ 19530 w 495300"/>
                  <a:gd name="connsiteY45" fmla="*/ 429246 h 523875"/>
                  <a:gd name="connsiteX46" fmla="*/ 38580 w 495300"/>
                  <a:gd name="connsiteY46" fmla="*/ 429246 h 523875"/>
                  <a:gd name="connsiteX47" fmla="*/ 38580 w 495300"/>
                  <a:gd name="connsiteY47" fmla="*/ 324471 h 523875"/>
                  <a:gd name="connsiteX48" fmla="*/ 74775 w 495300"/>
                  <a:gd name="connsiteY48" fmla="*/ 286371 h 523875"/>
                  <a:gd name="connsiteX49" fmla="*/ 76680 w 495300"/>
                  <a:gd name="connsiteY49" fmla="*/ 286371 h 523875"/>
                  <a:gd name="connsiteX50" fmla="*/ 238605 w 495300"/>
                  <a:gd name="connsiteY50" fmla="*/ 286371 h 523875"/>
                  <a:gd name="connsiteX51" fmla="*/ 238605 w 495300"/>
                  <a:gd name="connsiteY51" fmla="*/ 162546 h 523875"/>
                  <a:gd name="connsiteX52" fmla="*/ 124305 w 495300"/>
                  <a:gd name="connsiteY52" fmla="*/ 162546 h 523875"/>
                  <a:gd name="connsiteX53" fmla="*/ 95730 w 495300"/>
                  <a:gd name="connsiteY53" fmla="*/ 133971 h 523875"/>
                  <a:gd name="connsiteX54" fmla="*/ 95730 w 495300"/>
                  <a:gd name="connsiteY54" fmla="*/ 29196 h 523875"/>
                  <a:gd name="connsiteX55" fmla="*/ 124305 w 495300"/>
                  <a:gd name="connsiteY55" fmla="*/ 621 h 523875"/>
                  <a:gd name="connsiteX56" fmla="*/ 371955 w 495300"/>
                  <a:gd name="connsiteY56" fmla="*/ 621 h 523875"/>
                  <a:gd name="connsiteX57" fmla="*/ 148118 w 495300"/>
                  <a:gd name="connsiteY57" fmla="*/ 95871 h 523875"/>
                  <a:gd name="connsiteX58" fmla="*/ 133830 w 495300"/>
                  <a:gd name="connsiteY58" fmla="*/ 110159 h 523875"/>
                  <a:gd name="connsiteX59" fmla="*/ 148118 w 495300"/>
                  <a:gd name="connsiteY59" fmla="*/ 124446 h 523875"/>
                  <a:gd name="connsiteX60" fmla="*/ 162405 w 495300"/>
                  <a:gd name="connsiteY60" fmla="*/ 110159 h 523875"/>
                  <a:gd name="connsiteX61" fmla="*/ 148118 w 495300"/>
                  <a:gd name="connsiteY61" fmla="*/ 9587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495300" h="523875">
                    <a:moveTo>
                      <a:pt x="371955" y="621"/>
                    </a:moveTo>
                    <a:cubicBezTo>
                      <a:pt x="388148" y="621"/>
                      <a:pt x="400530" y="13004"/>
                      <a:pt x="400530" y="29196"/>
                    </a:cubicBezTo>
                    <a:lnTo>
                      <a:pt x="400530" y="133971"/>
                    </a:lnTo>
                    <a:cubicBezTo>
                      <a:pt x="400530" y="150164"/>
                      <a:pt x="388148" y="162546"/>
                      <a:pt x="371955" y="162546"/>
                    </a:cubicBezTo>
                    <a:lnTo>
                      <a:pt x="257655" y="162546"/>
                    </a:lnTo>
                    <a:lnTo>
                      <a:pt x="257655" y="286371"/>
                    </a:lnTo>
                    <a:lnTo>
                      <a:pt x="419580" y="286371"/>
                    </a:lnTo>
                    <a:cubicBezTo>
                      <a:pt x="439583" y="286371"/>
                      <a:pt x="456727" y="302564"/>
                      <a:pt x="457680" y="322566"/>
                    </a:cubicBezTo>
                    <a:lnTo>
                      <a:pt x="457680" y="324471"/>
                    </a:lnTo>
                    <a:lnTo>
                      <a:pt x="457680" y="429246"/>
                    </a:lnTo>
                    <a:lnTo>
                      <a:pt x="476730" y="429246"/>
                    </a:lnTo>
                    <a:cubicBezTo>
                      <a:pt x="487208" y="429246"/>
                      <a:pt x="495780" y="437819"/>
                      <a:pt x="495780" y="448296"/>
                    </a:cubicBezTo>
                    <a:lnTo>
                      <a:pt x="495780" y="505446"/>
                    </a:lnTo>
                    <a:cubicBezTo>
                      <a:pt x="495780" y="515924"/>
                      <a:pt x="487208" y="524496"/>
                      <a:pt x="476730" y="524496"/>
                    </a:cubicBezTo>
                    <a:lnTo>
                      <a:pt x="419580" y="524496"/>
                    </a:lnTo>
                    <a:cubicBezTo>
                      <a:pt x="409102" y="524496"/>
                      <a:pt x="400530" y="515924"/>
                      <a:pt x="400530" y="505446"/>
                    </a:cubicBezTo>
                    <a:lnTo>
                      <a:pt x="400530" y="448296"/>
                    </a:lnTo>
                    <a:cubicBezTo>
                      <a:pt x="400530" y="437819"/>
                      <a:pt x="409102" y="429246"/>
                      <a:pt x="419580" y="429246"/>
                    </a:cubicBezTo>
                    <a:lnTo>
                      <a:pt x="438630" y="429246"/>
                    </a:lnTo>
                    <a:lnTo>
                      <a:pt x="438630" y="324471"/>
                    </a:lnTo>
                    <a:cubicBezTo>
                      <a:pt x="438630" y="313994"/>
                      <a:pt x="431010" y="306374"/>
                      <a:pt x="420533" y="305421"/>
                    </a:cubicBezTo>
                    <a:lnTo>
                      <a:pt x="419580" y="305421"/>
                    </a:lnTo>
                    <a:lnTo>
                      <a:pt x="257655" y="305421"/>
                    </a:lnTo>
                    <a:lnTo>
                      <a:pt x="257655" y="429246"/>
                    </a:lnTo>
                    <a:lnTo>
                      <a:pt x="276705" y="429246"/>
                    </a:lnTo>
                    <a:cubicBezTo>
                      <a:pt x="287183" y="429246"/>
                      <a:pt x="295755" y="437819"/>
                      <a:pt x="295755" y="448296"/>
                    </a:cubicBezTo>
                    <a:lnTo>
                      <a:pt x="295755" y="505446"/>
                    </a:lnTo>
                    <a:cubicBezTo>
                      <a:pt x="295755" y="515924"/>
                      <a:pt x="287183" y="524496"/>
                      <a:pt x="276705" y="524496"/>
                    </a:cubicBezTo>
                    <a:lnTo>
                      <a:pt x="219555" y="524496"/>
                    </a:lnTo>
                    <a:cubicBezTo>
                      <a:pt x="209077" y="524496"/>
                      <a:pt x="200505" y="515924"/>
                      <a:pt x="200505" y="505446"/>
                    </a:cubicBezTo>
                    <a:lnTo>
                      <a:pt x="200505" y="448296"/>
                    </a:lnTo>
                    <a:cubicBezTo>
                      <a:pt x="200505" y="437819"/>
                      <a:pt x="209077" y="429246"/>
                      <a:pt x="219555" y="429246"/>
                    </a:cubicBezTo>
                    <a:lnTo>
                      <a:pt x="238605" y="429246"/>
                    </a:lnTo>
                    <a:lnTo>
                      <a:pt x="238605" y="305421"/>
                    </a:lnTo>
                    <a:lnTo>
                      <a:pt x="76680" y="305421"/>
                    </a:lnTo>
                    <a:cubicBezTo>
                      <a:pt x="66202" y="305421"/>
                      <a:pt x="58583" y="313041"/>
                      <a:pt x="57630" y="323519"/>
                    </a:cubicBezTo>
                    <a:lnTo>
                      <a:pt x="57630" y="324471"/>
                    </a:lnTo>
                    <a:lnTo>
                      <a:pt x="57630" y="429246"/>
                    </a:lnTo>
                    <a:lnTo>
                      <a:pt x="76680" y="429246"/>
                    </a:lnTo>
                    <a:cubicBezTo>
                      <a:pt x="87158" y="429246"/>
                      <a:pt x="95730" y="437819"/>
                      <a:pt x="95730" y="448296"/>
                    </a:cubicBezTo>
                    <a:lnTo>
                      <a:pt x="95730" y="505446"/>
                    </a:lnTo>
                    <a:cubicBezTo>
                      <a:pt x="95730" y="515924"/>
                      <a:pt x="87158" y="524496"/>
                      <a:pt x="76680" y="524496"/>
                    </a:cubicBezTo>
                    <a:lnTo>
                      <a:pt x="19530" y="524496"/>
                    </a:lnTo>
                    <a:cubicBezTo>
                      <a:pt x="9052" y="524496"/>
                      <a:pt x="480" y="515924"/>
                      <a:pt x="480" y="505446"/>
                    </a:cubicBezTo>
                    <a:lnTo>
                      <a:pt x="480" y="448296"/>
                    </a:lnTo>
                    <a:cubicBezTo>
                      <a:pt x="480" y="437819"/>
                      <a:pt x="9052" y="429246"/>
                      <a:pt x="19530" y="429246"/>
                    </a:cubicBezTo>
                    <a:lnTo>
                      <a:pt x="38580" y="429246"/>
                    </a:lnTo>
                    <a:lnTo>
                      <a:pt x="38580" y="324471"/>
                    </a:lnTo>
                    <a:cubicBezTo>
                      <a:pt x="38580" y="304469"/>
                      <a:pt x="54773" y="287324"/>
                      <a:pt x="74775" y="286371"/>
                    </a:cubicBezTo>
                    <a:lnTo>
                      <a:pt x="76680" y="286371"/>
                    </a:lnTo>
                    <a:lnTo>
                      <a:pt x="238605" y="286371"/>
                    </a:lnTo>
                    <a:lnTo>
                      <a:pt x="238605" y="162546"/>
                    </a:lnTo>
                    <a:lnTo>
                      <a:pt x="124305" y="162546"/>
                    </a:lnTo>
                    <a:cubicBezTo>
                      <a:pt x="108112" y="162546"/>
                      <a:pt x="95730" y="150164"/>
                      <a:pt x="95730" y="133971"/>
                    </a:cubicBezTo>
                    <a:lnTo>
                      <a:pt x="95730" y="29196"/>
                    </a:lnTo>
                    <a:cubicBezTo>
                      <a:pt x="95730" y="13004"/>
                      <a:pt x="108112" y="621"/>
                      <a:pt x="124305" y="621"/>
                    </a:cubicBezTo>
                    <a:lnTo>
                      <a:pt x="371955" y="621"/>
                    </a:lnTo>
                    <a:close/>
                    <a:moveTo>
                      <a:pt x="148118" y="95871"/>
                    </a:moveTo>
                    <a:cubicBezTo>
                      <a:pt x="140498" y="95871"/>
                      <a:pt x="133830" y="102539"/>
                      <a:pt x="133830" y="110159"/>
                    </a:cubicBezTo>
                    <a:cubicBezTo>
                      <a:pt x="133830" y="117779"/>
                      <a:pt x="140498" y="124446"/>
                      <a:pt x="148118" y="124446"/>
                    </a:cubicBezTo>
                    <a:cubicBezTo>
                      <a:pt x="155737" y="124446"/>
                      <a:pt x="162405" y="117779"/>
                      <a:pt x="162405" y="110159"/>
                    </a:cubicBezTo>
                    <a:cubicBezTo>
                      <a:pt x="162405" y="102539"/>
                      <a:pt x="155737" y="95871"/>
                      <a:pt x="148118" y="958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cxnSp>
          <p:nvCxnSpPr>
            <p:cNvPr id="40" name="直接连接符 39"/>
            <p:cNvCxnSpPr/>
            <p:nvPr>
              <p:custDataLst>
                <p:tags r:id="rId20"/>
              </p:custDataLst>
            </p:nvPr>
          </p:nvCxnSpPr>
          <p:spPr>
            <a:xfrm>
              <a:off x="3941265" y="2828581"/>
              <a:ext cx="0" cy="494025"/>
            </a:xfrm>
            <a:prstGeom prst="line">
              <a:avLst/>
            </a:prstGeom>
            <a:ln w="31750">
              <a:solidFill>
                <a:schemeClr val="accent2"/>
              </a:solidFill>
              <a:prstDash val="sysDot"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/>
          <p:cNvGrpSpPr/>
          <p:nvPr>
            <p:custDataLst>
              <p:tags r:id="rId4"/>
            </p:custDataLst>
          </p:nvPr>
        </p:nvGrpSpPr>
        <p:grpSpPr>
          <a:xfrm>
            <a:off x="6340758" y="1537639"/>
            <a:ext cx="2123830" cy="3957488"/>
            <a:chOff x="5034080" y="2176615"/>
            <a:chExt cx="2123830" cy="3957488"/>
          </a:xfrm>
        </p:grpSpPr>
        <p:grpSp>
          <p:nvGrpSpPr>
            <p:cNvPr id="31" name="组合 30"/>
            <p:cNvGrpSpPr>
              <a:grpSpLocks noChangeAspect="1"/>
            </p:cNvGrpSpPr>
            <p:nvPr/>
          </p:nvGrpSpPr>
          <p:grpSpPr>
            <a:xfrm>
              <a:off x="5034080" y="2176615"/>
              <a:ext cx="2123830" cy="3957488"/>
              <a:chOff x="4841903" y="138860"/>
              <a:chExt cx="2495485" cy="4650021"/>
            </a:xfrm>
          </p:grpSpPr>
          <p:sp>
            <p:nvSpPr>
              <p:cNvPr id="33" name="矩形: 圆角 32"/>
              <p:cNvSpPr/>
              <p:nvPr>
                <p:custDataLst>
                  <p:tags r:id="rId14"/>
                </p:custDataLst>
              </p:nvPr>
            </p:nvSpPr>
            <p:spPr>
              <a:xfrm flipH="1">
                <a:off x="4841906" y="1866487"/>
                <a:ext cx="2495482" cy="2922394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34" name="文本框 33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4841904" y="2336988"/>
                <a:ext cx="2493455" cy="7430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{vItem.item3}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35" name="文本框 34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4841903" y="3080035"/>
                <a:ext cx="2493455" cy="1487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{vItem.item4_Desc}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36" name="箭头: V 形 35"/>
              <p:cNvSpPr/>
              <p:nvPr>
                <p:custDataLst>
                  <p:tags r:id="rId17"/>
                </p:custDataLst>
              </p:nvPr>
            </p:nvSpPr>
            <p:spPr>
              <a:xfrm>
                <a:off x="4962200" y="138860"/>
                <a:ext cx="2254901" cy="710912"/>
              </a:xfrm>
              <a:prstGeom prst="chevron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03</a:t>
                </a:r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文本框 36"/>
              <p:cNvSpPr txBox="1">
                <a:spLocks noChangeAspect="1"/>
              </p:cNvSpPr>
              <p:nvPr>
                <p:custDataLst>
                  <p:tags r:id="rId18"/>
                </p:custDataLst>
              </p:nvPr>
            </p:nvSpPr>
            <p:spPr>
              <a:xfrm>
                <a:off x="5819652" y="1485392"/>
                <a:ext cx="540000" cy="54000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38" name="任意多边形: 形状 37"/>
              <p:cNvSpPr/>
              <p:nvPr>
                <p:custDataLst>
                  <p:tags r:id="rId19"/>
                </p:custDataLst>
              </p:nvPr>
            </p:nvSpPr>
            <p:spPr>
              <a:xfrm>
                <a:off x="5976538" y="1644299"/>
                <a:ext cx="226228" cy="222187"/>
              </a:xfrm>
              <a:custGeom>
                <a:avLst/>
                <a:gdLst>
                  <a:gd name="connsiteX0" fmla="*/ 343764 w 533400"/>
                  <a:gd name="connsiteY0" fmla="*/ 276846 h 523875"/>
                  <a:gd name="connsiteX1" fmla="*/ 372339 w 533400"/>
                  <a:gd name="connsiteY1" fmla="*/ 305421 h 523875"/>
                  <a:gd name="connsiteX2" fmla="*/ 372339 w 533400"/>
                  <a:gd name="connsiteY2" fmla="*/ 495921 h 523875"/>
                  <a:gd name="connsiteX3" fmla="*/ 343764 w 533400"/>
                  <a:gd name="connsiteY3" fmla="*/ 524496 h 523875"/>
                  <a:gd name="connsiteX4" fmla="*/ 191364 w 533400"/>
                  <a:gd name="connsiteY4" fmla="*/ 524496 h 523875"/>
                  <a:gd name="connsiteX5" fmla="*/ 162789 w 533400"/>
                  <a:gd name="connsiteY5" fmla="*/ 495921 h 523875"/>
                  <a:gd name="connsiteX6" fmla="*/ 162789 w 533400"/>
                  <a:gd name="connsiteY6" fmla="*/ 305421 h 523875"/>
                  <a:gd name="connsiteX7" fmla="*/ 191364 w 533400"/>
                  <a:gd name="connsiteY7" fmla="*/ 276846 h 523875"/>
                  <a:gd name="connsiteX8" fmla="*/ 343764 w 533400"/>
                  <a:gd name="connsiteY8" fmla="*/ 276846 h 523875"/>
                  <a:gd name="connsiteX9" fmla="*/ 143739 w 533400"/>
                  <a:gd name="connsiteY9" fmla="*/ 114921 h 523875"/>
                  <a:gd name="connsiteX10" fmla="*/ 179934 w 533400"/>
                  <a:gd name="connsiteY10" fmla="*/ 153021 h 523875"/>
                  <a:gd name="connsiteX11" fmla="*/ 181839 w 533400"/>
                  <a:gd name="connsiteY11" fmla="*/ 153021 h 523875"/>
                  <a:gd name="connsiteX12" fmla="*/ 353289 w 533400"/>
                  <a:gd name="connsiteY12" fmla="*/ 153021 h 523875"/>
                  <a:gd name="connsiteX13" fmla="*/ 391389 w 533400"/>
                  <a:gd name="connsiteY13" fmla="*/ 116826 h 523875"/>
                  <a:gd name="connsiteX14" fmla="*/ 391389 w 533400"/>
                  <a:gd name="connsiteY14" fmla="*/ 114921 h 523875"/>
                  <a:gd name="connsiteX15" fmla="*/ 505689 w 533400"/>
                  <a:gd name="connsiteY15" fmla="*/ 114921 h 523875"/>
                  <a:gd name="connsiteX16" fmla="*/ 534264 w 533400"/>
                  <a:gd name="connsiteY16" fmla="*/ 143496 h 523875"/>
                  <a:gd name="connsiteX17" fmla="*/ 534264 w 533400"/>
                  <a:gd name="connsiteY17" fmla="*/ 381621 h 523875"/>
                  <a:gd name="connsiteX18" fmla="*/ 505689 w 533400"/>
                  <a:gd name="connsiteY18" fmla="*/ 410196 h 523875"/>
                  <a:gd name="connsiteX19" fmla="*/ 391389 w 533400"/>
                  <a:gd name="connsiteY19" fmla="*/ 410196 h 523875"/>
                  <a:gd name="connsiteX20" fmla="*/ 391389 w 533400"/>
                  <a:gd name="connsiteY20" fmla="*/ 295896 h 523875"/>
                  <a:gd name="connsiteX21" fmla="*/ 355194 w 533400"/>
                  <a:gd name="connsiteY21" fmla="*/ 257796 h 523875"/>
                  <a:gd name="connsiteX22" fmla="*/ 353289 w 533400"/>
                  <a:gd name="connsiteY22" fmla="*/ 257796 h 523875"/>
                  <a:gd name="connsiteX23" fmla="*/ 181839 w 533400"/>
                  <a:gd name="connsiteY23" fmla="*/ 257796 h 523875"/>
                  <a:gd name="connsiteX24" fmla="*/ 143739 w 533400"/>
                  <a:gd name="connsiteY24" fmla="*/ 293991 h 523875"/>
                  <a:gd name="connsiteX25" fmla="*/ 143739 w 533400"/>
                  <a:gd name="connsiteY25" fmla="*/ 295896 h 523875"/>
                  <a:gd name="connsiteX26" fmla="*/ 143739 w 533400"/>
                  <a:gd name="connsiteY26" fmla="*/ 410196 h 523875"/>
                  <a:gd name="connsiteX27" fmla="*/ 29439 w 533400"/>
                  <a:gd name="connsiteY27" fmla="*/ 410196 h 523875"/>
                  <a:gd name="connsiteX28" fmla="*/ 864 w 533400"/>
                  <a:gd name="connsiteY28" fmla="*/ 381621 h 523875"/>
                  <a:gd name="connsiteX29" fmla="*/ 864 w 533400"/>
                  <a:gd name="connsiteY29" fmla="*/ 201599 h 523875"/>
                  <a:gd name="connsiteX30" fmla="*/ 11342 w 533400"/>
                  <a:gd name="connsiteY30" fmla="*/ 175881 h 523875"/>
                  <a:gd name="connsiteX31" fmla="*/ 56109 w 533400"/>
                  <a:gd name="connsiteY31" fmla="*/ 127304 h 523875"/>
                  <a:gd name="connsiteX32" fmla="*/ 83732 w 533400"/>
                  <a:gd name="connsiteY32" fmla="*/ 114921 h 523875"/>
                  <a:gd name="connsiteX33" fmla="*/ 143739 w 533400"/>
                  <a:gd name="connsiteY33" fmla="*/ 114921 h 523875"/>
                  <a:gd name="connsiteX34" fmla="*/ 462827 w 533400"/>
                  <a:gd name="connsiteY34" fmla="*/ 172071 h 523875"/>
                  <a:gd name="connsiteX35" fmla="*/ 448539 w 533400"/>
                  <a:gd name="connsiteY35" fmla="*/ 186359 h 523875"/>
                  <a:gd name="connsiteX36" fmla="*/ 462827 w 533400"/>
                  <a:gd name="connsiteY36" fmla="*/ 200646 h 523875"/>
                  <a:gd name="connsiteX37" fmla="*/ 477114 w 533400"/>
                  <a:gd name="connsiteY37" fmla="*/ 186359 h 523875"/>
                  <a:gd name="connsiteX38" fmla="*/ 462827 w 533400"/>
                  <a:gd name="connsiteY38" fmla="*/ 172071 h 523875"/>
                  <a:gd name="connsiteX39" fmla="*/ 343764 w 533400"/>
                  <a:gd name="connsiteY39" fmla="*/ 621 h 523875"/>
                  <a:gd name="connsiteX40" fmla="*/ 372339 w 533400"/>
                  <a:gd name="connsiteY40" fmla="*/ 29196 h 523875"/>
                  <a:gd name="connsiteX41" fmla="*/ 372339 w 533400"/>
                  <a:gd name="connsiteY41" fmla="*/ 105396 h 523875"/>
                  <a:gd name="connsiteX42" fmla="*/ 343764 w 533400"/>
                  <a:gd name="connsiteY42" fmla="*/ 133971 h 523875"/>
                  <a:gd name="connsiteX43" fmla="*/ 191364 w 533400"/>
                  <a:gd name="connsiteY43" fmla="*/ 133971 h 523875"/>
                  <a:gd name="connsiteX44" fmla="*/ 162789 w 533400"/>
                  <a:gd name="connsiteY44" fmla="*/ 105396 h 523875"/>
                  <a:gd name="connsiteX45" fmla="*/ 162789 w 533400"/>
                  <a:gd name="connsiteY45" fmla="*/ 29196 h 523875"/>
                  <a:gd name="connsiteX46" fmla="*/ 191364 w 533400"/>
                  <a:gd name="connsiteY46" fmla="*/ 621 h 523875"/>
                  <a:gd name="connsiteX47" fmla="*/ 343764 w 533400"/>
                  <a:gd name="connsiteY47" fmla="*/ 62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33400" h="523875">
                    <a:moveTo>
                      <a:pt x="343764" y="276846"/>
                    </a:moveTo>
                    <a:cubicBezTo>
                      <a:pt x="359957" y="276846"/>
                      <a:pt x="372339" y="289229"/>
                      <a:pt x="372339" y="305421"/>
                    </a:cubicBezTo>
                    <a:lnTo>
                      <a:pt x="372339" y="495921"/>
                    </a:lnTo>
                    <a:cubicBezTo>
                      <a:pt x="372339" y="512114"/>
                      <a:pt x="359957" y="524496"/>
                      <a:pt x="343764" y="524496"/>
                    </a:cubicBezTo>
                    <a:lnTo>
                      <a:pt x="191364" y="524496"/>
                    </a:lnTo>
                    <a:cubicBezTo>
                      <a:pt x="175171" y="524496"/>
                      <a:pt x="162789" y="512114"/>
                      <a:pt x="162789" y="495921"/>
                    </a:cubicBezTo>
                    <a:lnTo>
                      <a:pt x="162789" y="305421"/>
                    </a:lnTo>
                    <a:cubicBezTo>
                      <a:pt x="162789" y="289229"/>
                      <a:pt x="175171" y="276846"/>
                      <a:pt x="191364" y="276846"/>
                    </a:cubicBezTo>
                    <a:lnTo>
                      <a:pt x="343764" y="276846"/>
                    </a:lnTo>
                    <a:close/>
                    <a:moveTo>
                      <a:pt x="143739" y="114921"/>
                    </a:moveTo>
                    <a:cubicBezTo>
                      <a:pt x="143739" y="134924"/>
                      <a:pt x="159932" y="152069"/>
                      <a:pt x="179934" y="153021"/>
                    </a:cubicBezTo>
                    <a:lnTo>
                      <a:pt x="181839" y="153021"/>
                    </a:lnTo>
                    <a:lnTo>
                      <a:pt x="353289" y="153021"/>
                    </a:lnTo>
                    <a:cubicBezTo>
                      <a:pt x="373292" y="153021"/>
                      <a:pt x="390436" y="136829"/>
                      <a:pt x="391389" y="116826"/>
                    </a:cubicBezTo>
                    <a:lnTo>
                      <a:pt x="391389" y="114921"/>
                    </a:lnTo>
                    <a:lnTo>
                      <a:pt x="505689" y="114921"/>
                    </a:lnTo>
                    <a:cubicBezTo>
                      <a:pt x="521882" y="114921"/>
                      <a:pt x="534264" y="127304"/>
                      <a:pt x="534264" y="143496"/>
                    </a:cubicBezTo>
                    <a:lnTo>
                      <a:pt x="534264" y="381621"/>
                    </a:lnTo>
                    <a:cubicBezTo>
                      <a:pt x="534264" y="397814"/>
                      <a:pt x="521882" y="410196"/>
                      <a:pt x="505689" y="410196"/>
                    </a:cubicBezTo>
                    <a:lnTo>
                      <a:pt x="391389" y="410196"/>
                    </a:lnTo>
                    <a:lnTo>
                      <a:pt x="391389" y="295896"/>
                    </a:lnTo>
                    <a:cubicBezTo>
                      <a:pt x="391389" y="275894"/>
                      <a:pt x="375196" y="258749"/>
                      <a:pt x="355194" y="257796"/>
                    </a:cubicBezTo>
                    <a:lnTo>
                      <a:pt x="353289" y="257796"/>
                    </a:lnTo>
                    <a:lnTo>
                      <a:pt x="181839" y="257796"/>
                    </a:lnTo>
                    <a:cubicBezTo>
                      <a:pt x="161836" y="257796"/>
                      <a:pt x="144692" y="273989"/>
                      <a:pt x="143739" y="293991"/>
                    </a:cubicBezTo>
                    <a:lnTo>
                      <a:pt x="143739" y="295896"/>
                    </a:lnTo>
                    <a:lnTo>
                      <a:pt x="143739" y="410196"/>
                    </a:lnTo>
                    <a:lnTo>
                      <a:pt x="29439" y="410196"/>
                    </a:lnTo>
                    <a:cubicBezTo>
                      <a:pt x="13246" y="410196"/>
                      <a:pt x="864" y="397814"/>
                      <a:pt x="864" y="381621"/>
                    </a:cubicBezTo>
                    <a:lnTo>
                      <a:pt x="864" y="201599"/>
                    </a:lnTo>
                    <a:cubicBezTo>
                      <a:pt x="864" y="192074"/>
                      <a:pt x="4674" y="182549"/>
                      <a:pt x="11342" y="175881"/>
                    </a:cubicBezTo>
                    <a:lnTo>
                      <a:pt x="56109" y="127304"/>
                    </a:lnTo>
                    <a:cubicBezTo>
                      <a:pt x="63729" y="119684"/>
                      <a:pt x="73254" y="114921"/>
                      <a:pt x="83732" y="114921"/>
                    </a:cubicBezTo>
                    <a:lnTo>
                      <a:pt x="143739" y="114921"/>
                    </a:lnTo>
                    <a:close/>
                    <a:moveTo>
                      <a:pt x="462827" y="172071"/>
                    </a:moveTo>
                    <a:cubicBezTo>
                      <a:pt x="455207" y="172071"/>
                      <a:pt x="448539" y="178739"/>
                      <a:pt x="448539" y="186359"/>
                    </a:cubicBezTo>
                    <a:cubicBezTo>
                      <a:pt x="448539" y="193979"/>
                      <a:pt x="455207" y="200646"/>
                      <a:pt x="462827" y="200646"/>
                    </a:cubicBezTo>
                    <a:cubicBezTo>
                      <a:pt x="470446" y="200646"/>
                      <a:pt x="477114" y="193979"/>
                      <a:pt x="477114" y="186359"/>
                    </a:cubicBezTo>
                    <a:cubicBezTo>
                      <a:pt x="477114" y="178739"/>
                      <a:pt x="470446" y="172071"/>
                      <a:pt x="462827" y="172071"/>
                    </a:cubicBezTo>
                    <a:close/>
                    <a:moveTo>
                      <a:pt x="343764" y="621"/>
                    </a:moveTo>
                    <a:cubicBezTo>
                      <a:pt x="359957" y="621"/>
                      <a:pt x="372339" y="13004"/>
                      <a:pt x="372339" y="29196"/>
                    </a:cubicBezTo>
                    <a:lnTo>
                      <a:pt x="372339" y="105396"/>
                    </a:lnTo>
                    <a:cubicBezTo>
                      <a:pt x="372339" y="121589"/>
                      <a:pt x="359957" y="133971"/>
                      <a:pt x="343764" y="133971"/>
                    </a:cubicBezTo>
                    <a:lnTo>
                      <a:pt x="191364" y="133971"/>
                    </a:lnTo>
                    <a:cubicBezTo>
                      <a:pt x="175171" y="133971"/>
                      <a:pt x="162789" y="121589"/>
                      <a:pt x="162789" y="105396"/>
                    </a:cubicBezTo>
                    <a:lnTo>
                      <a:pt x="162789" y="29196"/>
                    </a:lnTo>
                    <a:cubicBezTo>
                      <a:pt x="162789" y="13004"/>
                      <a:pt x="175171" y="621"/>
                      <a:pt x="191364" y="621"/>
                    </a:cubicBezTo>
                    <a:lnTo>
                      <a:pt x="343764" y="62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cxnSp>
          <p:nvCxnSpPr>
            <p:cNvPr id="32" name="直接连接符 31"/>
            <p:cNvCxnSpPr/>
            <p:nvPr>
              <p:custDataLst>
                <p:tags r:id="rId13"/>
              </p:custDataLst>
            </p:nvPr>
          </p:nvCxnSpPr>
          <p:spPr>
            <a:xfrm flipH="1">
              <a:off x="6113012" y="2828581"/>
              <a:ext cx="1104" cy="494025"/>
            </a:xfrm>
            <a:prstGeom prst="line">
              <a:avLst/>
            </a:prstGeom>
            <a:ln w="31750">
              <a:solidFill>
                <a:schemeClr val="accent1"/>
              </a:solidFill>
              <a:prstDash val="sysDot"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>
            <a:off x="9131723" y="1537638"/>
            <a:ext cx="2123830" cy="3957485"/>
            <a:chOff x="7215438" y="2176614"/>
            <a:chExt cx="2123830" cy="3957485"/>
          </a:xfrm>
        </p:grpSpPr>
        <p:grpSp>
          <p:nvGrpSpPr>
            <p:cNvPr id="23" name="组合 22"/>
            <p:cNvGrpSpPr>
              <a:grpSpLocks noChangeAspect="1"/>
            </p:cNvGrpSpPr>
            <p:nvPr/>
          </p:nvGrpSpPr>
          <p:grpSpPr>
            <a:xfrm>
              <a:off x="7215438" y="2176614"/>
              <a:ext cx="2123830" cy="3957485"/>
              <a:chOff x="4841903" y="138857"/>
              <a:chExt cx="2495485" cy="4650020"/>
            </a:xfrm>
          </p:grpSpPr>
          <p:sp>
            <p:nvSpPr>
              <p:cNvPr id="25" name="矩形: 圆角 24"/>
              <p:cNvSpPr/>
              <p:nvPr>
                <p:custDataLst>
                  <p:tags r:id="rId7"/>
                </p:custDataLst>
              </p:nvPr>
            </p:nvSpPr>
            <p:spPr>
              <a:xfrm flipH="1">
                <a:off x="4841906" y="1866483"/>
                <a:ext cx="2495482" cy="2922394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26" name="文本框 25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4841904" y="2336988"/>
                <a:ext cx="2493455" cy="7430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{vItem.item4}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27" name="文本框 26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4841903" y="3080035"/>
                <a:ext cx="2493455" cy="1487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{vItem.item4_Desc}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28" name="箭头: V 形 27"/>
              <p:cNvSpPr/>
              <p:nvPr>
                <p:custDataLst>
                  <p:tags r:id="rId10"/>
                </p:custDataLst>
              </p:nvPr>
            </p:nvSpPr>
            <p:spPr>
              <a:xfrm>
                <a:off x="4964795" y="138857"/>
                <a:ext cx="2249712" cy="710912"/>
              </a:xfrm>
              <a:prstGeom prst="chevron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04</a:t>
                </a:r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文本框 28"/>
              <p:cNvSpPr txBox="1">
                <a:spLocks noChangeAspect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5819652" y="1485392"/>
                <a:ext cx="540000" cy="540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30" name="任意多边形: 形状 29"/>
              <p:cNvSpPr/>
              <p:nvPr>
                <p:custDataLst>
                  <p:tags r:id="rId12"/>
                </p:custDataLst>
              </p:nvPr>
            </p:nvSpPr>
            <p:spPr>
              <a:xfrm>
                <a:off x="5976538" y="1660561"/>
                <a:ext cx="226228" cy="189660"/>
              </a:xfrm>
              <a:custGeom>
                <a:avLst/>
                <a:gdLst>
                  <a:gd name="T0" fmla="*/ 2623 w 2768"/>
                  <a:gd name="T1" fmla="*/ 1207 h 2324"/>
                  <a:gd name="T2" fmla="*/ 2529 w 2768"/>
                  <a:gd name="T3" fmla="*/ 2116 h 2324"/>
                  <a:gd name="T4" fmla="*/ 2298 w 2768"/>
                  <a:gd name="T5" fmla="*/ 2324 h 2324"/>
                  <a:gd name="T6" fmla="*/ 470 w 2768"/>
                  <a:gd name="T7" fmla="*/ 2324 h 2324"/>
                  <a:gd name="T8" fmla="*/ 239 w 2768"/>
                  <a:gd name="T9" fmla="*/ 2116 h 2324"/>
                  <a:gd name="T10" fmla="*/ 145 w 2768"/>
                  <a:gd name="T11" fmla="*/ 1207 h 2324"/>
                  <a:gd name="T12" fmla="*/ 170 w 2768"/>
                  <a:gd name="T13" fmla="*/ 1130 h 2324"/>
                  <a:gd name="T14" fmla="*/ 244 w 2768"/>
                  <a:gd name="T15" fmla="*/ 1097 h 2324"/>
                  <a:gd name="T16" fmla="*/ 2524 w 2768"/>
                  <a:gd name="T17" fmla="*/ 1097 h 2324"/>
                  <a:gd name="T18" fmla="*/ 2598 w 2768"/>
                  <a:gd name="T19" fmla="*/ 1130 h 2324"/>
                  <a:gd name="T20" fmla="*/ 2623 w 2768"/>
                  <a:gd name="T21" fmla="*/ 1207 h 2324"/>
                  <a:gd name="T22" fmla="*/ 2762 w 2768"/>
                  <a:gd name="T23" fmla="*/ 588 h 2324"/>
                  <a:gd name="T24" fmla="*/ 2722 w 2768"/>
                  <a:gd name="T25" fmla="*/ 814 h 2324"/>
                  <a:gd name="T26" fmla="*/ 2624 w 2768"/>
                  <a:gd name="T27" fmla="*/ 897 h 2324"/>
                  <a:gd name="T28" fmla="*/ 157 w 2768"/>
                  <a:gd name="T29" fmla="*/ 897 h 2324"/>
                  <a:gd name="T30" fmla="*/ 60 w 2768"/>
                  <a:gd name="T31" fmla="*/ 820 h 2324"/>
                  <a:gd name="T32" fmla="*/ 7 w 2768"/>
                  <a:gd name="T33" fmla="*/ 593 h 2324"/>
                  <a:gd name="T34" fmla="*/ 26 w 2768"/>
                  <a:gd name="T35" fmla="*/ 508 h 2324"/>
                  <a:gd name="T36" fmla="*/ 104 w 2768"/>
                  <a:gd name="T37" fmla="*/ 470 h 2324"/>
                  <a:gd name="T38" fmla="*/ 904 w 2768"/>
                  <a:gd name="T39" fmla="*/ 470 h 2324"/>
                  <a:gd name="T40" fmla="*/ 904 w 2768"/>
                  <a:gd name="T41" fmla="*/ 100 h 2324"/>
                  <a:gd name="T42" fmla="*/ 1004 w 2768"/>
                  <a:gd name="T43" fmla="*/ 0 h 2324"/>
                  <a:gd name="T44" fmla="*/ 1764 w 2768"/>
                  <a:gd name="T45" fmla="*/ 0 h 2324"/>
                  <a:gd name="T46" fmla="*/ 1864 w 2768"/>
                  <a:gd name="T47" fmla="*/ 100 h 2324"/>
                  <a:gd name="T48" fmla="*/ 1864 w 2768"/>
                  <a:gd name="T49" fmla="*/ 470 h 2324"/>
                  <a:gd name="T50" fmla="*/ 2664 w 2768"/>
                  <a:gd name="T51" fmla="*/ 470 h 2324"/>
                  <a:gd name="T52" fmla="*/ 2741 w 2768"/>
                  <a:gd name="T53" fmla="*/ 506 h 2324"/>
                  <a:gd name="T54" fmla="*/ 2762 w 2768"/>
                  <a:gd name="T55" fmla="*/ 588 h 2324"/>
                  <a:gd name="T56" fmla="*/ 1104 w 2768"/>
                  <a:gd name="T57" fmla="*/ 470 h 2324"/>
                  <a:gd name="T58" fmla="*/ 1664 w 2768"/>
                  <a:gd name="T59" fmla="*/ 470 h 2324"/>
                  <a:gd name="T60" fmla="*/ 1664 w 2768"/>
                  <a:gd name="T61" fmla="*/ 200 h 2324"/>
                  <a:gd name="T62" fmla="*/ 1104 w 2768"/>
                  <a:gd name="T63" fmla="*/ 200 h 2324"/>
                  <a:gd name="T64" fmla="*/ 1104 w 2768"/>
                  <a:gd name="T65" fmla="*/ 470 h 2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768" h="2324">
                    <a:moveTo>
                      <a:pt x="2623" y="1207"/>
                    </a:moveTo>
                    <a:lnTo>
                      <a:pt x="2529" y="2116"/>
                    </a:lnTo>
                    <a:cubicBezTo>
                      <a:pt x="2517" y="2234"/>
                      <a:pt x="2418" y="2324"/>
                      <a:pt x="2298" y="2324"/>
                    </a:cubicBezTo>
                    <a:lnTo>
                      <a:pt x="470" y="2324"/>
                    </a:lnTo>
                    <a:cubicBezTo>
                      <a:pt x="350" y="2324"/>
                      <a:pt x="251" y="2234"/>
                      <a:pt x="239" y="2116"/>
                    </a:cubicBezTo>
                    <a:lnTo>
                      <a:pt x="145" y="1207"/>
                    </a:lnTo>
                    <a:cubicBezTo>
                      <a:pt x="142" y="1179"/>
                      <a:pt x="151" y="1151"/>
                      <a:pt x="170" y="1130"/>
                    </a:cubicBezTo>
                    <a:cubicBezTo>
                      <a:pt x="189" y="1109"/>
                      <a:pt x="216" y="1097"/>
                      <a:pt x="244" y="1097"/>
                    </a:cubicBezTo>
                    <a:lnTo>
                      <a:pt x="2524" y="1097"/>
                    </a:lnTo>
                    <a:cubicBezTo>
                      <a:pt x="2552" y="1097"/>
                      <a:pt x="2579" y="1109"/>
                      <a:pt x="2598" y="1130"/>
                    </a:cubicBezTo>
                    <a:cubicBezTo>
                      <a:pt x="2617" y="1151"/>
                      <a:pt x="2626" y="1179"/>
                      <a:pt x="2623" y="1207"/>
                    </a:cubicBezTo>
                    <a:close/>
                    <a:moveTo>
                      <a:pt x="2762" y="588"/>
                    </a:moveTo>
                    <a:lnTo>
                      <a:pt x="2722" y="814"/>
                    </a:lnTo>
                    <a:cubicBezTo>
                      <a:pt x="2714" y="862"/>
                      <a:pt x="2673" y="897"/>
                      <a:pt x="2624" y="897"/>
                    </a:cubicBezTo>
                    <a:lnTo>
                      <a:pt x="157" y="897"/>
                    </a:lnTo>
                    <a:cubicBezTo>
                      <a:pt x="111" y="897"/>
                      <a:pt x="71" y="865"/>
                      <a:pt x="60" y="820"/>
                    </a:cubicBezTo>
                    <a:lnTo>
                      <a:pt x="7" y="593"/>
                    </a:lnTo>
                    <a:cubicBezTo>
                      <a:pt x="0" y="564"/>
                      <a:pt x="7" y="532"/>
                      <a:pt x="26" y="508"/>
                    </a:cubicBezTo>
                    <a:cubicBezTo>
                      <a:pt x="45" y="484"/>
                      <a:pt x="73" y="470"/>
                      <a:pt x="104" y="470"/>
                    </a:cubicBezTo>
                    <a:lnTo>
                      <a:pt x="904" y="470"/>
                    </a:lnTo>
                    <a:lnTo>
                      <a:pt x="904" y="100"/>
                    </a:lnTo>
                    <a:cubicBezTo>
                      <a:pt x="904" y="45"/>
                      <a:pt x="949" y="0"/>
                      <a:pt x="1004" y="0"/>
                    </a:cubicBezTo>
                    <a:lnTo>
                      <a:pt x="1764" y="0"/>
                    </a:lnTo>
                    <a:cubicBezTo>
                      <a:pt x="1819" y="0"/>
                      <a:pt x="1864" y="45"/>
                      <a:pt x="1864" y="100"/>
                    </a:cubicBezTo>
                    <a:lnTo>
                      <a:pt x="1864" y="470"/>
                    </a:lnTo>
                    <a:lnTo>
                      <a:pt x="2664" y="470"/>
                    </a:lnTo>
                    <a:cubicBezTo>
                      <a:pt x="2694" y="470"/>
                      <a:pt x="2722" y="483"/>
                      <a:pt x="2741" y="506"/>
                    </a:cubicBezTo>
                    <a:cubicBezTo>
                      <a:pt x="2760" y="529"/>
                      <a:pt x="2768" y="559"/>
                      <a:pt x="2762" y="588"/>
                    </a:cubicBezTo>
                    <a:close/>
                    <a:moveTo>
                      <a:pt x="1104" y="470"/>
                    </a:moveTo>
                    <a:lnTo>
                      <a:pt x="1664" y="470"/>
                    </a:lnTo>
                    <a:lnTo>
                      <a:pt x="1664" y="200"/>
                    </a:lnTo>
                    <a:lnTo>
                      <a:pt x="1104" y="200"/>
                    </a:lnTo>
                    <a:lnTo>
                      <a:pt x="1104" y="47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cxnSp>
          <p:nvCxnSpPr>
            <p:cNvPr id="24" name="直接连接符 23"/>
            <p:cNvCxnSpPr/>
            <p:nvPr>
              <p:custDataLst>
                <p:tags r:id="rId6"/>
              </p:custDataLst>
            </p:nvPr>
          </p:nvCxnSpPr>
          <p:spPr>
            <a:xfrm flipH="1">
              <a:off x="8285863" y="2828581"/>
              <a:ext cx="1104" cy="494025"/>
            </a:xfrm>
            <a:prstGeom prst="line">
              <a:avLst/>
            </a:prstGeom>
            <a:ln w="31750">
              <a:solidFill>
                <a:schemeClr val="accent2"/>
              </a:solidFill>
              <a:prstDash val="sysDot"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progress2-4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BAFF723-AFD2-C99B-4A20-A4FABBDEF7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1572095"/>
            <a:ext cx="12192000" cy="3957489"/>
            <a:chOff x="0" y="2176614"/>
            <a:chExt cx="12192000" cy="3957489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0" y="3533213"/>
              <a:ext cx="12192000" cy="0"/>
            </a:xfrm>
            <a:prstGeom prst="line">
              <a:avLst/>
            </a:prstGeom>
            <a:ln w="25400">
              <a:solidFill>
                <a:schemeClr val="accent1">
                  <a:alpha val="50000"/>
                </a:schemeClr>
              </a:solidFill>
              <a:headEnd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组合 8"/>
            <p:cNvGrpSpPr/>
            <p:nvPr/>
          </p:nvGrpSpPr>
          <p:grpSpPr>
            <a:xfrm>
              <a:off x="671361" y="2176615"/>
              <a:ext cx="2123832" cy="3957486"/>
              <a:chOff x="671361" y="2176615"/>
              <a:chExt cx="2123832" cy="3957486"/>
            </a:xfrm>
          </p:grpSpPr>
          <p:cxnSp>
            <p:nvCxnSpPr>
              <p:cNvPr id="47" name="直接连接符 46"/>
              <p:cNvCxnSpPr>
                <a:endCxn id="53" idx="0"/>
              </p:cNvCxnSpPr>
              <p:nvPr/>
            </p:nvCxnSpPr>
            <p:spPr>
              <a:xfrm flipH="1">
                <a:off x="1733283" y="2828581"/>
                <a:ext cx="3577" cy="494025"/>
              </a:xfrm>
              <a:prstGeom prst="line">
                <a:avLst/>
              </a:prstGeom>
              <a:ln w="31750">
                <a:solidFill>
                  <a:schemeClr val="accent1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组合 47"/>
              <p:cNvGrpSpPr>
                <a:grpSpLocks noChangeAspect="1"/>
              </p:cNvGrpSpPr>
              <p:nvPr/>
            </p:nvGrpSpPr>
            <p:grpSpPr>
              <a:xfrm>
                <a:off x="671361" y="2176615"/>
                <a:ext cx="2123832" cy="3957486"/>
                <a:chOff x="4841900" y="138860"/>
                <a:chExt cx="2495488" cy="4650019"/>
              </a:xfrm>
            </p:grpSpPr>
            <p:sp>
              <p:nvSpPr>
                <p:cNvPr id="49" name="矩形: 圆角 48"/>
                <p:cNvSpPr/>
                <p:nvPr/>
              </p:nvSpPr>
              <p:spPr>
                <a:xfrm flipH="1">
                  <a:off x="4841906" y="1866485"/>
                  <a:ext cx="2495482" cy="2922394"/>
                </a:xfrm>
                <a:prstGeom prst="round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50" name="文本框 49"/>
                <p:cNvSpPr txBox="1"/>
                <p:nvPr/>
              </p:nvSpPr>
              <p:spPr>
                <a:xfrm>
                  <a:off x="4841900" y="2336988"/>
                  <a:ext cx="2493455" cy="7430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{vItem.item1}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51" name="文本框 50"/>
                <p:cNvSpPr txBox="1"/>
                <p:nvPr/>
              </p:nvSpPr>
              <p:spPr>
                <a:xfrm>
                  <a:off x="4841904" y="3080035"/>
                  <a:ext cx="2493455" cy="14876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{vItem.item1_Desc}</a:t>
                  </a:r>
                  <a:endParaRPr kumimoji="0" lang="de-DE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52" name="箭头: V 形 51"/>
                <p:cNvSpPr/>
                <p:nvPr/>
              </p:nvSpPr>
              <p:spPr>
                <a:xfrm>
                  <a:off x="4981387" y="138860"/>
                  <a:ext cx="2254901" cy="710912"/>
                </a:xfrm>
                <a:prstGeom prst="chevron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chemeClr val="bg1"/>
                      </a:solidFill>
                    </a:rPr>
                    <a:t>01</a:t>
                  </a:r>
                  <a:endParaRPr lang="zh-CN" altLang="en-US" sz="2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3" name="文本框 52"/>
                <p:cNvSpPr txBox="1">
                  <a:spLocks noChangeAspect="1"/>
                </p:cNvSpPr>
                <p:nvPr/>
              </p:nvSpPr>
              <p:spPr>
                <a:xfrm>
                  <a:off x="5819650" y="1485392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 fontScale="77500" lnSpcReduction="20000"/>
                </a:bodyPr>
                <a:lstStyle>
                  <a:defPPr>
                    <a:defRPr lang="en-US"/>
                  </a:defPPr>
                  <a:lvl1pPr algn="ctr">
                    <a:defRPr sz="2400" b="1">
                      <a:solidFill>
                        <a:schemeClr val="bg1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54" name="任意多边形: 形状 53"/>
                <p:cNvSpPr/>
                <p:nvPr/>
              </p:nvSpPr>
              <p:spPr>
                <a:xfrm>
                  <a:off x="5976535" y="1631403"/>
                  <a:ext cx="226228" cy="247978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4017 w 495300"/>
                    <a:gd name="connsiteY2" fmla="*/ 484491 h 542925"/>
                    <a:gd name="connsiteX3" fmla="*/ 346877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663 w 495300"/>
                    <a:gd name="connsiteY8" fmla="*/ 524496 h 542925"/>
                    <a:gd name="connsiteX9" fmla="*/ 173523 w 495300"/>
                    <a:gd name="connsiteY9" fmla="*/ 484491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573 w 495300"/>
                    <a:gd name="connsiteY12" fmla="*/ 489254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967 w 495300"/>
                    <a:gd name="connsiteY15" fmla="*/ 489254 h 542925"/>
                    <a:gd name="connsiteX16" fmla="*/ 248770 w 495300"/>
                    <a:gd name="connsiteY16" fmla="*/ 495921 h 542925"/>
                    <a:gd name="connsiteX17" fmla="*/ 192573 w 495300"/>
                    <a:gd name="connsiteY17" fmla="*/ 489254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930" y="621"/>
                        <a:pt x="496420" y="111111"/>
                        <a:pt x="496420" y="248271"/>
                      </a:cubicBezTo>
                      <a:cubicBezTo>
                        <a:pt x="496420" y="358761"/>
                        <a:pt x="424030" y="452106"/>
                        <a:pt x="324017" y="484491"/>
                      </a:cubicBezTo>
                      <a:lnTo>
                        <a:pt x="346877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663" y="524496"/>
                      </a:lnTo>
                      <a:lnTo>
                        <a:pt x="173523" y="484491"/>
                      </a:lnTo>
                      <a:cubicBezTo>
                        <a:pt x="73510" y="453059"/>
                        <a:pt x="1120" y="358761"/>
                        <a:pt x="1120" y="248271"/>
                      </a:cubicBezTo>
                      <a:cubicBezTo>
                        <a:pt x="1120" y="111111"/>
                        <a:pt x="111610" y="621"/>
                        <a:pt x="248770" y="621"/>
                      </a:cubicBezTo>
                      <a:close/>
                      <a:moveTo>
                        <a:pt x="192573" y="489254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967" y="489254"/>
                      </a:lnTo>
                      <a:cubicBezTo>
                        <a:pt x="286870" y="493064"/>
                        <a:pt x="267820" y="495921"/>
                        <a:pt x="248770" y="495921"/>
                      </a:cubicBezTo>
                      <a:cubicBezTo>
                        <a:pt x="229720" y="495921"/>
                        <a:pt x="210670" y="493064"/>
                        <a:pt x="192573" y="489254"/>
                      </a:cubicBezTo>
                      <a:close/>
                      <a:moveTo>
                        <a:pt x="248770" y="143496"/>
                      </a:moveTo>
                      <a:cubicBezTo>
                        <a:pt x="190667" y="143496"/>
                        <a:pt x="143995" y="190169"/>
                        <a:pt x="143995" y="248271"/>
                      </a:cubicBezTo>
                      <a:cubicBezTo>
                        <a:pt x="143995" y="306374"/>
                        <a:pt x="190667" y="353046"/>
                        <a:pt x="248770" y="353046"/>
                      </a:cubicBezTo>
                      <a:cubicBezTo>
                        <a:pt x="306873" y="353046"/>
                        <a:pt x="353545" y="306374"/>
                        <a:pt x="353545" y="248271"/>
                      </a:cubicBezTo>
                      <a:cubicBezTo>
                        <a:pt x="353545" y="190169"/>
                        <a:pt x="306873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60213" y="114921"/>
                        <a:pt x="353545" y="121589"/>
                        <a:pt x="353545" y="129209"/>
                      </a:cubicBezTo>
                      <a:cubicBezTo>
                        <a:pt x="353545" y="136829"/>
                        <a:pt x="360213" y="143496"/>
                        <a:pt x="367833" y="143496"/>
                      </a:cubicBezTo>
                      <a:cubicBezTo>
                        <a:pt x="375452" y="143496"/>
                        <a:pt x="382120" y="136829"/>
                        <a:pt x="382120" y="129209"/>
                      </a:cubicBezTo>
                      <a:cubicBezTo>
                        <a:pt x="382120" y="121589"/>
                        <a:pt x="375452" y="114921"/>
                        <a:pt x="367833" y="1149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2852722" y="2176615"/>
              <a:ext cx="2123830" cy="3957486"/>
              <a:chOff x="2852722" y="2176615"/>
              <a:chExt cx="2123830" cy="3957486"/>
            </a:xfrm>
          </p:grpSpPr>
          <p:grpSp>
            <p:nvGrpSpPr>
              <p:cNvPr id="39" name="组合 38"/>
              <p:cNvGrpSpPr>
                <a:grpSpLocks noChangeAspect="1"/>
              </p:cNvGrpSpPr>
              <p:nvPr/>
            </p:nvGrpSpPr>
            <p:grpSpPr>
              <a:xfrm>
                <a:off x="2852722" y="2176615"/>
                <a:ext cx="2123830" cy="3957486"/>
                <a:chOff x="4841903" y="138860"/>
                <a:chExt cx="2495485" cy="4650019"/>
              </a:xfrm>
            </p:grpSpPr>
            <p:sp>
              <p:nvSpPr>
                <p:cNvPr id="41" name="矩形: 圆角 40"/>
                <p:cNvSpPr/>
                <p:nvPr/>
              </p:nvSpPr>
              <p:spPr>
                <a:xfrm flipH="1">
                  <a:off x="4841906" y="1866485"/>
                  <a:ext cx="2495482" cy="2922394"/>
                </a:xfrm>
                <a:prstGeom prst="round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2">
                          <a:alpha val="0"/>
                        </a:schemeClr>
                      </a:gs>
                      <a:gs pos="100000">
                        <a:schemeClr val="accent2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42" name="文本框 41"/>
                <p:cNvSpPr txBox="1"/>
                <p:nvPr/>
              </p:nvSpPr>
              <p:spPr>
                <a:xfrm>
                  <a:off x="4841904" y="2336988"/>
                  <a:ext cx="2493455" cy="7430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{vItem.item2}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43" name="文本框 42"/>
                <p:cNvSpPr txBox="1"/>
                <p:nvPr/>
              </p:nvSpPr>
              <p:spPr>
                <a:xfrm>
                  <a:off x="4841903" y="3080035"/>
                  <a:ext cx="2493455" cy="14876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{vItem.item2_Desc}</a:t>
                  </a:r>
                  <a:endParaRPr kumimoji="0" lang="de-DE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44" name="箭头: V 形 43"/>
                <p:cNvSpPr/>
                <p:nvPr/>
              </p:nvSpPr>
              <p:spPr>
                <a:xfrm>
                  <a:off x="4962200" y="138860"/>
                  <a:ext cx="2254901" cy="710912"/>
                </a:xfrm>
                <a:prstGeom prst="chevron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87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chemeClr val="bg1"/>
                      </a:solidFill>
                    </a:rPr>
                    <a:t>02</a:t>
                  </a:r>
                  <a:endParaRPr lang="zh-CN" altLang="en-US" sz="2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5" name="文本框 44"/>
                <p:cNvSpPr txBox="1">
                  <a:spLocks noChangeAspect="1"/>
                </p:cNvSpPr>
                <p:nvPr/>
              </p:nvSpPr>
              <p:spPr>
                <a:xfrm>
                  <a:off x="5819650" y="1485392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87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 fontScale="77500" lnSpcReduction="20000"/>
                </a:bodyPr>
                <a:lstStyle>
                  <a:defPPr>
                    <a:defRPr lang="en-US"/>
                  </a:defPPr>
                  <a:lvl1pPr algn="ctr">
                    <a:defRPr sz="2400" b="1">
                      <a:solidFill>
                        <a:schemeClr val="bg1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46" name="任意多边形: 形状 45"/>
                <p:cNvSpPr/>
                <p:nvPr/>
              </p:nvSpPr>
              <p:spPr>
                <a:xfrm>
                  <a:off x="5976535" y="1635754"/>
                  <a:ext cx="226228" cy="239279"/>
                </a:xfrm>
                <a:custGeom>
                  <a:avLst/>
                  <a:gdLst>
                    <a:gd name="connsiteX0" fmla="*/ 371955 w 495300"/>
                    <a:gd name="connsiteY0" fmla="*/ 621 h 523875"/>
                    <a:gd name="connsiteX1" fmla="*/ 400530 w 495300"/>
                    <a:gd name="connsiteY1" fmla="*/ 29196 h 523875"/>
                    <a:gd name="connsiteX2" fmla="*/ 400530 w 495300"/>
                    <a:gd name="connsiteY2" fmla="*/ 133971 h 523875"/>
                    <a:gd name="connsiteX3" fmla="*/ 371955 w 495300"/>
                    <a:gd name="connsiteY3" fmla="*/ 162546 h 523875"/>
                    <a:gd name="connsiteX4" fmla="*/ 257655 w 495300"/>
                    <a:gd name="connsiteY4" fmla="*/ 162546 h 523875"/>
                    <a:gd name="connsiteX5" fmla="*/ 257655 w 495300"/>
                    <a:gd name="connsiteY5" fmla="*/ 286371 h 523875"/>
                    <a:gd name="connsiteX6" fmla="*/ 419580 w 495300"/>
                    <a:gd name="connsiteY6" fmla="*/ 286371 h 523875"/>
                    <a:gd name="connsiteX7" fmla="*/ 457680 w 495300"/>
                    <a:gd name="connsiteY7" fmla="*/ 322566 h 523875"/>
                    <a:gd name="connsiteX8" fmla="*/ 457680 w 495300"/>
                    <a:gd name="connsiteY8" fmla="*/ 324471 h 523875"/>
                    <a:gd name="connsiteX9" fmla="*/ 457680 w 495300"/>
                    <a:gd name="connsiteY9" fmla="*/ 429246 h 523875"/>
                    <a:gd name="connsiteX10" fmla="*/ 476730 w 495300"/>
                    <a:gd name="connsiteY10" fmla="*/ 429246 h 523875"/>
                    <a:gd name="connsiteX11" fmla="*/ 495780 w 495300"/>
                    <a:gd name="connsiteY11" fmla="*/ 448296 h 523875"/>
                    <a:gd name="connsiteX12" fmla="*/ 495780 w 495300"/>
                    <a:gd name="connsiteY12" fmla="*/ 505446 h 523875"/>
                    <a:gd name="connsiteX13" fmla="*/ 476730 w 495300"/>
                    <a:gd name="connsiteY13" fmla="*/ 524496 h 523875"/>
                    <a:gd name="connsiteX14" fmla="*/ 419580 w 495300"/>
                    <a:gd name="connsiteY14" fmla="*/ 524496 h 523875"/>
                    <a:gd name="connsiteX15" fmla="*/ 400530 w 495300"/>
                    <a:gd name="connsiteY15" fmla="*/ 505446 h 523875"/>
                    <a:gd name="connsiteX16" fmla="*/ 400530 w 495300"/>
                    <a:gd name="connsiteY16" fmla="*/ 448296 h 523875"/>
                    <a:gd name="connsiteX17" fmla="*/ 419580 w 495300"/>
                    <a:gd name="connsiteY17" fmla="*/ 429246 h 523875"/>
                    <a:gd name="connsiteX18" fmla="*/ 438630 w 495300"/>
                    <a:gd name="connsiteY18" fmla="*/ 429246 h 523875"/>
                    <a:gd name="connsiteX19" fmla="*/ 438630 w 495300"/>
                    <a:gd name="connsiteY19" fmla="*/ 324471 h 523875"/>
                    <a:gd name="connsiteX20" fmla="*/ 420533 w 495300"/>
                    <a:gd name="connsiteY20" fmla="*/ 305421 h 523875"/>
                    <a:gd name="connsiteX21" fmla="*/ 419580 w 495300"/>
                    <a:gd name="connsiteY21" fmla="*/ 305421 h 523875"/>
                    <a:gd name="connsiteX22" fmla="*/ 257655 w 495300"/>
                    <a:gd name="connsiteY22" fmla="*/ 305421 h 523875"/>
                    <a:gd name="connsiteX23" fmla="*/ 257655 w 495300"/>
                    <a:gd name="connsiteY23" fmla="*/ 429246 h 523875"/>
                    <a:gd name="connsiteX24" fmla="*/ 276705 w 495300"/>
                    <a:gd name="connsiteY24" fmla="*/ 429246 h 523875"/>
                    <a:gd name="connsiteX25" fmla="*/ 295755 w 495300"/>
                    <a:gd name="connsiteY25" fmla="*/ 448296 h 523875"/>
                    <a:gd name="connsiteX26" fmla="*/ 295755 w 495300"/>
                    <a:gd name="connsiteY26" fmla="*/ 505446 h 523875"/>
                    <a:gd name="connsiteX27" fmla="*/ 276705 w 495300"/>
                    <a:gd name="connsiteY27" fmla="*/ 524496 h 523875"/>
                    <a:gd name="connsiteX28" fmla="*/ 219555 w 495300"/>
                    <a:gd name="connsiteY28" fmla="*/ 524496 h 523875"/>
                    <a:gd name="connsiteX29" fmla="*/ 200505 w 495300"/>
                    <a:gd name="connsiteY29" fmla="*/ 505446 h 523875"/>
                    <a:gd name="connsiteX30" fmla="*/ 200505 w 495300"/>
                    <a:gd name="connsiteY30" fmla="*/ 448296 h 523875"/>
                    <a:gd name="connsiteX31" fmla="*/ 219555 w 495300"/>
                    <a:gd name="connsiteY31" fmla="*/ 429246 h 523875"/>
                    <a:gd name="connsiteX32" fmla="*/ 238605 w 495300"/>
                    <a:gd name="connsiteY32" fmla="*/ 429246 h 523875"/>
                    <a:gd name="connsiteX33" fmla="*/ 238605 w 495300"/>
                    <a:gd name="connsiteY33" fmla="*/ 305421 h 523875"/>
                    <a:gd name="connsiteX34" fmla="*/ 76680 w 495300"/>
                    <a:gd name="connsiteY34" fmla="*/ 305421 h 523875"/>
                    <a:gd name="connsiteX35" fmla="*/ 57630 w 495300"/>
                    <a:gd name="connsiteY35" fmla="*/ 323519 h 523875"/>
                    <a:gd name="connsiteX36" fmla="*/ 57630 w 495300"/>
                    <a:gd name="connsiteY36" fmla="*/ 324471 h 523875"/>
                    <a:gd name="connsiteX37" fmla="*/ 57630 w 495300"/>
                    <a:gd name="connsiteY37" fmla="*/ 429246 h 523875"/>
                    <a:gd name="connsiteX38" fmla="*/ 76680 w 495300"/>
                    <a:gd name="connsiteY38" fmla="*/ 429246 h 523875"/>
                    <a:gd name="connsiteX39" fmla="*/ 95730 w 495300"/>
                    <a:gd name="connsiteY39" fmla="*/ 448296 h 523875"/>
                    <a:gd name="connsiteX40" fmla="*/ 95730 w 495300"/>
                    <a:gd name="connsiteY40" fmla="*/ 505446 h 523875"/>
                    <a:gd name="connsiteX41" fmla="*/ 76680 w 495300"/>
                    <a:gd name="connsiteY41" fmla="*/ 524496 h 523875"/>
                    <a:gd name="connsiteX42" fmla="*/ 19530 w 495300"/>
                    <a:gd name="connsiteY42" fmla="*/ 524496 h 523875"/>
                    <a:gd name="connsiteX43" fmla="*/ 480 w 495300"/>
                    <a:gd name="connsiteY43" fmla="*/ 505446 h 523875"/>
                    <a:gd name="connsiteX44" fmla="*/ 480 w 495300"/>
                    <a:gd name="connsiteY44" fmla="*/ 448296 h 523875"/>
                    <a:gd name="connsiteX45" fmla="*/ 19530 w 495300"/>
                    <a:gd name="connsiteY45" fmla="*/ 429246 h 523875"/>
                    <a:gd name="connsiteX46" fmla="*/ 38580 w 495300"/>
                    <a:gd name="connsiteY46" fmla="*/ 429246 h 523875"/>
                    <a:gd name="connsiteX47" fmla="*/ 38580 w 495300"/>
                    <a:gd name="connsiteY47" fmla="*/ 324471 h 523875"/>
                    <a:gd name="connsiteX48" fmla="*/ 74775 w 495300"/>
                    <a:gd name="connsiteY48" fmla="*/ 286371 h 523875"/>
                    <a:gd name="connsiteX49" fmla="*/ 76680 w 495300"/>
                    <a:gd name="connsiteY49" fmla="*/ 286371 h 523875"/>
                    <a:gd name="connsiteX50" fmla="*/ 238605 w 495300"/>
                    <a:gd name="connsiteY50" fmla="*/ 286371 h 523875"/>
                    <a:gd name="connsiteX51" fmla="*/ 238605 w 495300"/>
                    <a:gd name="connsiteY51" fmla="*/ 162546 h 523875"/>
                    <a:gd name="connsiteX52" fmla="*/ 124305 w 495300"/>
                    <a:gd name="connsiteY52" fmla="*/ 162546 h 523875"/>
                    <a:gd name="connsiteX53" fmla="*/ 95730 w 495300"/>
                    <a:gd name="connsiteY53" fmla="*/ 133971 h 523875"/>
                    <a:gd name="connsiteX54" fmla="*/ 95730 w 495300"/>
                    <a:gd name="connsiteY54" fmla="*/ 29196 h 523875"/>
                    <a:gd name="connsiteX55" fmla="*/ 124305 w 495300"/>
                    <a:gd name="connsiteY55" fmla="*/ 621 h 523875"/>
                    <a:gd name="connsiteX56" fmla="*/ 371955 w 495300"/>
                    <a:gd name="connsiteY56" fmla="*/ 621 h 523875"/>
                    <a:gd name="connsiteX57" fmla="*/ 148118 w 495300"/>
                    <a:gd name="connsiteY57" fmla="*/ 95871 h 523875"/>
                    <a:gd name="connsiteX58" fmla="*/ 133830 w 495300"/>
                    <a:gd name="connsiteY58" fmla="*/ 110159 h 523875"/>
                    <a:gd name="connsiteX59" fmla="*/ 148118 w 495300"/>
                    <a:gd name="connsiteY59" fmla="*/ 124446 h 523875"/>
                    <a:gd name="connsiteX60" fmla="*/ 162405 w 495300"/>
                    <a:gd name="connsiteY60" fmla="*/ 110159 h 523875"/>
                    <a:gd name="connsiteX61" fmla="*/ 148118 w 495300"/>
                    <a:gd name="connsiteY61" fmla="*/ 9587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495300" h="523875">
                      <a:moveTo>
                        <a:pt x="371955" y="621"/>
                      </a:moveTo>
                      <a:cubicBezTo>
                        <a:pt x="388148" y="621"/>
                        <a:pt x="400530" y="13004"/>
                        <a:pt x="400530" y="29196"/>
                      </a:cubicBezTo>
                      <a:lnTo>
                        <a:pt x="400530" y="133971"/>
                      </a:lnTo>
                      <a:cubicBezTo>
                        <a:pt x="400530" y="150164"/>
                        <a:pt x="388148" y="162546"/>
                        <a:pt x="371955" y="162546"/>
                      </a:cubicBezTo>
                      <a:lnTo>
                        <a:pt x="257655" y="162546"/>
                      </a:lnTo>
                      <a:lnTo>
                        <a:pt x="257655" y="286371"/>
                      </a:lnTo>
                      <a:lnTo>
                        <a:pt x="419580" y="286371"/>
                      </a:lnTo>
                      <a:cubicBezTo>
                        <a:pt x="439583" y="286371"/>
                        <a:pt x="456727" y="302564"/>
                        <a:pt x="457680" y="322566"/>
                      </a:cubicBezTo>
                      <a:lnTo>
                        <a:pt x="457680" y="324471"/>
                      </a:lnTo>
                      <a:lnTo>
                        <a:pt x="457680" y="429246"/>
                      </a:lnTo>
                      <a:lnTo>
                        <a:pt x="476730" y="429246"/>
                      </a:lnTo>
                      <a:cubicBezTo>
                        <a:pt x="487208" y="429246"/>
                        <a:pt x="495780" y="437819"/>
                        <a:pt x="495780" y="448296"/>
                      </a:cubicBezTo>
                      <a:lnTo>
                        <a:pt x="495780" y="505446"/>
                      </a:lnTo>
                      <a:cubicBezTo>
                        <a:pt x="495780" y="515924"/>
                        <a:pt x="487208" y="524496"/>
                        <a:pt x="476730" y="524496"/>
                      </a:cubicBezTo>
                      <a:lnTo>
                        <a:pt x="419580" y="524496"/>
                      </a:lnTo>
                      <a:cubicBezTo>
                        <a:pt x="409102" y="524496"/>
                        <a:pt x="400530" y="515924"/>
                        <a:pt x="400530" y="505446"/>
                      </a:cubicBezTo>
                      <a:lnTo>
                        <a:pt x="400530" y="448296"/>
                      </a:lnTo>
                      <a:cubicBezTo>
                        <a:pt x="400530" y="437819"/>
                        <a:pt x="409102" y="429246"/>
                        <a:pt x="419580" y="429246"/>
                      </a:cubicBezTo>
                      <a:lnTo>
                        <a:pt x="438630" y="429246"/>
                      </a:lnTo>
                      <a:lnTo>
                        <a:pt x="438630" y="324471"/>
                      </a:lnTo>
                      <a:cubicBezTo>
                        <a:pt x="438630" y="313994"/>
                        <a:pt x="431010" y="306374"/>
                        <a:pt x="420533" y="305421"/>
                      </a:cubicBezTo>
                      <a:lnTo>
                        <a:pt x="419580" y="305421"/>
                      </a:lnTo>
                      <a:lnTo>
                        <a:pt x="257655" y="305421"/>
                      </a:lnTo>
                      <a:lnTo>
                        <a:pt x="257655" y="429246"/>
                      </a:lnTo>
                      <a:lnTo>
                        <a:pt x="276705" y="429246"/>
                      </a:lnTo>
                      <a:cubicBezTo>
                        <a:pt x="287183" y="429246"/>
                        <a:pt x="295755" y="437819"/>
                        <a:pt x="295755" y="448296"/>
                      </a:cubicBezTo>
                      <a:lnTo>
                        <a:pt x="295755" y="505446"/>
                      </a:lnTo>
                      <a:cubicBezTo>
                        <a:pt x="295755" y="515924"/>
                        <a:pt x="287183" y="524496"/>
                        <a:pt x="276705" y="524496"/>
                      </a:cubicBezTo>
                      <a:lnTo>
                        <a:pt x="219555" y="524496"/>
                      </a:lnTo>
                      <a:cubicBezTo>
                        <a:pt x="209077" y="524496"/>
                        <a:pt x="200505" y="515924"/>
                        <a:pt x="200505" y="505446"/>
                      </a:cubicBezTo>
                      <a:lnTo>
                        <a:pt x="200505" y="448296"/>
                      </a:lnTo>
                      <a:cubicBezTo>
                        <a:pt x="200505" y="437819"/>
                        <a:pt x="209077" y="429246"/>
                        <a:pt x="219555" y="429246"/>
                      </a:cubicBezTo>
                      <a:lnTo>
                        <a:pt x="238605" y="429246"/>
                      </a:lnTo>
                      <a:lnTo>
                        <a:pt x="238605" y="305421"/>
                      </a:lnTo>
                      <a:lnTo>
                        <a:pt x="76680" y="305421"/>
                      </a:lnTo>
                      <a:cubicBezTo>
                        <a:pt x="66202" y="305421"/>
                        <a:pt x="58583" y="313041"/>
                        <a:pt x="57630" y="323519"/>
                      </a:cubicBezTo>
                      <a:lnTo>
                        <a:pt x="57630" y="324471"/>
                      </a:lnTo>
                      <a:lnTo>
                        <a:pt x="57630" y="429246"/>
                      </a:lnTo>
                      <a:lnTo>
                        <a:pt x="76680" y="429246"/>
                      </a:lnTo>
                      <a:cubicBezTo>
                        <a:pt x="87158" y="429246"/>
                        <a:pt x="95730" y="437819"/>
                        <a:pt x="95730" y="448296"/>
                      </a:cubicBezTo>
                      <a:lnTo>
                        <a:pt x="95730" y="505446"/>
                      </a:lnTo>
                      <a:cubicBezTo>
                        <a:pt x="95730" y="515924"/>
                        <a:pt x="87158" y="524496"/>
                        <a:pt x="76680" y="524496"/>
                      </a:cubicBezTo>
                      <a:lnTo>
                        <a:pt x="19530" y="524496"/>
                      </a:lnTo>
                      <a:cubicBezTo>
                        <a:pt x="9052" y="524496"/>
                        <a:pt x="480" y="515924"/>
                        <a:pt x="480" y="505446"/>
                      </a:cubicBezTo>
                      <a:lnTo>
                        <a:pt x="480" y="448296"/>
                      </a:lnTo>
                      <a:cubicBezTo>
                        <a:pt x="480" y="437819"/>
                        <a:pt x="9052" y="429246"/>
                        <a:pt x="19530" y="429246"/>
                      </a:cubicBezTo>
                      <a:lnTo>
                        <a:pt x="38580" y="429246"/>
                      </a:lnTo>
                      <a:lnTo>
                        <a:pt x="38580" y="324471"/>
                      </a:lnTo>
                      <a:cubicBezTo>
                        <a:pt x="38580" y="304469"/>
                        <a:pt x="54773" y="287324"/>
                        <a:pt x="74775" y="286371"/>
                      </a:cubicBezTo>
                      <a:lnTo>
                        <a:pt x="76680" y="286371"/>
                      </a:lnTo>
                      <a:lnTo>
                        <a:pt x="238605" y="286371"/>
                      </a:lnTo>
                      <a:lnTo>
                        <a:pt x="238605" y="162546"/>
                      </a:lnTo>
                      <a:lnTo>
                        <a:pt x="124305" y="162546"/>
                      </a:lnTo>
                      <a:cubicBezTo>
                        <a:pt x="108112" y="162546"/>
                        <a:pt x="95730" y="150164"/>
                        <a:pt x="95730" y="133971"/>
                      </a:cubicBezTo>
                      <a:lnTo>
                        <a:pt x="95730" y="29196"/>
                      </a:lnTo>
                      <a:cubicBezTo>
                        <a:pt x="95730" y="13004"/>
                        <a:pt x="108112" y="621"/>
                        <a:pt x="124305" y="621"/>
                      </a:cubicBezTo>
                      <a:lnTo>
                        <a:pt x="371955" y="621"/>
                      </a:lnTo>
                      <a:close/>
                      <a:moveTo>
                        <a:pt x="148118" y="95871"/>
                      </a:moveTo>
                      <a:cubicBezTo>
                        <a:pt x="140498" y="95871"/>
                        <a:pt x="133830" y="102539"/>
                        <a:pt x="133830" y="110159"/>
                      </a:cubicBezTo>
                      <a:cubicBezTo>
                        <a:pt x="133830" y="117779"/>
                        <a:pt x="140498" y="124446"/>
                        <a:pt x="148118" y="124446"/>
                      </a:cubicBezTo>
                      <a:cubicBezTo>
                        <a:pt x="155737" y="124446"/>
                        <a:pt x="162405" y="117779"/>
                        <a:pt x="162405" y="110159"/>
                      </a:cubicBezTo>
                      <a:cubicBezTo>
                        <a:pt x="162405" y="102539"/>
                        <a:pt x="155737" y="95871"/>
                        <a:pt x="148118" y="958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cxnSp>
            <p:nvCxnSpPr>
              <p:cNvPr id="40" name="直接连接符 39"/>
              <p:cNvCxnSpPr/>
              <p:nvPr/>
            </p:nvCxnSpPr>
            <p:spPr>
              <a:xfrm>
                <a:off x="3941265" y="2828581"/>
                <a:ext cx="0" cy="494025"/>
              </a:xfrm>
              <a:prstGeom prst="line">
                <a:avLst/>
              </a:prstGeom>
              <a:ln w="31750">
                <a:solidFill>
                  <a:schemeClr val="accent2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10"/>
            <p:cNvGrpSpPr/>
            <p:nvPr/>
          </p:nvGrpSpPr>
          <p:grpSpPr>
            <a:xfrm>
              <a:off x="5034080" y="2176615"/>
              <a:ext cx="2123830" cy="3957488"/>
              <a:chOff x="5034080" y="2176615"/>
              <a:chExt cx="2123830" cy="3957488"/>
            </a:xfrm>
          </p:grpSpPr>
          <p:grpSp>
            <p:nvGrpSpPr>
              <p:cNvPr id="31" name="组合 30"/>
              <p:cNvGrpSpPr>
                <a:grpSpLocks noChangeAspect="1"/>
              </p:cNvGrpSpPr>
              <p:nvPr/>
            </p:nvGrpSpPr>
            <p:grpSpPr>
              <a:xfrm>
                <a:off x="5034080" y="2176615"/>
                <a:ext cx="2123830" cy="3957488"/>
                <a:chOff x="4841903" y="138860"/>
                <a:chExt cx="2495485" cy="4650021"/>
              </a:xfrm>
            </p:grpSpPr>
            <p:sp>
              <p:nvSpPr>
                <p:cNvPr id="33" name="矩形: 圆角 32"/>
                <p:cNvSpPr/>
                <p:nvPr/>
              </p:nvSpPr>
              <p:spPr>
                <a:xfrm flipH="1">
                  <a:off x="4841906" y="1866487"/>
                  <a:ext cx="2495482" cy="2922394"/>
                </a:xfrm>
                <a:prstGeom prst="round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34" name="文本框 33"/>
                <p:cNvSpPr txBox="1"/>
                <p:nvPr/>
              </p:nvSpPr>
              <p:spPr>
                <a:xfrm>
                  <a:off x="4841904" y="2336988"/>
                  <a:ext cx="2493455" cy="7430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{vItem.item3}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35" name="文本框 34"/>
                <p:cNvSpPr txBox="1"/>
                <p:nvPr/>
              </p:nvSpPr>
              <p:spPr>
                <a:xfrm>
                  <a:off x="4841903" y="3080035"/>
                  <a:ext cx="2493455" cy="14876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{vItem.item4_Desc}</a:t>
                  </a:r>
                  <a:endParaRPr kumimoji="0" lang="de-DE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36" name="箭头: V 形 35"/>
                <p:cNvSpPr/>
                <p:nvPr/>
              </p:nvSpPr>
              <p:spPr>
                <a:xfrm>
                  <a:off x="4962200" y="138860"/>
                  <a:ext cx="2254901" cy="710912"/>
                </a:xfrm>
                <a:prstGeom prst="chevron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chemeClr val="bg1"/>
                      </a:solidFill>
                    </a:rPr>
                    <a:t>03</a:t>
                  </a:r>
                  <a:endParaRPr lang="zh-CN" altLang="en-US" sz="2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7" name="文本框 36"/>
                <p:cNvSpPr txBox="1">
                  <a:spLocks noChangeAspect="1"/>
                </p:cNvSpPr>
                <p:nvPr/>
              </p:nvSpPr>
              <p:spPr>
                <a:xfrm>
                  <a:off x="5819652" y="1485392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 fontScale="77500" lnSpcReduction="20000"/>
                </a:bodyPr>
                <a:lstStyle>
                  <a:defPPr>
                    <a:defRPr lang="en-US"/>
                  </a:defPPr>
                  <a:lvl1pPr algn="ctr">
                    <a:defRPr sz="2400" b="1">
                      <a:solidFill>
                        <a:schemeClr val="bg1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38" name="任意多边形: 形状 37"/>
                <p:cNvSpPr/>
                <p:nvPr/>
              </p:nvSpPr>
              <p:spPr>
                <a:xfrm>
                  <a:off x="5976538" y="1644299"/>
                  <a:ext cx="226228" cy="222187"/>
                </a:xfrm>
                <a:custGeom>
                  <a:avLst/>
                  <a:gdLst>
                    <a:gd name="connsiteX0" fmla="*/ 343764 w 533400"/>
                    <a:gd name="connsiteY0" fmla="*/ 276846 h 523875"/>
                    <a:gd name="connsiteX1" fmla="*/ 372339 w 533400"/>
                    <a:gd name="connsiteY1" fmla="*/ 305421 h 523875"/>
                    <a:gd name="connsiteX2" fmla="*/ 372339 w 533400"/>
                    <a:gd name="connsiteY2" fmla="*/ 495921 h 523875"/>
                    <a:gd name="connsiteX3" fmla="*/ 343764 w 533400"/>
                    <a:gd name="connsiteY3" fmla="*/ 524496 h 523875"/>
                    <a:gd name="connsiteX4" fmla="*/ 191364 w 533400"/>
                    <a:gd name="connsiteY4" fmla="*/ 524496 h 523875"/>
                    <a:gd name="connsiteX5" fmla="*/ 162789 w 533400"/>
                    <a:gd name="connsiteY5" fmla="*/ 495921 h 523875"/>
                    <a:gd name="connsiteX6" fmla="*/ 162789 w 533400"/>
                    <a:gd name="connsiteY6" fmla="*/ 305421 h 523875"/>
                    <a:gd name="connsiteX7" fmla="*/ 191364 w 533400"/>
                    <a:gd name="connsiteY7" fmla="*/ 276846 h 523875"/>
                    <a:gd name="connsiteX8" fmla="*/ 343764 w 533400"/>
                    <a:gd name="connsiteY8" fmla="*/ 276846 h 523875"/>
                    <a:gd name="connsiteX9" fmla="*/ 143739 w 533400"/>
                    <a:gd name="connsiteY9" fmla="*/ 114921 h 523875"/>
                    <a:gd name="connsiteX10" fmla="*/ 179934 w 533400"/>
                    <a:gd name="connsiteY10" fmla="*/ 153021 h 523875"/>
                    <a:gd name="connsiteX11" fmla="*/ 181839 w 533400"/>
                    <a:gd name="connsiteY11" fmla="*/ 153021 h 523875"/>
                    <a:gd name="connsiteX12" fmla="*/ 353289 w 533400"/>
                    <a:gd name="connsiteY12" fmla="*/ 153021 h 523875"/>
                    <a:gd name="connsiteX13" fmla="*/ 391389 w 533400"/>
                    <a:gd name="connsiteY13" fmla="*/ 116826 h 523875"/>
                    <a:gd name="connsiteX14" fmla="*/ 391389 w 533400"/>
                    <a:gd name="connsiteY14" fmla="*/ 114921 h 523875"/>
                    <a:gd name="connsiteX15" fmla="*/ 505689 w 533400"/>
                    <a:gd name="connsiteY15" fmla="*/ 114921 h 523875"/>
                    <a:gd name="connsiteX16" fmla="*/ 534264 w 533400"/>
                    <a:gd name="connsiteY16" fmla="*/ 143496 h 523875"/>
                    <a:gd name="connsiteX17" fmla="*/ 534264 w 533400"/>
                    <a:gd name="connsiteY17" fmla="*/ 381621 h 523875"/>
                    <a:gd name="connsiteX18" fmla="*/ 505689 w 533400"/>
                    <a:gd name="connsiteY18" fmla="*/ 410196 h 523875"/>
                    <a:gd name="connsiteX19" fmla="*/ 391389 w 533400"/>
                    <a:gd name="connsiteY19" fmla="*/ 410196 h 523875"/>
                    <a:gd name="connsiteX20" fmla="*/ 391389 w 533400"/>
                    <a:gd name="connsiteY20" fmla="*/ 295896 h 523875"/>
                    <a:gd name="connsiteX21" fmla="*/ 355194 w 533400"/>
                    <a:gd name="connsiteY21" fmla="*/ 257796 h 523875"/>
                    <a:gd name="connsiteX22" fmla="*/ 353289 w 533400"/>
                    <a:gd name="connsiteY22" fmla="*/ 257796 h 523875"/>
                    <a:gd name="connsiteX23" fmla="*/ 181839 w 533400"/>
                    <a:gd name="connsiteY23" fmla="*/ 257796 h 523875"/>
                    <a:gd name="connsiteX24" fmla="*/ 143739 w 533400"/>
                    <a:gd name="connsiteY24" fmla="*/ 293991 h 523875"/>
                    <a:gd name="connsiteX25" fmla="*/ 143739 w 533400"/>
                    <a:gd name="connsiteY25" fmla="*/ 295896 h 523875"/>
                    <a:gd name="connsiteX26" fmla="*/ 143739 w 533400"/>
                    <a:gd name="connsiteY26" fmla="*/ 410196 h 523875"/>
                    <a:gd name="connsiteX27" fmla="*/ 29439 w 533400"/>
                    <a:gd name="connsiteY27" fmla="*/ 410196 h 523875"/>
                    <a:gd name="connsiteX28" fmla="*/ 864 w 533400"/>
                    <a:gd name="connsiteY28" fmla="*/ 381621 h 523875"/>
                    <a:gd name="connsiteX29" fmla="*/ 864 w 533400"/>
                    <a:gd name="connsiteY29" fmla="*/ 201599 h 523875"/>
                    <a:gd name="connsiteX30" fmla="*/ 11342 w 533400"/>
                    <a:gd name="connsiteY30" fmla="*/ 175881 h 523875"/>
                    <a:gd name="connsiteX31" fmla="*/ 56109 w 533400"/>
                    <a:gd name="connsiteY31" fmla="*/ 127304 h 523875"/>
                    <a:gd name="connsiteX32" fmla="*/ 83732 w 533400"/>
                    <a:gd name="connsiteY32" fmla="*/ 114921 h 523875"/>
                    <a:gd name="connsiteX33" fmla="*/ 143739 w 533400"/>
                    <a:gd name="connsiteY33" fmla="*/ 114921 h 523875"/>
                    <a:gd name="connsiteX34" fmla="*/ 462827 w 533400"/>
                    <a:gd name="connsiteY34" fmla="*/ 172071 h 523875"/>
                    <a:gd name="connsiteX35" fmla="*/ 448539 w 533400"/>
                    <a:gd name="connsiteY35" fmla="*/ 186359 h 523875"/>
                    <a:gd name="connsiteX36" fmla="*/ 462827 w 533400"/>
                    <a:gd name="connsiteY36" fmla="*/ 200646 h 523875"/>
                    <a:gd name="connsiteX37" fmla="*/ 477114 w 533400"/>
                    <a:gd name="connsiteY37" fmla="*/ 186359 h 523875"/>
                    <a:gd name="connsiteX38" fmla="*/ 462827 w 533400"/>
                    <a:gd name="connsiteY38" fmla="*/ 172071 h 523875"/>
                    <a:gd name="connsiteX39" fmla="*/ 343764 w 533400"/>
                    <a:gd name="connsiteY39" fmla="*/ 621 h 523875"/>
                    <a:gd name="connsiteX40" fmla="*/ 372339 w 533400"/>
                    <a:gd name="connsiteY40" fmla="*/ 29196 h 523875"/>
                    <a:gd name="connsiteX41" fmla="*/ 372339 w 533400"/>
                    <a:gd name="connsiteY41" fmla="*/ 105396 h 523875"/>
                    <a:gd name="connsiteX42" fmla="*/ 343764 w 533400"/>
                    <a:gd name="connsiteY42" fmla="*/ 133971 h 523875"/>
                    <a:gd name="connsiteX43" fmla="*/ 191364 w 533400"/>
                    <a:gd name="connsiteY43" fmla="*/ 133971 h 523875"/>
                    <a:gd name="connsiteX44" fmla="*/ 162789 w 533400"/>
                    <a:gd name="connsiteY44" fmla="*/ 105396 h 523875"/>
                    <a:gd name="connsiteX45" fmla="*/ 162789 w 533400"/>
                    <a:gd name="connsiteY45" fmla="*/ 29196 h 523875"/>
                    <a:gd name="connsiteX46" fmla="*/ 191364 w 533400"/>
                    <a:gd name="connsiteY46" fmla="*/ 621 h 523875"/>
                    <a:gd name="connsiteX47" fmla="*/ 343764 w 533400"/>
                    <a:gd name="connsiteY47" fmla="*/ 62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</a:cxnLst>
                  <a:rect l="l" t="t" r="r" b="b"/>
                  <a:pathLst>
                    <a:path w="533400" h="523875">
                      <a:moveTo>
                        <a:pt x="343764" y="276846"/>
                      </a:moveTo>
                      <a:cubicBezTo>
                        <a:pt x="359957" y="276846"/>
                        <a:pt x="372339" y="289229"/>
                        <a:pt x="372339" y="305421"/>
                      </a:cubicBezTo>
                      <a:lnTo>
                        <a:pt x="372339" y="495921"/>
                      </a:lnTo>
                      <a:cubicBezTo>
                        <a:pt x="372339" y="512114"/>
                        <a:pt x="359957" y="524496"/>
                        <a:pt x="343764" y="524496"/>
                      </a:cubicBezTo>
                      <a:lnTo>
                        <a:pt x="191364" y="524496"/>
                      </a:lnTo>
                      <a:cubicBezTo>
                        <a:pt x="175171" y="524496"/>
                        <a:pt x="162789" y="512114"/>
                        <a:pt x="162789" y="495921"/>
                      </a:cubicBezTo>
                      <a:lnTo>
                        <a:pt x="162789" y="305421"/>
                      </a:lnTo>
                      <a:cubicBezTo>
                        <a:pt x="162789" y="289229"/>
                        <a:pt x="175171" y="276846"/>
                        <a:pt x="191364" y="276846"/>
                      </a:cubicBezTo>
                      <a:lnTo>
                        <a:pt x="343764" y="276846"/>
                      </a:lnTo>
                      <a:close/>
                      <a:moveTo>
                        <a:pt x="143739" y="114921"/>
                      </a:moveTo>
                      <a:cubicBezTo>
                        <a:pt x="143739" y="134924"/>
                        <a:pt x="159932" y="152069"/>
                        <a:pt x="179934" y="153021"/>
                      </a:cubicBezTo>
                      <a:lnTo>
                        <a:pt x="181839" y="153021"/>
                      </a:lnTo>
                      <a:lnTo>
                        <a:pt x="353289" y="153021"/>
                      </a:lnTo>
                      <a:cubicBezTo>
                        <a:pt x="373292" y="153021"/>
                        <a:pt x="390436" y="136829"/>
                        <a:pt x="391389" y="116826"/>
                      </a:cubicBezTo>
                      <a:lnTo>
                        <a:pt x="391389" y="114921"/>
                      </a:lnTo>
                      <a:lnTo>
                        <a:pt x="505689" y="114921"/>
                      </a:lnTo>
                      <a:cubicBezTo>
                        <a:pt x="521882" y="114921"/>
                        <a:pt x="534264" y="127304"/>
                        <a:pt x="534264" y="143496"/>
                      </a:cubicBezTo>
                      <a:lnTo>
                        <a:pt x="534264" y="381621"/>
                      </a:lnTo>
                      <a:cubicBezTo>
                        <a:pt x="534264" y="397814"/>
                        <a:pt x="521882" y="410196"/>
                        <a:pt x="505689" y="410196"/>
                      </a:cubicBezTo>
                      <a:lnTo>
                        <a:pt x="391389" y="410196"/>
                      </a:lnTo>
                      <a:lnTo>
                        <a:pt x="391389" y="295896"/>
                      </a:lnTo>
                      <a:cubicBezTo>
                        <a:pt x="391389" y="275894"/>
                        <a:pt x="375196" y="258749"/>
                        <a:pt x="355194" y="257796"/>
                      </a:cubicBezTo>
                      <a:lnTo>
                        <a:pt x="353289" y="257796"/>
                      </a:lnTo>
                      <a:lnTo>
                        <a:pt x="181839" y="257796"/>
                      </a:lnTo>
                      <a:cubicBezTo>
                        <a:pt x="161836" y="257796"/>
                        <a:pt x="144692" y="273989"/>
                        <a:pt x="143739" y="293991"/>
                      </a:cubicBezTo>
                      <a:lnTo>
                        <a:pt x="143739" y="295896"/>
                      </a:lnTo>
                      <a:lnTo>
                        <a:pt x="143739" y="410196"/>
                      </a:lnTo>
                      <a:lnTo>
                        <a:pt x="29439" y="410196"/>
                      </a:lnTo>
                      <a:cubicBezTo>
                        <a:pt x="13246" y="410196"/>
                        <a:pt x="864" y="397814"/>
                        <a:pt x="864" y="381621"/>
                      </a:cubicBezTo>
                      <a:lnTo>
                        <a:pt x="864" y="201599"/>
                      </a:lnTo>
                      <a:cubicBezTo>
                        <a:pt x="864" y="192074"/>
                        <a:pt x="4674" y="182549"/>
                        <a:pt x="11342" y="175881"/>
                      </a:cubicBezTo>
                      <a:lnTo>
                        <a:pt x="56109" y="127304"/>
                      </a:lnTo>
                      <a:cubicBezTo>
                        <a:pt x="63729" y="119684"/>
                        <a:pt x="73254" y="114921"/>
                        <a:pt x="83732" y="114921"/>
                      </a:cubicBezTo>
                      <a:lnTo>
                        <a:pt x="143739" y="114921"/>
                      </a:lnTo>
                      <a:close/>
                      <a:moveTo>
                        <a:pt x="462827" y="172071"/>
                      </a:moveTo>
                      <a:cubicBezTo>
                        <a:pt x="455207" y="172071"/>
                        <a:pt x="448539" y="178739"/>
                        <a:pt x="448539" y="186359"/>
                      </a:cubicBezTo>
                      <a:cubicBezTo>
                        <a:pt x="448539" y="193979"/>
                        <a:pt x="455207" y="200646"/>
                        <a:pt x="462827" y="200646"/>
                      </a:cubicBezTo>
                      <a:cubicBezTo>
                        <a:pt x="470446" y="200646"/>
                        <a:pt x="477114" y="193979"/>
                        <a:pt x="477114" y="186359"/>
                      </a:cubicBezTo>
                      <a:cubicBezTo>
                        <a:pt x="477114" y="178739"/>
                        <a:pt x="470446" y="172071"/>
                        <a:pt x="462827" y="172071"/>
                      </a:cubicBezTo>
                      <a:close/>
                      <a:moveTo>
                        <a:pt x="343764" y="621"/>
                      </a:moveTo>
                      <a:cubicBezTo>
                        <a:pt x="359957" y="621"/>
                        <a:pt x="372339" y="13004"/>
                        <a:pt x="372339" y="29196"/>
                      </a:cubicBezTo>
                      <a:lnTo>
                        <a:pt x="372339" y="105396"/>
                      </a:lnTo>
                      <a:cubicBezTo>
                        <a:pt x="372339" y="121589"/>
                        <a:pt x="359957" y="133971"/>
                        <a:pt x="343764" y="133971"/>
                      </a:cubicBezTo>
                      <a:lnTo>
                        <a:pt x="191364" y="133971"/>
                      </a:lnTo>
                      <a:cubicBezTo>
                        <a:pt x="175171" y="133971"/>
                        <a:pt x="162789" y="121589"/>
                        <a:pt x="162789" y="105396"/>
                      </a:cubicBezTo>
                      <a:lnTo>
                        <a:pt x="162789" y="29196"/>
                      </a:lnTo>
                      <a:cubicBezTo>
                        <a:pt x="162789" y="13004"/>
                        <a:pt x="175171" y="621"/>
                        <a:pt x="191364" y="621"/>
                      </a:cubicBezTo>
                      <a:lnTo>
                        <a:pt x="343764" y="62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cxnSp>
            <p:nvCxnSpPr>
              <p:cNvPr id="32" name="直接连接符 31"/>
              <p:cNvCxnSpPr/>
              <p:nvPr/>
            </p:nvCxnSpPr>
            <p:spPr>
              <a:xfrm flipH="1">
                <a:off x="6113012" y="2828581"/>
                <a:ext cx="1104" cy="494025"/>
              </a:xfrm>
              <a:prstGeom prst="line">
                <a:avLst/>
              </a:prstGeom>
              <a:ln w="31750">
                <a:solidFill>
                  <a:schemeClr val="accent1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/>
            <p:cNvGrpSpPr/>
            <p:nvPr/>
          </p:nvGrpSpPr>
          <p:grpSpPr>
            <a:xfrm>
              <a:off x="7215438" y="2176614"/>
              <a:ext cx="2123830" cy="3957485"/>
              <a:chOff x="7215438" y="2176614"/>
              <a:chExt cx="2123830" cy="3957485"/>
            </a:xfrm>
          </p:grpSpPr>
          <p:grpSp>
            <p:nvGrpSpPr>
              <p:cNvPr id="23" name="组合 22"/>
              <p:cNvGrpSpPr>
                <a:grpSpLocks noChangeAspect="1"/>
              </p:cNvGrpSpPr>
              <p:nvPr/>
            </p:nvGrpSpPr>
            <p:grpSpPr>
              <a:xfrm>
                <a:off x="7215438" y="2176614"/>
                <a:ext cx="2123830" cy="3957485"/>
                <a:chOff x="4841903" y="138857"/>
                <a:chExt cx="2495485" cy="4650020"/>
              </a:xfrm>
            </p:grpSpPr>
            <p:sp>
              <p:nvSpPr>
                <p:cNvPr id="25" name="矩形: 圆角 24"/>
                <p:cNvSpPr/>
                <p:nvPr/>
              </p:nvSpPr>
              <p:spPr>
                <a:xfrm flipH="1">
                  <a:off x="4841906" y="1866483"/>
                  <a:ext cx="2495482" cy="2922394"/>
                </a:xfrm>
                <a:prstGeom prst="round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2">
                          <a:alpha val="0"/>
                        </a:schemeClr>
                      </a:gs>
                      <a:gs pos="100000">
                        <a:schemeClr val="accent2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26" name="文本框 25"/>
                <p:cNvSpPr txBox="1"/>
                <p:nvPr/>
              </p:nvSpPr>
              <p:spPr>
                <a:xfrm>
                  <a:off x="4841904" y="2336988"/>
                  <a:ext cx="2493455" cy="7430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algn="ctr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{vItem.item4}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27" name="文本框 26"/>
                <p:cNvSpPr txBox="1"/>
                <p:nvPr/>
              </p:nvSpPr>
              <p:spPr>
                <a:xfrm>
                  <a:off x="4841903" y="3080035"/>
                  <a:ext cx="2493455" cy="14876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algn="ctr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{vItem.item4_Desc}</a:t>
                  </a:r>
                  <a:endParaRPr kumimoji="0" lang="de-DE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28" name="箭头: V 形 27"/>
                <p:cNvSpPr/>
                <p:nvPr/>
              </p:nvSpPr>
              <p:spPr>
                <a:xfrm>
                  <a:off x="4964795" y="138857"/>
                  <a:ext cx="2249712" cy="710912"/>
                </a:xfrm>
                <a:prstGeom prst="chevron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87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US" altLang="zh-CN" sz="2400" b="1" dirty="0">
                      <a:solidFill>
                        <a:schemeClr val="bg1"/>
                      </a:solidFill>
                    </a:rPr>
                    <a:t>04</a:t>
                  </a:r>
                  <a:endParaRPr lang="zh-CN" altLang="en-US" sz="2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9" name="文本框 28"/>
                <p:cNvSpPr txBox="1">
                  <a:spLocks noChangeAspect="1"/>
                </p:cNvSpPr>
                <p:nvPr/>
              </p:nvSpPr>
              <p:spPr>
                <a:xfrm>
                  <a:off x="5819652" y="1485392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87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 fontScale="77500" lnSpcReduction="20000"/>
                </a:bodyPr>
                <a:lstStyle>
                  <a:defPPr>
                    <a:defRPr lang="en-US"/>
                  </a:defPPr>
                  <a:lvl1pPr algn="ctr">
                    <a:defRPr sz="2400" b="1">
                      <a:solidFill>
                        <a:schemeClr val="bg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30" name="任意多边形: 形状 29"/>
                <p:cNvSpPr/>
                <p:nvPr/>
              </p:nvSpPr>
              <p:spPr>
                <a:xfrm>
                  <a:off x="5976538" y="1660561"/>
                  <a:ext cx="226228" cy="189660"/>
                </a:xfrm>
                <a:custGeom>
                  <a:avLst/>
                  <a:gdLst>
                    <a:gd name="T0" fmla="*/ 2623 w 2768"/>
                    <a:gd name="T1" fmla="*/ 1207 h 2324"/>
                    <a:gd name="T2" fmla="*/ 2529 w 2768"/>
                    <a:gd name="T3" fmla="*/ 2116 h 2324"/>
                    <a:gd name="T4" fmla="*/ 2298 w 2768"/>
                    <a:gd name="T5" fmla="*/ 2324 h 2324"/>
                    <a:gd name="T6" fmla="*/ 470 w 2768"/>
                    <a:gd name="T7" fmla="*/ 2324 h 2324"/>
                    <a:gd name="T8" fmla="*/ 239 w 2768"/>
                    <a:gd name="T9" fmla="*/ 2116 h 2324"/>
                    <a:gd name="T10" fmla="*/ 145 w 2768"/>
                    <a:gd name="T11" fmla="*/ 1207 h 2324"/>
                    <a:gd name="T12" fmla="*/ 170 w 2768"/>
                    <a:gd name="T13" fmla="*/ 1130 h 2324"/>
                    <a:gd name="T14" fmla="*/ 244 w 2768"/>
                    <a:gd name="T15" fmla="*/ 1097 h 2324"/>
                    <a:gd name="T16" fmla="*/ 2524 w 2768"/>
                    <a:gd name="T17" fmla="*/ 1097 h 2324"/>
                    <a:gd name="T18" fmla="*/ 2598 w 2768"/>
                    <a:gd name="T19" fmla="*/ 1130 h 2324"/>
                    <a:gd name="T20" fmla="*/ 2623 w 2768"/>
                    <a:gd name="T21" fmla="*/ 1207 h 2324"/>
                    <a:gd name="T22" fmla="*/ 2762 w 2768"/>
                    <a:gd name="T23" fmla="*/ 588 h 2324"/>
                    <a:gd name="T24" fmla="*/ 2722 w 2768"/>
                    <a:gd name="T25" fmla="*/ 814 h 2324"/>
                    <a:gd name="T26" fmla="*/ 2624 w 2768"/>
                    <a:gd name="T27" fmla="*/ 897 h 2324"/>
                    <a:gd name="T28" fmla="*/ 157 w 2768"/>
                    <a:gd name="T29" fmla="*/ 897 h 2324"/>
                    <a:gd name="T30" fmla="*/ 60 w 2768"/>
                    <a:gd name="T31" fmla="*/ 820 h 2324"/>
                    <a:gd name="T32" fmla="*/ 7 w 2768"/>
                    <a:gd name="T33" fmla="*/ 593 h 2324"/>
                    <a:gd name="T34" fmla="*/ 26 w 2768"/>
                    <a:gd name="T35" fmla="*/ 508 h 2324"/>
                    <a:gd name="T36" fmla="*/ 104 w 2768"/>
                    <a:gd name="T37" fmla="*/ 470 h 2324"/>
                    <a:gd name="T38" fmla="*/ 904 w 2768"/>
                    <a:gd name="T39" fmla="*/ 470 h 2324"/>
                    <a:gd name="T40" fmla="*/ 904 w 2768"/>
                    <a:gd name="T41" fmla="*/ 100 h 2324"/>
                    <a:gd name="T42" fmla="*/ 1004 w 2768"/>
                    <a:gd name="T43" fmla="*/ 0 h 2324"/>
                    <a:gd name="T44" fmla="*/ 1764 w 2768"/>
                    <a:gd name="T45" fmla="*/ 0 h 2324"/>
                    <a:gd name="T46" fmla="*/ 1864 w 2768"/>
                    <a:gd name="T47" fmla="*/ 100 h 2324"/>
                    <a:gd name="T48" fmla="*/ 1864 w 2768"/>
                    <a:gd name="T49" fmla="*/ 470 h 2324"/>
                    <a:gd name="T50" fmla="*/ 2664 w 2768"/>
                    <a:gd name="T51" fmla="*/ 470 h 2324"/>
                    <a:gd name="T52" fmla="*/ 2741 w 2768"/>
                    <a:gd name="T53" fmla="*/ 506 h 2324"/>
                    <a:gd name="T54" fmla="*/ 2762 w 2768"/>
                    <a:gd name="T55" fmla="*/ 588 h 2324"/>
                    <a:gd name="T56" fmla="*/ 1104 w 2768"/>
                    <a:gd name="T57" fmla="*/ 470 h 2324"/>
                    <a:gd name="T58" fmla="*/ 1664 w 2768"/>
                    <a:gd name="T59" fmla="*/ 470 h 2324"/>
                    <a:gd name="T60" fmla="*/ 1664 w 2768"/>
                    <a:gd name="T61" fmla="*/ 200 h 2324"/>
                    <a:gd name="T62" fmla="*/ 1104 w 2768"/>
                    <a:gd name="T63" fmla="*/ 200 h 2324"/>
                    <a:gd name="T64" fmla="*/ 1104 w 2768"/>
                    <a:gd name="T65" fmla="*/ 470 h 23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768" h="2324">
                      <a:moveTo>
                        <a:pt x="2623" y="1207"/>
                      </a:moveTo>
                      <a:lnTo>
                        <a:pt x="2529" y="2116"/>
                      </a:lnTo>
                      <a:cubicBezTo>
                        <a:pt x="2517" y="2234"/>
                        <a:pt x="2418" y="2324"/>
                        <a:pt x="2298" y="2324"/>
                      </a:cubicBezTo>
                      <a:lnTo>
                        <a:pt x="470" y="2324"/>
                      </a:lnTo>
                      <a:cubicBezTo>
                        <a:pt x="350" y="2324"/>
                        <a:pt x="251" y="2234"/>
                        <a:pt x="239" y="2116"/>
                      </a:cubicBezTo>
                      <a:lnTo>
                        <a:pt x="145" y="1207"/>
                      </a:lnTo>
                      <a:cubicBezTo>
                        <a:pt x="142" y="1179"/>
                        <a:pt x="151" y="1151"/>
                        <a:pt x="170" y="1130"/>
                      </a:cubicBezTo>
                      <a:cubicBezTo>
                        <a:pt x="189" y="1109"/>
                        <a:pt x="216" y="1097"/>
                        <a:pt x="244" y="1097"/>
                      </a:cubicBezTo>
                      <a:lnTo>
                        <a:pt x="2524" y="1097"/>
                      </a:lnTo>
                      <a:cubicBezTo>
                        <a:pt x="2552" y="1097"/>
                        <a:pt x="2579" y="1109"/>
                        <a:pt x="2598" y="1130"/>
                      </a:cubicBezTo>
                      <a:cubicBezTo>
                        <a:pt x="2617" y="1151"/>
                        <a:pt x="2626" y="1179"/>
                        <a:pt x="2623" y="1207"/>
                      </a:cubicBezTo>
                      <a:close/>
                      <a:moveTo>
                        <a:pt x="2762" y="588"/>
                      </a:moveTo>
                      <a:lnTo>
                        <a:pt x="2722" y="814"/>
                      </a:lnTo>
                      <a:cubicBezTo>
                        <a:pt x="2714" y="862"/>
                        <a:pt x="2673" y="897"/>
                        <a:pt x="2624" y="897"/>
                      </a:cubicBezTo>
                      <a:lnTo>
                        <a:pt x="157" y="897"/>
                      </a:lnTo>
                      <a:cubicBezTo>
                        <a:pt x="111" y="897"/>
                        <a:pt x="71" y="865"/>
                        <a:pt x="60" y="820"/>
                      </a:cubicBezTo>
                      <a:lnTo>
                        <a:pt x="7" y="593"/>
                      </a:lnTo>
                      <a:cubicBezTo>
                        <a:pt x="0" y="564"/>
                        <a:pt x="7" y="532"/>
                        <a:pt x="26" y="508"/>
                      </a:cubicBezTo>
                      <a:cubicBezTo>
                        <a:pt x="45" y="484"/>
                        <a:pt x="73" y="470"/>
                        <a:pt x="104" y="470"/>
                      </a:cubicBezTo>
                      <a:lnTo>
                        <a:pt x="904" y="470"/>
                      </a:lnTo>
                      <a:lnTo>
                        <a:pt x="904" y="100"/>
                      </a:lnTo>
                      <a:cubicBezTo>
                        <a:pt x="904" y="45"/>
                        <a:pt x="949" y="0"/>
                        <a:pt x="1004" y="0"/>
                      </a:cubicBezTo>
                      <a:lnTo>
                        <a:pt x="1764" y="0"/>
                      </a:lnTo>
                      <a:cubicBezTo>
                        <a:pt x="1819" y="0"/>
                        <a:pt x="1864" y="45"/>
                        <a:pt x="1864" y="100"/>
                      </a:cubicBezTo>
                      <a:lnTo>
                        <a:pt x="1864" y="470"/>
                      </a:lnTo>
                      <a:lnTo>
                        <a:pt x="2664" y="470"/>
                      </a:lnTo>
                      <a:cubicBezTo>
                        <a:pt x="2694" y="470"/>
                        <a:pt x="2722" y="483"/>
                        <a:pt x="2741" y="506"/>
                      </a:cubicBezTo>
                      <a:cubicBezTo>
                        <a:pt x="2760" y="529"/>
                        <a:pt x="2768" y="559"/>
                        <a:pt x="2762" y="588"/>
                      </a:cubicBezTo>
                      <a:close/>
                      <a:moveTo>
                        <a:pt x="1104" y="470"/>
                      </a:moveTo>
                      <a:lnTo>
                        <a:pt x="1664" y="470"/>
                      </a:lnTo>
                      <a:lnTo>
                        <a:pt x="1664" y="200"/>
                      </a:lnTo>
                      <a:lnTo>
                        <a:pt x="1104" y="200"/>
                      </a:lnTo>
                      <a:lnTo>
                        <a:pt x="1104" y="47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cxnSp>
            <p:nvCxnSpPr>
              <p:cNvPr id="24" name="直接连接符 23"/>
              <p:cNvCxnSpPr/>
              <p:nvPr/>
            </p:nvCxnSpPr>
            <p:spPr>
              <a:xfrm flipH="1">
                <a:off x="8285863" y="2828581"/>
                <a:ext cx="1104" cy="494025"/>
              </a:xfrm>
              <a:prstGeom prst="line">
                <a:avLst/>
              </a:prstGeom>
              <a:ln w="31750">
                <a:solidFill>
                  <a:schemeClr val="accent2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组合 12"/>
            <p:cNvGrpSpPr/>
            <p:nvPr/>
          </p:nvGrpSpPr>
          <p:grpSpPr>
            <a:xfrm>
              <a:off x="9396798" y="2176614"/>
              <a:ext cx="2123830" cy="3957485"/>
              <a:chOff x="9396798" y="2176614"/>
              <a:chExt cx="2123830" cy="3957485"/>
            </a:xfrm>
          </p:grpSpPr>
          <p:grpSp>
            <p:nvGrpSpPr>
              <p:cNvPr id="15" name="组合 14"/>
              <p:cNvGrpSpPr>
                <a:grpSpLocks noChangeAspect="1"/>
              </p:cNvGrpSpPr>
              <p:nvPr/>
            </p:nvGrpSpPr>
            <p:grpSpPr>
              <a:xfrm>
                <a:off x="9396798" y="2176614"/>
                <a:ext cx="2123830" cy="3957485"/>
                <a:chOff x="4841903" y="138857"/>
                <a:chExt cx="2495485" cy="4650020"/>
              </a:xfrm>
            </p:grpSpPr>
            <p:sp>
              <p:nvSpPr>
                <p:cNvPr id="17" name="矩形: 圆角 16"/>
                <p:cNvSpPr/>
                <p:nvPr/>
              </p:nvSpPr>
              <p:spPr>
                <a:xfrm flipH="1">
                  <a:off x="4841906" y="1866483"/>
                  <a:ext cx="2495482" cy="2922394"/>
                </a:xfrm>
                <a:prstGeom prst="round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18" name="文本框 17"/>
                <p:cNvSpPr txBox="1"/>
                <p:nvPr/>
              </p:nvSpPr>
              <p:spPr>
                <a:xfrm>
                  <a:off x="4841904" y="2336988"/>
                  <a:ext cx="2493455" cy="7430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algn="ctr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{vItem.item5}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19" name="文本框 18"/>
                <p:cNvSpPr txBox="1"/>
                <p:nvPr/>
              </p:nvSpPr>
              <p:spPr>
                <a:xfrm>
                  <a:off x="4841903" y="3080035"/>
                  <a:ext cx="2493455" cy="14876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algn="ctr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{vItem.item5_Desc}</a:t>
                  </a:r>
                  <a:endParaRPr kumimoji="0" lang="de-DE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20" name="箭头: V 形 19"/>
                <p:cNvSpPr/>
                <p:nvPr/>
              </p:nvSpPr>
              <p:spPr>
                <a:xfrm>
                  <a:off x="4962200" y="138857"/>
                  <a:ext cx="2254901" cy="710912"/>
                </a:xfrm>
                <a:prstGeom prst="chevron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US" altLang="zh-CN" sz="2400" b="1" dirty="0">
                      <a:solidFill>
                        <a:schemeClr val="bg1"/>
                      </a:solidFill>
                    </a:rPr>
                    <a:t>05</a:t>
                  </a:r>
                  <a:endParaRPr lang="zh-CN" altLang="en-US" sz="2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1" name="文本框 20"/>
                <p:cNvSpPr txBox="1">
                  <a:spLocks noChangeAspect="1"/>
                </p:cNvSpPr>
                <p:nvPr/>
              </p:nvSpPr>
              <p:spPr>
                <a:xfrm>
                  <a:off x="5819652" y="1485392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 fontScale="77500" lnSpcReduction="20000"/>
                </a:bodyPr>
                <a:lstStyle>
                  <a:defPPr>
                    <a:defRPr lang="en-US"/>
                  </a:defPPr>
                  <a:lvl1pPr algn="ctr">
                    <a:defRPr sz="2400" b="1">
                      <a:solidFill>
                        <a:schemeClr val="bg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22" name="任意多边形: 形状 21"/>
                <p:cNvSpPr/>
                <p:nvPr/>
              </p:nvSpPr>
              <p:spPr>
                <a:xfrm>
                  <a:off x="5976538" y="1660561"/>
                  <a:ext cx="226228" cy="189660"/>
                </a:xfrm>
                <a:custGeom>
                  <a:avLst/>
                  <a:gdLst>
                    <a:gd name="T0" fmla="*/ 2623 w 2768"/>
                    <a:gd name="T1" fmla="*/ 1207 h 2324"/>
                    <a:gd name="T2" fmla="*/ 2529 w 2768"/>
                    <a:gd name="T3" fmla="*/ 2116 h 2324"/>
                    <a:gd name="T4" fmla="*/ 2298 w 2768"/>
                    <a:gd name="T5" fmla="*/ 2324 h 2324"/>
                    <a:gd name="T6" fmla="*/ 470 w 2768"/>
                    <a:gd name="T7" fmla="*/ 2324 h 2324"/>
                    <a:gd name="T8" fmla="*/ 239 w 2768"/>
                    <a:gd name="T9" fmla="*/ 2116 h 2324"/>
                    <a:gd name="T10" fmla="*/ 145 w 2768"/>
                    <a:gd name="T11" fmla="*/ 1207 h 2324"/>
                    <a:gd name="T12" fmla="*/ 170 w 2768"/>
                    <a:gd name="T13" fmla="*/ 1130 h 2324"/>
                    <a:gd name="T14" fmla="*/ 244 w 2768"/>
                    <a:gd name="T15" fmla="*/ 1097 h 2324"/>
                    <a:gd name="T16" fmla="*/ 2524 w 2768"/>
                    <a:gd name="T17" fmla="*/ 1097 h 2324"/>
                    <a:gd name="T18" fmla="*/ 2598 w 2768"/>
                    <a:gd name="T19" fmla="*/ 1130 h 2324"/>
                    <a:gd name="T20" fmla="*/ 2623 w 2768"/>
                    <a:gd name="T21" fmla="*/ 1207 h 2324"/>
                    <a:gd name="T22" fmla="*/ 2762 w 2768"/>
                    <a:gd name="T23" fmla="*/ 588 h 2324"/>
                    <a:gd name="T24" fmla="*/ 2722 w 2768"/>
                    <a:gd name="T25" fmla="*/ 814 h 2324"/>
                    <a:gd name="T26" fmla="*/ 2624 w 2768"/>
                    <a:gd name="T27" fmla="*/ 897 h 2324"/>
                    <a:gd name="T28" fmla="*/ 157 w 2768"/>
                    <a:gd name="T29" fmla="*/ 897 h 2324"/>
                    <a:gd name="T30" fmla="*/ 60 w 2768"/>
                    <a:gd name="T31" fmla="*/ 820 h 2324"/>
                    <a:gd name="T32" fmla="*/ 7 w 2768"/>
                    <a:gd name="T33" fmla="*/ 593 h 2324"/>
                    <a:gd name="T34" fmla="*/ 26 w 2768"/>
                    <a:gd name="T35" fmla="*/ 508 h 2324"/>
                    <a:gd name="T36" fmla="*/ 104 w 2768"/>
                    <a:gd name="T37" fmla="*/ 470 h 2324"/>
                    <a:gd name="T38" fmla="*/ 904 w 2768"/>
                    <a:gd name="T39" fmla="*/ 470 h 2324"/>
                    <a:gd name="T40" fmla="*/ 904 w 2768"/>
                    <a:gd name="T41" fmla="*/ 100 h 2324"/>
                    <a:gd name="T42" fmla="*/ 1004 w 2768"/>
                    <a:gd name="T43" fmla="*/ 0 h 2324"/>
                    <a:gd name="T44" fmla="*/ 1764 w 2768"/>
                    <a:gd name="T45" fmla="*/ 0 h 2324"/>
                    <a:gd name="T46" fmla="*/ 1864 w 2768"/>
                    <a:gd name="T47" fmla="*/ 100 h 2324"/>
                    <a:gd name="T48" fmla="*/ 1864 w 2768"/>
                    <a:gd name="T49" fmla="*/ 470 h 2324"/>
                    <a:gd name="T50" fmla="*/ 2664 w 2768"/>
                    <a:gd name="T51" fmla="*/ 470 h 2324"/>
                    <a:gd name="T52" fmla="*/ 2741 w 2768"/>
                    <a:gd name="T53" fmla="*/ 506 h 2324"/>
                    <a:gd name="T54" fmla="*/ 2762 w 2768"/>
                    <a:gd name="T55" fmla="*/ 588 h 2324"/>
                    <a:gd name="T56" fmla="*/ 1104 w 2768"/>
                    <a:gd name="T57" fmla="*/ 470 h 2324"/>
                    <a:gd name="T58" fmla="*/ 1664 w 2768"/>
                    <a:gd name="T59" fmla="*/ 470 h 2324"/>
                    <a:gd name="T60" fmla="*/ 1664 w 2768"/>
                    <a:gd name="T61" fmla="*/ 200 h 2324"/>
                    <a:gd name="T62" fmla="*/ 1104 w 2768"/>
                    <a:gd name="T63" fmla="*/ 200 h 2324"/>
                    <a:gd name="T64" fmla="*/ 1104 w 2768"/>
                    <a:gd name="T65" fmla="*/ 470 h 23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768" h="2324">
                      <a:moveTo>
                        <a:pt x="2623" y="1207"/>
                      </a:moveTo>
                      <a:lnTo>
                        <a:pt x="2529" y="2116"/>
                      </a:lnTo>
                      <a:cubicBezTo>
                        <a:pt x="2517" y="2234"/>
                        <a:pt x="2418" y="2324"/>
                        <a:pt x="2298" y="2324"/>
                      </a:cubicBezTo>
                      <a:lnTo>
                        <a:pt x="470" y="2324"/>
                      </a:lnTo>
                      <a:cubicBezTo>
                        <a:pt x="350" y="2324"/>
                        <a:pt x="251" y="2234"/>
                        <a:pt x="239" y="2116"/>
                      </a:cubicBezTo>
                      <a:lnTo>
                        <a:pt x="145" y="1207"/>
                      </a:lnTo>
                      <a:cubicBezTo>
                        <a:pt x="142" y="1179"/>
                        <a:pt x="151" y="1151"/>
                        <a:pt x="170" y="1130"/>
                      </a:cubicBezTo>
                      <a:cubicBezTo>
                        <a:pt x="189" y="1109"/>
                        <a:pt x="216" y="1097"/>
                        <a:pt x="244" y="1097"/>
                      </a:cubicBezTo>
                      <a:lnTo>
                        <a:pt x="2524" y="1097"/>
                      </a:lnTo>
                      <a:cubicBezTo>
                        <a:pt x="2552" y="1097"/>
                        <a:pt x="2579" y="1109"/>
                        <a:pt x="2598" y="1130"/>
                      </a:cubicBezTo>
                      <a:cubicBezTo>
                        <a:pt x="2617" y="1151"/>
                        <a:pt x="2626" y="1179"/>
                        <a:pt x="2623" y="1207"/>
                      </a:cubicBezTo>
                      <a:close/>
                      <a:moveTo>
                        <a:pt x="2762" y="588"/>
                      </a:moveTo>
                      <a:lnTo>
                        <a:pt x="2722" y="814"/>
                      </a:lnTo>
                      <a:cubicBezTo>
                        <a:pt x="2714" y="862"/>
                        <a:pt x="2673" y="897"/>
                        <a:pt x="2624" y="897"/>
                      </a:cubicBezTo>
                      <a:lnTo>
                        <a:pt x="157" y="897"/>
                      </a:lnTo>
                      <a:cubicBezTo>
                        <a:pt x="111" y="897"/>
                        <a:pt x="71" y="865"/>
                        <a:pt x="60" y="820"/>
                      </a:cubicBezTo>
                      <a:lnTo>
                        <a:pt x="7" y="593"/>
                      </a:lnTo>
                      <a:cubicBezTo>
                        <a:pt x="0" y="564"/>
                        <a:pt x="7" y="532"/>
                        <a:pt x="26" y="508"/>
                      </a:cubicBezTo>
                      <a:cubicBezTo>
                        <a:pt x="45" y="484"/>
                        <a:pt x="73" y="470"/>
                        <a:pt x="104" y="470"/>
                      </a:cubicBezTo>
                      <a:lnTo>
                        <a:pt x="904" y="470"/>
                      </a:lnTo>
                      <a:lnTo>
                        <a:pt x="904" y="100"/>
                      </a:lnTo>
                      <a:cubicBezTo>
                        <a:pt x="904" y="45"/>
                        <a:pt x="949" y="0"/>
                        <a:pt x="1004" y="0"/>
                      </a:cubicBezTo>
                      <a:lnTo>
                        <a:pt x="1764" y="0"/>
                      </a:lnTo>
                      <a:cubicBezTo>
                        <a:pt x="1819" y="0"/>
                        <a:pt x="1864" y="45"/>
                        <a:pt x="1864" y="100"/>
                      </a:cubicBezTo>
                      <a:lnTo>
                        <a:pt x="1864" y="470"/>
                      </a:lnTo>
                      <a:lnTo>
                        <a:pt x="2664" y="470"/>
                      </a:lnTo>
                      <a:cubicBezTo>
                        <a:pt x="2694" y="470"/>
                        <a:pt x="2722" y="483"/>
                        <a:pt x="2741" y="506"/>
                      </a:cubicBezTo>
                      <a:cubicBezTo>
                        <a:pt x="2760" y="529"/>
                        <a:pt x="2768" y="559"/>
                        <a:pt x="2762" y="588"/>
                      </a:cubicBezTo>
                      <a:close/>
                      <a:moveTo>
                        <a:pt x="1104" y="470"/>
                      </a:moveTo>
                      <a:lnTo>
                        <a:pt x="1664" y="470"/>
                      </a:lnTo>
                      <a:lnTo>
                        <a:pt x="1664" y="200"/>
                      </a:lnTo>
                      <a:lnTo>
                        <a:pt x="1104" y="200"/>
                      </a:lnTo>
                      <a:lnTo>
                        <a:pt x="1104" y="47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cxnSp>
            <p:nvCxnSpPr>
              <p:cNvPr id="16" name="直接连接符 15"/>
              <p:cNvCxnSpPr/>
              <p:nvPr/>
            </p:nvCxnSpPr>
            <p:spPr>
              <a:xfrm flipH="1">
                <a:off x="10458715" y="2828581"/>
                <a:ext cx="3" cy="494025"/>
              </a:xfrm>
              <a:prstGeom prst="line">
                <a:avLst/>
              </a:prstGeom>
              <a:ln w="31750">
                <a:solidFill>
                  <a:schemeClr val="accent1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文本框 2"/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progress2-5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9CE7C16-634D-2CE1-9A1C-607D2A261F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组合 50"/>
          <p:cNvGrpSpPr/>
          <p:nvPr>
            <p:custDataLst>
              <p:tags r:id="rId1"/>
            </p:custDataLst>
          </p:nvPr>
        </p:nvGrpSpPr>
        <p:grpSpPr>
          <a:xfrm>
            <a:off x="660400" y="1740740"/>
            <a:ext cx="10872922" cy="3746631"/>
            <a:chOff x="660400" y="1740740"/>
            <a:chExt cx="10872922" cy="3746631"/>
          </a:xfrm>
        </p:grpSpPr>
        <p:grpSp>
          <p:nvGrpSpPr>
            <p:cNvPr id="25" name="组合 24"/>
            <p:cNvGrpSpPr/>
            <p:nvPr/>
          </p:nvGrpSpPr>
          <p:grpSpPr>
            <a:xfrm>
              <a:off x="660400" y="1740740"/>
              <a:ext cx="10872922" cy="758330"/>
              <a:chOff x="645979" y="1742511"/>
              <a:chExt cx="10872922" cy="655778"/>
            </a:xfrm>
          </p:grpSpPr>
          <p:sp>
            <p:nvSpPr>
              <p:cNvPr id="46" name="矩形: 圆角 45"/>
              <p:cNvSpPr/>
              <p:nvPr/>
            </p:nvSpPr>
            <p:spPr>
              <a:xfrm>
                <a:off x="728030" y="1796059"/>
                <a:ext cx="10790871" cy="60223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alpha val="20000"/>
                    </a:schemeClr>
                  </a:gs>
                  <a:gs pos="88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108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矩形: 圆角 46"/>
              <p:cNvSpPr/>
              <p:nvPr>
                <p:custDataLst>
                  <p:tags r:id="rId8"/>
                </p:custDataLst>
              </p:nvPr>
            </p:nvSpPr>
            <p:spPr>
              <a:xfrm>
                <a:off x="645979" y="1742511"/>
                <a:ext cx="588462" cy="490557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rmAutofit fontScale="85000"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000" b="1">
                    <a:solidFill>
                      <a:srgbClr val="FFFFFF"/>
                    </a:solidFill>
                  </a:rPr>
                  <a:t>01</a:t>
                </a:r>
                <a:endParaRPr lang="zh-CN" altLang="en-US" sz="3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" name="文本框 4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1569028" y="1796058"/>
                <a:ext cx="2182430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b="1" dirty="0"/>
                  <a:t>{vItem.item1}</a:t>
                </a:r>
                <a:endParaRPr lang="zh-CN" altLang="en-US" b="1" dirty="0"/>
              </a:p>
            </p:txBody>
          </p:sp>
          <p:sp>
            <p:nvSpPr>
              <p:cNvPr id="49" name="文本框 48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4133090" y="1796058"/>
                <a:ext cx="4307454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660400" y="3234891"/>
              <a:ext cx="10872922" cy="758330"/>
              <a:chOff x="645979" y="2489673"/>
              <a:chExt cx="10872922" cy="655778"/>
            </a:xfrm>
          </p:grpSpPr>
          <p:sp>
            <p:nvSpPr>
              <p:cNvPr id="42" name="矩形: 圆角 41"/>
              <p:cNvSpPr/>
              <p:nvPr/>
            </p:nvSpPr>
            <p:spPr>
              <a:xfrm>
                <a:off x="728030" y="2543221"/>
                <a:ext cx="10790871" cy="60223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2">
                      <a:alpha val="20000"/>
                    </a:schemeClr>
                  </a:gs>
                  <a:gs pos="88000">
                    <a:schemeClr val="bg1">
                      <a:alpha val="0"/>
                    </a:schemeClr>
                  </a:gs>
                </a:gsLst>
                <a:lin ang="5400000" scaled="0"/>
                <a:tileRect/>
              </a:gradFill>
              <a:ln w="127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108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zh-CN" altLang="en-US"/>
              </a:p>
            </p:txBody>
          </p:sp>
          <p:sp>
            <p:nvSpPr>
              <p:cNvPr id="43" name="矩形: 圆角 42"/>
              <p:cNvSpPr/>
              <p:nvPr>
                <p:custDataLst>
                  <p:tags r:id="rId5"/>
                </p:custDataLst>
              </p:nvPr>
            </p:nvSpPr>
            <p:spPr>
              <a:xfrm>
                <a:off x="645979" y="2489673"/>
                <a:ext cx="588462" cy="490557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rmAutofit fontScale="85000"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000" b="1">
                    <a:solidFill>
                      <a:srgbClr val="FFFFFF"/>
                    </a:solidFill>
                  </a:rPr>
                  <a:t>02</a:t>
                </a:r>
                <a:endParaRPr lang="zh-CN" altLang="en-US" sz="3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" name="文本框 43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569028" y="2543220"/>
                <a:ext cx="2182430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b="1" dirty="0"/>
                  <a:t>{vItem.item2}</a:t>
                </a:r>
                <a:endParaRPr lang="zh-CN" altLang="en-US" b="1" dirty="0"/>
              </a:p>
            </p:txBody>
          </p:sp>
          <p:sp>
            <p:nvSpPr>
              <p:cNvPr id="45" name="文本框 44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133090" y="2543220"/>
                <a:ext cx="4307454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{vItem.item2_Desc}</a:t>
                </a: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660400" y="4729041"/>
              <a:ext cx="10872922" cy="758330"/>
              <a:chOff x="645979" y="3236835"/>
              <a:chExt cx="10872922" cy="655778"/>
            </a:xfrm>
          </p:grpSpPr>
          <p:sp>
            <p:nvSpPr>
              <p:cNvPr id="38" name="矩形: 圆角 37"/>
              <p:cNvSpPr/>
              <p:nvPr/>
            </p:nvSpPr>
            <p:spPr>
              <a:xfrm>
                <a:off x="728030" y="3290383"/>
                <a:ext cx="10790871" cy="60223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alpha val="20000"/>
                    </a:schemeClr>
                  </a:gs>
                  <a:gs pos="88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108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: 圆角 38"/>
              <p:cNvSpPr/>
              <p:nvPr>
                <p:custDataLst>
                  <p:tags r:id="rId2"/>
                </p:custDataLst>
              </p:nvPr>
            </p:nvSpPr>
            <p:spPr>
              <a:xfrm>
                <a:off x="645979" y="3236835"/>
                <a:ext cx="588462" cy="490557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rmAutofit fontScale="85000"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000" b="1">
                    <a:solidFill>
                      <a:srgbClr val="FFFFFF"/>
                    </a:solidFill>
                  </a:rPr>
                  <a:t>03</a:t>
                </a:r>
                <a:endParaRPr lang="zh-CN" altLang="en-US" sz="3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" name="文本框 39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569028" y="3290382"/>
                <a:ext cx="2182430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b="1" dirty="0"/>
                  <a:t>{vItem.item3}</a:t>
                </a:r>
                <a:endParaRPr lang="zh-CN" altLang="en-US" b="1" dirty="0"/>
              </a:p>
            </p:txBody>
          </p:sp>
          <p:sp>
            <p:nvSpPr>
              <p:cNvPr id="41" name="文本框 40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4133090" y="3290382"/>
                <a:ext cx="4307454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{vItem.item3_Desc}</a:t>
                </a:r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8664297" y="1384309"/>
            <a:ext cx="3250657" cy="4421226"/>
            <a:chOff x="9681572" y="3676581"/>
            <a:chExt cx="2166532" cy="2946705"/>
          </a:xfrm>
        </p:grpSpPr>
        <p:sp>
          <p:nvSpPr>
            <p:cNvPr id="7" name="任意多边形: 形状 6"/>
            <p:cNvSpPr/>
            <p:nvPr/>
          </p:nvSpPr>
          <p:spPr>
            <a:xfrm rot="20113492">
              <a:off x="9728670" y="4647666"/>
              <a:ext cx="1417314" cy="1786784"/>
            </a:xfrm>
            <a:custGeom>
              <a:avLst/>
              <a:gdLst>
                <a:gd name="connsiteX0" fmla="*/ 1237459 w 1417314"/>
                <a:gd name="connsiteY0" fmla="*/ -9 h 1786784"/>
                <a:gd name="connsiteX1" fmla="*/ 1417318 w 1417314"/>
                <a:gd name="connsiteY1" fmla="*/ -9 h 1786784"/>
                <a:gd name="connsiteX2" fmla="*/ 1417318 w 1417314"/>
                <a:gd name="connsiteY2" fmla="*/ 1786775 h 1786784"/>
                <a:gd name="connsiteX3" fmla="*/ 1237459 w 1417314"/>
                <a:gd name="connsiteY3" fmla="*/ 1786775 h 1786784"/>
                <a:gd name="connsiteX4" fmla="*/ 179864 w 1417314"/>
                <a:gd name="connsiteY4" fmla="*/ 1786775 h 1786784"/>
                <a:gd name="connsiteX5" fmla="*/ 4 w 1417314"/>
                <a:gd name="connsiteY5" fmla="*/ 1786775 h 1786784"/>
                <a:gd name="connsiteX6" fmla="*/ 4 w 1417314"/>
                <a:gd name="connsiteY6" fmla="*/ -9 h 1786784"/>
                <a:gd name="connsiteX7" fmla="*/ 179864 w 1417314"/>
                <a:gd name="connsiteY7" fmla="*/ -9 h 178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7314" h="1786784">
                  <a:moveTo>
                    <a:pt x="1237459" y="-9"/>
                  </a:moveTo>
                  <a:cubicBezTo>
                    <a:pt x="1336792" y="-9"/>
                    <a:pt x="1417318" y="-9"/>
                    <a:pt x="1417318" y="-9"/>
                  </a:cubicBezTo>
                  <a:lnTo>
                    <a:pt x="1417318" y="1786775"/>
                  </a:lnTo>
                  <a:cubicBezTo>
                    <a:pt x="1417318" y="1786775"/>
                    <a:pt x="1336793" y="1786775"/>
                    <a:pt x="1237459" y="1786775"/>
                  </a:cubicBezTo>
                  <a:lnTo>
                    <a:pt x="179864" y="1786775"/>
                  </a:lnTo>
                  <a:cubicBezTo>
                    <a:pt x="80530" y="1786775"/>
                    <a:pt x="4" y="1786775"/>
                    <a:pt x="4" y="1786775"/>
                  </a:cubicBezTo>
                  <a:lnTo>
                    <a:pt x="4" y="-9"/>
                  </a:lnTo>
                  <a:cubicBezTo>
                    <a:pt x="4" y="-9"/>
                    <a:pt x="80530" y="-9"/>
                    <a:pt x="179864" y="-9"/>
                  </a:cubicBezTo>
                  <a:close/>
                </a:path>
              </a:pathLst>
            </a:custGeom>
            <a:solidFill>
              <a:srgbClr val="000000"/>
            </a:solidFill>
            <a:ln w="108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 rot="20098199">
              <a:off x="9722586" y="4618758"/>
              <a:ext cx="1414135" cy="1782776"/>
            </a:xfrm>
            <a:custGeom>
              <a:avLst/>
              <a:gdLst>
                <a:gd name="connsiteX0" fmla="*/ 1234684 w 1414135"/>
                <a:gd name="connsiteY0" fmla="*/ -10 h 1782776"/>
                <a:gd name="connsiteX1" fmla="*/ 1414140 w 1414135"/>
                <a:gd name="connsiteY1" fmla="*/ -10 h 1782776"/>
                <a:gd name="connsiteX2" fmla="*/ 1414140 w 1414135"/>
                <a:gd name="connsiteY2" fmla="*/ 1782767 h 1782776"/>
                <a:gd name="connsiteX3" fmla="*/ 1234684 w 1414135"/>
                <a:gd name="connsiteY3" fmla="*/ 1782767 h 1782776"/>
                <a:gd name="connsiteX4" fmla="*/ 179460 w 1414135"/>
                <a:gd name="connsiteY4" fmla="*/ 1782767 h 1782776"/>
                <a:gd name="connsiteX5" fmla="*/ 4 w 1414135"/>
                <a:gd name="connsiteY5" fmla="*/ 1782767 h 1782776"/>
                <a:gd name="connsiteX6" fmla="*/ 4 w 1414135"/>
                <a:gd name="connsiteY6" fmla="*/ -10 h 1782776"/>
                <a:gd name="connsiteX7" fmla="*/ 179460 w 1414135"/>
                <a:gd name="connsiteY7" fmla="*/ -10 h 1782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4135" h="1782776">
                  <a:moveTo>
                    <a:pt x="1234684" y="-10"/>
                  </a:moveTo>
                  <a:cubicBezTo>
                    <a:pt x="1333795" y="-10"/>
                    <a:pt x="1414140" y="-10"/>
                    <a:pt x="1414140" y="-10"/>
                  </a:cubicBezTo>
                  <a:lnTo>
                    <a:pt x="1414140" y="1782767"/>
                  </a:lnTo>
                  <a:cubicBezTo>
                    <a:pt x="1414140" y="1782767"/>
                    <a:pt x="1333795" y="1782767"/>
                    <a:pt x="1234684" y="1782767"/>
                  </a:cubicBezTo>
                  <a:lnTo>
                    <a:pt x="179460" y="1782767"/>
                  </a:lnTo>
                  <a:cubicBezTo>
                    <a:pt x="80350" y="1782767"/>
                    <a:pt x="4" y="1782767"/>
                    <a:pt x="4" y="1782767"/>
                  </a:cubicBezTo>
                  <a:lnTo>
                    <a:pt x="4" y="-10"/>
                  </a:lnTo>
                  <a:cubicBezTo>
                    <a:pt x="4" y="-10"/>
                    <a:pt x="80350" y="-10"/>
                    <a:pt x="179460" y="-10"/>
                  </a:cubicBezTo>
                  <a:close/>
                </a:path>
              </a:pathLst>
            </a:custGeom>
            <a:solidFill>
              <a:schemeClr val="accent1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9681572" y="4742803"/>
              <a:ext cx="1495972" cy="1535214"/>
            </a:xfrm>
            <a:custGeom>
              <a:avLst/>
              <a:gdLst>
                <a:gd name="connsiteX0" fmla="*/ 4 w 1495972"/>
                <a:gd name="connsiteY0" fmla="*/ 464846 h 1535214"/>
                <a:gd name="connsiteX1" fmla="*/ 996202 w 1495972"/>
                <a:gd name="connsiteY1" fmla="*/ -10 h 1535214"/>
                <a:gd name="connsiteX2" fmla="*/ 83246 w 1495972"/>
                <a:gd name="connsiteY2" fmla="*/ 643221 h 1535214"/>
                <a:gd name="connsiteX3" fmla="*/ 1079552 w 1495972"/>
                <a:gd name="connsiteY3" fmla="*/ 178365 h 1535214"/>
                <a:gd name="connsiteX4" fmla="*/ 166596 w 1495972"/>
                <a:gd name="connsiteY4" fmla="*/ 821596 h 1535214"/>
                <a:gd name="connsiteX5" fmla="*/ 1162793 w 1495972"/>
                <a:gd name="connsiteY5" fmla="*/ 356740 h 1535214"/>
                <a:gd name="connsiteX6" fmla="*/ 249838 w 1495972"/>
                <a:gd name="connsiteY6" fmla="*/ 999971 h 1535214"/>
                <a:gd name="connsiteX7" fmla="*/ 1246035 w 1495972"/>
                <a:gd name="connsiteY7" fmla="*/ 535115 h 1535214"/>
                <a:gd name="connsiteX8" fmla="*/ 333620 w 1495972"/>
                <a:gd name="connsiteY8" fmla="*/ 1178455 h 1535214"/>
                <a:gd name="connsiteX9" fmla="*/ 1329926 w 1495972"/>
                <a:gd name="connsiteY9" fmla="*/ 713598 h 1535214"/>
                <a:gd name="connsiteX10" fmla="*/ 416429 w 1495972"/>
                <a:gd name="connsiteY10" fmla="*/ 1356722 h 1535214"/>
                <a:gd name="connsiteX11" fmla="*/ 1412627 w 1495972"/>
                <a:gd name="connsiteY11" fmla="*/ 891865 h 1535214"/>
                <a:gd name="connsiteX12" fmla="*/ 499671 w 1495972"/>
                <a:gd name="connsiteY12" fmla="*/ 1535205 h 1535214"/>
                <a:gd name="connsiteX13" fmla="*/ 1495977 w 1495972"/>
                <a:gd name="connsiteY13" fmla="*/ 1070348 h 1535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5972" h="1535214">
                  <a:moveTo>
                    <a:pt x="4" y="464846"/>
                  </a:moveTo>
                  <a:lnTo>
                    <a:pt x="996202" y="-10"/>
                  </a:lnTo>
                  <a:moveTo>
                    <a:pt x="83246" y="643221"/>
                  </a:moveTo>
                  <a:lnTo>
                    <a:pt x="1079552" y="178365"/>
                  </a:lnTo>
                  <a:moveTo>
                    <a:pt x="166596" y="821596"/>
                  </a:moveTo>
                  <a:lnTo>
                    <a:pt x="1162793" y="356740"/>
                  </a:lnTo>
                  <a:moveTo>
                    <a:pt x="249838" y="999971"/>
                  </a:moveTo>
                  <a:lnTo>
                    <a:pt x="1246035" y="535115"/>
                  </a:lnTo>
                  <a:moveTo>
                    <a:pt x="333620" y="1178455"/>
                  </a:moveTo>
                  <a:lnTo>
                    <a:pt x="1329926" y="713598"/>
                  </a:lnTo>
                  <a:moveTo>
                    <a:pt x="416429" y="1356722"/>
                  </a:moveTo>
                  <a:lnTo>
                    <a:pt x="1412627" y="891865"/>
                  </a:lnTo>
                  <a:moveTo>
                    <a:pt x="499671" y="1535205"/>
                  </a:moveTo>
                  <a:lnTo>
                    <a:pt x="1495977" y="1070348"/>
                  </a:lnTo>
                </a:path>
              </a:pathLst>
            </a:custGeom>
            <a:noFill/>
            <a:ln w="16279" cap="rnd">
              <a:solidFill>
                <a:srgbClr val="B7D0F9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10214124" y="4686286"/>
              <a:ext cx="1633980" cy="1937000"/>
            </a:xfrm>
            <a:custGeom>
              <a:avLst/>
              <a:gdLst>
                <a:gd name="connsiteX0" fmla="*/ 1190880 w 1633980"/>
                <a:gd name="connsiteY0" fmla="*/ 1934527 h 1937000"/>
                <a:gd name="connsiteX1" fmla="*/ 149927 w 1633980"/>
                <a:gd name="connsiteY1" fmla="*/ 1761016 h 1937000"/>
                <a:gd name="connsiteX2" fmla="*/ 2470 w 1633980"/>
                <a:gd name="connsiteY2" fmla="*/ 1554534 h 1937000"/>
                <a:gd name="connsiteX3" fmla="*/ 236628 w 1633980"/>
                <a:gd name="connsiteY3" fmla="*/ 149911 h 1937000"/>
                <a:gd name="connsiteX4" fmla="*/ 443111 w 1633980"/>
                <a:gd name="connsiteY4" fmla="*/ 2455 h 1937000"/>
                <a:gd name="connsiteX5" fmla="*/ 1484064 w 1633980"/>
                <a:gd name="connsiteY5" fmla="*/ 176073 h 1937000"/>
                <a:gd name="connsiteX6" fmla="*/ 1631521 w 1633980"/>
                <a:gd name="connsiteY6" fmla="*/ 382556 h 1937000"/>
                <a:gd name="connsiteX7" fmla="*/ 1397363 w 1633980"/>
                <a:gd name="connsiteY7" fmla="*/ 1787070 h 1937000"/>
                <a:gd name="connsiteX8" fmla="*/ 1190880 w 1633980"/>
                <a:gd name="connsiteY8" fmla="*/ 1934527 h 193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33980" h="1937000">
                  <a:moveTo>
                    <a:pt x="1190880" y="1934527"/>
                  </a:moveTo>
                  <a:lnTo>
                    <a:pt x="149927" y="1761016"/>
                  </a:lnTo>
                  <a:cubicBezTo>
                    <a:pt x="52202" y="1744692"/>
                    <a:pt x="-13805" y="1652261"/>
                    <a:pt x="2470" y="1554534"/>
                  </a:cubicBezTo>
                  <a:lnTo>
                    <a:pt x="236628" y="149911"/>
                  </a:lnTo>
                  <a:cubicBezTo>
                    <a:pt x="252949" y="52183"/>
                    <a:pt x="345378" y="-13815"/>
                    <a:pt x="443111" y="2455"/>
                  </a:cubicBezTo>
                  <a:lnTo>
                    <a:pt x="1484064" y="176073"/>
                  </a:lnTo>
                  <a:cubicBezTo>
                    <a:pt x="1581792" y="192397"/>
                    <a:pt x="1647791" y="284828"/>
                    <a:pt x="1631521" y="382556"/>
                  </a:cubicBezTo>
                  <a:lnTo>
                    <a:pt x="1397363" y="1787070"/>
                  </a:lnTo>
                  <a:cubicBezTo>
                    <a:pt x="1381039" y="1884798"/>
                    <a:pt x="1288608" y="1950797"/>
                    <a:pt x="1190880" y="1934527"/>
                  </a:cubicBezTo>
                  <a:close/>
                </a:path>
              </a:pathLst>
            </a:custGeom>
            <a:solidFill>
              <a:srgbClr val="000000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 rot="550833">
              <a:off x="10316321" y="4741405"/>
              <a:ext cx="1418160" cy="1787851"/>
            </a:xfrm>
            <a:custGeom>
              <a:avLst/>
              <a:gdLst>
                <a:gd name="connsiteX0" fmla="*/ 1238199 w 1418160"/>
                <a:gd name="connsiteY0" fmla="*/ -10 h 1787851"/>
                <a:gd name="connsiteX1" fmla="*/ 1418166 w 1418160"/>
                <a:gd name="connsiteY1" fmla="*/ -10 h 1787851"/>
                <a:gd name="connsiteX2" fmla="*/ 1418166 w 1418160"/>
                <a:gd name="connsiteY2" fmla="*/ 1787841 h 1787851"/>
                <a:gd name="connsiteX3" fmla="*/ 1238199 w 1418160"/>
                <a:gd name="connsiteY3" fmla="*/ 1787841 h 1787851"/>
                <a:gd name="connsiteX4" fmla="*/ 179972 w 1418160"/>
                <a:gd name="connsiteY4" fmla="*/ 1787841 h 1787851"/>
                <a:gd name="connsiteX5" fmla="*/ 6 w 1418160"/>
                <a:gd name="connsiteY5" fmla="*/ 1787841 h 1787851"/>
                <a:gd name="connsiteX6" fmla="*/ 6 w 1418160"/>
                <a:gd name="connsiteY6" fmla="*/ -10 h 1787851"/>
                <a:gd name="connsiteX7" fmla="*/ 179972 w 1418160"/>
                <a:gd name="connsiteY7" fmla="*/ -10 h 1787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8160" h="1787851">
                  <a:moveTo>
                    <a:pt x="1238199" y="-10"/>
                  </a:moveTo>
                  <a:cubicBezTo>
                    <a:pt x="1337592" y="-10"/>
                    <a:pt x="1418166" y="-10"/>
                    <a:pt x="1418166" y="-10"/>
                  </a:cubicBezTo>
                  <a:lnTo>
                    <a:pt x="1418166" y="1787841"/>
                  </a:lnTo>
                  <a:cubicBezTo>
                    <a:pt x="1418166" y="1787841"/>
                    <a:pt x="1337592" y="1787841"/>
                    <a:pt x="1238199" y="1787841"/>
                  </a:cubicBezTo>
                  <a:lnTo>
                    <a:pt x="179972" y="1787841"/>
                  </a:lnTo>
                  <a:cubicBezTo>
                    <a:pt x="80579" y="1787841"/>
                    <a:pt x="6" y="1787841"/>
                    <a:pt x="6" y="1787841"/>
                  </a:cubicBezTo>
                  <a:lnTo>
                    <a:pt x="6" y="-10"/>
                  </a:lnTo>
                  <a:cubicBezTo>
                    <a:pt x="6" y="-10"/>
                    <a:pt x="80580" y="-10"/>
                    <a:pt x="179972" y="-1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08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多边形: 形状 11"/>
            <p:cNvSpPr/>
            <p:nvPr/>
          </p:nvSpPr>
          <p:spPr>
            <a:xfrm>
              <a:off x="10371938" y="4961502"/>
              <a:ext cx="1278246" cy="1346028"/>
            </a:xfrm>
            <a:custGeom>
              <a:avLst/>
              <a:gdLst>
                <a:gd name="connsiteX0" fmla="*/ 193839 w 1278246"/>
                <a:gd name="connsiteY0" fmla="*/ -10 h 1346028"/>
                <a:gd name="connsiteX1" fmla="*/ 1278251 w 1278246"/>
                <a:gd name="connsiteY1" fmla="*/ 180852 h 1346028"/>
                <a:gd name="connsiteX2" fmla="*/ 161407 w 1278246"/>
                <a:gd name="connsiteY2" fmla="*/ 194149 h 1346028"/>
                <a:gd name="connsiteX3" fmla="*/ 1245927 w 1278246"/>
                <a:gd name="connsiteY3" fmla="*/ 375010 h 1346028"/>
                <a:gd name="connsiteX4" fmla="*/ 129083 w 1278246"/>
                <a:gd name="connsiteY4" fmla="*/ 388415 h 1346028"/>
                <a:gd name="connsiteX5" fmla="*/ 1213495 w 1278246"/>
                <a:gd name="connsiteY5" fmla="*/ 569277 h 1346028"/>
                <a:gd name="connsiteX6" fmla="*/ 96651 w 1278246"/>
                <a:gd name="connsiteY6" fmla="*/ 582574 h 1346028"/>
                <a:gd name="connsiteX7" fmla="*/ 1181172 w 1278246"/>
                <a:gd name="connsiteY7" fmla="*/ 763435 h 1346028"/>
                <a:gd name="connsiteX8" fmla="*/ 64868 w 1278246"/>
                <a:gd name="connsiteY8" fmla="*/ 776841 h 1346028"/>
                <a:gd name="connsiteX9" fmla="*/ 1149280 w 1278246"/>
                <a:gd name="connsiteY9" fmla="*/ 957594 h 1346028"/>
                <a:gd name="connsiteX10" fmla="*/ 32436 w 1278246"/>
                <a:gd name="connsiteY10" fmla="*/ 970999 h 1346028"/>
                <a:gd name="connsiteX11" fmla="*/ 1116957 w 1278246"/>
                <a:gd name="connsiteY11" fmla="*/ 1151861 h 1346028"/>
                <a:gd name="connsiteX12" fmla="*/ 4 w 1278246"/>
                <a:gd name="connsiteY12" fmla="*/ 1165266 h 1346028"/>
                <a:gd name="connsiteX13" fmla="*/ 1084525 w 1278246"/>
                <a:gd name="connsiteY13" fmla="*/ 1346019 h 1346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8246" h="1346028">
                  <a:moveTo>
                    <a:pt x="193839" y="-10"/>
                  </a:moveTo>
                  <a:lnTo>
                    <a:pt x="1278251" y="180852"/>
                  </a:lnTo>
                  <a:moveTo>
                    <a:pt x="161407" y="194149"/>
                  </a:moveTo>
                  <a:lnTo>
                    <a:pt x="1245927" y="375010"/>
                  </a:lnTo>
                  <a:moveTo>
                    <a:pt x="129083" y="388415"/>
                  </a:moveTo>
                  <a:lnTo>
                    <a:pt x="1213495" y="569277"/>
                  </a:lnTo>
                  <a:moveTo>
                    <a:pt x="96651" y="582574"/>
                  </a:moveTo>
                  <a:lnTo>
                    <a:pt x="1181172" y="763435"/>
                  </a:lnTo>
                  <a:moveTo>
                    <a:pt x="64868" y="776841"/>
                  </a:moveTo>
                  <a:lnTo>
                    <a:pt x="1149280" y="957594"/>
                  </a:lnTo>
                  <a:moveTo>
                    <a:pt x="32436" y="970999"/>
                  </a:moveTo>
                  <a:lnTo>
                    <a:pt x="1116957" y="1151861"/>
                  </a:lnTo>
                  <a:moveTo>
                    <a:pt x="4" y="1165266"/>
                  </a:moveTo>
                  <a:lnTo>
                    <a:pt x="1084525" y="1346019"/>
                  </a:lnTo>
                </a:path>
              </a:pathLst>
            </a:custGeom>
            <a:noFill/>
            <a:ln w="16279" cap="rnd">
              <a:solidFill>
                <a:srgbClr val="F5F5F5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 rot="16764000">
              <a:off x="10149493" y="3861125"/>
              <a:ext cx="1340515" cy="1340515"/>
            </a:xfrm>
            <a:custGeom>
              <a:avLst/>
              <a:gdLst>
                <a:gd name="connsiteX0" fmla="*/ 1340520 w 1340515"/>
                <a:gd name="connsiteY0" fmla="*/ 670248 h 1340515"/>
                <a:gd name="connsiteX1" fmla="*/ 670262 w 1340515"/>
                <a:gd name="connsiteY1" fmla="*/ 1340505 h 1340515"/>
                <a:gd name="connsiteX2" fmla="*/ 4 w 1340515"/>
                <a:gd name="connsiteY2" fmla="*/ 670248 h 1340515"/>
                <a:gd name="connsiteX3" fmla="*/ 670262 w 1340515"/>
                <a:gd name="connsiteY3" fmla="*/ -10 h 1340515"/>
                <a:gd name="connsiteX4" fmla="*/ 1340520 w 1340515"/>
                <a:gd name="connsiteY4" fmla="*/ 670248 h 134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0515" h="1340515">
                  <a:moveTo>
                    <a:pt x="1340520" y="670248"/>
                  </a:moveTo>
                  <a:cubicBezTo>
                    <a:pt x="1340520" y="1040421"/>
                    <a:pt x="1040435" y="1340505"/>
                    <a:pt x="670262" y="1340505"/>
                  </a:cubicBezTo>
                  <a:cubicBezTo>
                    <a:pt x="300089" y="1340505"/>
                    <a:pt x="4" y="1040421"/>
                    <a:pt x="4" y="670248"/>
                  </a:cubicBezTo>
                  <a:cubicBezTo>
                    <a:pt x="4" y="300075"/>
                    <a:pt x="300089" y="-10"/>
                    <a:pt x="670262" y="-10"/>
                  </a:cubicBezTo>
                  <a:cubicBezTo>
                    <a:pt x="1040435" y="-10"/>
                    <a:pt x="1340520" y="300075"/>
                    <a:pt x="1340520" y="670248"/>
                  </a:cubicBezTo>
                  <a:close/>
                </a:path>
              </a:pathLst>
            </a:custGeom>
            <a:solidFill>
              <a:srgbClr val="000000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10077673" y="3789200"/>
              <a:ext cx="1340515" cy="1340515"/>
            </a:xfrm>
            <a:custGeom>
              <a:avLst/>
              <a:gdLst>
                <a:gd name="connsiteX0" fmla="*/ 1340516 w 1340515"/>
                <a:gd name="connsiteY0" fmla="*/ 670258 h 1340515"/>
                <a:gd name="connsiteX1" fmla="*/ 670258 w 1340515"/>
                <a:gd name="connsiteY1" fmla="*/ 1340515 h 1340515"/>
                <a:gd name="connsiteX2" fmla="*/ 0 w 1340515"/>
                <a:gd name="connsiteY2" fmla="*/ 670258 h 1340515"/>
                <a:gd name="connsiteX3" fmla="*/ 670258 w 1340515"/>
                <a:gd name="connsiteY3" fmla="*/ 0 h 1340515"/>
                <a:gd name="connsiteX4" fmla="*/ 1340516 w 1340515"/>
                <a:gd name="connsiteY4" fmla="*/ 670258 h 134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0515" h="1340515">
                  <a:moveTo>
                    <a:pt x="1340516" y="670258"/>
                  </a:moveTo>
                  <a:cubicBezTo>
                    <a:pt x="1340516" y="1040431"/>
                    <a:pt x="1040431" y="1340515"/>
                    <a:pt x="670258" y="1340515"/>
                  </a:cubicBezTo>
                  <a:cubicBezTo>
                    <a:pt x="300085" y="1340515"/>
                    <a:pt x="0" y="1040431"/>
                    <a:pt x="0" y="670258"/>
                  </a:cubicBezTo>
                  <a:cubicBezTo>
                    <a:pt x="0" y="300085"/>
                    <a:pt x="300085" y="0"/>
                    <a:pt x="670258" y="0"/>
                  </a:cubicBezTo>
                  <a:cubicBezTo>
                    <a:pt x="1040431" y="0"/>
                    <a:pt x="1340516" y="300085"/>
                    <a:pt x="1340516" y="670258"/>
                  </a:cubicBezTo>
                  <a:close/>
                </a:path>
              </a:pathLst>
            </a:custGeom>
            <a:solidFill>
              <a:srgbClr val="F6C94C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/>
            <p:cNvSpPr/>
            <p:nvPr/>
          </p:nvSpPr>
          <p:spPr>
            <a:xfrm rot="16762802">
              <a:off x="10152740" y="3864151"/>
              <a:ext cx="1190464" cy="1190464"/>
            </a:xfrm>
            <a:custGeom>
              <a:avLst/>
              <a:gdLst>
                <a:gd name="connsiteX0" fmla="*/ 1190469 w 1190464"/>
                <a:gd name="connsiteY0" fmla="*/ 595222 h 1190464"/>
                <a:gd name="connsiteX1" fmla="*/ 595236 w 1190464"/>
                <a:gd name="connsiteY1" fmla="*/ 1190454 h 1190464"/>
                <a:gd name="connsiteX2" fmla="*/ 4 w 1190464"/>
                <a:gd name="connsiteY2" fmla="*/ 595222 h 1190464"/>
                <a:gd name="connsiteX3" fmla="*/ 595236 w 1190464"/>
                <a:gd name="connsiteY3" fmla="*/ -10 h 1190464"/>
                <a:gd name="connsiteX4" fmla="*/ 1190469 w 1190464"/>
                <a:gd name="connsiteY4" fmla="*/ 595222 h 1190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0464" h="1190464">
                  <a:moveTo>
                    <a:pt x="1190469" y="595222"/>
                  </a:moveTo>
                  <a:cubicBezTo>
                    <a:pt x="1190469" y="923960"/>
                    <a:pt x="923974" y="1190454"/>
                    <a:pt x="595236" y="1190454"/>
                  </a:cubicBezTo>
                  <a:cubicBezTo>
                    <a:pt x="266499" y="1190454"/>
                    <a:pt x="4" y="923960"/>
                    <a:pt x="4" y="595222"/>
                  </a:cubicBezTo>
                  <a:cubicBezTo>
                    <a:pt x="4" y="266485"/>
                    <a:pt x="266499" y="-10"/>
                    <a:pt x="595236" y="-10"/>
                  </a:cubicBezTo>
                  <a:cubicBezTo>
                    <a:pt x="923974" y="-10"/>
                    <a:pt x="1190469" y="266485"/>
                    <a:pt x="1190469" y="595222"/>
                  </a:cubicBezTo>
                  <a:close/>
                </a:path>
              </a:pathLst>
            </a:custGeom>
            <a:solidFill>
              <a:srgbClr val="682D00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10256771" y="3676581"/>
              <a:ext cx="428674" cy="798010"/>
            </a:xfrm>
            <a:custGeom>
              <a:avLst/>
              <a:gdLst>
                <a:gd name="connsiteX0" fmla="*/ 390409 w 428674"/>
                <a:gd name="connsiteY0" fmla="*/ 798001 h 798010"/>
                <a:gd name="connsiteX1" fmla="*/ 66091 w 428674"/>
                <a:gd name="connsiteY1" fmla="*/ 457899 h 798010"/>
                <a:gd name="connsiteX2" fmla="*/ 58740 w 428674"/>
                <a:gd name="connsiteY2" fmla="*/ 77042 h 798010"/>
                <a:gd name="connsiteX3" fmla="*/ 265547 w 428674"/>
                <a:gd name="connsiteY3" fmla="*/ 7205 h 798010"/>
                <a:gd name="connsiteX4" fmla="*/ 360464 w 428674"/>
                <a:gd name="connsiteY4" fmla="*/ 133473 h 798010"/>
                <a:gd name="connsiteX5" fmla="*/ 391923 w 428674"/>
                <a:gd name="connsiteY5" fmla="*/ 368928 h 798010"/>
                <a:gd name="connsiteX6" fmla="*/ 428679 w 428674"/>
                <a:gd name="connsiteY6" fmla="*/ 779731 h 798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8674" h="798010">
                  <a:moveTo>
                    <a:pt x="390409" y="798001"/>
                  </a:moveTo>
                  <a:cubicBezTo>
                    <a:pt x="254934" y="714312"/>
                    <a:pt x="143253" y="597195"/>
                    <a:pt x="66091" y="457899"/>
                  </a:cubicBezTo>
                  <a:cubicBezTo>
                    <a:pt x="-1584" y="336496"/>
                    <a:pt x="-37259" y="190012"/>
                    <a:pt x="58740" y="77042"/>
                  </a:cubicBezTo>
                  <a:cubicBezTo>
                    <a:pt x="102955" y="24826"/>
                    <a:pt x="191494" y="-17443"/>
                    <a:pt x="265547" y="7205"/>
                  </a:cubicBezTo>
                  <a:cubicBezTo>
                    <a:pt x="327383" y="27637"/>
                    <a:pt x="349437" y="83528"/>
                    <a:pt x="360464" y="133473"/>
                  </a:cubicBezTo>
                  <a:cubicBezTo>
                    <a:pt x="376053" y="211192"/>
                    <a:pt x="386561" y="289843"/>
                    <a:pt x="391923" y="368928"/>
                  </a:cubicBezTo>
                  <a:cubicBezTo>
                    <a:pt x="404171" y="505863"/>
                    <a:pt x="416430" y="642796"/>
                    <a:pt x="428679" y="779731"/>
                  </a:cubicBezTo>
                </a:path>
              </a:pathLst>
            </a:custGeom>
            <a:solidFill>
              <a:schemeClr val="accent2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10747931" y="3742038"/>
              <a:ext cx="517477" cy="667042"/>
            </a:xfrm>
            <a:custGeom>
              <a:avLst/>
              <a:gdLst>
                <a:gd name="connsiteX0" fmla="*/ 4 w 517477"/>
                <a:gd name="connsiteY0" fmla="*/ 646817 h 667042"/>
                <a:gd name="connsiteX1" fmla="*/ 187677 w 517477"/>
                <a:gd name="connsiteY1" fmla="*/ 108232 h 667042"/>
                <a:gd name="connsiteX2" fmla="*/ 358052 w 517477"/>
                <a:gd name="connsiteY2" fmla="*/ 126 h 667042"/>
                <a:gd name="connsiteX3" fmla="*/ 475455 w 517477"/>
                <a:gd name="connsiteY3" fmla="*/ 71692 h 667042"/>
                <a:gd name="connsiteX4" fmla="*/ 491238 w 517477"/>
                <a:gd name="connsiteY4" fmla="*/ 309526 h 667042"/>
                <a:gd name="connsiteX5" fmla="*/ 302377 w 517477"/>
                <a:gd name="connsiteY5" fmla="*/ 472442 h 667042"/>
                <a:gd name="connsiteX6" fmla="*/ 59571 w 517477"/>
                <a:gd name="connsiteY6" fmla="*/ 667032 h 667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7477" h="667042">
                  <a:moveTo>
                    <a:pt x="4" y="646817"/>
                  </a:moveTo>
                  <a:cubicBezTo>
                    <a:pt x="5269" y="452184"/>
                    <a:pt x="70846" y="263987"/>
                    <a:pt x="187677" y="108232"/>
                  </a:cubicBezTo>
                  <a:cubicBezTo>
                    <a:pt x="229838" y="52233"/>
                    <a:pt x="287999" y="-3117"/>
                    <a:pt x="358052" y="126"/>
                  </a:cubicBezTo>
                  <a:cubicBezTo>
                    <a:pt x="405618" y="2072"/>
                    <a:pt x="449077" y="32558"/>
                    <a:pt x="475455" y="71692"/>
                  </a:cubicBezTo>
                  <a:cubicBezTo>
                    <a:pt x="521724" y="141096"/>
                    <a:pt x="533832" y="235257"/>
                    <a:pt x="491238" y="309526"/>
                  </a:cubicBezTo>
                  <a:cubicBezTo>
                    <a:pt x="448645" y="383795"/>
                    <a:pt x="367998" y="422064"/>
                    <a:pt x="302377" y="472442"/>
                  </a:cubicBezTo>
                  <a:cubicBezTo>
                    <a:pt x="220325" y="535359"/>
                    <a:pt x="141299" y="603466"/>
                    <a:pt x="59571" y="667032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9899618" y="4166353"/>
              <a:ext cx="788314" cy="454723"/>
            </a:xfrm>
            <a:custGeom>
              <a:avLst/>
              <a:gdLst>
                <a:gd name="connsiteX0" fmla="*/ 782481 w 788314"/>
                <a:gd name="connsiteY0" fmla="*/ 310932 h 454723"/>
                <a:gd name="connsiteX1" fmla="*/ 246707 w 788314"/>
                <a:gd name="connsiteY1" fmla="*/ 11478 h 454723"/>
                <a:gd name="connsiteX2" fmla="*/ 73737 w 788314"/>
                <a:gd name="connsiteY2" fmla="*/ 22289 h 454723"/>
                <a:gd name="connsiteX3" fmla="*/ 15144 w 788314"/>
                <a:gd name="connsiteY3" fmla="*/ 250933 h 454723"/>
                <a:gd name="connsiteX4" fmla="*/ 368867 w 788314"/>
                <a:gd name="connsiteY4" fmla="*/ 454713 h 454723"/>
                <a:gd name="connsiteX5" fmla="*/ 788318 w 788314"/>
                <a:gd name="connsiteY5" fmla="*/ 353310 h 454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8314" h="454723">
                  <a:moveTo>
                    <a:pt x="782481" y="310932"/>
                  </a:moveTo>
                  <a:cubicBezTo>
                    <a:pt x="605727" y="205853"/>
                    <a:pt x="446055" y="61531"/>
                    <a:pt x="246707" y="11478"/>
                  </a:cubicBezTo>
                  <a:cubicBezTo>
                    <a:pt x="189194" y="-3008"/>
                    <a:pt x="124763" y="-8089"/>
                    <a:pt x="73737" y="22289"/>
                  </a:cubicBezTo>
                  <a:cubicBezTo>
                    <a:pt x="333" y="66288"/>
                    <a:pt x="-16315" y="171043"/>
                    <a:pt x="15144" y="250933"/>
                  </a:cubicBezTo>
                  <a:cubicBezTo>
                    <a:pt x="68332" y="385417"/>
                    <a:pt x="224221" y="454821"/>
                    <a:pt x="368867" y="454713"/>
                  </a:cubicBezTo>
                  <a:cubicBezTo>
                    <a:pt x="513513" y="454605"/>
                    <a:pt x="651456" y="400012"/>
                    <a:pt x="788318" y="353310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10164398" y="4419999"/>
              <a:ext cx="642450" cy="741067"/>
            </a:xfrm>
            <a:custGeom>
              <a:avLst/>
              <a:gdLst>
                <a:gd name="connsiteX0" fmla="*/ 534241 w 642450"/>
                <a:gd name="connsiteY0" fmla="*/ 518683 h 741067"/>
                <a:gd name="connsiteX1" fmla="*/ 550997 w 642450"/>
                <a:gd name="connsiteY1" fmla="*/ 287985 h 741067"/>
                <a:gd name="connsiteX2" fmla="*/ 642455 w 642450"/>
                <a:gd name="connsiteY2" fmla="*/ 21611 h 741067"/>
                <a:gd name="connsiteX3" fmla="*/ 596077 w 642450"/>
                <a:gd name="connsiteY3" fmla="*/ -10 h 741067"/>
                <a:gd name="connsiteX4" fmla="*/ 32304 w 642450"/>
                <a:gd name="connsiteY4" fmla="*/ 379767 h 741067"/>
                <a:gd name="connsiteX5" fmla="*/ 6142 w 642450"/>
                <a:gd name="connsiteY5" fmla="*/ 556520 h 741067"/>
                <a:gd name="connsiteX6" fmla="*/ 155977 w 642450"/>
                <a:gd name="connsiteY6" fmla="*/ 707869 h 741067"/>
                <a:gd name="connsiteX7" fmla="*/ 417270 w 642450"/>
                <a:gd name="connsiteY7" fmla="*/ 710355 h 741067"/>
                <a:gd name="connsiteX8" fmla="*/ 534241 w 642450"/>
                <a:gd name="connsiteY8" fmla="*/ 518683 h 74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2450" h="741067">
                  <a:moveTo>
                    <a:pt x="534241" y="518683"/>
                  </a:moveTo>
                  <a:cubicBezTo>
                    <a:pt x="548943" y="443009"/>
                    <a:pt x="545051" y="364956"/>
                    <a:pt x="550997" y="287985"/>
                  </a:cubicBezTo>
                  <a:cubicBezTo>
                    <a:pt x="557267" y="201500"/>
                    <a:pt x="613482" y="104204"/>
                    <a:pt x="642455" y="21611"/>
                  </a:cubicBezTo>
                  <a:lnTo>
                    <a:pt x="596077" y="-10"/>
                  </a:lnTo>
                  <a:cubicBezTo>
                    <a:pt x="357595" y="8963"/>
                    <a:pt x="130248" y="162149"/>
                    <a:pt x="32304" y="379767"/>
                  </a:cubicBezTo>
                  <a:cubicBezTo>
                    <a:pt x="7440" y="435225"/>
                    <a:pt x="-9749" y="497819"/>
                    <a:pt x="6142" y="556520"/>
                  </a:cubicBezTo>
                  <a:cubicBezTo>
                    <a:pt x="25385" y="627438"/>
                    <a:pt x="89060" y="677924"/>
                    <a:pt x="155977" y="707869"/>
                  </a:cubicBezTo>
                  <a:cubicBezTo>
                    <a:pt x="238678" y="745166"/>
                    <a:pt x="339758" y="757598"/>
                    <a:pt x="417270" y="710355"/>
                  </a:cubicBezTo>
                  <a:cubicBezTo>
                    <a:pt x="483106" y="670572"/>
                    <a:pt x="519538" y="594466"/>
                    <a:pt x="534241" y="518683"/>
                  </a:cubicBezTo>
                  <a:close/>
                </a:path>
              </a:pathLst>
            </a:custGeom>
            <a:solidFill>
              <a:schemeClr val="accent2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10727283" y="4394161"/>
              <a:ext cx="805172" cy="528739"/>
            </a:xfrm>
            <a:custGeom>
              <a:avLst/>
              <a:gdLst>
                <a:gd name="connsiteX0" fmla="*/ 797287 w 805172"/>
                <a:gd name="connsiteY0" fmla="*/ 317930 h 528739"/>
                <a:gd name="connsiteX1" fmla="*/ 790476 w 805172"/>
                <a:gd name="connsiteY1" fmla="*/ 298039 h 528739"/>
                <a:gd name="connsiteX2" fmla="*/ 613290 w 805172"/>
                <a:gd name="connsiteY2" fmla="*/ 88313 h 528739"/>
                <a:gd name="connsiteX3" fmla="*/ 332214 w 805172"/>
                <a:gd name="connsiteY3" fmla="*/ 1828 h 528739"/>
                <a:gd name="connsiteX4" fmla="*/ 4869 w 805172"/>
                <a:gd name="connsiteY4" fmla="*/ -10 h 528739"/>
                <a:gd name="connsiteX5" fmla="*/ 4 w 805172"/>
                <a:gd name="connsiteY5" fmla="*/ 26044 h 528739"/>
                <a:gd name="connsiteX6" fmla="*/ 227027 w 805172"/>
                <a:gd name="connsiteY6" fmla="*/ 304417 h 528739"/>
                <a:gd name="connsiteX7" fmla="*/ 358376 w 805172"/>
                <a:gd name="connsiteY7" fmla="*/ 441604 h 528739"/>
                <a:gd name="connsiteX8" fmla="*/ 687667 w 805172"/>
                <a:gd name="connsiteY8" fmla="*/ 518035 h 528739"/>
                <a:gd name="connsiteX9" fmla="*/ 793827 w 805172"/>
                <a:gd name="connsiteY9" fmla="*/ 429171 h 528739"/>
                <a:gd name="connsiteX10" fmla="*/ 797287 w 805172"/>
                <a:gd name="connsiteY10" fmla="*/ 317930 h 528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05172" h="528739">
                  <a:moveTo>
                    <a:pt x="797287" y="317930"/>
                  </a:moveTo>
                  <a:cubicBezTo>
                    <a:pt x="795341" y="311228"/>
                    <a:pt x="793071" y="304525"/>
                    <a:pt x="790476" y="298039"/>
                  </a:cubicBezTo>
                  <a:cubicBezTo>
                    <a:pt x="757504" y="213500"/>
                    <a:pt x="688208" y="137825"/>
                    <a:pt x="613290" y="88313"/>
                  </a:cubicBezTo>
                  <a:cubicBezTo>
                    <a:pt x="529054" y="34790"/>
                    <a:pt x="431964" y="4917"/>
                    <a:pt x="332214" y="1828"/>
                  </a:cubicBezTo>
                  <a:cubicBezTo>
                    <a:pt x="222919" y="-3037"/>
                    <a:pt x="112327" y="19774"/>
                    <a:pt x="4869" y="-10"/>
                  </a:cubicBezTo>
                  <a:lnTo>
                    <a:pt x="4" y="26044"/>
                  </a:lnTo>
                  <a:lnTo>
                    <a:pt x="227027" y="304417"/>
                  </a:lnTo>
                  <a:cubicBezTo>
                    <a:pt x="267243" y="353497"/>
                    <a:pt x="307891" y="403118"/>
                    <a:pt x="358376" y="441604"/>
                  </a:cubicBezTo>
                  <a:cubicBezTo>
                    <a:pt x="444861" y="507116"/>
                    <a:pt x="581075" y="549710"/>
                    <a:pt x="687667" y="518035"/>
                  </a:cubicBezTo>
                  <a:cubicBezTo>
                    <a:pt x="733396" y="504413"/>
                    <a:pt x="775341" y="473170"/>
                    <a:pt x="793827" y="429171"/>
                  </a:cubicBezTo>
                  <a:cubicBezTo>
                    <a:pt x="807665" y="393572"/>
                    <a:pt x="808886" y="354319"/>
                    <a:pt x="797287" y="31793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10520109" y="3841818"/>
              <a:ext cx="385598" cy="622197"/>
            </a:xfrm>
            <a:custGeom>
              <a:avLst/>
              <a:gdLst>
                <a:gd name="connsiteX0" fmla="*/ 373770 w 385598"/>
                <a:gd name="connsiteY0" fmla="*/ 129315 h 622197"/>
                <a:gd name="connsiteX1" fmla="*/ 372365 w 385598"/>
                <a:gd name="connsiteY1" fmla="*/ 124234 h 622197"/>
                <a:gd name="connsiteX2" fmla="*/ 303609 w 385598"/>
                <a:gd name="connsiteY2" fmla="*/ 24776 h 622197"/>
                <a:gd name="connsiteX3" fmla="*/ 34101 w 385598"/>
                <a:gd name="connsiteY3" fmla="*/ 119044 h 622197"/>
                <a:gd name="connsiteX4" fmla="*/ 10101 w 385598"/>
                <a:gd name="connsiteY4" fmla="*/ 342175 h 622197"/>
                <a:gd name="connsiteX5" fmla="*/ 219394 w 385598"/>
                <a:gd name="connsiteY5" fmla="*/ 621846 h 622197"/>
                <a:gd name="connsiteX6" fmla="*/ 312798 w 385598"/>
                <a:gd name="connsiteY6" fmla="*/ 472551 h 622197"/>
                <a:gd name="connsiteX7" fmla="*/ 373770 w 385598"/>
                <a:gd name="connsiteY7" fmla="*/ 129315 h 622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5598" h="622197">
                  <a:moveTo>
                    <a:pt x="373770" y="129315"/>
                  </a:moveTo>
                  <a:cubicBezTo>
                    <a:pt x="373770" y="127585"/>
                    <a:pt x="372797" y="125855"/>
                    <a:pt x="372365" y="124234"/>
                  </a:cubicBezTo>
                  <a:cubicBezTo>
                    <a:pt x="361316" y="84275"/>
                    <a:pt x="337090" y="49225"/>
                    <a:pt x="303609" y="24776"/>
                  </a:cubicBezTo>
                  <a:cubicBezTo>
                    <a:pt x="210097" y="-39223"/>
                    <a:pt x="82748" y="30938"/>
                    <a:pt x="34101" y="119044"/>
                  </a:cubicBezTo>
                  <a:cubicBezTo>
                    <a:pt x="-2872" y="186070"/>
                    <a:pt x="-7953" y="267798"/>
                    <a:pt x="10101" y="342175"/>
                  </a:cubicBezTo>
                  <a:cubicBezTo>
                    <a:pt x="36371" y="450390"/>
                    <a:pt x="219394" y="621522"/>
                    <a:pt x="219394" y="621846"/>
                  </a:cubicBezTo>
                  <a:cubicBezTo>
                    <a:pt x="228367" y="630170"/>
                    <a:pt x="307068" y="483794"/>
                    <a:pt x="312798" y="472551"/>
                  </a:cubicBezTo>
                  <a:cubicBezTo>
                    <a:pt x="365770" y="369526"/>
                    <a:pt x="406742" y="245096"/>
                    <a:pt x="373770" y="129315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10224998" y="4167826"/>
              <a:ext cx="521419" cy="436623"/>
            </a:xfrm>
            <a:custGeom>
              <a:avLst/>
              <a:gdLst>
                <a:gd name="connsiteX0" fmla="*/ 233429 w 521419"/>
                <a:gd name="connsiteY0" fmla="*/ 19194 h 436623"/>
                <a:gd name="connsiteX1" fmla="*/ 92026 w 521419"/>
                <a:gd name="connsiteY1" fmla="*/ 9140 h 436623"/>
                <a:gd name="connsiteX2" fmla="*/ 4136 w 521419"/>
                <a:gd name="connsiteY2" fmla="*/ 123084 h 436623"/>
                <a:gd name="connsiteX3" fmla="*/ 152674 w 521419"/>
                <a:gd name="connsiteY3" fmla="*/ 401890 h 436623"/>
                <a:gd name="connsiteX4" fmla="*/ 267050 w 521419"/>
                <a:gd name="connsiteY4" fmla="*/ 436484 h 436623"/>
                <a:gd name="connsiteX5" fmla="*/ 521424 w 521419"/>
                <a:gd name="connsiteY5" fmla="*/ 301027 h 436623"/>
                <a:gd name="connsiteX6" fmla="*/ 233429 w 521419"/>
                <a:gd name="connsiteY6" fmla="*/ 19194 h 436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1419" h="436623">
                  <a:moveTo>
                    <a:pt x="233429" y="19194"/>
                  </a:moveTo>
                  <a:cubicBezTo>
                    <a:pt x="188241" y="2005"/>
                    <a:pt x="136999" y="-8589"/>
                    <a:pt x="92026" y="9140"/>
                  </a:cubicBezTo>
                  <a:cubicBezTo>
                    <a:pt x="47054" y="26870"/>
                    <a:pt x="14190" y="74004"/>
                    <a:pt x="4136" y="123084"/>
                  </a:cubicBezTo>
                  <a:cubicBezTo>
                    <a:pt x="-18674" y="233136"/>
                    <a:pt x="56027" y="344594"/>
                    <a:pt x="152674" y="401890"/>
                  </a:cubicBezTo>
                  <a:cubicBezTo>
                    <a:pt x="187484" y="422430"/>
                    <a:pt x="226727" y="438213"/>
                    <a:pt x="267050" y="436484"/>
                  </a:cubicBezTo>
                  <a:cubicBezTo>
                    <a:pt x="364346" y="432159"/>
                    <a:pt x="429209" y="332810"/>
                    <a:pt x="521424" y="301027"/>
                  </a:cubicBezTo>
                  <a:cubicBezTo>
                    <a:pt x="521316" y="301027"/>
                    <a:pt x="348670" y="63085"/>
                    <a:pt x="233429" y="19194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10740580" y="4153312"/>
              <a:ext cx="574920" cy="417182"/>
            </a:xfrm>
            <a:custGeom>
              <a:avLst/>
              <a:gdLst>
                <a:gd name="connsiteX0" fmla="*/ 535238 w 574920"/>
                <a:gd name="connsiteY0" fmla="*/ 75978 h 417182"/>
                <a:gd name="connsiteX1" fmla="*/ 351457 w 574920"/>
                <a:gd name="connsiteY1" fmla="*/ 5277 h 417182"/>
                <a:gd name="connsiteX2" fmla="*/ 263459 w 574920"/>
                <a:gd name="connsiteY2" fmla="*/ 53924 h 417182"/>
                <a:gd name="connsiteX3" fmla="*/ 4 w 574920"/>
                <a:gd name="connsiteY3" fmla="*/ 293379 h 417182"/>
                <a:gd name="connsiteX4" fmla="*/ 270270 w 574920"/>
                <a:gd name="connsiteY4" fmla="*/ 401485 h 417182"/>
                <a:gd name="connsiteX5" fmla="*/ 527238 w 574920"/>
                <a:gd name="connsiteY5" fmla="*/ 354567 h 417182"/>
                <a:gd name="connsiteX6" fmla="*/ 565724 w 574920"/>
                <a:gd name="connsiteY6" fmla="*/ 276515 h 417182"/>
                <a:gd name="connsiteX7" fmla="*/ 535238 w 574920"/>
                <a:gd name="connsiteY7" fmla="*/ 75978 h 41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4920" h="417182">
                  <a:moveTo>
                    <a:pt x="535238" y="75978"/>
                  </a:moveTo>
                  <a:cubicBezTo>
                    <a:pt x="494590" y="19222"/>
                    <a:pt x="419132" y="-13426"/>
                    <a:pt x="351457" y="5277"/>
                  </a:cubicBezTo>
                  <a:cubicBezTo>
                    <a:pt x="319425" y="16032"/>
                    <a:pt x="289610" y="32515"/>
                    <a:pt x="263459" y="53924"/>
                  </a:cubicBezTo>
                  <a:cubicBezTo>
                    <a:pt x="167688" y="124527"/>
                    <a:pt x="79408" y="204766"/>
                    <a:pt x="4" y="293379"/>
                  </a:cubicBezTo>
                  <a:cubicBezTo>
                    <a:pt x="4" y="293379"/>
                    <a:pt x="181623" y="374459"/>
                    <a:pt x="270270" y="401485"/>
                  </a:cubicBezTo>
                  <a:cubicBezTo>
                    <a:pt x="358917" y="428512"/>
                    <a:pt x="467888" y="425269"/>
                    <a:pt x="527238" y="354567"/>
                  </a:cubicBezTo>
                  <a:cubicBezTo>
                    <a:pt x="545594" y="331660"/>
                    <a:pt x="558729" y="305022"/>
                    <a:pt x="565724" y="276515"/>
                  </a:cubicBezTo>
                  <a:cubicBezTo>
                    <a:pt x="583885" y="208408"/>
                    <a:pt x="575886" y="132301"/>
                    <a:pt x="535238" y="759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23"/>
            <p:cNvSpPr/>
            <p:nvPr/>
          </p:nvSpPr>
          <p:spPr>
            <a:xfrm>
              <a:off x="10659478" y="4459457"/>
              <a:ext cx="468375" cy="561722"/>
            </a:xfrm>
            <a:custGeom>
              <a:avLst/>
              <a:gdLst>
                <a:gd name="connsiteX0" fmla="*/ 81863 w 468375"/>
                <a:gd name="connsiteY0" fmla="*/ -10 h 561722"/>
                <a:gd name="connsiteX1" fmla="*/ 9323 w 468375"/>
                <a:gd name="connsiteY1" fmla="*/ 156420 h 561722"/>
                <a:gd name="connsiteX2" fmla="*/ 41755 w 468375"/>
                <a:gd name="connsiteY2" fmla="*/ 433712 h 561722"/>
                <a:gd name="connsiteX3" fmla="*/ 277210 w 468375"/>
                <a:gd name="connsiteY3" fmla="*/ 558682 h 561722"/>
                <a:gd name="connsiteX4" fmla="*/ 443045 w 468375"/>
                <a:gd name="connsiteY4" fmla="*/ 226040 h 561722"/>
                <a:gd name="connsiteX5" fmla="*/ 295805 w 468375"/>
                <a:gd name="connsiteY5" fmla="*/ 98583 h 561722"/>
                <a:gd name="connsiteX6" fmla="*/ 81863 w 468375"/>
                <a:gd name="connsiteY6" fmla="*/ -10 h 56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375" h="561722">
                  <a:moveTo>
                    <a:pt x="81863" y="-10"/>
                  </a:moveTo>
                  <a:cubicBezTo>
                    <a:pt x="38620" y="39773"/>
                    <a:pt x="19702" y="98907"/>
                    <a:pt x="9323" y="156420"/>
                  </a:cubicBezTo>
                  <a:cubicBezTo>
                    <a:pt x="-7541" y="249823"/>
                    <a:pt x="-4190" y="351011"/>
                    <a:pt x="41755" y="433712"/>
                  </a:cubicBezTo>
                  <a:cubicBezTo>
                    <a:pt x="87700" y="516413"/>
                    <a:pt x="183915" y="576088"/>
                    <a:pt x="277210" y="558682"/>
                  </a:cubicBezTo>
                  <a:cubicBezTo>
                    <a:pt x="421640" y="531764"/>
                    <a:pt x="516233" y="356524"/>
                    <a:pt x="443045" y="226040"/>
                  </a:cubicBezTo>
                  <a:cubicBezTo>
                    <a:pt x="410613" y="168636"/>
                    <a:pt x="353966" y="129501"/>
                    <a:pt x="295805" y="98583"/>
                  </a:cubicBezTo>
                  <a:cubicBezTo>
                    <a:pt x="234508" y="66043"/>
                    <a:pt x="81863" y="-10"/>
                    <a:pt x="81863" y="-1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0" name="文本框 49"/>
          <p:cNvSpPr txBox="1"/>
          <p:nvPr/>
        </p:nvSpPr>
        <p:spPr>
          <a:xfrm>
            <a:off x="11163632" y="17605"/>
            <a:ext cx="10171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List3-3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9C4881C-058E-F263-57B0-0B7D5614F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组合 50"/>
          <p:cNvGrpSpPr/>
          <p:nvPr/>
        </p:nvGrpSpPr>
        <p:grpSpPr>
          <a:xfrm>
            <a:off x="660400" y="1384309"/>
            <a:ext cx="11254554" cy="4446256"/>
            <a:chOff x="660400" y="1384309"/>
            <a:chExt cx="11254554" cy="4446256"/>
          </a:xfrm>
        </p:grpSpPr>
        <p:grpSp>
          <p:nvGrpSpPr>
            <p:cNvPr id="25" name="组合 24"/>
            <p:cNvGrpSpPr/>
            <p:nvPr/>
          </p:nvGrpSpPr>
          <p:grpSpPr>
            <a:xfrm>
              <a:off x="660400" y="1581717"/>
              <a:ext cx="10872922" cy="758330"/>
              <a:chOff x="645979" y="1742511"/>
              <a:chExt cx="10872922" cy="655778"/>
            </a:xfrm>
          </p:grpSpPr>
          <p:sp>
            <p:nvSpPr>
              <p:cNvPr id="46" name="矩形: 圆角 45"/>
              <p:cNvSpPr/>
              <p:nvPr/>
            </p:nvSpPr>
            <p:spPr>
              <a:xfrm>
                <a:off x="728030" y="1796059"/>
                <a:ext cx="10790871" cy="60223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alpha val="20000"/>
                    </a:schemeClr>
                  </a:gs>
                  <a:gs pos="88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108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矩形: 圆角 46"/>
              <p:cNvSpPr/>
              <p:nvPr/>
            </p:nvSpPr>
            <p:spPr>
              <a:xfrm>
                <a:off x="645979" y="1742511"/>
                <a:ext cx="588462" cy="490557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rmAutofit fontScale="85000"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000" b="1">
                    <a:solidFill>
                      <a:srgbClr val="FFFFFF"/>
                    </a:solidFill>
                  </a:rPr>
                  <a:t>01</a:t>
                </a:r>
                <a:endParaRPr lang="zh-CN" altLang="en-US" sz="3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" name="文本框 47"/>
              <p:cNvSpPr txBox="1"/>
              <p:nvPr/>
            </p:nvSpPr>
            <p:spPr>
              <a:xfrm>
                <a:off x="1569028" y="1796058"/>
                <a:ext cx="2182430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b="1" dirty="0"/>
                  <a:t>{vItem.item1}</a:t>
                </a:r>
                <a:endParaRPr lang="zh-CN" altLang="en-US" b="1" dirty="0"/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4133090" y="1796058"/>
                <a:ext cx="4307454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660400" y="2745223"/>
              <a:ext cx="10872922" cy="758330"/>
              <a:chOff x="645979" y="2489673"/>
              <a:chExt cx="10872922" cy="655778"/>
            </a:xfrm>
          </p:grpSpPr>
          <p:sp>
            <p:nvSpPr>
              <p:cNvPr id="42" name="矩形: 圆角 41"/>
              <p:cNvSpPr/>
              <p:nvPr/>
            </p:nvSpPr>
            <p:spPr>
              <a:xfrm>
                <a:off x="728030" y="2543221"/>
                <a:ext cx="10790871" cy="60223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2">
                      <a:alpha val="20000"/>
                    </a:schemeClr>
                  </a:gs>
                  <a:gs pos="88000">
                    <a:schemeClr val="bg1">
                      <a:alpha val="0"/>
                    </a:schemeClr>
                  </a:gs>
                </a:gsLst>
                <a:lin ang="5400000" scaled="0"/>
                <a:tileRect/>
              </a:gradFill>
              <a:ln w="127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108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zh-CN" altLang="en-US"/>
              </a:p>
            </p:txBody>
          </p:sp>
          <p:sp>
            <p:nvSpPr>
              <p:cNvPr id="43" name="矩形: 圆角 42"/>
              <p:cNvSpPr/>
              <p:nvPr/>
            </p:nvSpPr>
            <p:spPr>
              <a:xfrm>
                <a:off x="645979" y="2489673"/>
                <a:ext cx="588462" cy="490557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rmAutofit fontScale="85000"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000" b="1">
                    <a:solidFill>
                      <a:srgbClr val="FFFFFF"/>
                    </a:solidFill>
                  </a:rPr>
                  <a:t>02</a:t>
                </a:r>
                <a:endParaRPr lang="zh-CN" altLang="en-US" sz="3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1569028" y="2543220"/>
                <a:ext cx="2182430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b="1" dirty="0"/>
                  <a:t>{vItem.item2}</a:t>
                </a:r>
                <a:endParaRPr lang="zh-CN" altLang="en-US" b="1" dirty="0"/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4133090" y="2543220"/>
                <a:ext cx="4307454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{vItem.item2_Desc}</a:t>
                </a: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660400" y="3908729"/>
              <a:ext cx="10872922" cy="758330"/>
              <a:chOff x="645979" y="3236835"/>
              <a:chExt cx="10872922" cy="655778"/>
            </a:xfrm>
          </p:grpSpPr>
          <p:sp>
            <p:nvSpPr>
              <p:cNvPr id="38" name="矩形: 圆角 37"/>
              <p:cNvSpPr/>
              <p:nvPr/>
            </p:nvSpPr>
            <p:spPr>
              <a:xfrm>
                <a:off x="728030" y="3290383"/>
                <a:ext cx="10790871" cy="60223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alpha val="20000"/>
                    </a:schemeClr>
                  </a:gs>
                  <a:gs pos="88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108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: 圆角 38"/>
              <p:cNvSpPr/>
              <p:nvPr/>
            </p:nvSpPr>
            <p:spPr>
              <a:xfrm>
                <a:off x="645979" y="3236835"/>
                <a:ext cx="588462" cy="490557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rmAutofit fontScale="85000"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000" b="1">
                    <a:solidFill>
                      <a:srgbClr val="FFFFFF"/>
                    </a:solidFill>
                  </a:rPr>
                  <a:t>03</a:t>
                </a:r>
                <a:endParaRPr lang="zh-CN" altLang="en-US" sz="3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1569028" y="3290382"/>
                <a:ext cx="2182430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b="1" dirty="0"/>
                  <a:t>{vItem.item3}</a:t>
                </a:r>
                <a:endParaRPr lang="zh-CN" altLang="en-US" b="1" dirty="0"/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4133090" y="3290382"/>
                <a:ext cx="4307454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{vItem.item3_Desc}</a:t>
                </a:r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660400" y="5072235"/>
              <a:ext cx="10872922" cy="758330"/>
              <a:chOff x="645979" y="3983997"/>
              <a:chExt cx="10872922" cy="655778"/>
            </a:xfrm>
          </p:grpSpPr>
          <p:sp>
            <p:nvSpPr>
              <p:cNvPr id="34" name="矩形: 圆角 33"/>
              <p:cNvSpPr/>
              <p:nvPr/>
            </p:nvSpPr>
            <p:spPr>
              <a:xfrm>
                <a:off x="728030" y="4037545"/>
                <a:ext cx="10790871" cy="60223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2">
                      <a:alpha val="20000"/>
                    </a:schemeClr>
                  </a:gs>
                  <a:gs pos="88000">
                    <a:schemeClr val="bg1">
                      <a:alpha val="0"/>
                    </a:schemeClr>
                  </a:gs>
                </a:gsLst>
                <a:lin ang="5400000" scaled="0"/>
                <a:tileRect/>
              </a:gradFill>
              <a:ln w="127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108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zh-CN" altLang="en-US"/>
              </a:p>
            </p:txBody>
          </p:sp>
          <p:sp>
            <p:nvSpPr>
              <p:cNvPr id="35" name="矩形: 圆角 34"/>
              <p:cNvSpPr/>
              <p:nvPr/>
            </p:nvSpPr>
            <p:spPr>
              <a:xfrm>
                <a:off x="645979" y="3983997"/>
                <a:ext cx="588462" cy="490557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rmAutofit fontScale="85000"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000" b="1">
                    <a:solidFill>
                      <a:srgbClr val="FFFFFF"/>
                    </a:solidFill>
                  </a:rPr>
                  <a:t>04</a:t>
                </a:r>
                <a:endParaRPr lang="zh-CN" altLang="en-US" sz="3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1569028" y="4037544"/>
                <a:ext cx="2182430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b="1" dirty="0"/>
                  <a:t>{vItem.item4}</a:t>
                </a:r>
                <a:endParaRPr lang="zh-CN" altLang="en-US" b="1" dirty="0"/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4133090" y="4037544"/>
                <a:ext cx="4307454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{vItem.item4_Desc}</a:t>
                </a: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8664297" y="1384309"/>
              <a:ext cx="3250657" cy="4421226"/>
              <a:chOff x="9681572" y="3676581"/>
              <a:chExt cx="2166532" cy="2946705"/>
            </a:xfrm>
          </p:grpSpPr>
          <p:sp>
            <p:nvSpPr>
              <p:cNvPr id="7" name="任意多边形: 形状 6"/>
              <p:cNvSpPr/>
              <p:nvPr/>
            </p:nvSpPr>
            <p:spPr>
              <a:xfrm rot="20113492">
                <a:off x="9728670" y="4647666"/>
                <a:ext cx="1417314" cy="1786784"/>
              </a:xfrm>
              <a:custGeom>
                <a:avLst/>
                <a:gdLst>
                  <a:gd name="connsiteX0" fmla="*/ 1237459 w 1417314"/>
                  <a:gd name="connsiteY0" fmla="*/ -9 h 1786784"/>
                  <a:gd name="connsiteX1" fmla="*/ 1417318 w 1417314"/>
                  <a:gd name="connsiteY1" fmla="*/ -9 h 1786784"/>
                  <a:gd name="connsiteX2" fmla="*/ 1417318 w 1417314"/>
                  <a:gd name="connsiteY2" fmla="*/ 1786775 h 1786784"/>
                  <a:gd name="connsiteX3" fmla="*/ 1237459 w 1417314"/>
                  <a:gd name="connsiteY3" fmla="*/ 1786775 h 1786784"/>
                  <a:gd name="connsiteX4" fmla="*/ 179864 w 1417314"/>
                  <a:gd name="connsiteY4" fmla="*/ 1786775 h 1786784"/>
                  <a:gd name="connsiteX5" fmla="*/ 4 w 1417314"/>
                  <a:gd name="connsiteY5" fmla="*/ 1786775 h 1786784"/>
                  <a:gd name="connsiteX6" fmla="*/ 4 w 1417314"/>
                  <a:gd name="connsiteY6" fmla="*/ -9 h 1786784"/>
                  <a:gd name="connsiteX7" fmla="*/ 179864 w 1417314"/>
                  <a:gd name="connsiteY7" fmla="*/ -9 h 1786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17314" h="1786784">
                    <a:moveTo>
                      <a:pt x="1237459" y="-9"/>
                    </a:moveTo>
                    <a:cubicBezTo>
                      <a:pt x="1336792" y="-9"/>
                      <a:pt x="1417318" y="-9"/>
                      <a:pt x="1417318" y="-9"/>
                    </a:cubicBezTo>
                    <a:lnTo>
                      <a:pt x="1417318" y="1786775"/>
                    </a:lnTo>
                    <a:cubicBezTo>
                      <a:pt x="1417318" y="1786775"/>
                      <a:pt x="1336793" y="1786775"/>
                      <a:pt x="1237459" y="1786775"/>
                    </a:cubicBezTo>
                    <a:lnTo>
                      <a:pt x="179864" y="1786775"/>
                    </a:lnTo>
                    <a:cubicBezTo>
                      <a:pt x="80530" y="1786775"/>
                      <a:pt x="4" y="1786775"/>
                      <a:pt x="4" y="1786775"/>
                    </a:cubicBezTo>
                    <a:lnTo>
                      <a:pt x="4" y="-9"/>
                    </a:lnTo>
                    <a:cubicBezTo>
                      <a:pt x="4" y="-9"/>
                      <a:pt x="80530" y="-9"/>
                      <a:pt x="179864" y="-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8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" name="任意多边形: 形状 7"/>
              <p:cNvSpPr/>
              <p:nvPr/>
            </p:nvSpPr>
            <p:spPr>
              <a:xfrm rot="20098199">
                <a:off x="9722586" y="4618758"/>
                <a:ext cx="1414135" cy="1782776"/>
              </a:xfrm>
              <a:custGeom>
                <a:avLst/>
                <a:gdLst>
                  <a:gd name="connsiteX0" fmla="*/ 1234684 w 1414135"/>
                  <a:gd name="connsiteY0" fmla="*/ -10 h 1782776"/>
                  <a:gd name="connsiteX1" fmla="*/ 1414140 w 1414135"/>
                  <a:gd name="connsiteY1" fmla="*/ -10 h 1782776"/>
                  <a:gd name="connsiteX2" fmla="*/ 1414140 w 1414135"/>
                  <a:gd name="connsiteY2" fmla="*/ 1782767 h 1782776"/>
                  <a:gd name="connsiteX3" fmla="*/ 1234684 w 1414135"/>
                  <a:gd name="connsiteY3" fmla="*/ 1782767 h 1782776"/>
                  <a:gd name="connsiteX4" fmla="*/ 179460 w 1414135"/>
                  <a:gd name="connsiteY4" fmla="*/ 1782767 h 1782776"/>
                  <a:gd name="connsiteX5" fmla="*/ 4 w 1414135"/>
                  <a:gd name="connsiteY5" fmla="*/ 1782767 h 1782776"/>
                  <a:gd name="connsiteX6" fmla="*/ 4 w 1414135"/>
                  <a:gd name="connsiteY6" fmla="*/ -10 h 1782776"/>
                  <a:gd name="connsiteX7" fmla="*/ 179460 w 1414135"/>
                  <a:gd name="connsiteY7" fmla="*/ -10 h 1782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14135" h="1782776">
                    <a:moveTo>
                      <a:pt x="1234684" y="-10"/>
                    </a:moveTo>
                    <a:cubicBezTo>
                      <a:pt x="1333795" y="-10"/>
                      <a:pt x="1414140" y="-10"/>
                      <a:pt x="1414140" y="-10"/>
                    </a:cubicBezTo>
                    <a:lnTo>
                      <a:pt x="1414140" y="1782767"/>
                    </a:lnTo>
                    <a:cubicBezTo>
                      <a:pt x="1414140" y="1782767"/>
                      <a:pt x="1333795" y="1782767"/>
                      <a:pt x="1234684" y="1782767"/>
                    </a:cubicBezTo>
                    <a:lnTo>
                      <a:pt x="179460" y="1782767"/>
                    </a:lnTo>
                    <a:cubicBezTo>
                      <a:pt x="80350" y="1782767"/>
                      <a:pt x="4" y="1782767"/>
                      <a:pt x="4" y="1782767"/>
                    </a:cubicBezTo>
                    <a:lnTo>
                      <a:pt x="4" y="-10"/>
                    </a:lnTo>
                    <a:cubicBezTo>
                      <a:pt x="4" y="-10"/>
                      <a:pt x="80350" y="-10"/>
                      <a:pt x="179460" y="-1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" name="任意多边形: 形状 8"/>
              <p:cNvSpPr/>
              <p:nvPr/>
            </p:nvSpPr>
            <p:spPr>
              <a:xfrm>
                <a:off x="9681572" y="4742803"/>
                <a:ext cx="1495972" cy="1535214"/>
              </a:xfrm>
              <a:custGeom>
                <a:avLst/>
                <a:gdLst>
                  <a:gd name="connsiteX0" fmla="*/ 4 w 1495972"/>
                  <a:gd name="connsiteY0" fmla="*/ 464846 h 1535214"/>
                  <a:gd name="connsiteX1" fmla="*/ 996202 w 1495972"/>
                  <a:gd name="connsiteY1" fmla="*/ -10 h 1535214"/>
                  <a:gd name="connsiteX2" fmla="*/ 83246 w 1495972"/>
                  <a:gd name="connsiteY2" fmla="*/ 643221 h 1535214"/>
                  <a:gd name="connsiteX3" fmla="*/ 1079552 w 1495972"/>
                  <a:gd name="connsiteY3" fmla="*/ 178365 h 1535214"/>
                  <a:gd name="connsiteX4" fmla="*/ 166596 w 1495972"/>
                  <a:gd name="connsiteY4" fmla="*/ 821596 h 1535214"/>
                  <a:gd name="connsiteX5" fmla="*/ 1162793 w 1495972"/>
                  <a:gd name="connsiteY5" fmla="*/ 356740 h 1535214"/>
                  <a:gd name="connsiteX6" fmla="*/ 249838 w 1495972"/>
                  <a:gd name="connsiteY6" fmla="*/ 999971 h 1535214"/>
                  <a:gd name="connsiteX7" fmla="*/ 1246035 w 1495972"/>
                  <a:gd name="connsiteY7" fmla="*/ 535115 h 1535214"/>
                  <a:gd name="connsiteX8" fmla="*/ 333620 w 1495972"/>
                  <a:gd name="connsiteY8" fmla="*/ 1178455 h 1535214"/>
                  <a:gd name="connsiteX9" fmla="*/ 1329926 w 1495972"/>
                  <a:gd name="connsiteY9" fmla="*/ 713598 h 1535214"/>
                  <a:gd name="connsiteX10" fmla="*/ 416429 w 1495972"/>
                  <a:gd name="connsiteY10" fmla="*/ 1356722 h 1535214"/>
                  <a:gd name="connsiteX11" fmla="*/ 1412627 w 1495972"/>
                  <a:gd name="connsiteY11" fmla="*/ 891865 h 1535214"/>
                  <a:gd name="connsiteX12" fmla="*/ 499671 w 1495972"/>
                  <a:gd name="connsiteY12" fmla="*/ 1535205 h 1535214"/>
                  <a:gd name="connsiteX13" fmla="*/ 1495977 w 1495972"/>
                  <a:gd name="connsiteY13" fmla="*/ 1070348 h 1535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95972" h="1535214">
                    <a:moveTo>
                      <a:pt x="4" y="464846"/>
                    </a:moveTo>
                    <a:lnTo>
                      <a:pt x="996202" y="-10"/>
                    </a:lnTo>
                    <a:moveTo>
                      <a:pt x="83246" y="643221"/>
                    </a:moveTo>
                    <a:lnTo>
                      <a:pt x="1079552" y="178365"/>
                    </a:lnTo>
                    <a:moveTo>
                      <a:pt x="166596" y="821596"/>
                    </a:moveTo>
                    <a:lnTo>
                      <a:pt x="1162793" y="356740"/>
                    </a:lnTo>
                    <a:moveTo>
                      <a:pt x="249838" y="999971"/>
                    </a:moveTo>
                    <a:lnTo>
                      <a:pt x="1246035" y="535115"/>
                    </a:lnTo>
                    <a:moveTo>
                      <a:pt x="333620" y="1178455"/>
                    </a:moveTo>
                    <a:lnTo>
                      <a:pt x="1329926" y="713598"/>
                    </a:lnTo>
                    <a:moveTo>
                      <a:pt x="416429" y="1356722"/>
                    </a:moveTo>
                    <a:lnTo>
                      <a:pt x="1412627" y="891865"/>
                    </a:lnTo>
                    <a:moveTo>
                      <a:pt x="499671" y="1535205"/>
                    </a:moveTo>
                    <a:lnTo>
                      <a:pt x="1495977" y="1070348"/>
                    </a:lnTo>
                  </a:path>
                </a:pathLst>
              </a:custGeom>
              <a:noFill/>
              <a:ln w="16279" cap="rnd">
                <a:solidFill>
                  <a:srgbClr val="B7D0F9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" name="任意多边形: 形状 9"/>
              <p:cNvSpPr/>
              <p:nvPr/>
            </p:nvSpPr>
            <p:spPr>
              <a:xfrm>
                <a:off x="10214124" y="4686286"/>
                <a:ext cx="1633980" cy="1937000"/>
              </a:xfrm>
              <a:custGeom>
                <a:avLst/>
                <a:gdLst>
                  <a:gd name="connsiteX0" fmla="*/ 1190880 w 1633980"/>
                  <a:gd name="connsiteY0" fmla="*/ 1934527 h 1937000"/>
                  <a:gd name="connsiteX1" fmla="*/ 149927 w 1633980"/>
                  <a:gd name="connsiteY1" fmla="*/ 1761016 h 1937000"/>
                  <a:gd name="connsiteX2" fmla="*/ 2470 w 1633980"/>
                  <a:gd name="connsiteY2" fmla="*/ 1554534 h 1937000"/>
                  <a:gd name="connsiteX3" fmla="*/ 236628 w 1633980"/>
                  <a:gd name="connsiteY3" fmla="*/ 149911 h 1937000"/>
                  <a:gd name="connsiteX4" fmla="*/ 443111 w 1633980"/>
                  <a:gd name="connsiteY4" fmla="*/ 2455 h 1937000"/>
                  <a:gd name="connsiteX5" fmla="*/ 1484064 w 1633980"/>
                  <a:gd name="connsiteY5" fmla="*/ 176073 h 1937000"/>
                  <a:gd name="connsiteX6" fmla="*/ 1631521 w 1633980"/>
                  <a:gd name="connsiteY6" fmla="*/ 382556 h 1937000"/>
                  <a:gd name="connsiteX7" fmla="*/ 1397363 w 1633980"/>
                  <a:gd name="connsiteY7" fmla="*/ 1787070 h 1937000"/>
                  <a:gd name="connsiteX8" fmla="*/ 1190880 w 1633980"/>
                  <a:gd name="connsiteY8" fmla="*/ 1934527 h 193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3980" h="1937000">
                    <a:moveTo>
                      <a:pt x="1190880" y="1934527"/>
                    </a:moveTo>
                    <a:lnTo>
                      <a:pt x="149927" y="1761016"/>
                    </a:lnTo>
                    <a:cubicBezTo>
                      <a:pt x="52202" y="1744692"/>
                      <a:pt x="-13805" y="1652261"/>
                      <a:pt x="2470" y="1554534"/>
                    </a:cubicBezTo>
                    <a:lnTo>
                      <a:pt x="236628" y="149911"/>
                    </a:lnTo>
                    <a:cubicBezTo>
                      <a:pt x="252949" y="52183"/>
                      <a:pt x="345378" y="-13815"/>
                      <a:pt x="443111" y="2455"/>
                    </a:cubicBezTo>
                    <a:lnTo>
                      <a:pt x="1484064" y="176073"/>
                    </a:lnTo>
                    <a:cubicBezTo>
                      <a:pt x="1581792" y="192397"/>
                      <a:pt x="1647791" y="284828"/>
                      <a:pt x="1631521" y="382556"/>
                    </a:cubicBezTo>
                    <a:lnTo>
                      <a:pt x="1397363" y="1787070"/>
                    </a:lnTo>
                    <a:cubicBezTo>
                      <a:pt x="1381039" y="1884798"/>
                      <a:pt x="1288608" y="1950797"/>
                      <a:pt x="1190880" y="193452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" name="任意多边形: 形状 10"/>
              <p:cNvSpPr/>
              <p:nvPr/>
            </p:nvSpPr>
            <p:spPr>
              <a:xfrm rot="550833">
                <a:off x="10316321" y="4741405"/>
                <a:ext cx="1418160" cy="1787851"/>
              </a:xfrm>
              <a:custGeom>
                <a:avLst/>
                <a:gdLst>
                  <a:gd name="connsiteX0" fmla="*/ 1238199 w 1418160"/>
                  <a:gd name="connsiteY0" fmla="*/ -10 h 1787851"/>
                  <a:gd name="connsiteX1" fmla="*/ 1418166 w 1418160"/>
                  <a:gd name="connsiteY1" fmla="*/ -10 h 1787851"/>
                  <a:gd name="connsiteX2" fmla="*/ 1418166 w 1418160"/>
                  <a:gd name="connsiteY2" fmla="*/ 1787841 h 1787851"/>
                  <a:gd name="connsiteX3" fmla="*/ 1238199 w 1418160"/>
                  <a:gd name="connsiteY3" fmla="*/ 1787841 h 1787851"/>
                  <a:gd name="connsiteX4" fmla="*/ 179972 w 1418160"/>
                  <a:gd name="connsiteY4" fmla="*/ 1787841 h 1787851"/>
                  <a:gd name="connsiteX5" fmla="*/ 6 w 1418160"/>
                  <a:gd name="connsiteY5" fmla="*/ 1787841 h 1787851"/>
                  <a:gd name="connsiteX6" fmla="*/ 6 w 1418160"/>
                  <a:gd name="connsiteY6" fmla="*/ -10 h 1787851"/>
                  <a:gd name="connsiteX7" fmla="*/ 179972 w 1418160"/>
                  <a:gd name="connsiteY7" fmla="*/ -10 h 1787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18160" h="1787851">
                    <a:moveTo>
                      <a:pt x="1238199" y="-10"/>
                    </a:moveTo>
                    <a:cubicBezTo>
                      <a:pt x="1337592" y="-10"/>
                      <a:pt x="1418166" y="-10"/>
                      <a:pt x="1418166" y="-10"/>
                    </a:cubicBezTo>
                    <a:lnTo>
                      <a:pt x="1418166" y="1787841"/>
                    </a:lnTo>
                    <a:cubicBezTo>
                      <a:pt x="1418166" y="1787841"/>
                      <a:pt x="1337592" y="1787841"/>
                      <a:pt x="1238199" y="1787841"/>
                    </a:cubicBezTo>
                    <a:lnTo>
                      <a:pt x="179972" y="1787841"/>
                    </a:lnTo>
                    <a:cubicBezTo>
                      <a:pt x="80579" y="1787841"/>
                      <a:pt x="6" y="1787841"/>
                      <a:pt x="6" y="1787841"/>
                    </a:cubicBezTo>
                    <a:lnTo>
                      <a:pt x="6" y="-10"/>
                    </a:lnTo>
                    <a:cubicBezTo>
                      <a:pt x="6" y="-10"/>
                      <a:pt x="80580" y="-10"/>
                      <a:pt x="179972" y="-10"/>
                    </a:cubicBez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10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10371938" y="4961502"/>
                <a:ext cx="1278246" cy="1346028"/>
              </a:xfrm>
              <a:custGeom>
                <a:avLst/>
                <a:gdLst>
                  <a:gd name="connsiteX0" fmla="*/ 193839 w 1278246"/>
                  <a:gd name="connsiteY0" fmla="*/ -10 h 1346028"/>
                  <a:gd name="connsiteX1" fmla="*/ 1278251 w 1278246"/>
                  <a:gd name="connsiteY1" fmla="*/ 180852 h 1346028"/>
                  <a:gd name="connsiteX2" fmla="*/ 161407 w 1278246"/>
                  <a:gd name="connsiteY2" fmla="*/ 194149 h 1346028"/>
                  <a:gd name="connsiteX3" fmla="*/ 1245927 w 1278246"/>
                  <a:gd name="connsiteY3" fmla="*/ 375010 h 1346028"/>
                  <a:gd name="connsiteX4" fmla="*/ 129083 w 1278246"/>
                  <a:gd name="connsiteY4" fmla="*/ 388415 h 1346028"/>
                  <a:gd name="connsiteX5" fmla="*/ 1213495 w 1278246"/>
                  <a:gd name="connsiteY5" fmla="*/ 569277 h 1346028"/>
                  <a:gd name="connsiteX6" fmla="*/ 96651 w 1278246"/>
                  <a:gd name="connsiteY6" fmla="*/ 582574 h 1346028"/>
                  <a:gd name="connsiteX7" fmla="*/ 1181172 w 1278246"/>
                  <a:gd name="connsiteY7" fmla="*/ 763435 h 1346028"/>
                  <a:gd name="connsiteX8" fmla="*/ 64868 w 1278246"/>
                  <a:gd name="connsiteY8" fmla="*/ 776841 h 1346028"/>
                  <a:gd name="connsiteX9" fmla="*/ 1149280 w 1278246"/>
                  <a:gd name="connsiteY9" fmla="*/ 957594 h 1346028"/>
                  <a:gd name="connsiteX10" fmla="*/ 32436 w 1278246"/>
                  <a:gd name="connsiteY10" fmla="*/ 970999 h 1346028"/>
                  <a:gd name="connsiteX11" fmla="*/ 1116957 w 1278246"/>
                  <a:gd name="connsiteY11" fmla="*/ 1151861 h 1346028"/>
                  <a:gd name="connsiteX12" fmla="*/ 4 w 1278246"/>
                  <a:gd name="connsiteY12" fmla="*/ 1165266 h 1346028"/>
                  <a:gd name="connsiteX13" fmla="*/ 1084525 w 1278246"/>
                  <a:gd name="connsiteY13" fmla="*/ 1346019 h 1346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78246" h="1346028">
                    <a:moveTo>
                      <a:pt x="193839" y="-10"/>
                    </a:moveTo>
                    <a:lnTo>
                      <a:pt x="1278251" y="180852"/>
                    </a:lnTo>
                    <a:moveTo>
                      <a:pt x="161407" y="194149"/>
                    </a:moveTo>
                    <a:lnTo>
                      <a:pt x="1245927" y="375010"/>
                    </a:lnTo>
                    <a:moveTo>
                      <a:pt x="129083" y="388415"/>
                    </a:moveTo>
                    <a:lnTo>
                      <a:pt x="1213495" y="569277"/>
                    </a:lnTo>
                    <a:moveTo>
                      <a:pt x="96651" y="582574"/>
                    </a:moveTo>
                    <a:lnTo>
                      <a:pt x="1181172" y="763435"/>
                    </a:lnTo>
                    <a:moveTo>
                      <a:pt x="64868" y="776841"/>
                    </a:moveTo>
                    <a:lnTo>
                      <a:pt x="1149280" y="957594"/>
                    </a:lnTo>
                    <a:moveTo>
                      <a:pt x="32436" y="970999"/>
                    </a:moveTo>
                    <a:lnTo>
                      <a:pt x="1116957" y="1151861"/>
                    </a:lnTo>
                    <a:moveTo>
                      <a:pt x="4" y="1165266"/>
                    </a:moveTo>
                    <a:lnTo>
                      <a:pt x="1084525" y="1346019"/>
                    </a:lnTo>
                  </a:path>
                </a:pathLst>
              </a:custGeom>
              <a:noFill/>
              <a:ln w="16279" cap="rnd">
                <a:solidFill>
                  <a:srgbClr val="F5F5F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 rot="16764000">
                <a:off x="10149493" y="3861125"/>
                <a:ext cx="1340515" cy="1340515"/>
              </a:xfrm>
              <a:custGeom>
                <a:avLst/>
                <a:gdLst>
                  <a:gd name="connsiteX0" fmla="*/ 1340520 w 1340515"/>
                  <a:gd name="connsiteY0" fmla="*/ 670248 h 1340515"/>
                  <a:gd name="connsiteX1" fmla="*/ 670262 w 1340515"/>
                  <a:gd name="connsiteY1" fmla="*/ 1340505 h 1340515"/>
                  <a:gd name="connsiteX2" fmla="*/ 4 w 1340515"/>
                  <a:gd name="connsiteY2" fmla="*/ 670248 h 1340515"/>
                  <a:gd name="connsiteX3" fmla="*/ 670262 w 1340515"/>
                  <a:gd name="connsiteY3" fmla="*/ -10 h 1340515"/>
                  <a:gd name="connsiteX4" fmla="*/ 1340520 w 1340515"/>
                  <a:gd name="connsiteY4" fmla="*/ 670248 h 1340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0515" h="1340515">
                    <a:moveTo>
                      <a:pt x="1340520" y="670248"/>
                    </a:moveTo>
                    <a:cubicBezTo>
                      <a:pt x="1340520" y="1040421"/>
                      <a:pt x="1040435" y="1340505"/>
                      <a:pt x="670262" y="1340505"/>
                    </a:cubicBezTo>
                    <a:cubicBezTo>
                      <a:pt x="300089" y="1340505"/>
                      <a:pt x="4" y="1040421"/>
                      <a:pt x="4" y="670248"/>
                    </a:cubicBezTo>
                    <a:cubicBezTo>
                      <a:pt x="4" y="300075"/>
                      <a:pt x="300089" y="-10"/>
                      <a:pt x="670262" y="-10"/>
                    </a:cubicBezTo>
                    <a:cubicBezTo>
                      <a:pt x="1040435" y="-10"/>
                      <a:pt x="1340520" y="300075"/>
                      <a:pt x="1340520" y="67024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10077673" y="3789200"/>
                <a:ext cx="1340515" cy="1340515"/>
              </a:xfrm>
              <a:custGeom>
                <a:avLst/>
                <a:gdLst>
                  <a:gd name="connsiteX0" fmla="*/ 1340516 w 1340515"/>
                  <a:gd name="connsiteY0" fmla="*/ 670258 h 1340515"/>
                  <a:gd name="connsiteX1" fmla="*/ 670258 w 1340515"/>
                  <a:gd name="connsiteY1" fmla="*/ 1340515 h 1340515"/>
                  <a:gd name="connsiteX2" fmla="*/ 0 w 1340515"/>
                  <a:gd name="connsiteY2" fmla="*/ 670258 h 1340515"/>
                  <a:gd name="connsiteX3" fmla="*/ 670258 w 1340515"/>
                  <a:gd name="connsiteY3" fmla="*/ 0 h 1340515"/>
                  <a:gd name="connsiteX4" fmla="*/ 1340516 w 1340515"/>
                  <a:gd name="connsiteY4" fmla="*/ 670258 h 1340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0515" h="1340515">
                    <a:moveTo>
                      <a:pt x="1340516" y="670258"/>
                    </a:moveTo>
                    <a:cubicBezTo>
                      <a:pt x="1340516" y="1040431"/>
                      <a:pt x="1040431" y="1340515"/>
                      <a:pt x="670258" y="1340515"/>
                    </a:cubicBezTo>
                    <a:cubicBezTo>
                      <a:pt x="300085" y="1340515"/>
                      <a:pt x="0" y="1040431"/>
                      <a:pt x="0" y="670258"/>
                    </a:cubicBezTo>
                    <a:cubicBezTo>
                      <a:pt x="0" y="300085"/>
                      <a:pt x="300085" y="0"/>
                      <a:pt x="670258" y="0"/>
                    </a:cubicBezTo>
                    <a:cubicBezTo>
                      <a:pt x="1040431" y="0"/>
                      <a:pt x="1340516" y="300085"/>
                      <a:pt x="1340516" y="670258"/>
                    </a:cubicBezTo>
                    <a:close/>
                  </a:path>
                </a:pathLst>
              </a:custGeom>
              <a:solidFill>
                <a:srgbClr val="F6C94C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 rot="16762802">
                <a:off x="10152740" y="3864151"/>
                <a:ext cx="1190464" cy="1190464"/>
              </a:xfrm>
              <a:custGeom>
                <a:avLst/>
                <a:gdLst>
                  <a:gd name="connsiteX0" fmla="*/ 1190469 w 1190464"/>
                  <a:gd name="connsiteY0" fmla="*/ 595222 h 1190464"/>
                  <a:gd name="connsiteX1" fmla="*/ 595236 w 1190464"/>
                  <a:gd name="connsiteY1" fmla="*/ 1190454 h 1190464"/>
                  <a:gd name="connsiteX2" fmla="*/ 4 w 1190464"/>
                  <a:gd name="connsiteY2" fmla="*/ 595222 h 1190464"/>
                  <a:gd name="connsiteX3" fmla="*/ 595236 w 1190464"/>
                  <a:gd name="connsiteY3" fmla="*/ -10 h 1190464"/>
                  <a:gd name="connsiteX4" fmla="*/ 1190469 w 1190464"/>
                  <a:gd name="connsiteY4" fmla="*/ 595222 h 1190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90464" h="1190464">
                    <a:moveTo>
                      <a:pt x="1190469" y="595222"/>
                    </a:moveTo>
                    <a:cubicBezTo>
                      <a:pt x="1190469" y="923960"/>
                      <a:pt x="923974" y="1190454"/>
                      <a:pt x="595236" y="1190454"/>
                    </a:cubicBezTo>
                    <a:cubicBezTo>
                      <a:pt x="266499" y="1190454"/>
                      <a:pt x="4" y="923960"/>
                      <a:pt x="4" y="595222"/>
                    </a:cubicBezTo>
                    <a:cubicBezTo>
                      <a:pt x="4" y="266485"/>
                      <a:pt x="266499" y="-10"/>
                      <a:pt x="595236" y="-10"/>
                    </a:cubicBezTo>
                    <a:cubicBezTo>
                      <a:pt x="923974" y="-10"/>
                      <a:pt x="1190469" y="266485"/>
                      <a:pt x="1190469" y="595222"/>
                    </a:cubicBezTo>
                    <a:close/>
                  </a:path>
                </a:pathLst>
              </a:custGeom>
              <a:solidFill>
                <a:srgbClr val="682D00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" name="任意多边形: 形状 15"/>
              <p:cNvSpPr/>
              <p:nvPr/>
            </p:nvSpPr>
            <p:spPr>
              <a:xfrm>
                <a:off x="10256771" y="3676581"/>
                <a:ext cx="428674" cy="798010"/>
              </a:xfrm>
              <a:custGeom>
                <a:avLst/>
                <a:gdLst>
                  <a:gd name="connsiteX0" fmla="*/ 390409 w 428674"/>
                  <a:gd name="connsiteY0" fmla="*/ 798001 h 798010"/>
                  <a:gd name="connsiteX1" fmla="*/ 66091 w 428674"/>
                  <a:gd name="connsiteY1" fmla="*/ 457899 h 798010"/>
                  <a:gd name="connsiteX2" fmla="*/ 58740 w 428674"/>
                  <a:gd name="connsiteY2" fmla="*/ 77042 h 798010"/>
                  <a:gd name="connsiteX3" fmla="*/ 265547 w 428674"/>
                  <a:gd name="connsiteY3" fmla="*/ 7205 h 798010"/>
                  <a:gd name="connsiteX4" fmla="*/ 360464 w 428674"/>
                  <a:gd name="connsiteY4" fmla="*/ 133473 h 798010"/>
                  <a:gd name="connsiteX5" fmla="*/ 391923 w 428674"/>
                  <a:gd name="connsiteY5" fmla="*/ 368928 h 798010"/>
                  <a:gd name="connsiteX6" fmla="*/ 428679 w 428674"/>
                  <a:gd name="connsiteY6" fmla="*/ 779731 h 798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8674" h="798010">
                    <a:moveTo>
                      <a:pt x="390409" y="798001"/>
                    </a:moveTo>
                    <a:cubicBezTo>
                      <a:pt x="254934" y="714312"/>
                      <a:pt x="143253" y="597195"/>
                      <a:pt x="66091" y="457899"/>
                    </a:cubicBezTo>
                    <a:cubicBezTo>
                      <a:pt x="-1584" y="336496"/>
                      <a:pt x="-37259" y="190012"/>
                      <a:pt x="58740" y="77042"/>
                    </a:cubicBezTo>
                    <a:cubicBezTo>
                      <a:pt x="102955" y="24826"/>
                      <a:pt x="191494" y="-17443"/>
                      <a:pt x="265547" y="7205"/>
                    </a:cubicBezTo>
                    <a:cubicBezTo>
                      <a:pt x="327383" y="27637"/>
                      <a:pt x="349437" y="83528"/>
                      <a:pt x="360464" y="133473"/>
                    </a:cubicBezTo>
                    <a:cubicBezTo>
                      <a:pt x="376053" y="211192"/>
                      <a:pt x="386561" y="289843"/>
                      <a:pt x="391923" y="368928"/>
                    </a:cubicBezTo>
                    <a:cubicBezTo>
                      <a:pt x="404171" y="505863"/>
                      <a:pt x="416430" y="642796"/>
                      <a:pt x="428679" y="779731"/>
                    </a:cubicBezTo>
                  </a:path>
                </a:pathLst>
              </a:custGeom>
              <a:solidFill>
                <a:schemeClr val="accent2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" name="任意多边形: 形状 16"/>
              <p:cNvSpPr/>
              <p:nvPr/>
            </p:nvSpPr>
            <p:spPr>
              <a:xfrm>
                <a:off x="10747931" y="3742038"/>
                <a:ext cx="517477" cy="667042"/>
              </a:xfrm>
              <a:custGeom>
                <a:avLst/>
                <a:gdLst>
                  <a:gd name="connsiteX0" fmla="*/ 4 w 517477"/>
                  <a:gd name="connsiteY0" fmla="*/ 646817 h 667042"/>
                  <a:gd name="connsiteX1" fmla="*/ 187677 w 517477"/>
                  <a:gd name="connsiteY1" fmla="*/ 108232 h 667042"/>
                  <a:gd name="connsiteX2" fmla="*/ 358052 w 517477"/>
                  <a:gd name="connsiteY2" fmla="*/ 126 h 667042"/>
                  <a:gd name="connsiteX3" fmla="*/ 475455 w 517477"/>
                  <a:gd name="connsiteY3" fmla="*/ 71692 h 667042"/>
                  <a:gd name="connsiteX4" fmla="*/ 491238 w 517477"/>
                  <a:gd name="connsiteY4" fmla="*/ 309526 h 667042"/>
                  <a:gd name="connsiteX5" fmla="*/ 302377 w 517477"/>
                  <a:gd name="connsiteY5" fmla="*/ 472442 h 667042"/>
                  <a:gd name="connsiteX6" fmla="*/ 59571 w 517477"/>
                  <a:gd name="connsiteY6" fmla="*/ 667032 h 667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7477" h="667042">
                    <a:moveTo>
                      <a:pt x="4" y="646817"/>
                    </a:moveTo>
                    <a:cubicBezTo>
                      <a:pt x="5269" y="452184"/>
                      <a:pt x="70846" y="263987"/>
                      <a:pt x="187677" y="108232"/>
                    </a:cubicBezTo>
                    <a:cubicBezTo>
                      <a:pt x="229838" y="52233"/>
                      <a:pt x="287999" y="-3117"/>
                      <a:pt x="358052" y="126"/>
                    </a:cubicBezTo>
                    <a:cubicBezTo>
                      <a:pt x="405618" y="2072"/>
                      <a:pt x="449077" y="32558"/>
                      <a:pt x="475455" y="71692"/>
                    </a:cubicBezTo>
                    <a:cubicBezTo>
                      <a:pt x="521724" y="141096"/>
                      <a:pt x="533832" y="235257"/>
                      <a:pt x="491238" y="309526"/>
                    </a:cubicBezTo>
                    <a:cubicBezTo>
                      <a:pt x="448645" y="383795"/>
                      <a:pt x="367998" y="422064"/>
                      <a:pt x="302377" y="472442"/>
                    </a:cubicBezTo>
                    <a:cubicBezTo>
                      <a:pt x="220325" y="535359"/>
                      <a:pt x="141299" y="603466"/>
                      <a:pt x="59571" y="667032"/>
                    </a:cubicBezTo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" name="任意多边形: 形状 17"/>
              <p:cNvSpPr/>
              <p:nvPr/>
            </p:nvSpPr>
            <p:spPr>
              <a:xfrm>
                <a:off x="9899618" y="4166353"/>
                <a:ext cx="788314" cy="454723"/>
              </a:xfrm>
              <a:custGeom>
                <a:avLst/>
                <a:gdLst>
                  <a:gd name="connsiteX0" fmla="*/ 782481 w 788314"/>
                  <a:gd name="connsiteY0" fmla="*/ 310932 h 454723"/>
                  <a:gd name="connsiteX1" fmla="*/ 246707 w 788314"/>
                  <a:gd name="connsiteY1" fmla="*/ 11478 h 454723"/>
                  <a:gd name="connsiteX2" fmla="*/ 73737 w 788314"/>
                  <a:gd name="connsiteY2" fmla="*/ 22289 h 454723"/>
                  <a:gd name="connsiteX3" fmla="*/ 15144 w 788314"/>
                  <a:gd name="connsiteY3" fmla="*/ 250933 h 454723"/>
                  <a:gd name="connsiteX4" fmla="*/ 368867 w 788314"/>
                  <a:gd name="connsiteY4" fmla="*/ 454713 h 454723"/>
                  <a:gd name="connsiteX5" fmla="*/ 788318 w 788314"/>
                  <a:gd name="connsiteY5" fmla="*/ 353310 h 454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88314" h="454723">
                    <a:moveTo>
                      <a:pt x="782481" y="310932"/>
                    </a:moveTo>
                    <a:cubicBezTo>
                      <a:pt x="605727" y="205853"/>
                      <a:pt x="446055" y="61531"/>
                      <a:pt x="246707" y="11478"/>
                    </a:cubicBezTo>
                    <a:cubicBezTo>
                      <a:pt x="189194" y="-3008"/>
                      <a:pt x="124763" y="-8089"/>
                      <a:pt x="73737" y="22289"/>
                    </a:cubicBezTo>
                    <a:cubicBezTo>
                      <a:pt x="333" y="66288"/>
                      <a:pt x="-16315" y="171043"/>
                      <a:pt x="15144" y="250933"/>
                    </a:cubicBezTo>
                    <a:cubicBezTo>
                      <a:pt x="68332" y="385417"/>
                      <a:pt x="224221" y="454821"/>
                      <a:pt x="368867" y="454713"/>
                    </a:cubicBezTo>
                    <a:cubicBezTo>
                      <a:pt x="513513" y="454605"/>
                      <a:pt x="651456" y="400012"/>
                      <a:pt x="788318" y="353310"/>
                    </a:cubicBezTo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" name="任意多边形: 形状 18"/>
              <p:cNvSpPr/>
              <p:nvPr/>
            </p:nvSpPr>
            <p:spPr>
              <a:xfrm>
                <a:off x="10164398" y="4419999"/>
                <a:ext cx="642450" cy="741067"/>
              </a:xfrm>
              <a:custGeom>
                <a:avLst/>
                <a:gdLst>
                  <a:gd name="connsiteX0" fmla="*/ 534241 w 642450"/>
                  <a:gd name="connsiteY0" fmla="*/ 518683 h 741067"/>
                  <a:gd name="connsiteX1" fmla="*/ 550997 w 642450"/>
                  <a:gd name="connsiteY1" fmla="*/ 287985 h 741067"/>
                  <a:gd name="connsiteX2" fmla="*/ 642455 w 642450"/>
                  <a:gd name="connsiteY2" fmla="*/ 21611 h 741067"/>
                  <a:gd name="connsiteX3" fmla="*/ 596077 w 642450"/>
                  <a:gd name="connsiteY3" fmla="*/ -10 h 741067"/>
                  <a:gd name="connsiteX4" fmla="*/ 32304 w 642450"/>
                  <a:gd name="connsiteY4" fmla="*/ 379767 h 741067"/>
                  <a:gd name="connsiteX5" fmla="*/ 6142 w 642450"/>
                  <a:gd name="connsiteY5" fmla="*/ 556520 h 741067"/>
                  <a:gd name="connsiteX6" fmla="*/ 155977 w 642450"/>
                  <a:gd name="connsiteY6" fmla="*/ 707869 h 741067"/>
                  <a:gd name="connsiteX7" fmla="*/ 417270 w 642450"/>
                  <a:gd name="connsiteY7" fmla="*/ 710355 h 741067"/>
                  <a:gd name="connsiteX8" fmla="*/ 534241 w 642450"/>
                  <a:gd name="connsiteY8" fmla="*/ 518683 h 741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2450" h="741067">
                    <a:moveTo>
                      <a:pt x="534241" y="518683"/>
                    </a:moveTo>
                    <a:cubicBezTo>
                      <a:pt x="548943" y="443009"/>
                      <a:pt x="545051" y="364956"/>
                      <a:pt x="550997" y="287985"/>
                    </a:cubicBezTo>
                    <a:cubicBezTo>
                      <a:pt x="557267" y="201500"/>
                      <a:pt x="613482" y="104204"/>
                      <a:pt x="642455" y="21611"/>
                    </a:cubicBezTo>
                    <a:lnTo>
                      <a:pt x="596077" y="-10"/>
                    </a:lnTo>
                    <a:cubicBezTo>
                      <a:pt x="357595" y="8963"/>
                      <a:pt x="130248" y="162149"/>
                      <a:pt x="32304" y="379767"/>
                    </a:cubicBezTo>
                    <a:cubicBezTo>
                      <a:pt x="7440" y="435225"/>
                      <a:pt x="-9749" y="497819"/>
                      <a:pt x="6142" y="556520"/>
                    </a:cubicBezTo>
                    <a:cubicBezTo>
                      <a:pt x="25385" y="627438"/>
                      <a:pt x="89060" y="677924"/>
                      <a:pt x="155977" y="707869"/>
                    </a:cubicBezTo>
                    <a:cubicBezTo>
                      <a:pt x="238678" y="745166"/>
                      <a:pt x="339758" y="757598"/>
                      <a:pt x="417270" y="710355"/>
                    </a:cubicBezTo>
                    <a:cubicBezTo>
                      <a:pt x="483106" y="670572"/>
                      <a:pt x="519538" y="594466"/>
                      <a:pt x="534241" y="51868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" name="任意多边形: 形状 19"/>
              <p:cNvSpPr/>
              <p:nvPr/>
            </p:nvSpPr>
            <p:spPr>
              <a:xfrm>
                <a:off x="10727283" y="4394161"/>
                <a:ext cx="805172" cy="528739"/>
              </a:xfrm>
              <a:custGeom>
                <a:avLst/>
                <a:gdLst>
                  <a:gd name="connsiteX0" fmla="*/ 797287 w 805172"/>
                  <a:gd name="connsiteY0" fmla="*/ 317930 h 528739"/>
                  <a:gd name="connsiteX1" fmla="*/ 790476 w 805172"/>
                  <a:gd name="connsiteY1" fmla="*/ 298039 h 528739"/>
                  <a:gd name="connsiteX2" fmla="*/ 613290 w 805172"/>
                  <a:gd name="connsiteY2" fmla="*/ 88313 h 528739"/>
                  <a:gd name="connsiteX3" fmla="*/ 332214 w 805172"/>
                  <a:gd name="connsiteY3" fmla="*/ 1828 h 528739"/>
                  <a:gd name="connsiteX4" fmla="*/ 4869 w 805172"/>
                  <a:gd name="connsiteY4" fmla="*/ -10 h 528739"/>
                  <a:gd name="connsiteX5" fmla="*/ 4 w 805172"/>
                  <a:gd name="connsiteY5" fmla="*/ 26044 h 528739"/>
                  <a:gd name="connsiteX6" fmla="*/ 227027 w 805172"/>
                  <a:gd name="connsiteY6" fmla="*/ 304417 h 528739"/>
                  <a:gd name="connsiteX7" fmla="*/ 358376 w 805172"/>
                  <a:gd name="connsiteY7" fmla="*/ 441604 h 528739"/>
                  <a:gd name="connsiteX8" fmla="*/ 687667 w 805172"/>
                  <a:gd name="connsiteY8" fmla="*/ 518035 h 528739"/>
                  <a:gd name="connsiteX9" fmla="*/ 793827 w 805172"/>
                  <a:gd name="connsiteY9" fmla="*/ 429171 h 528739"/>
                  <a:gd name="connsiteX10" fmla="*/ 797287 w 805172"/>
                  <a:gd name="connsiteY10" fmla="*/ 317930 h 528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05172" h="528739">
                    <a:moveTo>
                      <a:pt x="797287" y="317930"/>
                    </a:moveTo>
                    <a:cubicBezTo>
                      <a:pt x="795341" y="311228"/>
                      <a:pt x="793071" y="304525"/>
                      <a:pt x="790476" y="298039"/>
                    </a:cubicBezTo>
                    <a:cubicBezTo>
                      <a:pt x="757504" y="213500"/>
                      <a:pt x="688208" y="137825"/>
                      <a:pt x="613290" y="88313"/>
                    </a:cubicBezTo>
                    <a:cubicBezTo>
                      <a:pt x="529054" y="34790"/>
                      <a:pt x="431964" y="4917"/>
                      <a:pt x="332214" y="1828"/>
                    </a:cubicBezTo>
                    <a:cubicBezTo>
                      <a:pt x="222919" y="-3037"/>
                      <a:pt x="112327" y="19774"/>
                      <a:pt x="4869" y="-10"/>
                    </a:cubicBezTo>
                    <a:lnTo>
                      <a:pt x="4" y="26044"/>
                    </a:lnTo>
                    <a:lnTo>
                      <a:pt x="227027" y="304417"/>
                    </a:lnTo>
                    <a:cubicBezTo>
                      <a:pt x="267243" y="353497"/>
                      <a:pt x="307891" y="403118"/>
                      <a:pt x="358376" y="441604"/>
                    </a:cubicBezTo>
                    <a:cubicBezTo>
                      <a:pt x="444861" y="507116"/>
                      <a:pt x="581075" y="549710"/>
                      <a:pt x="687667" y="518035"/>
                    </a:cubicBezTo>
                    <a:cubicBezTo>
                      <a:pt x="733396" y="504413"/>
                      <a:pt x="775341" y="473170"/>
                      <a:pt x="793827" y="429171"/>
                    </a:cubicBezTo>
                    <a:cubicBezTo>
                      <a:pt x="807665" y="393572"/>
                      <a:pt x="808886" y="354319"/>
                      <a:pt x="797287" y="31793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" name="任意多边形: 形状 20"/>
              <p:cNvSpPr/>
              <p:nvPr/>
            </p:nvSpPr>
            <p:spPr>
              <a:xfrm>
                <a:off x="10520109" y="3841818"/>
                <a:ext cx="385598" cy="622197"/>
              </a:xfrm>
              <a:custGeom>
                <a:avLst/>
                <a:gdLst>
                  <a:gd name="connsiteX0" fmla="*/ 373770 w 385598"/>
                  <a:gd name="connsiteY0" fmla="*/ 129315 h 622197"/>
                  <a:gd name="connsiteX1" fmla="*/ 372365 w 385598"/>
                  <a:gd name="connsiteY1" fmla="*/ 124234 h 622197"/>
                  <a:gd name="connsiteX2" fmla="*/ 303609 w 385598"/>
                  <a:gd name="connsiteY2" fmla="*/ 24776 h 622197"/>
                  <a:gd name="connsiteX3" fmla="*/ 34101 w 385598"/>
                  <a:gd name="connsiteY3" fmla="*/ 119044 h 622197"/>
                  <a:gd name="connsiteX4" fmla="*/ 10101 w 385598"/>
                  <a:gd name="connsiteY4" fmla="*/ 342175 h 622197"/>
                  <a:gd name="connsiteX5" fmla="*/ 219394 w 385598"/>
                  <a:gd name="connsiteY5" fmla="*/ 621846 h 622197"/>
                  <a:gd name="connsiteX6" fmla="*/ 312798 w 385598"/>
                  <a:gd name="connsiteY6" fmla="*/ 472551 h 622197"/>
                  <a:gd name="connsiteX7" fmla="*/ 373770 w 385598"/>
                  <a:gd name="connsiteY7" fmla="*/ 129315 h 62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5598" h="622197">
                    <a:moveTo>
                      <a:pt x="373770" y="129315"/>
                    </a:moveTo>
                    <a:cubicBezTo>
                      <a:pt x="373770" y="127585"/>
                      <a:pt x="372797" y="125855"/>
                      <a:pt x="372365" y="124234"/>
                    </a:cubicBezTo>
                    <a:cubicBezTo>
                      <a:pt x="361316" y="84275"/>
                      <a:pt x="337090" y="49225"/>
                      <a:pt x="303609" y="24776"/>
                    </a:cubicBezTo>
                    <a:cubicBezTo>
                      <a:pt x="210097" y="-39223"/>
                      <a:pt x="82748" y="30938"/>
                      <a:pt x="34101" y="119044"/>
                    </a:cubicBezTo>
                    <a:cubicBezTo>
                      <a:pt x="-2872" y="186070"/>
                      <a:pt x="-7953" y="267798"/>
                      <a:pt x="10101" y="342175"/>
                    </a:cubicBezTo>
                    <a:cubicBezTo>
                      <a:pt x="36371" y="450390"/>
                      <a:pt x="219394" y="621522"/>
                      <a:pt x="219394" y="621846"/>
                    </a:cubicBezTo>
                    <a:cubicBezTo>
                      <a:pt x="228367" y="630170"/>
                      <a:pt x="307068" y="483794"/>
                      <a:pt x="312798" y="472551"/>
                    </a:cubicBezTo>
                    <a:cubicBezTo>
                      <a:pt x="365770" y="369526"/>
                      <a:pt x="406742" y="245096"/>
                      <a:pt x="373770" y="129315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" name="任意多边形: 形状 21"/>
              <p:cNvSpPr/>
              <p:nvPr/>
            </p:nvSpPr>
            <p:spPr>
              <a:xfrm>
                <a:off x="10224998" y="4167826"/>
                <a:ext cx="521419" cy="436623"/>
              </a:xfrm>
              <a:custGeom>
                <a:avLst/>
                <a:gdLst>
                  <a:gd name="connsiteX0" fmla="*/ 233429 w 521419"/>
                  <a:gd name="connsiteY0" fmla="*/ 19194 h 436623"/>
                  <a:gd name="connsiteX1" fmla="*/ 92026 w 521419"/>
                  <a:gd name="connsiteY1" fmla="*/ 9140 h 436623"/>
                  <a:gd name="connsiteX2" fmla="*/ 4136 w 521419"/>
                  <a:gd name="connsiteY2" fmla="*/ 123084 h 436623"/>
                  <a:gd name="connsiteX3" fmla="*/ 152674 w 521419"/>
                  <a:gd name="connsiteY3" fmla="*/ 401890 h 436623"/>
                  <a:gd name="connsiteX4" fmla="*/ 267050 w 521419"/>
                  <a:gd name="connsiteY4" fmla="*/ 436484 h 436623"/>
                  <a:gd name="connsiteX5" fmla="*/ 521424 w 521419"/>
                  <a:gd name="connsiteY5" fmla="*/ 301027 h 436623"/>
                  <a:gd name="connsiteX6" fmla="*/ 233429 w 521419"/>
                  <a:gd name="connsiteY6" fmla="*/ 19194 h 436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21419" h="436623">
                    <a:moveTo>
                      <a:pt x="233429" y="19194"/>
                    </a:moveTo>
                    <a:cubicBezTo>
                      <a:pt x="188241" y="2005"/>
                      <a:pt x="136999" y="-8589"/>
                      <a:pt x="92026" y="9140"/>
                    </a:cubicBezTo>
                    <a:cubicBezTo>
                      <a:pt x="47054" y="26870"/>
                      <a:pt x="14190" y="74004"/>
                      <a:pt x="4136" y="123084"/>
                    </a:cubicBezTo>
                    <a:cubicBezTo>
                      <a:pt x="-18674" y="233136"/>
                      <a:pt x="56027" y="344594"/>
                      <a:pt x="152674" y="401890"/>
                    </a:cubicBezTo>
                    <a:cubicBezTo>
                      <a:pt x="187484" y="422430"/>
                      <a:pt x="226727" y="438213"/>
                      <a:pt x="267050" y="436484"/>
                    </a:cubicBezTo>
                    <a:cubicBezTo>
                      <a:pt x="364346" y="432159"/>
                      <a:pt x="429209" y="332810"/>
                      <a:pt x="521424" y="301027"/>
                    </a:cubicBezTo>
                    <a:cubicBezTo>
                      <a:pt x="521316" y="301027"/>
                      <a:pt x="348670" y="63085"/>
                      <a:pt x="233429" y="19194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" name="任意多边形: 形状 22"/>
              <p:cNvSpPr/>
              <p:nvPr/>
            </p:nvSpPr>
            <p:spPr>
              <a:xfrm>
                <a:off x="10740580" y="4153312"/>
                <a:ext cx="574920" cy="417182"/>
              </a:xfrm>
              <a:custGeom>
                <a:avLst/>
                <a:gdLst>
                  <a:gd name="connsiteX0" fmla="*/ 535238 w 574920"/>
                  <a:gd name="connsiteY0" fmla="*/ 75978 h 417182"/>
                  <a:gd name="connsiteX1" fmla="*/ 351457 w 574920"/>
                  <a:gd name="connsiteY1" fmla="*/ 5277 h 417182"/>
                  <a:gd name="connsiteX2" fmla="*/ 263459 w 574920"/>
                  <a:gd name="connsiteY2" fmla="*/ 53924 h 417182"/>
                  <a:gd name="connsiteX3" fmla="*/ 4 w 574920"/>
                  <a:gd name="connsiteY3" fmla="*/ 293379 h 417182"/>
                  <a:gd name="connsiteX4" fmla="*/ 270270 w 574920"/>
                  <a:gd name="connsiteY4" fmla="*/ 401485 h 417182"/>
                  <a:gd name="connsiteX5" fmla="*/ 527238 w 574920"/>
                  <a:gd name="connsiteY5" fmla="*/ 354567 h 417182"/>
                  <a:gd name="connsiteX6" fmla="*/ 565724 w 574920"/>
                  <a:gd name="connsiteY6" fmla="*/ 276515 h 417182"/>
                  <a:gd name="connsiteX7" fmla="*/ 535238 w 574920"/>
                  <a:gd name="connsiteY7" fmla="*/ 75978 h 41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74920" h="417182">
                    <a:moveTo>
                      <a:pt x="535238" y="75978"/>
                    </a:moveTo>
                    <a:cubicBezTo>
                      <a:pt x="494590" y="19222"/>
                      <a:pt x="419132" y="-13426"/>
                      <a:pt x="351457" y="5277"/>
                    </a:cubicBezTo>
                    <a:cubicBezTo>
                      <a:pt x="319425" y="16032"/>
                      <a:pt x="289610" y="32515"/>
                      <a:pt x="263459" y="53924"/>
                    </a:cubicBezTo>
                    <a:cubicBezTo>
                      <a:pt x="167688" y="124527"/>
                      <a:pt x="79408" y="204766"/>
                      <a:pt x="4" y="293379"/>
                    </a:cubicBezTo>
                    <a:cubicBezTo>
                      <a:pt x="4" y="293379"/>
                      <a:pt x="181623" y="374459"/>
                      <a:pt x="270270" y="401485"/>
                    </a:cubicBezTo>
                    <a:cubicBezTo>
                      <a:pt x="358917" y="428512"/>
                      <a:pt x="467888" y="425269"/>
                      <a:pt x="527238" y="354567"/>
                    </a:cubicBezTo>
                    <a:cubicBezTo>
                      <a:pt x="545594" y="331660"/>
                      <a:pt x="558729" y="305022"/>
                      <a:pt x="565724" y="276515"/>
                    </a:cubicBezTo>
                    <a:cubicBezTo>
                      <a:pt x="583885" y="208408"/>
                      <a:pt x="575886" y="132301"/>
                      <a:pt x="535238" y="75978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10659478" y="4459457"/>
                <a:ext cx="468375" cy="561722"/>
              </a:xfrm>
              <a:custGeom>
                <a:avLst/>
                <a:gdLst>
                  <a:gd name="connsiteX0" fmla="*/ 81863 w 468375"/>
                  <a:gd name="connsiteY0" fmla="*/ -10 h 561722"/>
                  <a:gd name="connsiteX1" fmla="*/ 9323 w 468375"/>
                  <a:gd name="connsiteY1" fmla="*/ 156420 h 561722"/>
                  <a:gd name="connsiteX2" fmla="*/ 41755 w 468375"/>
                  <a:gd name="connsiteY2" fmla="*/ 433712 h 561722"/>
                  <a:gd name="connsiteX3" fmla="*/ 277210 w 468375"/>
                  <a:gd name="connsiteY3" fmla="*/ 558682 h 561722"/>
                  <a:gd name="connsiteX4" fmla="*/ 443045 w 468375"/>
                  <a:gd name="connsiteY4" fmla="*/ 226040 h 561722"/>
                  <a:gd name="connsiteX5" fmla="*/ 295805 w 468375"/>
                  <a:gd name="connsiteY5" fmla="*/ 98583 h 561722"/>
                  <a:gd name="connsiteX6" fmla="*/ 81863 w 468375"/>
                  <a:gd name="connsiteY6" fmla="*/ -10 h 561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68375" h="561722">
                    <a:moveTo>
                      <a:pt x="81863" y="-10"/>
                    </a:moveTo>
                    <a:cubicBezTo>
                      <a:pt x="38620" y="39773"/>
                      <a:pt x="19702" y="98907"/>
                      <a:pt x="9323" y="156420"/>
                    </a:cubicBezTo>
                    <a:cubicBezTo>
                      <a:pt x="-7541" y="249823"/>
                      <a:pt x="-4190" y="351011"/>
                      <a:pt x="41755" y="433712"/>
                    </a:cubicBezTo>
                    <a:cubicBezTo>
                      <a:pt x="87700" y="516413"/>
                      <a:pt x="183915" y="576088"/>
                      <a:pt x="277210" y="558682"/>
                    </a:cubicBezTo>
                    <a:cubicBezTo>
                      <a:pt x="421640" y="531764"/>
                      <a:pt x="516233" y="356524"/>
                      <a:pt x="443045" y="226040"/>
                    </a:cubicBezTo>
                    <a:cubicBezTo>
                      <a:pt x="410613" y="168636"/>
                      <a:pt x="353966" y="129501"/>
                      <a:pt x="295805" y="98583"/>
                    </a:cubicBezTo>
                    <a:cubicBezTo>
                      <a:pt x="234508" y="66043"/>
                      <a:pt x="81863" y="-10"/>
                      <a:pt x="81863" y="-10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50" name="文本框 49"/>
          <p:cNvSpPr txBox="1"/>
          <p:nvPr/>
        </p:nvSpPr>
        <p:spPr>
          <a:xfrm>
            <a:off x="11163632" y="17605"/>
            <a:ext cx="10171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List3-4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8622747-17A8-598C-3693-C7E09C85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60400" y="1384309"/>
            <a:ext cx="11254554" cy="4421226"/>
            <a:chOff x="645979" y="1646702"/>
            <a:chExt cx="11254554" cy="4421226"/>
          </a:xfrm>
        </p:grpSpPr>
        <p:grpSp>
          <p:nvGrpSpPr>
            <p:cNvPr id="4" name="组合 3"/>
            <p:cNvGrpSpPr/>
            <p:nvPr/>
          </p:nvGrpSpPr>
          <p:grpSpPr>
            <a:xfrm>
              <a:off x="645979" y="1844110"/>
              <a:ext cx="10872922" cy="4214349"/>
              <a:chOff x="645979" y="1844111"/>
              <a:chExt cx="10872922" cy="3644426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645979" y="1844111"/>
                <a:ext cx="10872922" cy="655778"/>
                <a:chOff x="645979" y="1742511"/>
                <a:chExt cx="10872922" cy="655778"/>
              </a:xfrm>
            </p:grpSpPr>
            <p:sp>
              <p:nvSpPr>
                <p:cNvPr id="46" name="矩形: 圆角 45"/>
                <p:cNvSpPr/>
                <p:nvPr/>
              </p:nvSpPr>
              <p:spPr>
                <a:xfrm>
                  <a:off x="728030" y="1796059"/>
                  <a:ext cx="10790871" cy="60223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1">
                        <a:alpha val="20000"/>
                      </a:schemeClr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5400000" scaled="1"/>
                  <a:tileRect/>
                </a:gradFill>
                <a:ln w="127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7" name="矩形: 圆角 46"/>
                <p:cNvSpPr/>
                <p:nvPr/>
              </p:nvSpPr>
              <p:spPr>
                <a:xfrm>
                  <a:off x="645979" y="1742511"/>
                  <a:ext cx="588462" cy="490557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254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ctr">
                  <a:normAutofit fontScale="85000" lnSpcReduction="10000"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sz="3000" b="1">
                      <a:solidFill>
                        <a:srgbClr val="FFFFFF"/>
                      </a:solidFill>
                    </a:rPr>
                    <a:t>01</a:t>
                  </a:r>
                  <a:endParaRPr lang="zh-CN" altLang="en-US" sz="3000" b="1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" name="文本框 47"/>
                <p:cNvSpPr txBox="1"/>
                <p:nvPr/>
              </p:nvSpPr>
              <p:spPr>
                <a:xfrm>
                  <a:off x="1569028" y="1796058"/>
                  <a:ext cx="2182430" cy="60223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b="1" dirty="0"/>
                    <a:t>{vItem.item1}</a:t>
                  </a:r>
                  <a:endParaRPr lang="zh-CN" altLang="en-US" b="1" dirty="0"/>
                </a:p>
              </p:txBody>
            </p:sp>
            <p:sp>
              <p:nvSpPr>
                <p:cNvPr id="49" name="文本框 48"/>
                <p:cNvSpPr txBox="1"/>
                <p:nvPr/>
              </p:nvSpPr>
              <p:spPr>
                <a:xfrm>
                  <a:off x="4133090" y="1796058"/>
                  <a:ext cx="4307454" cy="60223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{vItem.item1_Desc}</a:t>
                  </a:r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645979" y="2591273"/>
                <a:ext cx="10872922" cy="655778"/>
                <a:chOff x="645979" y="2489673"/>
                <a:chExt cx="10872922" cy="655778"/>
              </a:xfrm>
            </p:grpSpPr>
            <p:sp>
              <p:nvSpPr>
                <p:cNvPr id="42" name="矩形: 圆角 41"/>
                <p:cNvSpPr/>
                <p:nvPr/>
              </p:nvSpPr>
              <p:spPr>
                <a:xfrm>
                  <a:off x="728030" y="2543221"/>
                  <a:ext cx="10790871" cy="60223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2">
                        <a:alpha val="20000"/>
                      </a:schemeClr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5400000" scaled="0"/>
                  <a:tileRect/>
                </a:gradFill>
                <a:ln w="12700">
                  <a:gradFill flip="none" rotWithShape="1">
                    <a:gsLst>
                      <a:gs pos="0">
                        <a:schemeClr val="accent2">
                          <a:alpha val="0"/>
                        </a:schemeClr>
                      </a:gs>
                      <a:gs pos="100000">
                        <a:schemeClr val="accent2"/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endParaRPr lang="zh-CN" altLang="en-US"/>
                </a:p>
              </p:txBody>
            </p:sp>
            <p:sp>
              <p:nvSpPr>
                <p:cNvPr id="43" name="矩形: 圆角 42"/>
                <p:cNvSpPr/>
                <p:nvPr/>
              </p:nvSpPr>
              <p:spPr>
                <a:xfrm>
                  <a:off x="645979" y="2489673"/>
                  <a:ext cx="588462" cy="490557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25400">
                  <a:noFill/>
                </a:ln>
                <a:effectLst>
                  <a:outerShdw blurRad="127000" dist="63500" dir="2700000" algn="tl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ctr">
                  <a:normAutofit fontScale="85000" lnSpcReduction="10000"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sz="3000" b="1">
                      <a:solidFill>
                        <a:srgbClr val="FFFFFF"/>
                      </a:solidFill>
                    </a:rPr>
                    <a:t>02</a:t>
                  </a:r>
                  <a:endParaRPr lang="zh-CN" altLang="en-US" sz="3000" b="1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4" name="文本框 43"/>
                <p:cNvSpPr txBox="1"/>
                <p:nvPr/>
              </p:nvSpPr>
              <p:spPr>
                <a:xfrm>
                  <a:off x="1569028" y="2543220"/>
                  <a:ext cx="2182430" cy="60223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b="1" dirty="0"/>
                    <a:t>{vItem.item2}</a:t>
                  </a:r>
                  <a:endParaRPr lang="zh-CN" altLang="en-US" b="1" dirty="0"/>
                </a:p>
              </p:txBody>
            </p:sp>
            <p:sp>
              <p:nvSpPr>
                <p:cNvPr id="45" name="文本框 44"/>
                <p:cNvSpPr txBox="1"/>
                <p:nvPr/>
              </p:nvSpPr>
              <p:spPr>
                <a:xfrm>
                  <a:off x="4133090" y="2543220"/>
                  <a:ext cx="4307454" cy="60223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{vItem.item2_Desc}</a:t>
                  </a:r>
                </a:p>
              </p:txBody>
            </p:sp>
          </p:grpSp>
          <p:grpSp>
            <p:nvGrpSpPr>
              <p:cNvPr id="27" name="组合 26"/>
              <p:cNvGrpSpPr/>
              <p:nvPr/>
            </p:nvGrpSpPr>
            <p:grpSpPr>
              <a:xfrm>
                <a:off x="645979" y="3338435"/>
                <a:ext cx="10872922" cy="655778"/>
                <a:chOff x="645979" y="3236835"/>
                <a:chExt cx="10872922" cy="655778"/>
              </a:xfrm>
            </p:grpSpPr>
            <p:sp>
              <p:nvSpPr>
                <p:cNvPr id="38" name="矩形: 圆角 37"/>
                <p:cNvSpPr/>
                <p:nvPr/>
              </p:nvSpPr>
              <p:spPr>
                <a:xfrm>
                  <a:off x="728030" y="3290383"/>
                  <a:ext cx="10790871" cy="60223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1">
                        <a:alpha val="20000"/>
                      </a:schemeClr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5400000" scaled="1"/>
                  <a:tileRect/>
                </a:gradFill>
                <a:ln w="127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" name="矩形: 圆角 38"/>
                <p:cNvSpPr/>
                <p:nvPr/>
              </p:nvSpPr>
              <p:spPr>
                <a:xfrm>
                  <a:off x="645979" y="3236835"/>
                  <a:ext cx="588462" cy="490557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254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ctr">
                  <a:normAutofit fontScale="85000" lnSpcReduction="10000"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sz="3000" b="1">
                      <a:solidFill>
                        <a:srgbClr val="FFFFFF"/>
                      </a:solidFill>
                    </a:rPr>
                    <a:t>03</a:t>
                  </a:r>
                  <a:endParaRPr lang="zh-CN" altLang="en-US" sz="3000" b="1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0" name="文本框 39"/>
                <p:cNvSpPr txBox="1"/>
                <p:nvPr/>
              </p:nvSpPr>
              <p:spPr>
                <a:xfrm>
                  <a:off x="1569028" y="3290382"/>
                  <a:ext cx="2182430" cy="60223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b="1" dirty="0"/>
                    <a:t>{vItem.item3}</a:t>
                  </a:r>
                  <a:endParaRPr lang="zh-CN" altLang="en-US" b="1" dirty="0"/>
                </a:p>
              </p:txBody>
            </p:sp>
            <p:sp>
              <p:nvSpPr>
                <p:cNvPr id="41" name="文本框 40"/>
                <p:cNvSpPr txBox="1"/>
                <p:nvPr/>
              </p:nvSpPr>
              <p:spPr>
                <a:xfrm>
                  <a:off x="4133090" y="3290382"/>
                  <a:ext cx="4307454" cy="60223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{vItem.item3_Desc}</a:t>
                  </a:r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>
                <a:off x="645979" y="4085597"/>
                <a:ext cx="10872922" cy="655778"/>
                <a:chOff x="645979" y="3983997"/>
                <a:chExt cx="10872922" cy="655778"/>
              </a:xfrm>
            </p:grpSpPr>
            <p:sp>
              <p:nvSpPr>
                <p:cNvPr id="34" name="矩形: 圆角 33"/>
                <p:cNvSpPr/>
                <p:nvPr/>
              </p:nvSpPr>
              <p:spPr>
                <a:xfrm>
                  <a:off x="728030" y="4037545"/>
                  <a:ext cx="10790871" cy="60223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2">
                        <a:alpha val="20000"/>
                      </a:schemeClr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5400000" scaled="0"/>
                  <a:tileRect/>
                </a:gradFill>
                <a:ln w="12700">
                  <a:gradFill flip="none" rotWithShape="1">
                    <a:gsLst>
                      <a:gs pos="0">
                        <a:schemeClr val="accent2">
                          <a:alpha val="0"/>
                        </a:schemeClr>
                      </a:gs>
                      <a:gs pos="100000">
                        <a:schemeClr val="accent2"/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endParaRPr lang="zh-CN" altLang="en-US"/>
                </a:p>
              </p:txBody>
            </p:sp>
            <p:sp>
              <p:nvSpPr>
                <p:cNvPr id="35" name="矩形: 圆角 34"/>
                <p:cNvSpPr/>
                <p:nvPr/>
              </p:nvSpPr>
              <p:spPr>
                <a:xfrm>
                  <a:off x="645979" y="3983997"/>
                  <a:ext cx="588462" cy="490557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25400">
                  <a:noFill/>
                </a:ln>
                <a:effectLst>
                  <a:outerShdw blurRad="127000" dist="63500" dir="2700000" algn="tl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ctr">
                  <a:normAutofit fontScale="85000" lnSpcReduction="10000"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sz="3000" b="1">
                      <a:solidFill>
                        <a:srgbClr val="FFFFFF"/>
                      </a:solidFill>
                    </a:rPr>
                    <a:t>04</a:t>
                  </a:r>
                  <a:endParaRPr lang="zh-CN" altLang="en-US" sz="3000" b="1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6" name="文本框 35"/>
                <p:cNvSpPr txBox="1"/>
                <p:nvPr/>
              </p:nvSpPr>
              <p:spPr>
                <a:xfrm>
                  <a:off x="1569028" y="4037544"/>
                  <a:ext cx="2182430" cy="60223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b="1" dirty="0"/>
                    <a:t>{vItem.item4}</a:t>
                  </a:r>
                  <a:endParaRPr lang="zh-CN" altLang="en-US" b="1" dirty="0"/>
                </a:p>
              </p:txBody>
            </p:sp>
            <p:sp>
              <p:nvSpPr>
                <p:cNvPr id="37" name="文本框 36"/>
                <p:cNvSpPr txBox="1"/>
                <p:nvPr/>
              </p:nvSpPr>
              <p:spPr>
                <a:xfrm>
                  <a:off x="4133090" y="4037544"/>
                  <a:ext cx="4307454" cy="60223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{vItem.item4_Desc}</a:t>
                  </a:r>
                </a:p>
              </p:txBody>
            </p:sp>
          </p:grpSp>
          <p:grpSp>
            <p:nvGrpSpPr>
              <p:cNvPr id="29" name="组合 28"/>
              <p:cNvGrpSpPr/>
              <p:nvPr/>
            </p:nvGrpSpPr>
            <p:grpSpPr>
              <a:xfrm>
                <a:off x="645979" y="4832759"/>
                <a:ext cx="10872922" cy="655778"/>
                <a:chOff x="645979" y="4731159"/>
                <a:chExt cx="10872922" cy="655778"/>
              </a:xfrm>
            </p:grpSpPr>
            <p:sp>
              <p:nvSpPr>
                <p:cNvPr id="30" name="矩形: 圆角 29"/>
                <p:cNvSpPr/>
                <p:nvPr/>
              </p:nvSpPr>
              <p:spPr>
                <a:xfrm>
                  <a:off x="728030" y="4784707"/>
                  <a:ext cx="10790871" cy="60223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1">
                        <a:alpha val="20000"/>
                      </a:schemeClr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5400000" scaled="1"/>
                  <a:tileRect/>
                </a:gradFill>
                <a:ln w="127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: 圆角 30"/>
                <p:cNvSpPr/>
                <p:nvPr/>
              </p:nvSpPr>
              <p:spPr>
                <a:xfrm>
                  <a:off x="645979" y="4731159"/>
                  <a:ext cx="588462" cy="490557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254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ctr">
                  <a:normAutofit fontScale="85000" lnSpcReduction="10000"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sz="3000" b="1">
                      <a:solidFill>
                        <a:srgbClr val="FFFFFF"/>
                      </a:solidFill>
                    </a:rPr>
                    <a:t>05</a:t>
                  </a:r>
                  <a:endParaRPr lang="zh-CN" altLang="en-US" sz="3000" b="1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2" name="文本框 31"/>
                <p:cNvSpPr txBox="1"/>
                <p:nvPr/>
              </p:nvSpPr>
              <p:spPr>
                <a:xfrm>
                  <a:off x="1569028" y="4784706"/>
                  <a:ext cx="2182430" cy="60223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b="1" dirty="0"/>
                    <a:t>{vItem.item5}</a:t>
                  </a:r>
                  <a:endParaRPr lang="zh-CN" altLang="en-US" b="1" dirty="0"/>
                </a:p>
              </p:txBody>
            </p:sp>
            <p:sp>
              <p:nvSpPr>
                <p:cNvPr id="33" name="文本框 32"/>
                <p:cNvSpPr txBox="1"/>
                <p:nvPr/>
              </p:nvSpPr>
              <p:spPr>
                <a:xfrm>
                  <a:off x="4133090" y="4784706"/>
                  <a:ext cx="4307454" cy="60223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{vItem.item5_Desc}</a:t>
                  </a:r>
                </a:p>
              </p:txBody>
            </p:sp>
          </p:grpSp>
        </p:grpSp>
        <p:grpSp>
          <p:nvGrpSpPr>
            <p:cNvPr id="6" name="组合 5"/>
            <p:cNvGrpSpPr/>
            <p:nvPr/>
          </p:nvGrpSpPr>
          <p:grpSpPr>
            <a:xfrm>
              <a:off x="8649876" y="1646702"/>
              <a:ext cx="3250657" cy="4421226"/>
              <a:chOff x="9681572" y="3676581"/>
              <a:chExt cx="2166532" cy="2946705"/>
            </a:xfrm>
          </p:grpSpPr>
          <p:sp>
            <p:nvSpPr>
              <p:cNvPr id="7" name="任意多边形: 形状 6"/>
              <p:cNvSpPr/>
              <p:nvPr/>
            </p:nvSpPr>
            <p:spPr>
              <a:xfrm rot="20113492">
                <a:off x="9728670" y="4647666"/>
                <a:ext cx="1417314" cy="1786784"/>
              </a:xfrm>
              <a:custGeom>
                <a:avLst/>
                <a:gdLst>
                  <a:gd name="connsiteX0" fmla="*/ 1237459 w 1417314"/>
                  <a:gd name="connsiteY0" fmla="*/ -9 h 1786784"/>
                  <a:gd name="connsiteX1" fmla="*/ 1417318 w 1417314"/>
                  <a:gd name="connsiteY1" fmla="*/ -9 h 1786784"/>
                  <a:gd name="connsiteX2" fmla="*/ 1417318 w 1417314"/>
                  <a:gd name="connsiteY2" fmla="*/ 1786775 h 1786784"/>
                  <a:gd name="connsiteX3" fmla="*/ 1237459 w 1417314"/>
                  <a:gd name="connsiteY3" fmla="*/ 1786775 h 1786784"/>
                  <a:gd name="connsiteX4" fmla="*/ 179864 w 1417314"/>
                  <a:gd name="connsiteY4" fmla="*/ 1786775 h 1786784"/>
                  <a:gd name="connsiteX5" fmla="*/ 4 w 1417314"/>
                  <a:gd name="connsiteY5" fmla="*/ 1786775 h 1786784"/>
                  <a:gd name="connsiteX6" fmla="*/ 4 w 1417314"/>
                  <a:gd name="connsiteY6" fmla="*/ -9 h 1786784"/>
                  <a:gd name="connsiteX7" fmla="*/ 179864 w 1417314"/>
                  <a:gd name="connsiteY7" fmla="*/ -9 h 1786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17314" h="1786784">
                    <a:moveTo>
                      <a:pt x="1237459" y="-9"/>
                    </a:moveTo>
                    <a:cubicBezTo>
                      <a:pt x="1336792" y="-9"/>
                      <a:pt x="1417318" y="-9"/>
                      <a:pt x="1417318" y="-9"/>
                    </a:cubicBezTo>
                    <a:lnTo>
                      <a:pt x="1417318" y="1786775"/>
                    </a:lnTo>
                    <a:cubicBezTo>
                      <a:pt x="1417318" y="1786775"/>
                      <a:pt x="1336793" y="1786775"/>
                      <a:pt x="1237459" y="1786775"/>
                    </a:cubicBezTo>
                    <a:lnTo>
                      <a:pt x="179864" y="1786775"/>
                    </a:lnTo>
                    <a:cubicBezTo>
                      <a:pt x="80530" y="1786775"/>
                      <a:pt x="4" y="1786775"/>
                      <a:pt x="4" y="1786775"/>
                    </a:cubicBezTo>
                    <a:lnTo>
                      <a:pt x="4" y="-9"/>
                    </a:lnTo>
                    <a:cubicBezTo>
                      <a:pt x="4" y="-9"/>
                      <a:pt x="80530" y="-9"/>
                      <a:pt x="179864" y="-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8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" name="任意多边形: 形状 7"/>
              <p:cNvSpPr/>
              <p:nvPr/>
            </p:nvSpPr>
            <p:spPr>
              <a:xfrm rot="20098199">
                <a:off x="9722586" y="4618758"/>
                <a:ext cx="1414135" cy="1782776"/>
              </a:xfrm>
              <a:custGeom>
                <a:avLst/>
                <a:gdLst>
                  <a:gd name="connsiteX0" fmla="*/ 1234684 w 1414135"/>
                  <a:gd name="connsiteY0" fmla="*/ -10 h 1782776"/>
                  <a:gd name="connsiteX1" fmla="*/ 1414140 w 1414135"/>
                  <a:gd name="connsiteY1" fmla="*/ -10 h 1782776"/>
                  <a:gd name="connsiteX2" fmla="*/ 1414140 w 1414135"/>
                  <a:gd name="connsiteY2" fmla="*/ 1782767 h 1782776"/>
                  <a:gd name="connsiteX3" fmla="*/ 1234684 w 1414135"/>
                  <a:gd name="connsiteY3" fmla="*/ 1782767 h 1782776"/>
                  <a:gd name="connsiteX4" fmla="*/ 179460 w 1414135"/>
                  <a:gd name="connsiteY4" fmla="*/ 1782767 h 1782776"/>
                  <a:gd name="connsiteX5" fmla="*/ 4 w 1414135"/>
                  <a:gd name="connsiteY5" fmla="*/ 1782767 h 1782776"/>
                  <a:gd name="connsiteX6" fmla="*/ 4 w 1414135"/>
                  <a:gd name="connsiteY6" fmla="*/ -10 h 1782776"/>
                  <a:gd name="connsiteX7" fmla="*/ 179460 w 1414135"/>
                  <a:gd name="connsiteY7" fmla="*/ -10 h 1782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14135" h="1782776">
                    <a:moveTo>
                      <a:pt x="1234684" y="-10"/>
                    </a:moveTo>
                    <a:cubicBezTo>
                      <a:pt x="1333795" y="-10"/>
                      <a:pt x="1414140" y="-10"/>
                      <a:pt x="1414140" y="-10"/>
                    </a:cubicBezTo>
                    <a:lnTo>
                      <a:pt x="1414140" y="1782767"/>
                    </a:lnTo>
                    <a:cubicBezTo>
                      <a:pt x="1414140" y="1782767"/>
                      <a:pt x="1333795" y="1782767"/>
                      <a:pt x="1234684" y="1782767"/>
                    </a:cubicBezTo>
                    <a:lnTo>
                      <a:pt x="179460" y="1782767"/>
                    </a:lnTo>
                    <a:cubicBezTo>
                      <a:pt x="80350" y="1782767"/>
                      <a:pt x="4" y="1782767"/>
                      <a:pt x="4" y="1782767"/>
                    </a:cubicBezTo>
                    <a:lnTo>
                      <a:pt x="4" y="-10"/>
                    </a:lnTo>
                    <a:cubicBezTo>
                      <a:pt x="4" y="-10"/>
                      <a:pt x="80350" y="-10"/>
                      <a:pt x="179460" y="-1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" name="任意多边形: 形状 8"/>
              <p:cNvSpPr/>
              <p:nvPr/>
            </p:nvSpPr>
            <p:spPr>
              <a:xfrm>
                <a:off x="9681572" y="4742803"/>
                <a:ext cx="1495972" cy="1535214"/>
              </a:xfrm>
              <a:custGeom>
                <a:avLst/>
                <a:gdLst>
                  <a:gd name="connsiteX0" fmla="*/ 4 w 1495972"/>
                  <a:gd name="connsiteY0" fmla="*/ 464846 h 1535214"/>
                  <a:gd name="connsiteX1" fmla="*/ 996202 w 1495972"/>
                  <a:gd name="connsiteY1" fmla="*/ -10 h 1535214"/>
                  <a:gd name="connsiteX2" fmla="*/ 83246 w 1495972"/>
                  <a:gd name="connsiteY2" fmla="*/ 643221 h 1535214"/>
                  <a:gd name="connsiteX3" fmla="*/ 1079552 w 1495972"/>
                  <a:gd name="connsiteY3" fmla="*/ 178365 h 1535214"/>
                  <a:gd name="connsiteX4" fmla="*/ 166596 w 1495972"/>
                  <a:gd name="connsiteY4" fmla="*/ 821596 h 1535214"/>
                  <a:gd name="connsiteX5" fmla="*/ 1162793 w 1495972"/>
                  <a:gd name="connsiteY5" fmla="*/ 356740 h 1535214"/>
                  <a:gd name="connsiteX6" fmla="*/ 249838 w 1495972"/>
                  <a:gd name="connsiteY6" fmla="*/ 999971 h 1535214"/>
                  <a:gd name="connsiteX7" fmla="*/ 1246035 w 1495972"/>
                  <a:gd name="connsiteY7" fmla="*/ 535115 h 1535214"/>
                  <a:gd name="connsiteX8" fmla="*/ 333620 w 1495972"/>
                  <a:gd name="connsiteY8" fmla="*/ 1178455 h 1535214"/>
                  <a:gd name="connsiteX9" fmla="*/ 1329926 w 1495972"/>
                  <a:gd name="connsiteY9" fmla="*/ 713598 h 1535214"/>
                  <a:gd name="connsiteX10" fmla="*/ 416429 w 1495972"/>
                  <a:gd name="connsiteY10" fmla="*/ 1356722 h 1535214"/>
                  <a:gd name="connsiteX11" fmla="*/ 1412627 w 1495972"/>
                  <a:gd name="connsiteY11" fmla="*/ 891865 h 1535214"/>
                  <a:gd name="connsiteX12" fmla="*/ 499671 w 1495972"/>
                  <a:gd name="connsiteY12" fmla="*/ 1535205 h 1535214"/>
                  <a:gd name="connsiteX13" fmla="*/ 1495977 w 1495972"/>
                  <a:gd name="connsiteY13" fmla="*/ 1070348 h 1535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95972" h="1535214">
                    <a:moveTo>
                      <a:pt x="4" y="464846"/>
                    </a:moveTo>
                    <a:lnTo>
                      <a:pt x="996202" y="-10"/>
                    </a:lnTo>
                    <a:moveTo>
                      <a:pt x="83246" y="643221"/>
                    </a:moveTo>
                    <a:lnTo>
                      <a:pt x="1079552" y="178365"/>
                    </a:lnTo>
                    <a:moveTo>
                      <a:pt x="166596" y="821596"/>
                    </a:moveTo>
                    <a:lnTo>
                      <a:pt x="1162793" y="356740"/>
                    </a:lnTo>
                    <a:moveTo>
                      <a:pt x="249838" y="999971"/>
                    </a:moveTo>
                    <a:lnTo>
                      <a:pt x="1246035" y="535115"/>
                    </a:lnTo>
                    <a:moveTo>
                      <a:pt x="333620" y="1178455"/>
                    </a:moveTo>
                    <a:lnTo>
                      <a:pt x="1329926" y="713598"/>
                    </a:lnTo>
                    <a:moveTo>
                      <a:pt x="416429" y="1356722"/>
                    </a:moveTo>
                    <a:lnTo>
                      <a:pt x="1412627" y="891865"/>
                    </a:lnTo>
                    <a:moveTo>
                      <a:pt x="499671" y="1535205"/>
                    </a:moveTo>
                    <a:lnTo>
                      <a:pt x="1495977" y="1070348"/>
                    </a:lnTo>
                  </a:path>
                </a:pathLst>
              </a:custGeom>
              <a:noFill/>
              <a:ln w="16279" cap="rnd">
                <a:solidFill>
                  <a:srgbClr val="B7D0F9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" name="任意多边形: 形状 9"/>
              <p:cNvSpPr/>
              <p:nvPr/>
            </p:nvSpPr>
            <p:spPr>
              <a:xfrm>
                <a:off x="10214124" y="4686286"/>
                <a:ext cx="1633980" cy="1937000"/>
              </a:xfrm>
              <a:custGeom>
                <a:avLst/>
                <a:gdLst>
                  <a:gd name="connsiteX0" fmla="*/ 1190880 w 1633980"/>
                  <a:gd name="connsiteY0" fmla="*/ 1934527 h 1937000"/>
                  <a:gd name="connsiteX1" fmla="*/ 149927 w 1633980"/>
                  <a:gd name="connsiteY1" fmla="*/ 1761016 h 1937000"/>
                  <a:gd name="connsiteX2" fmla="*/ 2470 w 1633980"/>
                  <a:gd name="connsiteY2" fmla="*/ 1554534 h 1937000"/>
                  <a:gd name="connsiteX3" fmla="*/ 236628 w 1633980"/>
                  <a:gd name="connsiteY3" fmla="*/ 149911 h 1937000"/>
                  <a:gd name="connsiteX4" fmla="*/ 443111 w 1633980"/>
                  <a:gd name="connsiteY4" fmla="*/ 2455 h 1937000"/>
                  <a:gd name="connsiteX5" fmla="*/ 1484064 w 1633980"/>
                  <a:gd name="connsiteY5" fmla="*/ 176073 h 1937000"/>
                  <a:gd name="connsiteX6" fmla="*/ 1631521 w 1633980"/>
                  <a:gd name="connsiteY6" fmla="*/ 382556 h 1937000"/>
                  <a:gd name="connsiteX7" fmla="*/ 1397363 w 1633980"/>
                  <a:gd name="connsiteY7" fmla="*/ 1787070 h 1937000"/>
                  <a:gd name="connsiteX8" fmla="*/ 1190880 w 1633980"/>
                  <a:gd name="connsiteY8" fmla="*/ 1934527 h 193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3980" h="1937000">
                    <a:moveTo>
                      <a:pt x="1190880" y="1934527"/>
                    </a:moveTo>
                    <a:lnTo>
                      <a:pt x="149927" y="1761016"/>
                    </a:lnTo>
                    <a:cubicBezTo>
                      <a:pt x="52202" y="1744692"/>
                      <a:pt x="-13805" y="1652261"/>
                      <a:pt x="2470" y="1554534"/>
                    </a:cubicBezTo>
                    <a:lnTo>
                      <a:pt x="236628" y="149911"/>
                    </a:lnTo>
                    <a:cubicBezTo>
                      <a:pt x="252949" y="52183"/>
                      <a:pt x="345378" y="-13815"/>
                      <a:pt x="443111" y="2455"/>
                    </a:cubicBezTo>
                    <a:lnTo>
                      <a:pt x="1484064" y="176073"/>
                    </a:lnTo>
                    <a:cubicBezTo>
                      <a:pt x="1581792" y="192397"/>
                      <a:pt x="1647791" y="284828"/>
                      <a:pt x="1631521" y="382556"/>
                    </a:cubicBezTo>
                    <a:lnTo>
                      <a:pt x="1397363" y="1787070"/>
                    </a:lnTo>
                    <a:cubicBezTo>
                      <a:pt x="1381039" y="1884798"/>
                      <a:pt x="1288608" y="1950797"/>
                      <a:pt x="1190880" y="193452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" name="任意多边形: 形状 10"/>
              <p:cNvSpPr/>
              <p:nvPr/>
            </p:nvSpPr>
            <p:spPr>
              <a:xfrm rot="550833">
                <a:off x="10316321" y="4741405"/>
                <a:ext cx="1418160" cy="1787851"/>
              </a:xfrm>
              <a:custGeom>
                <a:avLst/>
                <a:gdLst>
                  <a:gd name="connsiteX0" fmla="*/ 1238199 w 1418160"/>
                  <a:gd name="connsiteY0" fmla="*/ -10 h 1787851"/>
                  <a:gd name="connsiteX1" fmla="*/ 1418166 w 1418160"/>
                  <a:gd name="connsiteY1" fmla="*/ -10 h 1787851"/>
                  <a:gd name="connsiteX2" fmla="*/ 1418166 w 1418160"/>
                  <a:gd name="connsiteY2" fmla="*/ 1787841 h 1787851"/>
                  <a:gd name="connsiteX3" fmla="*/ 1238199 w 1418160"/>
                  <a:gd name="connsiteY3" fmla="*/ 1787841 h 1787851"/>
                  <a:gd name="connsiteX4" fmla="*/ 179972 w 1418160"/>
                  <a:gd name="connsiteY4" fmla="*/ 1787841 h 1787851"/>
                  <a:gd name="connsiteX5" fmla="*/ 6 w 1418160"/>
                  <a:gd name="connsiteY5" fmla="*/ 1787841 h 1787851"/>
                  <a:gd name="connsiteX6" fmla="*/ 6 w 1418160"/>
                  <a:gd name="connsiteY6" fmla="*/ -10 h 1787851"/>
                  <a:gd name="connsiteX7" fmla="*/ 179972 w 1418160"/>
                  <a:gd name="connsiteY7" fmla="*/ -10 h 1787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18160" h="1787851">
                    <a:moveTo>
                      <a:pt x="1238199" y="-10"/>
                    </a:moveTo>
                    <a:cubicBezTo>
                      <a:pt x="1337592" y="-10"/>
                      <a:pt x="1418166" y="-10"/>
                      <a:pt x="1418166" y="-10"/>
                    </a:cubicBezTo>
                    <a:lnTo>
                      <a:pt x="1418166" y="1787841"/>
                    </a:lnTo>
                    <a:cubicBezTo>
                      <a:pt x="1418166" y="1787841"/>
                      <a:pt x="1337592" y="1787841"/>
                      <a:pt x="1238199" y="1787841"/>
                    </a:cubicBezTo>
                    <a:lnTo>
                      <a:pt x="179972" y="1787841"/>
                    </a:lnTo>
                    <a:cubicBezTo>
                      <a:pt x="80579" y="1787841"/>
                      <a:pt x="6" y="1787841"/>
                      <a:pt x="6" y="1787841"/>
                    </a:cubicBezTo>
                    <a:lnTo>
                      <a:pt x="6" y="-10"/>
                    </a:lnTo>
                    <a:cubicBezTo>
                      <a:pt x="6" y="-10"/>
                      <a:pt x="80580" y="-10"/>
                      <a:pt x="179972" y="-10"/>
                    </a:cubicBez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10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10371938" y="4961502"/>
                <a:ext cx="1278246" cy="1346028"/>
              </a:xfrm>
              <a:custGeom>
                <a:avLst/>
                <a:gdLst>
                  <a:gd name="connsiteX0" fmla="*/ 193839 w 1278246"/>
                  <a:gd name="connsiteY0" fmla="*/ -10 h 1346028"/>
                  <a:gd name="connsiteX1" fmla="*/ 1278251 w 1278246"/>
                  <a:gd name="connsiteY1" fmla="*/ 180852 h 1346028"/>
                  <a:gd name="connsiteX2" fmla="*/ 161407 w 1278246"/>
                  <a:gd name="connsiteY2" fmla="*/ 194149 h 1346028"/>
                  <a:gd name="connsiteX3" fmla="*/ 1245927 w 1278246"/>
                  <a:gd name="connsiteY3" fmla="*/ 375010 h 1346028"/>
                  <a:gd name="connsiteX4" fmla="*/ 129083 w 1278246"/>
                  <a:gd name="connsiteY4" fmla="*/ 388415 h 1346028"/>
                  <a:gd name="connsiteX5" fmla="*/ 1213495 w 1278246"/>
                  <a:gd name="connsiteY5" fmla="*/ 569277 h 1346028"/>
                  <a:gd name="connsiteX6" fmla="*/ 96651 w 1278246"/>
                  <a:gd name="connsiteY6" fmla="*/ 582574 h 1346028"/>
                  <a:gd name="connsiteX7" fmla="*/ 1181172 w 1278246"/>
                  <a:gd name="connsiteY7" fmla="*/ 763435 h 1346028"/>
                  <a:gd name="connsiteX8" fmla="*/ 64868 w 1278246"/>
                  <a:gd name="connsiteY8" fmla="*/ 776841 h 1346028"/>
                  <a:gd name="connsiteX9" fmla="*/ 1149280 w 1278246"/>
                  <a:gd name="connsiteY9" fmla="*/ 957594 h 1346028"/>
                  <a:gd name="connsiteX10" fmla="*/ 32436 w 1278246"/>
                  <a:gd name="connsiteY10" fmla="*/ 970999 h 1346028"/>
                  <a:gd name="connsiteX11" fmla="*/ 1116957 w 1278246"/>
                  <a:gd name="connsiteY11" fmla="*/ 1151861 h 1346028"/>
                  <a:gd name="connsiteX12" fmla="*/ 4 w 1278246"/>
                  <a:gd name="connsiteY12" fmla="*/ 1165266 h 1346028"/>
                  <a:gd name="connsiteX13" fmla="*/ 1084525 w 1278246"/>
                  <a:gd name="connsiteY13" fmla="*/ 1346019 h 1346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78246" h="1346028">
                    <a:moveTo>
                      <a:pt x="193839" y="-10"/>
                    </a:moveTo>
                    <a:lnTo>
                      <a:pt x="1278251" y="180852"/>
                    </a:lnTo>
                    <a:moveTo>
                      <a:pt x="161407" y="194149"/>
                    </a:moveTo>
                    <a:lnTo>
                      <a:pt x="1245927" y="375010"/>
                    </a:lnTo>
                    <a:moveTo>
                      <a:pt x="129083" y="388415"/>
                    </a:moveTo>
                    <a:lnTo>
                      <a:pt x="1213495" y="569277"/>
                    </a:lnTo>
                    <a:moveTo>
                      <a:pt x="96651" y="582574"/>
                    </a:moveTo>
                    <a:lnTo>
                      <a:pt x="1181172" y="763435"/>
                    </a:lnTo>
                    <a:moveTo>
                      <a:pt x="64868" y="776841"/>
                    </a:moveTo>
                    <a:lnTo>
                      <a:pt x="1149280" y="957594"/>
                    </a:lnTo>
                    <a:moveTo>
                      <a:pt x="32436" y="970999"/>
                    </a:moveTo>
                    <a:lnTo>
                      <a:pt x="1116957" y="1151861"/>
                    </a:lnTo>
                    <a:moveTo>
                      <a:pt x="4" y="1165266"/>
                    </a:moveTo>
                    <a:lnTo>
                      <a:pt x="1084525" y="1346019"/>
                    </a:lnTo>
                  </a:path>
                </a:pathLst>
              </a:custGeom>
              <a:noFill/>
              <a:ln w="16279" cap="rnd">
                <a:solidFill>
                  <a:srgbClr val="F5F5F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 rot="16764000">
                <a:off x="10149493" y="3861125"/>
                <a:ext cx="1340515" cy="1340515"/>
              </a:xfrm>
              <a:custGeom>
                <a:avLst/>
                <a:gdLst>
                  <a:gd name="connsiteX0" fmla="*/ 1340520 w 1340515"/>
                  <a:gd name="connsiteY0" fmla="*/ 670248 h 1340515"/>
                  <a:gd name="connsiteX1" fmla="*/ 670262 w 1340515"/>
                  <a:gd name="connsiteY1" fmla="*/ 1340505 h 1340515"/>
                  <a:gd name="connsiteX2" fmla="*/ 4 w 1340515"/>
                  <a:gd name="connsiteY2" fmla="*/ 670248 h 1340515"/>
                  <a:gd name="connsiteX3" fmla="*/ 670262 w 1340515"/>
                  <a:gd name="connsiteY3" fmla="*/ -10 h 1340515"/>
                  <a:gd name="connsiteX4" fmla="*/ 1340520 w 1340515"/>
                  <a:gd name="connsiteY4" fmla="*/ 670248 h 1340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0515" h="1340515">
                    <a:moveTo>
                      <a:pt x="1340520" y="670248"/>
                    </a:moveTo>
                    <a:cubicBezTo>
                      <a:pt x="1340520" y="1040421"/>
                      <a:pt x="1040435" y="1340505"/>
                      <a:pt x="670262" y="1340505"/>
                    </a:cubicBezTo>
                    <a:cubicBezTo>
                      <a:pt x="300089" y="1340505"/>
                      <a:pt x="4" y="1040421"/>
                      <a:pt x="4" y="670248"/>
                    </a:cubicBezTo>
                    <a:cubicBezTo>
                      <a:pt x="4" y="300075"/>
                      <a:pt x="300089" y="-10"/>
                      <a:pt x="670262" y="-10"/>
                    </a:cubicBezTo>
                    <a:cubicBezTo>
                      <a:pt x="1040435" y="-10"/>
                      <a:pt x="1340520" y="300075"/>
                      <a:pt x="1340520" y="67024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10077673" y="3789200"/>
                <a:ext cx="1340515" cy="1340515"/>
              </a:xfrm>
              <a:custGeom>
                <a:avLst/>
                <a:gdLst>
                  <a:gd name="connsiteX0" fmla="*/ 1340516 w 1340515"/>
                  <a:gd name="connsiteY0" fmla="*/ 670258 h 1340515"/>
                  <a:gd name="connsiteX1" fmla="*/ 670258 w 1340515"/>
                  <a:gd name="connsiteY1" fmla="*/ 1340515 h 1340515"/>
                  <a:gd name="connsiteX2" fmla="*/ 0 w 1340515"/>
                  <a:gd name="connsiteY2" fmla="*/ 670258 h 1340515"/>
                  <a:gd name="connsiteX3" fmla="*/ 670258 w 1340515"/>
                  <a:gd name="connsiteY3" fmla="*/ 0 h 1340515"/>
                  <a:gd name="connsiteX4" fmla="*/ 1340516 w 1340515"/>
                  <a:gd name="connsiteY4" fmla="*/ 670258 h 1340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0515" h="1340515">
                    <a:moveTo>
                      <a:pt x="1340516" y="670258"/>
                    </a:moveTo>
                    <a:cubicBezTo>
                      <a:pt x="1340516" y="1040431"/>
                      <a:pt x="1040431" y="1340515"/>
                      <a:pt x="670258" y="1340515"/>
                    </a:cubicBezTo>
                    <a:cubicBezTo>
                      <a:pt x="300085" y="1340515"/>
                      <a:pt x="0" y="1040431"/>
                      <a:pt x="0" y="670258"/>
                    </a:cubicBezTo>
                    <a:cubicBezTo>
                      <a:pt x="0" y="300085"/>
                      <a:pt x="300085" y="0"/>
                      <a:pt x="670258" y="0"/>
                    </a:cubicBezTo>
                    <a:cubicBezTo>
                      <a:pt x="1040431" y="0"/>
                      <a:pt x="1340516" y="300085"/>
                      <a:pt x="1340516" y="670258"/>
                    </a:cubicBezTo>
                    <a:close/>
                  </a:path>
                </a:pathLst>
              </a:custGeom>
              <a:solidFill>
                <a:srgbClr val="F6C94C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 rot="16762802">
                <a:off x="10152740" y="3864151"/>
                <a:ext cx="1190464" cy="1190464"/>
              </a:xfrm>
              <a:custGeom>
                <a:avLst/>
                <a:gdLst>
                  <a:gd name="connsiteX0" fmla="*/ 1190469 w 1190464"/>
                  <a:gd name="connsiteY0" fmla="*/ 595222 h 1190464"/>
                  <a:gd name="connsiteX1" fmla="*/ 595236 w 1190464"/>
                  <a:gd name="connsiteY1" fmla="*/ 1190454 h 1190464"/>
                  <a:gd name="connsiteX2" fmla="*/ 4 w 1190464"/>
                  <a:gd name="connsiteY2" fmla="*/ 595222 h 1190464"/>
                  <a:gd name="connsiteX3" fmla="*/ 595236 w 1190464"/>
                  <a:gd name="connsiteY3" fmla="*/ -10 h 1190464"/>
                  <a:gd name="connsiteX4" fmla="*/ 1190469 w 1190464"/>
                  <a:gd name="connsiteY4" fmla="*/ 595222 h 1190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90464" h="1190464">
                    <a:moveTo>
                      <a:pt x="1190469" y="595222"/>
                    </a:moveTo>
                    <a:cubicBezTo>
                      <a:pt x="1190469" y="923960"/>
                      <a:pt x="923974" y="1190454"/>
                      <a:pt x="595236" y="1190454"/>
                    </a:cubicBezTo>
                    <a:cubicBezTo>
                      <a:pt x="266499" y="1190454"/>
                      <a:pt x="4" y="923960"/>
                      <a:pt x="4" y="595222"/>
                    </a:cubicBezTo>
                    <a:cubicBezTo>
                      <a:pt x="4" y="266485"/>
                      <a:pt x="266499" y="-10"/>
                      <a:pt x="595236" y="-10"/>
                    </a:cubicBezTo>
                    <a:cubicBezTo>
                      <a:pt x="923974" y="-10"/>
                      <a:pt x="1190469" y="266485"/>
                      <a:pt x="1190469" y="595222"/>
                    </a:cubicBezTo>
                    <a:close/>
                  </a:path>
                </a:pathLst>
              </a:custGeom>
              <a:solidFill>
                <a:srgbClr val="682D00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" name="任意多边形: 形状 15"/>
              <p:cNvSpPr/>
              <p:nvPr/>
            </p:nvSpPr>
            <p:spPr>
              <a:xfrm>
                <a:off x="10256771" y="3676581"/>
                <a:ext cx="428674" cy="798010"/>
              </a:xfrm>
              <a:custGeom>
                <a:avLst/>
                <a:gdLst>
                  <a:gd name="connsiteX0" fmla="*/ 390409 w 428674"/>
                  <a:gd name="connsiteY0" fmla="*/ 798001 h 798010"/>
                  <a:gd name="connsiteX1" fmla="*/ 66091 w 428674"/>
                  <a:gd name="connsiteY1" fmla="*/ 457899 h 798010"/>
                  <a:gd name="connsiteX2" fmla="*/ 58740 w 428674"/>
                  <a:gd name="connsiteY2" fmla="*/ 77042 h 798010"/>
                  <a:gd name="connsiteX3" fmla="*/ 265547 w 428674"/>
                  <a:gd name="connsiteY3" fmla="*/ 7205 h 798010"/>
                  <a:gd name="connsiteX4" fmla="*/ 360464 w 428674"/>
                  <a:gd name="connsiteY4" fmla="*/ 133473 h 798010"/>
                  <a:gd name="connsiteX5" fmla="*/ 391923 w 428674"/>
                  <a:gd name="connsiteY5" fmla="*/ 368928 h 798010"/>
                  <a:gd name="connsiteX6" fmla="*/ 428679 w 428674"/>
                  <a:gd name="connsiteY6" fmla="*/ 779731 h 798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8674" h="798010">
                    <a:moveTo>
                      <a:pt x="390409" y="798001"/>
                    </a:moveTo>
                    <a:cubicBezTo>
                      <a:pt x="254934" y="714312"/>
                      <a:pt x="143253" y="597195"/>
                      <a:pt x="66091" y="457899"/>
                    </a:cubicBezTo>
                    <a:cubicBezTo>
                      <a:pt x="-1584" y="336496"/>
                      <a:pt x="-37259" y="190012"/>
                      <a:pt x="58740" y="77042"/>
                    </a:cubicBezTo>
                    <a:cubicBezTo>
                      <a:pt x="102955" y="24826"/>
                      <a:pt x="191494" y="-17443"/>
                      <a:pt x="265547" y="7205"/>
                    </a:cubicBezTo>
                    <a:cubicBezTo>
                      <a:pt x="327383" y="27637"/>
                      <a:pt x="349437" y="83528"/>
                      <a:pt x="360464" y="133473"/>
                    </a:cubicBezTo>
                    <a:cubicBezTo>
                      <a:pt x="376053" y="211192"/>
                      <a:pt x="386561" y="289843"/>
                      <a:pt x="391923" y="368928"/>
                    </a:cubicBezTo>
                    <a:cubicBezTo>
                      <a:pt x="404171" y="505863"/>
                      <a:pt x="416430" y="642796"/>
                      <a:pt x="428679" y="779731"/>
                    </a:cubicBezTo>
                  </a:path>
                </a:pathLst>
              </a:custGeom>
              <a:solidFill>
                <a:schemeClr val="accent2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" name="任意多边形: 形状 16"/>
              <p:cNvSpPr/>
              <p:nvPr/>
            </p:nvSpPr>
            <p:spPr>
              <a:xfrm>
                <a:off x="10747931" y="3742038"/>
                <a:ext cx="517477" cy="667042"/>
              </a:xfrm>
              <a:custGeom>
                <a:avLst/>
                <a:gdLst>
                  <a:gd name="connsiteX0" fmla="*/ 4 w 517477"/>
                  <a:gd name="connsiteY0" fmla="*/ 646817 h 667042"/>
                  <a:gd name="connsiteX1" fmla="*/ 187677 w 517477"/>
                  <a:gd name="connsiteY1" fmla="*/ 108232 h 667042"/>
                  <a:gd name="connsiteX2" fmla="*/ 358052 w 517477"/>
                  <a:gd name="connsiteY2" fmla="*/ 126 h 667042"/>
                  <a:gd name="connsiteX3" fmla="*/ 475455 w 517477"/>
                  <a:gd name="connsiteY3" fmla="*/ 71692 h 667042"/>
                  <a:gd name="connsiteX4" fmla="*/ 491238 w 517477"/>
                  <a:gd name="connsiteY4" fmla="*/ 309526 h 667042"/>
                  <a:gd name="connsiteX5" fmla="*/ 302377 w 517477"/>
                  <a:gd name="connsiteY5" fmla="*/ 472442 h 667042"/>
                  <a:gd name="connsiteX6" fmla="*/ 59571 w 517477"/>
                  <a:gd name="connsiteY6" fmla="*/ 667032 h 667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7477" h="667042">
                    <a:moveTo>
                      <a:pt x="4" y="646817"/>
                    </a:moveTo>
                    <a:cubicBezTo>
                      <a:pt x="5269" y="452184"/>
                      <a:pt x="70846" y="263987"/>
                      <a:pt x="187677" y="108232"/>
                    </a:cubicBezTo>
                    <a:cubicBezTo>
                      <a:pt x="229838" y="52233"/>
                      <a:pt x="287999" y="-3117"/>
                      <a:pt x="358052" y="126"/>
                    </a:cubicBezTo>
                    <a:cubicBezTo>
                      <a:pt x="405618" y="2072"/>
                      <a:pt x="449077" y="32558"/>
                      <a:pt x="475455" y="71692"/>
                    </a:cubicBezTo>
                    <a:cubicBezTo>
                      <a:pt x="521724" y="141096"/>
                      <a:pt x="533832" y="235257"/>
                      <a:pt x="491238" y="309526"/>
                    </a:cubicBezTo>
                    <a:cubicBezTo>
                      <a:pt x="448645" y="383795"/>
                      <a:pt x="367998" y="422064"/>
                      <a:pt x="302377" y="472442"/>
                    </a:cubicBezTo>
                    <a:cubicBezTo>
                      <a:pt x="220325" y="535359"/>
                      <a:pt x="141299" y="603466"/>
                      <a:pt x="59571" y="667032"/>
                    </a:cubicBezTo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" name="任意多边形: 形状 17"/>
              <p:cNvSpPr/>
              <p:nvPr/>
            </p:nvSpPr>
            <p:spPr>
              <a:xfrm>
                <a:off x="9899618" y="4166353"/>
                <a:ext cx="788314" cy="454723"/>
              </a:xfrm>
              <a:custGeom>
                <a:avLst/>
                <a:gdLst>
                  <a:gd name="connsiteX0" fmla="*/ 782481 w 788314"/>
                  <a:gd name="connsiteY0" fmla="*/ 310932 h 454723"/>
                  <a:gd name="connsiteX1" fmla="*/ 246707 w 788314"/>
                  <a:gd name="connsiteY1" fmla="*/ 11478 h 454723"/>
                  <a:gd name="connsiteX2" fmla="*/ 73737 w 788314"/>
                  <a:gd name="connsiteY2" fmla="*/ 22289 h 454723"/>
                  <a:gd name="connsiteX3" fmla="*/ 15144 w 788314"/>
                  <a:gd name="connsiteY3" fmla="*/ 250933 h 454723"/>
                  <a:gd name="connsiteX4" fmla="*/ 368867 w 788314"/>
                  <a:gd name="connsiteY4" fmla="*/ 454713 h 454723"/>
                  <a:gd name="connsiteX5" fmla="*/ 788318 w 788314"/>
                  <a:gd name="connsiteY5" fmla="*/ 353310 h 454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88314" h="454723">
                    <a:moveTo>
                      <a:pt x="782481" y="310932"/>
                    </a:moveTo>
                    <a:cubicBezTo>
                      <a:pt x="605727" y="205853"/>
                      <a:pt x="446055" y="61531"/>
                      <a:pt x="246707" y="11478"/>
                    </a:cubicBezTo>
                    <a:cubicBezTo>
                      <a:pt x="189194" y="-3008"/>
                      <a:pt x="124763" y="-8089"/>
                      <a:pt x="73737" y="22289"/>
                    </a:cubicBezTo>
                    <a:cubicBezTo>
                      <a:pt x="333" y="66288"/>
                      <a:pt x="-16315" y="171043"/>
                      <a:pt x="15144" y="250933"/>
                    </a:cubicBezTo>
                    <a:cubicBezTo>
                      <a:pt x="68332" y="385417"/>
                      <a:pt x="224221" y="454821"/>
                      <a:pt x="368867" y="454713"/>
                    </a:cubicBezTo>
                    <a:cubicBezTo>
                      <a:pt x="513513" y="454605"/>
                      <a:pt x="651456" y="400012"/>
                      <a:pt x="788318" y="353310"/>
                    </a:cubicBezTo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" name="任意多边形: 形状 18"/>
              <p:cNvSpPr/>
              <p:nvPr/>
            </p:nvSpPr>
            <p:spPr>
              <a:xfrm>
                <a:off x="10164398" y="4419999"/>
                <a:ext cx="642450" cy="741067"/>
              </a:xfrm>
              <a:custGeom>
                <a:avLst/>
                <a:gdLst>
                  <a:gd name="connsiteX0" fmla="*/ 534241 w 642450"/>
                  <a:gd name="connsiteY0" fmla="*/ 518683 h 741067"/>
                  <a:gd name="connsiteX1" fmla="*/ 550997 w 642450"/>
                  <a:gd name="connsiteY1" fmla="*/ 287985 h 741067"/>
                  <a:gd name="connsiteX2" fmla="*/ 642455 w 642450"/>
                  <a:gd name="connsiteY2" fmla="*/ 21611 h 741067"/>
                  <a:gd name="connsiteX3" fmla="*/ 596077 w 642450"/>
                  <a:gd name="connsiteY3" fmla="*/ -10 h 741067"/>
                  <a:gd name="connsiteX4" fmla="*/ 32304 w 642450"/>
                  <a:gd name="connsiteY4" fmla="*/ 379767 h 741067"/>
                  <a:gd name="connsiteX5" fmla="*/ 6142 w 642450"/>
                  <a:gd name="connsiteY5" fmla="*/ 556520 h 741067"/>
                  <a:gd name="connsiteX6" fmla="*/ 155977 w 642450"/>
                  <a:gd name="connsiteY6" fmla="*/ 707869 h 741067"/>
                  <a:gd name="connsiteX7" fmla="*/ 417270 w 642450"/>
                  <a:gd name="connsiteY7" fmla="*/ 710355 h 741067"/>
                  <a:gd name="connsiteX8" fmla="*/ 534241 w 642450"/>
                  <a:gd name="connsiteY8" fmla="*/ 518683 h 741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2450" h="741067">
                    <a:moveTo>
                      <a:pt x="534241" y="518683"/>
                    </a:moveTo>
                    <a:cubicBezTo>
                      <a:pt x="548943" y="443009"/>
                      <a:pt x="545051" y="364956"/>
                      <a:pt x="550997" y="287985"/>
                    </a:cubicBezTo>
                    <a:cubicBezTo>
                      <a:pt x="557267" y="201500"/>
                      <a:pt x="613482" y="104204"/>
                      <a:pt x="642455" y="21611"/>
                    </a:cubicBezTo>
                    <a:lnTo>
                      <a:pt x="596077" y="-10"/>
                    </a:lnTo>
                    <a:cubicBezTo>
                      <a:pt x="357595" y="8963"/>
                      <a:pt x="130248" y="162149"/>
                      <a:pt x="32304" y="379767"/>
                    </a:cubicBezTo>
                    <a:cubicBezTo>
                      <a:pt x="7440" y="435225"/>
                      <a:pt x="-9749" y="497819"/>
                      <a:pt x="6142" y="556520"/>
                    </a:cubicBezTo>
                    <a:cubicBezTo>
                      <a:pt x="25385" y="627438"/>
                      <a:pt x="89060" y="677924"/>
                      <a:pt x="155977" y="707869"/>
                    </a:cubicBezTo>
                    <a:cubicBezTo>
                      <a:pt x="238678" y="745166"/>
                      <a:pt x="339758" y="757598"/>
                      <a:pt x="417270" y="710355"/>
                    </a:cubicBezTo>
                    <a:cubicBezTo>
                      <a:pt x="483106" y="670572"/>
                      <a:pt x="519538" y="594466"/>
                      <a:pt x="534241" y="51868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" name="任意多边形: 形状 19"/>
              <p:cNvSpPr/>
              <p:nvPr/>
            </p:nvSpPr>
            <p:spPr>
              <a:xfrm>
                <a:off x="10727283" y="4394161"/>
                <a:ext cx="805172" cy="528739"/>
              </a:xfrm>
              <a:custGeom>
                <a:avLst/>
                <a:gdLst>
                  <a:gd name="connsiteX0" fmla="*/ 797287 w 805172"/>
                  <a:gd name="connsiteY0" fmla="*/ 317930 h 528739"/>
                  <a:gd name="connsiteX1" fmla="*/ 790476 w 805172"/>
                  <a:gd name="connsiteY1" fmla="*/ 298039 h 528739"/>
                  <a:gd name="connsiteX2" fmla="*/ 613290 w 805172"/>
                  <a:gd name="connsiteY2" fmla="*/ 88313 h 528739"/>
                  <a:gd name="connsiteX3" fmla="*/ 332214 w 805172"/>
                  <a:gd name="connsiteY3" fmla="*/ 1828 h 528739"/>
                  <a:gd name="connsiteX4" fmla="*/ 4869 w 805172"/>
                  <a:gd name="connsiteY4" fmla="*/ -10 h 528739"/>
                  <a:gd name="connsiteX5" fmla="*/ 4 w 805172"/>
                  <a:gd name="connsiteY5" fmla="*/ 26044 h 528739"/>
                  <a:gd name="connsiteX6" fmla="*/ 227027 w 805172"/>
                  <a:gd name="connsiteY6" fmla="*/ 304417 h 528739"/>
                  <a:gd name="connsiteX7" fmla="*/ 358376 w 805172"/>
                  <a:gd name="connsiteY7" fmla="*/ 441604 h 528739"/>
                  <a:gd name="connsiteX8" fmla="*/ 687667 w 805172"/>
                  <a:gd name="connsiteY8" fmla="*/ 518035 h 528739"/>
                  <a:gd name="connsiteX9" fmla="*/ 793827 w 805172"/>
                  <a:gd name="connsiteY9" fmla="*/ 429171 h 528739"/>
                  <a:gd name="connsiteX10" fmla="*/ 797287 w 805172"/>
                  <a:gd name="connsiteY10" fmla="*/ 317930 h 528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05172" h="528739">
                    <a:moveTo>
                      <a:pt x="797287" y="317930"/>
                    </a:moveTo>
                    <a:cubicBezTo>
                      <a:pt x="795341" y="311228"/>
                      <a:pt x="793071" y="304525"/>
                      <a:pt x="790476" y="298039"/>
                    </a:cubicBezTo>
                    <a:cubicBezTo>
                      <a:pt x="757504" y="213500"/>
                      <a:pt x="688208" y="137825"/>
                      <a:pt x="613290" y="88313"/>
                    </a:cubicBezTo>
                    <a:cubicBezTo>
                      <a:pt x="529054" y="34790"/>
                      <a:pt x="431964" y="4917"/>
                      <a:pt x="332214" y="1828"/>
                    </a:cubicBezTo>
                    <a:cubicBezTo>
                      <a:pt x="222919" y="-3037"/>
                      <a:pt x="112327" y="19774"/>
                      <a:pt x="4869" y="-10"/>
                    </a:cubicBezTo>
                    <a:lnTo>
                      <a:pt x="4" y="26044"/>
                    </a:lnTo>
                    <a:lnTo>
                      <a:pt x="227027" y="304417"/>
                    </a:lnTo>
                    <a:cubicBezTo>
                      <a:pt x="267243" y="353497"/>
                      <a:pt x="307891" y="403118"/>
                      <a:pt x="358376" y="441604"/>
                    </a:cubicBezTo>
                    <a:cubicBezTo>
                      <a:pt x="444861" y="507116"/>
                      <a:pt x="581075" y="549710"/>
                      <a:pt x="687667" y="518035"/>
                    </a:cubicBezTo>
                    <a:cubicBezTo>
                      <a:pt x="733396" y="504413"/>
                      <a:pt x="775341" y="473170"/>
                      <a:pt x="793827" y="429171"/>
                    </a:cubicBezTo>
                    <a:cubicBezTo>
                      <a:pt x="807665" y="393572"/>
                      <a:pt x="808886" y="354319"/>
                      <a:pt x="797287" y="31793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" name="任意多边形: 形状 20"/>
              <p:cNvSpPr/>
              <p:nvPr/>
            </p:nvSpPr>
            <p:spPr>
              <a:xfrm>
                <a:off x="10520109" y="3841818"/>
                <a:ext cx="385598" cy="622197"/>
              </a:xfrm>
              <a:custGeom>
                <a:avLst/>
                <a:gdLst>
                  <a:gd name="connsiteX0" fmla="*/ 373770 w 385598"/>
                  <a:gd name="connsiteY0" fmla="*/ 129315 h 622197"/>
                  <a:gd name="connsiteX1" fmla="*/ 372365 w 385598"/>
                  <a:gd name="connsiteY1" fmla="*/ 124234 h 622197"/>
                  <a:gd name="connsiteX2" fmla="*/ 303609 w 385598"/>
                  <a:gd name="connsiteY2" fmla="*/ 24776 h 622197"/>
                  <a:gd name="connsiteX3" fmla="*/ 34101 w 385598"/>
                  <a:gd name="connsiteY3" fmla="*/ 119044 h 622197"/>
                  <a:gd name="connsiteX4" fmla="*/ 10101 w 385598"/>
                  <a:gd name="connsiteY4" fmla="*/ 342175 h 622197"/>
                  <a:gd name="connsiteX5" fmla="*/ 219394 w 385598"/>
                  <a:gd name="connsiteY5" fmla="*/ 621846 h 622197"/>
                  <a:gd name="connsiteX6" fmla="*/ 312798 w 385598"/>
                  <a:gd name="connsiteY6" fmla="*/ 472551 h 622197"/>
                  <a:gd name="connsiteX7" fmla="*/ 373770 w 385598"/>
                  <a:gd name="connsiteY7" fmla="*/ 129315 h 62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5598" h="622197">
                    <a:moveTo>
                      <a:pt x="373770" y="129315"/>
                    </a:moveTo>
                    <a:cubicBezTo>
                      <a:pt x="373770" y="127585"/>
                      <a:pt x="372797" y="125855"/>
                      <a:pt x="372365" y="124234"/>
                    </a:cubicBezTo>
                    <a:cubicBezTo>
                      <a:pt x="361316" y="84275"/>
                      <a:pt x="337090" y="49225"/>
                      <a:pt x="303609" y="24776"/>
                    </a:cubicBezTo>
                    <a:cubicBezTo>
                      <a:pt x="210097" y="-39223"/>
                      <a:pt x="82748" y="30938"/>
                      <a:pt x="34101" y="119044"/>
                    </a:cubicBezTo>
                    <a:cubicBezTo>
                      <a:pt x="-2872" y="186070"/>
                      <a:pt x="-7953" y="267798"/>
                      <a:pt x="10101" y="342175"/>
                    </a:cubicBezTo>
                    <a:cubicBezTo>
                      <a:pt x="36371" y="450390"/>
                      <a:pt x="219394" y="621522"/>
                      <a:pt x="219394" y="621846"/>
                    </a:cubicBezTo>
                    <a:cubicBezTo>
                      <a:pt x="228367" y="630170"/>
                      <a:pt x="307068" y="483794"/>
                      <a:pt x="312798" y="472551"/>
                    </a:cubicBezTo>
                    <a:cubicBezTo>
                      <a:pt x="365770" y="369526"/>
                      <a:pt x="406742" y="245096"/>
                      <a:pt x="373770" y="129315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" name="任意多边形: 形状 21"/>
              <p:cNvSpPr/>
              <p:nvPr/>
            </p:nvSpPr>
            <p:spPr>
              <a:xfrm>
                <a:off x="10224998" y="4167826"/>
                <a:ext cx="521419" cy="436623"/>
              </a:xfrm>
              <a:custGeom>
                <a:avLst/>
                <a:gdLst>
                  <a:gd name="connsiteX0" fmla="*/ 233429 w 521419"/>
                  <a:gd name="connsiteY0" fmla="*/ 19194 h 436623"/>
                  <a:gd name="connsiteX1" fmla="*/ 92026 w 521419"/>
                  <a:gd name="connsiteY1" fmla="*/ 9140 h 436623"/>
                  <a:gd name="connsiteX2" fmla="*/ 4136 w 521419"/>
                  <a:gd name="connsiteY2" fmla="*/ 123084 h 436623"/>
                  <a:gd name="connsiteX3" fmla="*/ 152674 w 521419"/>
                  <a:gd name="connsiteY3" fmla="*/ 401890 h 436623"/>
                  <a:gd name="connsiteX4" fmla="*/ 267050 w 521419"/>
                  <a:gd name="connsiteY4" fmla="*/ 436484 h 436623"/>
                  <a:gd name="connsiteX5" fmla="*/ 521424 w 521419"/>
                  <a:gd name="connsiteY5" fmla="*/ 301027 h 436623"/>
                  <a:gd name="connsiteX6" fmla="*/ 233429 w 521419"/>
                  <a:gd name="connsiteY6" fmla="*/ 19194 h 436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21419" h="436623">
                    <a:moveTo>
                      <a:pt x="233429" y="19194"/>
                    </a:moveTo>
                    <a:cubicBezTo>
                      <a:pt x="188241" y="2005"/>
                      <a:pt x="136999" y="-8589"/>
                      <a:pt x="92026" y="9140"/>
                    </a:cubicBezTo>
                    <a:cubicBezTo>
                      <a:pt x="47054" y="26870"/>
                      <a:pt x="14190" y="74004"/>
                      <a:pt x="4136" y="123084"/>
                    </a:cubicBezTo>
                    <a:cubicBezTo>
                      <a:pt x="-18674" y="233136"/>
                      <a:pt x="56027" y="344594"/>
                      <a:pt x="152674" y="401890"/>
                    </a:cubicBezTo>
                    <a:cubicBezTo>
                      <a:pt x="187484" y="422430"/>
                      <a:pt x="226727" y="438213"/>
                      <a:pt x="267050" y="436484"/>
                    </a:cubicBezTo>
                    <a:cubicBezTo>
                      <a:pt x="364346" y="432159"/>
                      <a:pt x="429209" y="332810"/>
                      <a:pt x="521424" y="301027"/>
                    </a:cubicBezTo>
                    <a:cubicBezTo>
                      <a:pt x="521316" y="301027"/>
                      <a:pt x="348670" y="63085"/>
                      <a:pt x="233429" y="19194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" name="任意多边形: 形状 22"/>
              <p:cNvSpPr/>
              <p:nvPr/>
            </p:nvSpPr>
            <p:spPr>
              <a:xfrm>
                <a:off x="10740580" y="4153312"/>
                <a:ext cx="574920" cy="417182"/>
              </a:xfrm>
              <a:custGeom>
                <a:avLst/>
                <a:gdLst>
                  <a:gd name="connsiteX0" fmla="*/ 535238 w 574920"/>
                  <a:gd name="connsiteY0" fmla="*/ 75978 h 417182"/>
                  <a:gd name="connsiteX1" fmla="*/ 351457 w 574920"/>
                  <a:gd name="connsiteY1" fmla="*/ 5277 h 417182"/>
                  <a:gd name="connsiteX2" fmla="*/ 263459 w 574920"/>
                  <a:gd name="connsiteY2" fmla="*/ 53924 h 417182"/>
                  <a:gd name="connsiteX3" fmla="*/ 4 w 574920"/>
                  <a:gd name="connsiteY3" fmla="*/ 293379 h 417182"/>
                  <a:gd name="connsiteX4" fmla="*/ 270270 w 574920"/>
                  <a:gd name="connsiteY4" fmla="*/ 401485 h 417182"/>
                  <a:gd name="connsiteX5" fmla="*/ 527238 w 574920"/>
                  <a:gd name="connsiteY5" fmla="*/ 354567 h 417182"/>
                  <a:gd name="connsiteX6" fmla="*/ 565724 w 574920"/>
                  <a:gd name="connsiteY6" fmla="*/ 276515 h 417182"/>
                  <a:gd name="connsiteX7" fmla="*/ 535238 w 574920"/>
                  <a:gd name="connsiteY7" fmla="*/ 75978 h 41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74920" h="417182">
                    <a:moveTo>
                      <a:pt x="535238" y="75978"/>
                    </a:moveTo>
                    <a:cubicBezTo>
                      <a:pt x="494590" y="19222"/>
                      <a:pt x="419132" y="-13426"/>
                      <a:pt x="351457" y="5277"/>
                    </a:cubicBezTo>
                    <a:cubicBezTo>
                      <a:pt x="319425" y="16032"/>
                      <a:pt x="289610" y="32515"/>
                      <a:pt x="263459" y="53924"/>
                    </a:cubicBezTo>
                    <a:cubicBezTo>
                      <a:pt x="167688" y="124527"/>
                      <a:pt x="79408" y="204766"/>
                      <a:pt x="4" y="293379"/>
                    </a:cubicBezTo>
                    <a:cubicBezTo>
                      <a:pt x="4" y="293379"/>
                      <a:pt x="181623" y="374459"/>
                      <a:pt x="270270" y="401485"/>
                    </a:cubicBezTo>
                    <a:cubicBezTo>
                      <a:pt x="358917" y="428512"/>
                      <a:pt x="467888" y="425269"/>
                      <a:pt x="527238" y="354567"/>
                    </a:cubicBezTo>
                    <a:cubicBezTo>
                      <a:pt x="545594" y="331660"/>
                      <a:pt x="558729" y="305022"/>
                      <a:pt x="565724" y="276515"/>
                    </a:cubicBezTo>
                    <a:cubicBezTo>
                      <a:pt x="583885" y="208408"/>
                      <a:pt x="575886" y="132301"/>
                      <a:pt x="535238" y="75978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10659478" y="4459457"/>
                <a:ext cx="468375" cy="561722"/>
              </a:xfrm>
              <a:custGeom>
                <a:avLst/>
                <a:gdLst>
                  <a:gd name="connsiteX0" fmla="*/ 81863 w 468375"/>
                  <a:gd name="connsiteY0" fmla="*/ -10 h 561722"/>
                  <a:gd name="connsiteX1" fmla="*/ 9323 w 468375"/>
                  <a:gd name="connsiteY1" fmla="*/ 156420 h 561722"/>
                  <a:gd name="connsiteX2" fmla="*/ 41755 w 468375"/>
                  <a:gd name="connsiteY2" fmla="*/ 433712 h 561722"/>
                  <a:gd name="connsiteX3" fmla="*/ 277210 w 468375"/>
                  <a:gd name="connsiteY3" fmla="*/ 558682 h 561722"/>
                  <a:gd name="connsiteX4" fmla="*/ 443045 w 468375"/>
                  <a:gd name="connsiteY4" fmla="*/ 226040 h 561722"/>
                  <a:gd name="connsiteX5" fmla="*/ 295805 w 468375"/>
                  <a:gd name="connsiteY5" fmla="*/ 98583 h 561722"/>
                  <a:gd name="connsiteX6" fmla="*/ 81863 w 468375"/>
                  <a:gd name="connsiteY6" fmla="*/ -10 h 561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68375" h="561722">
                    <a:moveTo>
                      <a:pt x="81863" y="-10"/>
                    </a:moveTo>
                    <a:cubicBezTo>
                      <a:pt x="38620" y="39773"/>
                      <a:pt x="19702" y="98907"/>
                      <a:pt x="9323" y="156420"/>
                    </a:cubicBezTo>
                    <a:cubicBezTo>
                      <a:pt x="-7541" y="249823"/>
                      <a:pt x="-4190" y="351011"/>
                      <a:pt x="41755" y="433712"/>
                    </a:cubicBezTo>
                    <a:cubicBezTo>
                      <a:pt x="87700" y="516413"/>
                      <a:pt x="183915" y="576088"/>
                      <a:pt x="277210" y="558682"/>
                    </a:cubicBezTo>
                    <a:cubicBezTo>
                      <a:pt x="421640" y="531764"/>
                      <a:pt x="516233" y="356524"/>
                      <a:pt x="443045" y="226040"/>
                    </a:cubicBezTo>
                    <a:cubicBezTo>
                      <a:pt x="410613" y="168636"/>
                      <a:pt x="353966" y="129501"/>
                      <a:pt x="295805" y="98583"/>
                    </a:cubicBezTo>
                    <a:cubicBezTo>
                      <a:pt x="234508" y="66043"/>
                      <a:pt x="81863" y="-10"/>
                      <a:pt x="81863" y="-10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50" name="文本框 49"/>
          <p:cNvSpPr txBox="1"/>
          <p:nvPr/>
        </p:nvSpPr>
        <p:spPr>
          <a:xfrm>
            <a:off x="11163632" y="17605"/>
            <a:ext cx="10171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List3-5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7ADB394-6E69-859E-2220-E2B14C5A54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666750" y="1384549"/>
            <a:ext cx="10858500" cy="3911599"/>
            <a:chOff x="660400" y="2222502"/>
            <a:chExt cx="10858500" cy="3911599"/>
          </a:xfrm>
        </p:grpSpPr>
        <p:grpSp>
          <p:nvGrpSpPr>
            <p:cNvPr id="7" name="组合 6"/>
            <p:cNvGrpSpPr/>
            <p:nvPr/>
          </p:nvGrpSpPr>
          <p:grpSpPr>
            <a:xfrm>
              <a:off x="660400" y="2222502"/>
              <a:ext cx="3403539" cy="3911599"/>
              <a:chOff x="660400" y="2222502"/>
              <a:chExt cx="3403539" cy="3911599"/>
            </a:xfrm>
          </p:grpSpPr>
          <p:grpSp>
            <p:nvGrpSpPr>
              <p:cNvPr id="24" name="组合 23"/>
              <p:cNvGrpSpPr>
                <a:grpSpLocks noChangeAspect="1"/>
              </p:cNvGrpSpPr>
              <p:nvPr/>
            </p:nvGrpSpPr>
            <p:grpSpPr>
              <a:xfrm>
                <a:off x="660406" y="2222502"/>
                <a:ext cx="3403533" cy="3911599"/>
                <a:chOff x="4943929" y="-1119616"/>
                <a:chExt cx="6574971" cy="7253716"/>
              </a:xfrm>
            </p:grpSpPr>
            <p:grpSp>
              <p:nvGrpSpPr>
                <p:cNvPr id="26" name="组合 25"/>
                <p:cNvGrpSpPr/>
                <p:nvPr/>
              </p:nvGrpSpPr>
              <p:grpSpPr>
                <a:xfrm>
                  <a:off x="4943929" y="-1119616"/>
                  <a:ext cx="6574971" cy="7253716"/>
                  <a:chOff x="4943929" y="-3561833"/>
                  <a:chExt cx="6574971" cy="9695933"/>
                </a:xfrm>
              </p:grpSpPr>
              <p:sp>
                <p:nvSpPr>
                  <p:cNvPr id="29" name="矩形 28"/>
                  <p:cNvSpPr/>
                  <p:nvPr/>
                </p:nvSpPr>
                <p:spPr>
                  <a:xfrm>
                    <a:off x="4943929" y="-3561833"/>
                    <a:ext cx="6574971" cy="9695933"/>
                  </a:xfrm>
                  <a:prstGeom prst="rect">
                    <a:avLst/>
                  </a:prstGeom>
                  <a:gradFill flip="none" rotWithShape="1">
                    <a:gsLst>
                      <a:gs pos="55000">
                        <a:schemeClr val="bg1"/>
                      </a:gs>
                      <a:gs pos="99000">
                        <a:schemeClr val="accent1">
                          <a:lumMod val="20000"/>
                          <a:lumOff val="80000"/>
                        </a:schemeClr>
                      </a:gs>
                    </a:gsLst>
                    <a:lin ang="2700000" scaled="1"/>
                    <a:tileRect/>
                  </a:gra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normAutofit/>
                  </a:bodyPr>
                  <a:lstStyle/>
                  <a:p>
                    <a:pPr algn="r"/>
                    <a:endParaRPr lang="zh-CN" altLang="en-US" b="1">
                      <a:solidFill>
                        <a:schemeClr val="accent1"/>
                      </a:solidFill>
                    </a:endParaRPr>
                  </a:p>
                </p:txBody>
              </p:sp>
              <p:sp>
                <p:nvSpPr>
                  <p:cNvPr id="30" name="矩形 29"/>
                  <p:cNvSpPr/>
                  <p:nvPr/>
                </p:nvSpPr>
                <p:spPr>
                  <a:xfrm>
                    <a:off x="11303988" y="-3561833"/>
                    <a:ext cx="214912" cy="9695933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16200000" scaled="1"/>
                    <a:tileRect/>
                  </a:gradFill>
                  <a:ln>
                    <a:noFill/>
                  </a:ln>
                  <a:effectLst>
                    <a:outerShdw blurRad="50800" dist="50800" dir="5400000" algn="ctr" rotWithShape="0">
                      <a:schemeClr val="accent1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ctr" anchorCtr="0">
                    <a:normAutofit/>
                  </a:bodyPr>
                  <a:lstStyle/>
                  <a:p>
                    <a:pPr algn="ctr"/>
                    <a:endParaRPr kumimoji="1" lang="zh-CN" altLang="en-US" b="1">
                      <a:solidFill>
                        <a:srgbClr val="FFFFFF"/>
                      </a:solidFill>
                    </a:endParaRPr>
                  </a:p>
                </p:txBody>
              </p:sp>
            </p:grpSp>
            <p:sp>
              <p:nvSpPr>
                <p:cNvPr id="27" name="矩形: 圆角 26"/>
                <p:cNvSpPr/>
                <p:nvPr/>
              </p:nvSpPr>
              <p:spPr>
                <a:xfrm>
                  <a:off x="5780889" y="2911911"/>
                  <a:ext cx="4901050" cy="874424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0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508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Autofit/>
                </a:bodyPr>
                <a:lstStyle/>
                <a:p>
                  <a:pPr algn="ctr"/>
                  <a:r>
                    <a:rPr kumimoji="1" lang="en-US" altLang="zh-CN" b="1" dirty="0">
                      <a:solidFill>
                        <a:srgbClr val="FFFFFF"/>
                      </a:solidFill>
                    </a:rPr>
                    <a:t>{vItem.item1}</a:t>
                  </a:r>
                </a:p>
              </p:txBody>
            </p:sp>
            <p:sp>
              <p:nvSpPr>
                <p:cNvPr id="28" name="矩形 27"/>
                <p:cNvSpPr/>
                <p:nvPr/>
              </p:nvSpPr>
              <p:spPr>
                <a:xfrm>
                  <a:off x="5780887" y="4045613"/>
                  <a:ext cx="4901052" cy="179984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kumimoji="1" lang="en-US" altLang="zh-CN" sz="1200" dirty="0">
                      <a:solidFill>
                        <a:schemeClr val="tx1"/>
                      </a:solidFill>
                    </a:rPr>
                    <a:t>{vItem.item1_Desc}</a:t>
                  </a:r>
                </a:p>
              </p:txBody>
            </p:sp>
          </p:grpSp>
          <p:sp>
            <p:nvSpPr>
              <p:cNvPr id="25" name="流程图: 文档 24"/>
              <p:cNvSpPr>
                <a:spLocks noChangeAspect="1"/>
              </p:cNvSpPr>
              <p:nvPr/>
            </p:nvSpPr>
            <p:spPr>
              <a:xfrm>
                <a:off x="660400" y="2222502"/>
                <a:ext cx="3403538" cy="1970702"/>
              </a:xfrm>
              <a:prstGeom prst="flowChartDocument">
                <a:avLst/>
              </a:prstGeom>
              <a:blipFill>
                <a:blip r:embed="rId2"/>
                <a:stretch>
                  <a:fillRect t="-8361" b="-8263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4387886" y="2222502"/>
              <a:ext cx="3403534" cy="3911599"/>
              <a:chOff x="4387886" y="2222502"/>
              <a:chExt cx="3403534" cy="3911599"/>
            </a:xfrm>
          </p:grpSpPr>
          <p:grpSp>
            <p:nvGrpSpPr>
              <p:cNvPr id="17" name="组合 16"/>
              <p:cNvGrpSpPr>
                <a:grpSpLocks noChangeAspect="1"/>
              </p:cNvGrpSpPr>
              <p:nvPr/>
            </p:nvGrpSpPr>
            <p:grpSpPr>
              <a:xfrm>
                <a:off x="4387887" y="2222502"/>
                <a:ext cx="3403533" cy="3911599"/>
                <a:chOff x="4943929" y="-1119616"/>
                <a:chExt cx="6574972" cy="7253716"/>
              </a:xfrm>
            </p:grpSpPr>
            <p:grpSp>
              <p:nvGrpSpPr>
                <p:cNvPr id="19" name="组合 18"/>
                <p:cNvGrpSpPr/>
                <p:nvPr/>
              </p:nvGrpSpPr>
              <p:grpSpPr>
                <a:xfrm>
                  <a:off x="4943929" y="-1119616"/>
                  <a:ext cx="6574972" cy="7253716"/>
                  <a:chOff x="4943929" y="-3561833"/>
                  <a:chExt cx="6574972" cy="9695933"/>
                </a:xfrm>
              </p:grpSpPr>
              <p:sp>
                <p:nvSpPr>
                  <p:cNvPr id="22" name="矩形 21"/>
                  <p:cNvSpPr/>
                  <p:nvPr/>
                </p:nvSpPr>
                <p:spPr>
                  <a:xfrm>
                    <a:off x="4943929" y="-3561833"/>
                    <a:ext cx="6574971" cy="9695933"/>
                  </a:xfrm>
                  <a:prstGeom prst="rect">
                    <a:avLst/>
                  </a:prstGeom>
                  <a:gradFill flip="none" rotWithShape="1">
                    <a:gsLst>
                      <a:gs pos="55000">
                        <a:schemeClr val="bg1"/>
                      </a:gs>
                      <a:gs pos="99000">
                        <a:schemeClr val="accent1">
                          <a:lumMod val="20000"/>
                          <a:lumOff val="80000"/>
                        </a:schemeClr>
                      </a:gs>
                    </a:gsLst>
                    <a:lin ang="2700000" scaled="1"/>
                    <a:tileRect/>
                  </a:gra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normAutofit/>
                  </a:bodyPr>
                  <a:lstStyle/>
                  <a:p>
                    <a:pPr algn="r"/>
                    <a:endParaRPr lang="zh-CN" altLang="en-US" b="1">
                      <a:solidFill>
                        <a:schemeClr val="accent1"/>
                      </a:solidFill>
                    </a:endParaRPr>
                  </a:p>
                </p:txBody>
              </p:sp>
              <p:sp>
                <p:nvSpPr>
                  <p:cNvPr id="23" name="矩形 22"/>
                  <p:cNvSpPr/>
                  <p:nvPr/>
                </p:nvSpPr>
                <p:spPr>
                  <a:xfrm>
                    <a:off x="11303989" y="-3561833"/>
                    <a:ext cx="214912" cy="9695933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/>
                      </a:gs>
                    </a:gsLst>
                    <a:lin ang="16200000" scaled="1"/>
                    <a:tileRect/>
                  </a:gradFill>
                  <a:ln>
                    <a:noFill/>
                  </a:ln>
                  <a:effectLst>
                    <a:outerShdw blurRad="50800" dist="50800" dir="5400000" algn="ctr" rotWithShape="0">
                      <a:schemeClr val="accent2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ctr" anchorCtr="0">
                    <a:normAutofit/>
                  </a:bodyPr>
                  <a:lstStyle/>
                  <a:p>
                    <a:pPr algn="ctr"/>
                    <a:endParaRPr kumimoji="1" lang="zh-CN" altLang="en-US" b="1">
                      <a:solidFill>
                        <a:srgbClr val="FFFFFF"/>
                      </a:solidFill>
                    </a:endParaRPr>
                  </a:p>
                </p:txBody>
              </p:sp>
            </p:grpSp>
            <p:sp>
              <p:nvSpPr>
                <p:cNvPr id="20" name="矩形: 圆角 19"/>
                <p:cNvSpPr/>
                <p:nvPr/>
              </p:nvSpPr>
              <p:spPr>
                <a:xfrm>
                  <a:off x="5780889" y="2911911"/>
                  <a:ext cx="4901051" cy="874424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50000">
                      <a:schemeClr val="accent2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50800" dist="50800" dir="5400000" algn="ctr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Autofit/>
                </a:bodyPr>
                <a:lstStyle/>
                <a:p>
                  <a:pPr algn="ctr"/>
                  <a:r>
                    <a:rPr kumimoji="1" lang="en-US" altLang="zh-CN" b="1" dirty="0">
                      <a:solidFill>
                        <a:srgbClr val="FFFFFF"/>
                      </a:solidFill>
                    </a:rPr>
                    <a:t>{vItem.item2}</a:t>
                  </a:r>
                </a:p>
              </p:txBody>
            </p:sp>
            <p:sp>
              <p:nvSpPr>
                <p:cNvPr id="21" name="矩形 20"/>
                <p:cNvSpPr/>
                <p:nvPr/>
              </p:nvSpPr>
              <p:spPr>
                <a:xfrm>
                  <a:off x="5780887" y="4045613"/>
                  <a:ext cx="4901053" cy="179984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kumimoji="1" lang="en-US" altLang="zh-CN" sz="1200" dirty="0">
                      <a:solidFill>
                        <a:schemeClr val="tx1"/>
                      </a:solidFill>
                    </a:rPr>
                    <a:t>{vItem.item2_Desc}</a:t>
                  </a:r>
                </a:p>
              </p:txBody>
            </p:sp>
          </p:grpSp>
          <p:sp>
            <p:nvSpPr>
              <p:cNvPr id="18" name="流程图: 文档 17"/>
              <p:cNvSpPr>
                <a:spLocks noChangeAspect="1"/>
              </p:cNvSpPr>
              <p:nvPr/>
            </p:nvSpPr>
            <p:spPr>
              <a:xfrm>
                <a:off x="4387886" y="2222502"/>
                <a:ext cx="3403533" cy="1970702"/>
              </a:xfrm>
              <a:prstGeom prst="flowChartDocument">
                <a:avLst/>
              </a:prstGeom>
              <a:blipFill>
                <a:blip r:embed="rId3"/>
                <a:stretch>
                  <a:fillRect t="-20100" b="-19850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8115367" y="2222502"/>
              <a:ext cx="3403533" cy="3911599"/>
              <a:chOff x="8115367" y="2222502"/>
              <a:chExt cx="3403533" cy="3911599"/>
            </a:xfrm>
          </p:grpSpPr>
          <p:grpSp>
            <p:nvGrpSpPr>
              <p:cNvPr id="10" name="组合 9"/>
              <p:cNvGrpSpPr>
                <a:grpSpLocks noChangeAspect="1"/>
              </p:cNvGrpSpPr>
              <p:nvPr/>
            </p:nvGrpSpPr>
            <p:grpSpPr>
              <a:xfrm>
                <a:off x="8115367" y="2222502"/>
                <a:ext cx="3403533" cy="3911599"/>
                <a:chOff x="4943929" y="-1119616"/>
                <a:chExt cx="6574971" cy="7253716"/>
              </a:xfrm>
            </p:grpSpPr>
            <p:grpSp>
              <p:nvGrpSpPr>
                <p:cNvPr id="12" name="组合 11"/>
                <p:cNvGrpSpPr/>
                <p:nvPr/>
              </p:nvGrpSpPr>
              <p:grpSpPr>
                <a:xfrm>
                  <a:off x="4943929" y="-1119616"/>
                  <a:ext cx="6574971" cy="7253716"/>
                  <a:chOff x="4943929" y="-3561833"/>
                  <a:chExt cx="6574971" cy="9695933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4943929" y="-3561833"/>
                    <a:ext cx="6574971" cy="9695933"/>
                  </a:xfrm>
                  <a:prstGeom prst="rect">
                    <a:avLst/>
                  </a:prstGeom>
                  <a:gradFill flip="none" rotWithShape="1">
                    <a:gsLst>
                      <a:gs pos="55000">
                        <a:schemeClr val="bg1"/>
                      </a:gs>
                      <a:gs pos="99000">
                        <a:schemeClr val="accent1">
                          <a:lumMod val="20000"/>
                          <a:lumOff val="80000"/>
                        </a:schemeClr>
                      </a:gs>
                    </a:gsLst>
                    <a:lin ang="2700000" scaled="1"/>
                    <a:tileRect/>
                  </a:gra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normAutofit/>
                  </a:bodyPr>
                  <a:lstStyle/>
                  <a:p>
                    <a:pPr algn="r"/>
                    <a:endParaRPr lang="zh-CN" altLang="en-US" b="1">
                      <a:solidFill>
                        <a:schemeClr val="accent1"/>
                      </a:solidFill>
                    </a:endParaRPr>
                  </a:p>
                </p:txBody>
              </p:sp>
              <p:sp>
                <p:nvSpPr>
                  <p:cNvPr id="16" name="矩形 15"/>
                  <p:cNvSpPr/>
                  <p:nvPr/>
                </p:nvSpPr>
                <p:spPr>
                  <a:xfrm>
                    <a:off x="11303988" y="-3561833"/>
                    <a:ext cx="214912" cy="9695933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16200000" scaled="1"/>
                    <a:tileRect/>
                  </a:gradFill>
                  <a:ln>
                    <a:noFill/>
                  </a:ln>
                  <a:effectLst>
                    <a:outerShdw blurRad="50800" dist="50800" dir="5400000" algn="ctr" rotWithShape="0">
                      <a:schemeClr val="accent1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ctr" anchorCtr="0">
                    <a:normAutofit/>
                  </a:bodyPr>
                  <a:lstStyle/>
                  <a:p>
                    <a:pPr algn="ctr"/>
                    <a:endParaRPr kumimoji="1" lang="zh-CN" altLang="en-US" b="1">
                      <a:solidFill>
                        <a:srgbClr val="FFFFFF"/>
                      </a:solidFill>
                    </a:endParaRPr>
                  </a:p>
                </p:txBody>
              </p:sp>
            </p:grpSp>
            <p:sp>
              <p:nvSpPr>
                <p:cNvPr id="13" name="矩形: 圆角 12"/>
                <p:cNvSpPr/>
                <p:nvPr/>
              </p:nvSpPr>
              <p:spPr>
                <a:xfrm>
                  <a:off x="5780889" y="2911911"/>
                  <a:ext cx="4901050" cy="874424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0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508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Autofit/>
                </a:bodyPr>
                <a:lstStyle/>
                <a:p>
                  <a:pPr algn="ctr"/>
                  <a:r>
                    <a:rPr kumimoji="1" lang="en-US" altLang="zh-CN" b="1" dirty="0">
                      <a:solidFill>
                        <a:srgbClr val="FFFFFF"/>
                      </a:solidFill>
                    </a:rPr>
                    <a:t>{vItem.item3}</a:t>
                  </a:r>
                </a:p>
              </p:txBody>
            </p:sp>
            <p:sp>
              <p:nvSpPr>
                <p:cNvPr id="14" name="矩形 13"/>
                <p:cNvSpPr/>
                <p:nvPr/>
              </p:nvSpPr>
              <p:spPr>
                <a:xfrm>
                  <a:off x="5780887" y="4045613"/>
                  <a:ext cx="4901052" cy="179984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kumimoji="1" lang="en-US" altLang="zh-CN" sz="1200" dirty="0">
                      <a:solidFill>
                        <a:schemeClr val="tx1"/>
                      </a:solidFill>
                    </a:rPr>
                    <a:t>{vItem.item3_Desc}</a:t>
                  </a:r>
                </a:p>
              </p:txBody>
            </p:sp>
          </p:grpSp>
          <p:sp>
            <p:nvSpPr>
              <p:cNvPr id="11" name="流程图: 文档 10"/>
              <p:cNvSpPr>
                <a:spLocks noChangeAspect="1"/>
              </p:cNvSpPr>
              <p:nvPr/>
            </p:nvSpPr>
            <p:spPr>
              <a:xfrm>
                <a:off x="8115367" y="2222502"/>
                <a:ext cx="3403533" cy="1970702"/>
              </a:xfrm>
              <a:prstGeom prst="flowChartDocument">
                <a:avLst/>
              </a:prstGeom>
              <a:blipFill>
                <a:blip r:embed="rId4"/>
                <a:stretch>
                  <a:fillRect t="-8361" b="-8263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11163632" y="17605"/>
            <a:ext cx="10171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imageList1-3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9739FCC-4380-F038-C649-280BE36281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969310" y="1442275"/>
            <a:ext cx="10218442" cy="4022811"/>
            <a:chOff x="969310" y="1904555"/>
            <a:chExt cx="10218442" cy="4022811"/>
          </a:xfrm>
        </p:grpSpPr>
        <p:grpSp>
          <p:nvGrpSpPr>
            <p:cNvPr id="4" name="组合 3"/>
            <p:cNvGrpSpPr/>
            <p:nvPr/>
          </p:nvGrpSpPr>
          <p:grpSpPr>
            <a:xfrm>
              <a:off x="969310" y="1904555"/>
              <a:ext cx="2050928" cy="4022811"/>
              <a:chOff x="660397" y="2111290"/>
              <a:chExt cx="2050928" cy="4022811"/>
            </a:xfrm>
          </p:grpSpPr>
          <p:grpSp>
            <p:nvGrpSpPr>
              <p:cNvPr id="6" name="组合 5"/>
              <p:cNvGrpSpPr>
                <a:grpSpLocks noChangeAspect="1"/>
              </p:cNvGrpSpPr>
              <p:nvPr/>
            </p:nvGrpSpPr>
            <p:grpSpPr>
              <a:xfrm>
                <a:off x="660397" y="4115434"/>
                <a:ext cx="2050928" cy="2018667"/>
                <a:chOff x="5314043" y="4048863"/>
                <a:chExt cx="1654476" cy="2809136"/>
              </a:xfrm>
            </p:grpSpPr>
            <p:sp>
              <p:nvSpPr>
                <p:cNvPr id="32" name="矩形: 单圆角 31"/>
                <p:cNvSpPr/>
                <p:nvPr/>
              </p:nvSpPr>
              <p:spPr>
                <a:xfrm>
                  <a:off x="5314044" y="4048863"/>
                  <a:ext cx="1654474" cy="2809136"/>
                </a:xfrm>
                <a:prstGeom prst="round1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33" name="任意多边形: 形状 32"/>
                <p:cNvSpPr/>
                <p:nvPr/>
              </p:nvSpPr>
              <p:spPr>
                <a:xfrm>
                  <a:off x="5314045" y="4048864"/>
                  <a:ext cx="580821" cy="628885"/>
                </a:xfrm>
                <a:custGeom>
                  <a:avLst/>
                  <a:gdLst>
                    <a:gd name="connsiteX0" fmla="*/ 0 w 1507673"/>
                    <a:gd name="connsiteY0" fmla="*/ 0 h 1741714"/>
                    <a:gd name="connsiteX1" fmla="*/ 1074057 w 1507673"/>
                    <a:gd name="connsiteY1" fmla="*/ 0 h 1741714"/>
                    <a:gd name="connsiteX2" fmla="*/ 1507673 w 1507673"/>
                    <a:gd name="connsiteY2" fmla="*/ 870857 h 1741714"/>
                    <a:gd name="connsiteX3" fmla="*/ 1074057 w 1507673"/>
                    <a:gd name="connsiteY3" fmla="*/ 1741714 h 1741714"/>
                    <a:gd name="connsiteX4" fmla="*/ 0 w 1507673"/>
                    <a:gd name="connsiteY4" fmla="*/ 1741714 h 1741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07673" h="1741714">
                      <a:moveTo>
                        <a:pt x="0" y="0"/>
                      </a:moveTo>
                      <a:lnTo>
                        <a:pt x="1074057" y="0"/>
                      </a:lnTo>
                      <a:cubicBezTo>
                        <a:pt x="1313537" y="0"/>
                        <a:pt x="1507673" y="389896"/>
                        <a:pt x="1507673" y="870857"/>
                      </a:cubicBezTo>
                      <a:cubicBezTo>
                        <a:pt x="1507673" y="1351818"/>
                        <a:pt x="1313537" y="1741714"/>
                        <a:pt x="1074057" y="1741714"/>
                      </a:cubicBezTo>
                      <a:lnTo>
                        <a:pt x="0" y="1741714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r>
                    <a:rPr lang="de-DE" altLang="zh-CN" sz="2000" b="1" dirty="0">
                      <a:solidFill>
                        <a:schemeClr val="bg1"/>
                      </a:solidFill>
                    </a:rPr>
                    <a:t>01</a:t>
                  </a:r>
                </a:p>
              </p:txBody>
            </p:sp>
            <p:sp>
              <p:nvSpPr>
                <p:cNvPr id="34" name="文本框 33"/>
                <p:cNvSpPr txBox="1"/>
                <p:nvPr/>
              </p:nvSpPr>
              <p:spPr>
                <a:xfrm>
                  <a:off x="5314044" y="4766115"/>
                  <a:ext cx="1654475" cy="7480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{vItem.item1}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35" name="文本框 34"/>
                <p:cNvSpPr txBox="1"/>
                <p:nvPr/>
              </p:nvSpPr>
              <p:spPr>
                <a:xfrm>
                  <a:off x="5314043" y="5533374"/>
                  <a:ext cx="1654475" cy="12224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{vItem.item1_Desc}</a:t>
                  </a:r>
                </a:p>
              </p:txBody>
            </p:sp>
          </p:grpSp>
          <p:sp>
            <p:nvSpPr>
              <p:cNvPr id="7" name="矩形: 圆角 6"/>
              <p:cNvSpPr>
                <a:spLocks noChangeAspect="1"/>
              </p:cNvSpPr>
              <p:nvPr/>
            </p:nvSpPr>
            <p:spPr>
              <a:xfrm>
                <a:off x="660397" y="2111290"/>
                <a:ext cx="1922923" cy="1892930"/>
              </a:xfrm>
              <a:prstGeom prst="roundRect">
                <a:avLst/>
              </a:prstGeom>
              <a:blipFill>
                <a:blip r:embed="rId2"/>
                <a:stretch>
                  <a:fillRect l="-23987" r="-23673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3691815" y="1904555"/>
              <a:ext cx="2050928" cy="4022811"/>
              <a:chOff x="2830285" y="2111290"/>
              <a:chExt cx="2050928" cy="4022811"/>
            </a:xfrm>
          </p:grpSpPr>
          <p:grpSp>
            <p:nvGrpSpPr>
              <p:cNvPr id="8" name="组合 7"/>
              <p:cNvGrpSpPr>
                <a:grpSpLocks noChangeAspect="1"/>
              </p:cNvGrpSpPr>
              <p:nvPr/>
            </p:nvGrpSpPr>
            <p:grpSpPr>
              <a:xfrm>
                <a:off x="2830285" y="4115434"/>
                <a:ext cx="2050928" cy="2018667"/>
                <a:chOff x="5314043" y="4048863"/>
                <a:chExt cx="1654476" cy="2809136"/>
              </a:xfrm>
            </p:grpSpPr>
            <p:sp>
              <p:nvSpPr>
                <p:cNvPr id="28" name="矩形: 单圆角 27"/>
                <p:cNvSpPr/>
                <p:nvPr/>
              </p:nvSpPr>
              <p:spPr>
                <a:xfrm>
                  <a:off x="5314044" y="4048863"/>
                  <a:ext cx="1654474" cy="2809136"/>
                </a:xfrm>
                <a:prstGeom prst="round1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2">
                          <a:alpha val="0"/>
                        </a:schemeClr>
                      </a:gs>
                      <a:gs pos="100000">
                        <a:schemeClr val="accent2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29" name="任意多边形: 形状 28"/>
                <p:cNvSpPr/>
                <p:nvPr/>
              </p:nvSpPr>
              <p:spPr>
                <a:xfrm>
                  <a:off x="5314045" y="4048864"/>
                  <a:ext cx="580821" cy="628885"/>
                </a:xfrm>
                <a:custGeom>
                  <a:avLst/>
                  <a:gdLst>
                    <a:gd name="connsiteX0" fmla="*/ 0 w 1507673"/>
                    <a:gd name="connsiteY0" fmla="*/ 0 h 1741714"/>
                    <a:gd name="connsiteX1" fmla="*/ 1074057 w 1507673"/>
                    <a:gd name="connsiteY1" fmla="*/ 0 h 1741714"/>
                    <a:gd name="connsiteX2" fmla="*/ 1507673 w 1507673"/>
                    <a:gd name="connsiteY2" fmla="*/ 870857 h 1741714"/>
                    <a:gd name="connsiteX3" fmla="*/ 1074057 w 1507673"/>
                    <a:gd name="connsiteY3" fmla="*/ 1741714 h 1741714"/>
                    <a:gd name="connsiteX4" fmla="*/ 0 w 1507673"/>
                    <a:gd name="connsiteY4" fmla="*/ 1741714 h 1741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07673" h="1741714">
                      <a:moveTo>
                        <a:pt x="0" y="0"/>
                      </a:moveTo>
                      <a:lnTo>
                        <a:pt x="1074057" y="0"/>
                      </a:lnTo>
                      <a:cubicBezTo>
                        <a:pt x="1313537" y="0"/>
                        <a:pt x="1507673" y="389896"/>
                        <a:pt x="1507673" y="870857"/>
                      </a:cubicBezTo>
                      <a:cubicBezTo>
                        <a:pt x="1507673" y="1351818"/>
                        <a:pt x="1313537" y="1741714"/>
                        <a:pt x="1074057" y="1741714"/>
                      </a:cubicBezTo>
                      <a:lnTo>
                        <a:pt x="0" y="1741714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87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de-DE" altLang="zh-CN" sz="2000" b="1" dirty="0">
                      <a:solidFill>
                        <a:schemeClr val="bg1"/>
                      </a:solidFill>
                    </a:rPr>
                    <a:t>02</a:t>
                  </a:r>
                </a:p>
              </p:txBody>
            </p:sp>
            <p:sp>
              <p:nvSpPr>
                <p:cNvPr id="30" name="文本框 29"/>
                <p:cNvSpPr txBox="1"/>
                <p:nvPr/>
              </p:nvSpPr>
              <p:spPr>
                <a:xfrm>
                  <a:off x="5314044" y="4766115"/>
                  <a:ext cx="1654475" cy="7480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{vItem.item2}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31" name="文本框 30"/>
                <p:cNvSpPr txBox="1"/>
                <p:nvPr/>
              </p:nvSpPr>
              <p:spPr>
                <a:xfrm>
                  <a:off x="5314043" y="5533374"/>
                  <a:ext cx="1654475" cy="12224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{vItem.item2_Desc}</a:t>
                  </a:r>
                </a:p>
              </p:txBody>
            </p:sp>
          </p:grpSp>
          <p:sp>
            <p:nvSpPr>
              <p:cNvPr id="9" name="矩形: 圆角 8"/>
              <p:cNvSpPr>
                <a:spLocks noChangeAspect="1"/>
              </p:cNvSpPr>
              <p:nvPr/>
            </p:nvSpPr>
            <p:spPr>
              <a:xfrm>
                <a:off x="2830288" y="2111290"/>
                <a:ext cx="1922920" cy="1892930"/>
              </a:xfrm>
              <a:prstGeom prst="roundRect">
                <a:avLst/>
              </a:prstGeom>
              <a:blipFill>
                <a:blip r:embed="rId3"/>
                <a:stretch>
                  <a:fillRect l="-23988" r="-23674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6414320" y="1904555"/>
              <a:ext cx="2050928" cy="4022811"/>
              <a:chOff x="5000170" y="2111290"/>
              <a:chExt cx="2050928" cy="4022811"/>
            </a:xfrm>
          </p:grpSpPr>
          <p:grpSp>
            <p:nvGrpSpPr>
              <p:cNvPr id="10" name="组合 9"/>
              <p:cNvGrpSpPr>
                <a:grpSpLocks noChangeAspect="1"/>
              </p:cNvGrpSpPr>
              <p:nvPr/>
            </p:nvGrpSpPr>
            <p:grpSpPr>
              <a:xfrm>
                <a:off x="5000170" y="4115434"/>
                <a:ext cx="2050928" cy="2018667"/>
                <a:chOff x="5314043" y="4048863"/>
                <a:chExt cx="1654476" cy="2809136"/>
              </a:xfrm>
            </p:grpSpPr>
            <p:sp>
              <p:nvSpPr>
                <p:cNvPr id="24" name="矩形: 单圆角 23"/>
                <p:cNvSpPr/>
                <p:nvPr/>
              </p:nvSpPr>
              <p:spPr>
                <a:xfrm>
                  <a:off x="5314044" y="4048863"/>
                  <a:ext cx="1654474" cy="2809136"/>
                </a:xfrm>
                <a:prstGeom prst="round1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25" name="任意多边形: 形状 24"/>
                <p:cNvSpPr/>
                <p:nvPr/>
              </p:nvSpPr>
              <p:spPr>
                <a:xfrm>
                  <a:off x="5314045" y="4048864"/>
                  <a:ext cx="580821" cy="628885"/>
                </a:xfrm>
                <a:custGeom>
                  <a:avLst/>
                  <a:gdLst>
                    <a:gd name="connsiteX0" fmla="*/ 0 w 1507673"/>
                    <a:gd name="connsiteY0" fmla="*/ 0 h 1741714"/>
                    <a:gd name="connsiteX1" fmla="*/ 1074057 w 1507673"/>
                    <a:gd name="connsiteY1" fmla="*/ 0 h 1741714"/>
                    <a:gd name="connsiteX2" fmla="*/ 1507673 w 1507673"/>
                    <a:gd name="connsiteY2" fmla="*/ 870857 h 1741714"/>
                    <a:gd name="connsiteX3" fmla="*/ 1074057 w 1507673"/>
                    <a:gd name="connsiteY3" fmla="*/ 1741714 h 1741714"/>
                    <a:gd name="connsiteX4" fmla="*/ 0 w 1507673"/>
                    <a:gd name="connsiteY4" fmla="*/ 1741714 h 1741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07673" h="1741714">
                      <a:moveTo>
                        <a:pt x="0" y="0"/>
                      </a:moveTo>
                      <a:lnTo>
                        <a:pt x="1074057" y="0"/>
                      </a:lnTo>
                      <a:cubicBezTo>
                        <a:pt x="1313537" y="0"/>
                        <a:pt x="1507673" y="389896"/>
                        <a:pt x="1507673" y="870857"/>
                      </a:cubicBezTo>
                      <a:cubicBezTo>
                        <a:pt x="1507673" y="1351818"/>
                        <a:pt x="1313537" y="1741714"/>
                        <a:pt x="1074057" y="1741714"/>
                      </a:cubicBezTo>
                      <a:lnTo>
                        <a:pt x="0" y="1741714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r>
                    <a:rPr lang="de-DE" altLang="zh-CN" sz="2000" b="1" dirty="0">
                      <a:solidFill>
                        <a:schemeClr val="bg1"/>
                      </a:solidFill>
                    </a:rPr>
                    <a:t>03</a:t>
                  </a:r>
                </a:p>
              </p:txBody>
            </p:sp>
            <p:sp>
              <p:nvSpPr>
                <p:cNvPr id="26" name="文本框 25"/>
                <p:cNvSpPr txBox="1"/>
                <p:nvPr/>
              </p:nvSpPr>
              <p:spPr>
                <a:xfrm>
                  <a:off x="5314044" y="4766115"/>
                  <a:ext cx="1654475" cy="7480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{vItem.item3}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27" name="文本框 26"/>
                <p:cNvSpPr txBox="1"/>
                <p:nvPr/>
              </p:nvSpPr>
              <p:spPr>
                <a:xfrm>
                  <a:off x="5314043" y="5533374"/>
                  <a:ext cx="1654475" cy="12224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{vItem.item3_Desc}</a:t>
                  </a:r>
                </a:p>
              </p:txBody>
            </p:sp>
          </p:grpSp>
          <p:sp>
            <p:nvSpPr>
              <p:cNvPr id="11" name="矩形: 圆角 10"/>
              <p:cNvSpPr>
                <a:spLocks noChangeAspect="1"/>
              </p:cNvSpPr>
              <p:nvPr/>
            </p:nvSpPr>
            <p:spPr>
              <a:xfrm>
                <a:off x="5000173" y="2111290"/>
                <a:ext cx="1922920" cy="1892930"/>
              </a:xfrm>
              <a:prstGeom prst="roundRect">
                <a:avLst/>
              </a:prstGeom>
              <a:blipFill>
                <a:blip r:embed="rId4"/>
                <a:stretch>
                  <a:fillRect l="-23988" r="-23674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>
              <a:off x="9136824" y="1904555"/>
              <a:ext cx="2050928" cy="4022811"/>
              <a:chOff x="7170052" y="2111290"/>
              <a:chExt cx="2050928" cy="4022811"/>
            </a:xfrm>
          </p:grpSpPr>
          <p:grpSp>
            <p:nvGrpSpPr>
              <p:cNvPr id="12" name="组合 11"/>
              <p:cNvGrpSpPr>
                <a:grpSpLocks noChangeAspect="1"/>
              </p:cNvGrpSpPr>
              <p:nvPr/>
            </p:nvGrpSpPr>
            <p:grpSpPr>
              <a:xfrm>
                <a:off x="7170052" y="4115434"/>
                <a:ext cx="2050928" cy="2018667"/>
                <a:chOff x="5314043" y="4048863"/>
                <a:chExt cx="1654476" cy="2809136"/>
              </a:xfrm>
            </p:grpSpPr>
            <p:sp>
              <p:nvSpPr>
                <p:cNvPr id="20" name="矩形: 单圆角 19"/>
                <p:cNvSpPr/>
                <p:nvPr/>
              </p:nvSpPr>
              <p:spPr>
                <a:xfrm>
                  <a:off x="5314044" y="4048863"/>
                  <a:ext cx="1654474" cy="2809136"/>
                </a:xfrm>
                <a:prstGeom prst="round1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2">
                          <a:alpha val="0"/>
                        </a:schemeClr>
                      </a:gs>
                      <a:gs pos="100000">
                        <a:schemeClr val="accent2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21" name="任意多边形: 形状 20"/>
                <p:cNvSpPr/>
                <p:nvPr/>
              </p:nvSpPr>
              <p:spPr>
                <a:xfrm>
                  <a:off x="5314045" y="4048864"/>
                  <a:ext cx="580821" cy="628885"/>
                </a:xfrm>
                <a:custGeom>
                  <a:avLst/>
                  <a:gdLst>
                    <a:gd name="connsiteX0" fmla="*/ 0 w 1507673"/>
                    <a:gd name="connsiteY0" fmla="*/ 0 h 1741714"/>
                    <a:gd name="connsiteX1" fmla="*/ 1074057 w 1507673"/>
                    <a:gd name="connsiteY1" fmla="*/ 0 h 1741714"/>
                    <a:gd name="connsiteX2" fmla="*/ 1507673 w 1507673"/>
                    <a:gd name="connsiteY2" fmla="*/ 870857 h 1741714"/>
                    <a:gd name="connsiteX3" fmla="*/ 1074057 w 1507673"/>
                    <a:gd name="connsiteY3" fmla="*/ 1741714 h 1741714"/>
                    <a:gd name="connsiteX4" fmla="*/ 0 w 1507673"/>
                    <a:gd name="connsiteY4" fmla="*/ 1741714 h 1741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07673" h="1741714">
                      <a:moveTo>
                        <a:pt x="0" y="0"/>
                      </a:moveTo>
                      <a:lnTo>
                        <a:pt x="1074057" y="0"/>
                      </a:lnTo>
                      <a:cubicBezTo>
                        <a:pt x="1313537" y="0"/>
                        <a:pt x="1507673" y="389896"/>
                        <a:pt x="1507673" y="870857"/>
                      </a:cubicBezTo>
                      <a:cubicBezTo>
                        <a:pt x="1507673" y="1351818"/>
                        <a:pt x="1313537" y="1741714"/>
                        <a:pt x="1074057" y="1741714"/>
                      </a:cubicBezTo>
                      <a:lnTo>
                        <a:pt x="0" y="1741714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87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de-DE" altLang="zh-CN" sz="2000" b="1" dirty="0">
                      <a:solidFill>
                        <a:schemeClr val="bg1"/>
                      </a:solidFill>
                    </a:rPr>
                    <a:t>04</a:t>
                  </a:r>
                </a:p>
              </p:txBody>
            </p:sp>
            <p:sp>
              <p:nvSpPr>
                <p:cNvPr id="22" name="文本框 21"/>
                <p:cNvSpPr txBox="1"/>
                <p:nvPr/>
              </p:nvSpPr>
              <p:spPr>
                <a:xfrm>
                  <a:off x="5314044" y="4766115"/>
                  <a:ext cx="1654475" cy="7480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{vItem.item4}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23" name="文本框 22"/>
                <p:cNvSpPr txBox="1"/>
                <p:nvPr/>
              </p:nvSpPr>
              <p:spPr>
                <a:xfrm>
                  <a:off x="5314043" y="5533374"/>
                  <a:ext cx="1654475" cy="12224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{vItem.item4_Desc}</a:t>
                  </a:r>
                </a:p>
              </p:txBody>
            </p:sp>
          </p:grpSp>
          <p:sp>
            <p:nvSpPr>
              <p:cNvPr id="13" name="矩形: 圆角 12"/>
              <p:cNvSpPr>
                <a:spLocks noChangeAspect="1"/>
              </p:cNvSpPr>
              <p:nvPr/>
            </p:nvSpPr>
            <p:spPr>
              <a:xfrm>
                <a:off x="7170055" y="2111290"/>
                <a:ext cx="1922920" cy="1892930"/>
              </a:xfrm>
              <a:prstGeom prst="roundRect">
                <a:avLst/>
              </a:prstGeom>
              <a:blipFill>
                <a:blip r:embed="rId5"/>
                <a:stretch>
                  <a:fillRect l="-23988" r="-23674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11163632" y="17605"/>
            <a:ext cx="10171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imageList1-4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4E9ECC1-B09A-C424-37E4-60573D28AF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/>
        </p:nvGrpSpPr>
        <p:grpSpPr>
          <a:xfrm>
            <a:off x="730885" y="1364615"/>
            <a:ext cx="10730230" cy="4022725"/>
            <a:chOff x="660397" y="2111290"/>
            <a:chExt cx="10730462" cy="4022811"/>
          </a:xfrm>
        </p:grpSpPr>
        <p:grpSp>
          <p:nvGrpSpPr>
            <p:cNvPr id="4" name="组合 3"/>
            <p:cNvGrpSpPr/>
            <p:nvPr/>
          </p:nvGrpSpPr>
          <p:grpSpPr>
            <a:xfrm>
              <a:off x="660397" y="2111290"/>
              <a:ext cx="2050928" cy="4022811"/>
              <a:chOff x="660397" y="2111290"/>
              <a:chExt cx="2050928" cy="4022811"/>
            </a:xfrm>
          </p:grpSpPr>
          <p:grpSp>
            <p:nvGrpSpPr>
              <p:cNvPr id="6" name="组合 5"/>
              <p:cNvGrpSpPr>
                <a:grpSpLocks noChangeAspect="1"/>
              </p:cNvGrpSpPr>
              <p:nvPr/>
            </p:nvGrpSpPr>
            <p:grpSpPr>
              <a:xfrm>
                <a:off x="660397" y="4115434"/>
                <a:ext cx="2050928" cy="2018667"/>
                <a:chOff x="5314043" y="4048863"/>
                <a:chExt cx="1654476" cy="2809136"/>
              </a:xfrm>
            </p:grpSpPr>
            <p:sp>
              <p:nvSpPr>
                <p:cNvPr id="32" name="矩形: 单圆角 31"/>
                <p:cNvSpPr/>
                <p:nvPr/>
              </p:nvSpPr>
              <p:spPr>
                <a:xfrm>
                  <a:off x="5314044" y="4048863"/>
                  <a:ext cx="1654474" cy="2809136"/>
                </a:xfrm>
                <a:prstGeom prst="round1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33" name="任意多边形: 形状 32"/>
                <p:cNvSpPr/>
                <p:nvPr/>
              </p:nvSpPr>
              <p:spPr>
                <a:xfrm>
                  <a:off x="5314045" y="4048864"/>
                  <a:ext cx="580821" cy="628885"/>
                </a:xfrm>
                <a:custGeom>
                  <a:avLst/>
                  <a:gdLst>
                    <a:gd name="connsiteX0" fmla="*/ 0 w 1507673"/>
                    <a:gd name="connsiteY0" fmla="*/ 0 h 1741714"/>
                    <a:gd name="connsiteX1" fmla="*/ 1074057 w 1507673"/>
                    <a:gd name="connsiteY1" fmla="*/ 0 h 1741714"/>
                    <a:gd name="connsiteX2" fmla="*/ 1507673 w 1507673"/>
                    <a:gd name="connsiteY2" fmla="*/ 870857 h 1741714"/>
                    <a:gd name="connsiteX3" fmla="*/ 1074057 w 1507673"/>
                    <a:gd name="connsiteY3" fmla="*/ 1741714 h 1741714"/>
                    <a:gd name="connsiteX4" fmla="*/ 0 w 1507673"/>
                    <a:gd name="connsiteY4" fmla="*/ 1741714 h 1741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07673" h="1741714">
                      <a:moveTo>
                        <a:pt x="0" y="0"/>
                      </a:moveTo>
                      <a:lnTo>
                        <a:pt x="1074057" y="0"/>
                      </a:lnTo>
                      <a:cubicBezTo>
                        <a:pt x="1313537" y="0"/>
                        <a:pt x="1507673" y="389896"/>
                        <a:pt x="1507673" y="870857"/>
                      </a:cubicBezTo>
                      <a:cubicBezTo>
                        <a:pt x="1507673" y="1351818"/>
                        <a:pt x="1313537" y="1741714"/>
                        <a:pt x="1074057" y="1741714"/>
                      </a:cubicBezTo>
                      <a:lnTo>
                        <a:pt x="0" y="1741714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r>
                    <a:rPr lang="de-DE" altLang="zh-CN" sz="2000" b="1" dirty="0">
                      <a:solidFill>
                        <a:schemeClr val="bg1"/>
                      </a:solidFill>
                    </a:rPr>
                    <a:t>01</a:t>
                  </a:r>
                </a:p>
              </p:txBody>
            </p:sp>
            <p:sp>
              <p:nvSpPr>
                <p:cNvPr id="34" name="文本框 33"/>
                <p:cNvSpPr txBox="1"/>
                <p:nvPr/>
              </p:nvSpPr>
              <p:spPr>
                <a:xfrm>
                  <a:off x="5314044" y="4766115"/>
                  <a:ext cx="1654475" cy="7480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{vItem.item1}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35" name="文本框 34"/>
                <p:cNvSpPr txBox="1"/>
                <p:nvPr/>
              </p:nvSpPr>
              <p:spPr>
                <a:xfrm>
                  <a:off x="5314043" y="5533374"/>
                  <a:ext cx="1654475" cy="12224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{vItem.item1_Desc}</a:t>
                  </a:r>
                </a:p>
              </p:txBody>
            </p:sp>
          </p:grpSp>
          <p:sp>
            <p:nvSpPr>
              <p:cNvPr id="7" name="矩形: 圆角 6"/>
              <p:cNvSpPr>
                <a:spLocks noChangeAspect="1"/>
              </p:cNvSpPr>
              <p:nvPr/>
            </p:nvSpPr>
            <p:spPr>
              <a:xfrm>
                <a:off x="660397" y="2111290"/>
                <a:ext cx="1922923" cy="1892930"/>
              </a:xfrm>
              <a:prstGeom prst="roundRect">
                <a:avLst/>
              </a:prstGeom>
              <a:blipFill>
                <a:blip r:embed="rId2"/>
                <a:stretch>
                  <a:fillRect l="-23987" r="-23673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2830285" y="2111290"/>
              <a:ext cx="2050928" cy="4022811"/>
              <a:chOff x="2830285" y="2111290"/>
              <a:chExt cx="2050928" cy="4022811"/>
            </a:xfrm>
          </p:grpSpPr>
          <p:grpSp>
            <p:nvGrpSpPr>
              <p:cNvPr id="8" name="组合 7"/>
              <p:cNvGrpSpPr>
                <a:grpSpLocks noChangeAspect="1"/>
              </p:cNvGrpSpPr>
              <p:nvPr/>
            </p:nvGrpSpPr>
            <p:grpSpPr>
              <a:xfrm>
                <a:off x="2830285" y="4115434"/>
                <a:ext cx="2050928" cy="2018667"/>
                <a:chOff x="5314043" y="4048863"/>
                <a:chExt cx="1654476" cy="2809136"/>
              </a:xfrm>
            </p:grpSpPr>
            <p:sp>
              <p:nvSpPr>
                <p:cNvPr id="28" name="矩形: 单圆角 27"/>
                <p:cNvSpPr/>
                <p:nvPr/>
              </p:nvSpPr>
              <p:spPr>
                <a:xfrm>
                  <a:off x="5314044" y="4048863"/>
                  <a:ext cx="1654474" cy="2809136"/>
                </a:xfrm>
                <a:prstGeom prst="round1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2">
                          <a:alpha val="0"/>
                        </a:schemeClr>
                      </a:gs>
                      <a:gs pos="100000">
                        <a:schemeClr val="accent2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29" name="任意多边形: 形状 28"/>
                <p:cNvSpPr/>
                <p:nvPr/>
              </p:nvSpPr>
              <p:spPr>
                <a:xfrm>
                  <a:off x="5314045" y="4048864"/>
                  <a:ext cx="580821" cy="628885"/>
                </a:xfrm>
                <a:custGeom>
                  <a:avLst/>
                  <a:gdLst>
                    <a:gd name="connsiteX0" fmla="*/ 0 w 1507673"/>
                    <a:gd name="connsiteY0" fmla="*/ 0 h 1741714"/>
                    <a:gd name="connsiteX1" fmla="*/ 1074057 w 1507673"/>
                    <a:gd name="connsiteY1" fmla="*/ 0 h 1741714"/>
                    <a:gd name="connsiteX2" fmla="*/ 1507673 w 1507673"/>
                    <a:gd name="connsiteY2" fmla="*/ 870857 h 1741714"/>
                    <a:gd name="connsiteX3" fmla="*/ 1074057 w 1507673"/>
                    <a:gd name="connsiteY3" fmla="*/ 1741714 h 1741714"/>
                    <a:gd name="connsiteX4" fmla="*/ 0 w 1507673"/>
                    <a:gd name="connsiteY4" fmla="*/ 1741714 h 1741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07673" h="1741714">
                      <a:moveTo>
                        <a:pt x="0" y="0"/>
                      </a:moveTo>
                      <a:lnTo>
                        <a:pt x="1074057" y="0"/>
                      </a:lnTo>
                      <a:cubicBezTo>
                        <a:pt x="1313537" y="0"/>
                        <a:pt x="1507673" y="389896"/>
                        <a:pt x="1507673" y="870857"/>
                      </a:cubicBezTo>
                      <a:cubicBezTo>
                        <a:pt x="1507673" y="1351818"/>
                        <a:pt x="1313537" y="1741714"/>
                        <a:pt x="1074057" y="1741714"/>
                      </a:cubicBezTo>
                      <a:lnTo>
                        <a:pt x="0" y="1741714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87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de-DE" altLang="zh-CN" sz="2000" b="1" dirty="0">
                      <a:solidFill>
                        <a:schemeClr val="bg1"/>
                      </a:solidFill>
                    </a:rPr>
                    <a:t>02</a:t>
                  </a:r>
                </a:p>
              </p:txBody>
            </p:sp>
            <p:sp>
              <p:nvSpPr>
                <p:cNvPr id="30" name="文本框 29"/>
                <p:cNvSpPr txBox="1"/>
                <p:nvPr/>
              </p:nvSpPr>
              <p:spPr>
                <a:xfrm>
                  <a:off x="5314044" y="4766115"/>
                  <a:ext cx="1654475" cy="7480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{vItem.item2}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31" name="文本框 30"/>
                <p:cNvSpPr txBox="1"/>
                <p:nvPr/>
              </p:nvSpPr>
              <p:spPr>
                <a:xfrm>
                  <a:off x="5314043" y="5533374"/>
                  <a:ext cx="1654475" cy="12224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{vItem.item2_Desc}</a:t>
                  </a:r>
                </a:p>
              </p:txBody>
            </p:sp>
          </p:grpSp>
          <p:sp>
            <p:nvSpPr>
              <p:cNvPr id="9" name="矩形: 圆角 8"/>
              <p:cNvSpPr>
                <a:spLocks noChangeAspect="1"/>
              </p:cNvSpPr>
              <p:nvPr/>
            </p:nvSpPr>
            <p:spPr>
              <a:xfrm>
                <a:off x="2830288" y="2111290"/>
                <a:ext cx="1922920" cy="1892930"/>
              </a:xfrm>
              <a:prstGeom prst="roundRect">
                <a:avLst/>
              </a:prstGeom>
              <a:blipFill>
                <a:blip r:embed="rId3"/>
                <a:stretch>
                  <a:fillRect l="-23988" r="-23674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5000170" y="2111290"/>
              <a:ext cx="2050928" cy="4022811"/>
              <a:chOff x="5000170" y="2111290"/>
              <a:chExt cx="2050928" cy="4022811"/>
            </a:xfrm>
          </p:grpSpPr>
          <p:grpSp>
            <p:nvGrpSpPr>
              <p:cNvPr id="10" name="组合 9"/>
              <p:cNvGrpSpPr>
                <a:grpSpLocks noChangeAspect="1"/>
              </p:cNvGrpSpPr>
              <p:nvPr/>
            </p:nvGrpSpPr>
            <p:grpSpPr>
              <a:xfrm>
                <a:off x="5000170" y="4115434"/>
                <a:ext cx="2050928" cy="2018667"/>
                <a:chOff x="5314043" y="4048863"/>
                <a:chExt cx="1654476" cy="2809136"/>
              </a:xfrm>
            </p:grpSpPr>
            <p:sp>
              <p:nvSpPr>
                <p:cNvPr id="24" name="矩形: 单圆角 23"/>
                <p:cNvSpPr/>
                <p:nvPr/>
              </p:nvSpPr>
              <p:spPr>
                <a:xfrm>
                  <a:off x="5314044" y="4048863"/>
                  <a:ext cx="1654474" cy="2809136"/>
                </a:xfrm>
                <a:prstGeom prst="round1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25" name="任意多边形: 形状 24"/>
                <p:cNvSpPr/>
                <p:nvPr/>
              </p:nvSpPr>
              <p:spPr>
                <a:xfrm>
                  <a:off x="5314045" y="4048864"/>
                  <a:ext cx="580821" cy="628885"/>
                </a:xfrm>
                <a:custGeom>
                  <a:avLst/>
                  <a:gdLst>
                    <a:gd name="connsiteX0" fmla="*/ 0 w 1507673"/>
                    <a:gd name="connsiteY0" fmla="*/ 0 h 1741714"/>
                    <a:gd name="connsiteX1" fmla="*/ 1074057 w 1507673"/>
                    <a:gd name="connsiteY1" fmla="*/ 0 h 1741714"/>
                    <a:gd name="connsiteX2" fmla="*/ 1507673 w 1507673"/>
                    <a:gd name="connsiteY2" fmla="*/ 870857 h 1741714"/>
                    <a:gd name="connsiteX3" fmla="*/ 1074057 w 1507673"/>
                    <a:gd name="connsiteY3" fmla="*/ 1741714 h 1741714"/>
                    <a:gd name="connsiteX4" fmla="*/ 0 w 1507673"/>
                    <a:gd name="connsiteY4" fmla="*/ 1741714 h 1741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07673" h="1741714">
                      <a:moveTo>
                        <a:pt x="0" y="0"/>
                      </a:moveTo>
                      <a:lnTo>
                        <a:pt x="1074057" y="0"/>
                      </a:lnTo>
                      <a:cubicBezTo>
                        <a:pt x="1313537" y="0"/>
                        <a:pt x="1507673" y="389896"/>
                        <a:pt x="1507673" y="870857"/>
                      </a:cubicBezTo>
                      <a:cubicBezTo>
                        <a:pt x="1507673" y="1351818"/>
                        <a:pt x="1313537" y="1741714"/>
                        <a:pt x="1074057" y="1741714"/>
                      </a:cubicBezTo>
                      <a:lnTo>
                        <a:pt x="0" y="1741714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r>
                    <a:rPr lang="de-DE" altLang="zh-CN" sz="2000" b="1" dirty="0">
                      <a:solidFill>
                        <a:schemeClr val="bg1"/>
                      </a:solidFill>
                    </a:rPr>
                    <a:t>03</a:t>
                  </a:r>
                </a:p>
              </p:txBody>
            </p:sp>
            <p:sp>
              <p:nvSpPr>
                <p:cNvPr id="26" name="文本框 25"/>
                <p:cNvSpPr txBox="1"/>
                <p:nvPr/>
              </p:nvSpPr>
              <p:spPr>
                <a:xfrm>
                  <a:off x="5314044" y="4766115"/>
                  <a:ext cx="1654475" cy="7480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{vItem.item3}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27" name="文本框 26"/>
                <p:cNvSpPr txBox="1"/>
                <p:nvPr/>
              </p:nvSpPr>
              <p:spPr>
                <a:xfrm>
                  <a:off x="5314043" y="5533374"/>
                  <a:ext cx="1654475" cy="12224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{vItem.item3_Desc}</a:t>
                  </a:r>
                </a:p>
              </p:txBody>
            </p:sp>
          </p:grpSp>
          <p:sp>
            <p:nvSpPr>
              <p:cNvPr id="11" name="矩形: 圆角 10"/>
              <p:cNvSpPr>
                <a:spLocks noChangeAspect="1"/>
              </p:cNvSpPr>
              <p:nvPr/>
            </p:nvSpPr>
            <p:spPr>
              <a:xfrm>
                <a:off x="5000173" y="2111290"/>
                <a:ext cx="1922920" cy="1892930"/>
              </a:xfrm>
              <a:prstGeom prst="roundRect">
                <a:avLst/>
              </a:prstGeom>
              <a:blipFill>
                <a:blip r:embed="rId4"/>
                <a:stretch>
                  <a:fillRect l="-23988" r="-23674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>
              <a:off x="7170052" y="2111290"/>
              <a:ext cx="2050928" cy="4022811"/>
              <a:chOff x="7170052" y="2111290"/>
              <a:chExt cx="2050928" cy="4022811"/>
            </a:xfrm>
          </p:grpSpPr>
          <p:grpSp>
            <p:nvGrpSpPr>
              <p:cNvPr id="12" name="组合 11"/>
              <p:cNvGrpSpPr>
                <a:grpSpLocks noChangeAspect="1"/>
              </p:cNvGrpSpPr>
              <p:nvPr/>
            </p:nvGrpSpPr>
            <p:grpSpPr>
              <a:xfrm>
                <a:off x="7170052" y="4115434"/>
                <a:ext cx="2050928" cy="2018667"/>
                <a:chOff x="5314043" y="4048863"/>
                <a:chExt cx="1654476" cy="2809136"/>
              </a:xfrm>
            </p:grpSpPr>
            <p:sp>
              <p:nvSpPr>
                <p:cNvPr id="20" name="矩形: 单圆角 19"/>
                <p:cNvSpPr/>
                <p:nvPr/>
              </p:nvSpPr>
              <p:spPr>
                <a:xfrm>
                  <a:off x="5314044" y="4048863"/>
                  <a:ext cx="1654474" cy="2809136"/>
                </a:xfrm>
                <a:prstGeom prst="round1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2">
                          <a:alpha val="0"/>
                        </a:schemeClr>
                      </a:gs>
                      <a:gs pos="100000">
                        <a:schemeClr val="accent2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21" name="任意多边形: 形状 20"/>
                <p:cNvSpPr/>
                <p:nvPr/>
              </p:nvSpPr>
              <p:spPr>
                <a:xfrm>
                  <a:off x="5314045" y="4048864"/>
                  <a:ext cx="580821" cy="628885"/>
                </a:xfrm>
                <a:custGeom>
                  <a:avLst/>
                  <a:gdLst>
                    <a:gd name="connsiteX0" fmla="*/ 0 w 1507673"/>
                    <a:gd name="connsiteY0" fmla="*/ 0 h 1741714"/>
                    <a:gd name="connsiteX1" fmla="*/ 1074057 w 1507673"/>
                    <a:gd name="connsiteY1" fmla="*/ 0 h 1741714"/>
                    <a:gd name="connsiteX2" fmla="*/ 1507673 w 1507673"/>
                    <a:gd name="connsiteY2" fmla="*/ 870857 h 1741714"/>
                    <a:gd name="connsiteX3" fmla="*/ 1074057 w 1507673"/>
                    <a:gd name="connsiteY3" fmla="*/ 1741714 h 1741714"/>
                    <a:gd name="connsiteX4" fmla="*/ 0 w 1507673"/>
                    <a:gd name="connsiteY4" fmla="*/ 1741714 h 1741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07673" h="1741714">
                      <a:moveTo>
                        <a:pt x="0" y="0"/>
                      </a:moveTo>
                      <a:lnTo>
                        <a:pt x="1074057" y="0"/>
                      </a:lnTo>
                      <a:cubicBezTo>
                        <a:pt x="1313537" y="0"/>
                        <a:pt x="1507673" y="389896"/>
                        <a:pt x="1507673" y="870857"/>
                      </a:cubicBezTo>
                      <a:cubicBezTo>
                        <a:pt x="1507673" y="1351818"/>
                        <a:pt x="1313537" y="1741714"/>
                        <a:pt x="1074057" y="1741714"/>
                      </a:cubicBezTo>
                      <a:lnTo>
                        <a:pt x="0" y="1741714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87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de-DE" altLang="zh-CN" sz="2000" b="1" dirty="0">
                      <a:solidFill>
                        <a:schemeClr val="bg1"/>
                      </a:solidFill>
                    </a:rPr>
                    <a:t>04</a:t>
                  </a:r>
                </a:p>
              </p:txBody>
            </p:sp>
            <p:sp>
              <p:nvSpPr>
                <p:cNvPr id="22" name="文本框 21"/>
                <p:cNvSpPr txBox="1"/>
                <p:nvPr/>
              </p:nvSpPr>
              <p:spPr>
                <a:xfrm>
                  <a:off x="5314044" y="4766115"/>
                  <a:ext cx="1654475" cy="7480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{vItem.item4}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23" name="文本框 22"/>
                <p:cNvSpPr txBox="1"/>
                <p:nvPr/>
              </p:nvSpPr>
              <p:spPr>
                <a:xfrm>
                  <a:off x="5314043" y="5533374"/>
                  <a:ext cx="1654475" cy="12224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{vItem.item4_Desc}</a:t>
                  </a:r>
                </a:p>
              </p:txBody>
            </p:sp>
          </p:grpSp>
          <p:sp>
            <p:nvSpPr>
              <p:cNvPr id="13" name="矩形: 圆角 12"/>
              <p:cNvSpPr>
                <a:spLocks noChangeAspect="1"/>
              </p:cNvSpPr>
              <p:nvPr/>
            </p:nvSpPr>
            <p:spPr>
              <a:xfrm>
                <a:off x="7170055" y="2111290"/>
                <a:ext cx="1922920" cy="1892930"/>
              </a:xfrm>
              <a:prstGeom prst="roundRect">
                <a:avLst/>
              </a:prstGeom>
              <a:blipFill>
                <a:blip r:embed="rId5"/>
                <a:stretch>
                  <a:fillRect l="-23988" r="-23674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9339931" y="2111290"/>
              <a:ext cx="2050928" cy="4022811"/>
              <a:chOff x="9339931" y="2111290"/>
              <a:chExt cx="2050928" cy="4022811"/>
            </a:xfrm>
          </p:grpSpPr>
          <p:grpSp>
            <p:nvGrpSpPr>
              <p:cNvPr id="14" name="组合 13"/>
              <p:cNvGrpSpPr>
                <a:grpSpLocks noChangeAspect="1"/>
              </p:cNvGrpSpPr>
              <p:nvPr/>
            </p:nvGrpSpPr>
            <p:grpSpPr>
              <a:xfrm>
                <a:off x="9339931" y="4115434"/>
                <a:ext cx="2050928" cy="2018667"/>
                <a:chOff x="5314043" y="4048863"/>
                <a:chExt cx="1654476" cy="2809136"/>
              </a:xfrm>
            </p:grpSpPr>
            <p:sp>
              <p:nvSpPr>
                <p:cNvPr id="16" name="矩形: 单圆角 15"/>
                <p:cNvSpPr/>
                <p:nvPr/>
              </p:nvSpPr>
              <p:spPr>
                <a:xfrm>
                  <a:off x="5314044" y="4048863"/>
                  <a:ext cx="1654474" cy="2809136"/>
                </a:xfrm>
                <a:prstGeom prst="round1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17" name="任意多边形: 形状 16"/>
                <p:cNvSpPr/>
                <p:nvPr/>
              </p:nvSpPr>
              <p:spPr>
                <a:xfrm>
                  <a:off x="5314045" y="4048864"/>
                  <a:ext cx="580821" cy="628885"/>
                </a:xfrm>
                <a:custGeom>
                  <a:avLst/>
                  <a:gdLst>
                    <a:gd name="connsiteX0" fmla="*/ 0 w 1507673"/>
                    <a:gd name="connsiteY0" fmla="*/ 0 h 1741714"/>
                    <a:gd name="connsiteX1" fmla="*/ 1074057 w 1507673"/>
                    <a:gd name="connsiteY1" fmla="*/ 0 h 1741714"/>
                    <a:gd name="connsiteX2" fmla="*/ 1507673 w 1507673"/>
                    <a:gd name="connsiteY2" fmla="*/ 870857 h 1741714"/>
                    <a:gd name="connsiteX3" fmla="*/ 1074057 w 1507673"/>
                    <a:gd name="connsiteY3" fmla="*/ 1741714 h 1741714"/>
                    <a:gd name="connsiteX4" fmla="*/ 0 w 1507673"/>
                    <a:gd name="connsiteY4" fmla="*/ 1741714 h 1741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07673" h="1741714">
                      <a:moveTo>
                        <a:pt x="0" y="0"/>
                      </a:moveTo>
                      <a:lnTo>
                        <a:pt x="1074057" y="0"/>
                      </a:lnTo>
                      <a:cubicBezTo>
                        <a:pt x="1313537" y="0"/>
                        <a:pt x="1507673" y="389896"/>
                        <a:pt x="1507673" y="870857"/>
                      </a:cubicBezTo>
                      <a:cubicBezTo>
                        <a:pt x="1507673" y="1351818"/>
                        <a:pt x="1313537" y="1741714"/>
                        <a:pt x="1074057" y="1741714"/>
                      </a:cubicBezTo>
                      <a:lnTo>
                        <a:pt x="0" y="1741714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r>
                    <a:rPr lang="de-DE" altLang="zh-CN" sz="2000" b="1" dirty="0">
                      <a:solidFill>
                        <a:schemeClr val="bg1"/>
                      </a:solidFill>
                    </a:rPr>
                    <a:t>05</a:t>
                  </a:r>
                </a:p>
              </p:txBody>
            </p:sp>
            <p:sp>
              <p:nvSpPr>
                <p:cNvPr id="18" name="文本框 17"/>
                <p:cNvSpPr txBox="1"/>
                <p:nvPr/>
              </p:nvSpPr>
              <p:spPr>
                <a:xfrm>
                  <a:off x="5314044" y="4766115"/>
                  <a:ext cx="1654475" cy="7480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{vItem.item5}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19" name="文本框 18"/>
                <p:cNvSpPr txBox="1"/>
                <p:nvPr/>
              </p:nvSpPr>
              <p:spPr>
                <a:xfrm>
                  <a:off x="5314043" y="5533374"/>
                  <a:ext cx="1654475" cy="12224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{vItem.item5_Desc}</a:t>
                  </a:r>
                </a:p>
              </p:txBody>
            </p:sp>
          </p:grpSp>
          <p:sp>
            <p:nvSpPr>
              <p:cNvPr id="15" name="矩形: 圆角 14"/>
              <p:cNvSpPr>
                <a:spLocks noChangeAspect="1"/>
              </p:cNvSpPr>
              <p:nvPr/>
            </p:nvSpPr>
            <p:spPr>
              <a:xfrm>
                <a:off x="9339934" y="2111290"/>
                <a:ext cx="1922920" cy="1892930"/>
              </a:xfrm>
              <a:prstGeom prst="roundRect">
                <a:avLst/>
              </a:prstGeom>
              <a:blipFill>
                <a:blip r:embed="rId6"/>
                <a:stretch>
                  <a:fillRect l="-23988" r="-23674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11163632" y="17605"/>
            <a:ext cx="10171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imageList1-4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FF4563A-5F19-39DD-34FB-A90DA3689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1430" y="920099"/>
            <a:ext cx="12192000" cy="4289718"/>
            <a:chOff x="0" y="1844382"/>
            <a:chExt cx="12192000" cy="4289718"/>
          </a:xfrm>
        </p:grpSpPr>
        <p:sp>
          <p:nvSpPr>
            <p:cNvPr id="5" name="双波形 4"/>
            <p:cNvSpPr>
              <a:spLocks noChangeAspect="1"/>
            </p:cNvSpPr>
            <p:nvPr/>
          </p:nvSpPr>
          <p:spPr>
            <a:xfrm>
              <a:off x="0" y="1844382"/>
              <a:ext cx="12192000" cy="2106522"/>
            </a:xfrm>
            <a:prstGeom prst="doubleWave">
              <a:avLst/>
            </a:prstGeom>
            <a:blipFill>
              <a:blip r:embed="rId2"/>
              <a:srcRect/>
              <a:stretch>
                <a:fillRect t="-144705" b="-142974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 dirty="0">
                <a:solidFill>
                  <a:schemeClr val="lt1"/>
                </a:solidFill>
              </a:endParaRPr>
            </a:p>
          </p:txBody>
        </p:sp>
        <p:grpSp>
          <p:nvGrpSpPr>
            <p:cNvPr id="6" name="组合 5"/>
            <p:cNvGrpSpPr>
              <a:grpSpLocks noChangeAspect="1"/>
            </p:cNvGrpSpPr>
            <p:nvPr/>
          </p:nvGrpSpPr>
          <p:grpSpPr>
            <a:xfrm>
              <a:off x="660399" y="4077454"/>
              <a:ext cx="3392672" cy="1881300"/>
              <a:chOff x="3595122" y="2635398"/>
              <a:chExt cx="4329677" cy="2400888"/>
            </a:xfrm>
          </p:grpSpPr>
          <p:sp>
            <p:nvSpPr>
              <p:cNvPr id="29" name="文本框 28"/>
              <p:cNvSpPr txBox="1"/>
              <p:nvPr/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{vItem.item1}</a:t>
                </a:r>
                <a:endParaRPr lang="de-DE" dirty="0"/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31" name="组合 30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37" name="弧形 36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38" name="弧形 37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32" name="直接连接符 31"/>
              <p:cNvCxnSpPr/>
              <p:nvPr/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组合 32"/>
              <p:cNvGrpSpPr/>
              <p:nvPr/>
            </p:nvGrpSpPr>
            <p:grpSpPr>
              <a:xfrm>
                <a:off x="3881577" y="3322330"/>
                <a:ext cx="849174" cy="849172"/>
                <a:chOff x="3881577" y="3322330"/>
                <a:chExt cx="849174" cy="849172"/>
              </a:xfrm>
            </p:grpSpPr>
            <p:sp>
              <p:nvSpPr>
                <p:cNvPr id="35" name="文本框 34"/>
                <p:cNvSpPr txBox="1">
                  <a:spLocks noChangeAspect="1"/>
                </p:cNvSpPr>
                <p:nvPr/>
              </p:nvSpPr>
              <p:spPr>
                <a:xfrm>
                  <a:off x="3881577" y="3322330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1">
                        <a:lumMod val="60000"/>
                        <a:lumOff val="40000"/>
                        <a:alpha val="1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1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36" name="任意多边形: 形状 35"/>
                <p:cNvSpPr/>
                <p:nvPr/>
              </p:nvSpPr>
              <p:spPr>
                <a:xfrm>
                  <a:off x="4125189" y="3548542"/>
                  <a:ext cx="361948" cy="396747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4017 w 495300"/>
                    <a:gd name="connsiteY2" fmla="*/ 484491 h 542925"/>
                    <a:gd name="connsiteX3" fmla="*/ 346877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663 w 495300"/>
                    <a:gd name="connsiteY8" fmla="*/ 524496 h 542925"/>
                    <a:gd name="connsiteX9" fmla="*/ 173523 w 495300"/>
                    <a:gd name="connsiteY9" fmla="*/ 484491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573 w 495300"/>
                    <a:gd name="connsiteY12" fmla="*/ 489254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967 w 495300"/>
                    <a:gd name="connsiteY15" fmla="*/ 489254 h 542925"/>
                    <a:gd name="connsiteX16" fmla="*/ 248770 w 495300"/>
                    <a:gd name="connsiteY16" fmla="*/ 495921 h 542925"/>
                    <a:gd name="connsiteX17" fmla="*/ 192573 w 495300"/>
                    <a:gd name="connsiteY17" fmla="*/ 489254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930" y="621"/>
                        <a:pt x="496420" y="111111"/>
                        <a:pt x="496420" y="248271"/>
                      </a:cubicBezTo>
                      <a:cubicBezTo>
                        <a:pt x="496420" y="358761"/>
                        <a:pt x="424030" y="452106"/>
                        <a:pt x="324017" y="484491"/>
                      </a:cubicBezTo>
                      <a:lnTo>
                        <a:pt x="346877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663" y="524496"/>
                      </a:lnTo>
                      <a:lnTo>
                        <a:pt x="173523" y="484491"/>
                      </a:lnTo>
                      <a:cubicBezTo>
                        <a:pt x="73510" y="453059"/>
                        <a:pt x="1120" y="358761"/>
                        <a:pt x="1120" y="248271"/>
                      </a:cubicBezTo>
                      <a:cubicBezTo>
                        <a:pt x="1120" y="111111"/>
                        <a:pt x="111610" y="621"/>
                        <a:pt x="248770" y="621"/>
                      </a:cubicBezTo>
                      <a:close/>
                      <a:moveTo>
                        <a:pt x="192573" y="489254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967" y="489254"/>
                      </a:lnTo>
                      <a:cubicBezTo>
                        <a:pt x="286870" y="493064"/>
                        <a:pt x="267820" y="495921"/>
                        <a:pt x="248770" y="495921"/>
                      </a:cubicBezTo>
                      <a:cubicBezTo>
                        <a:pt x="229720" y="495921"/>
                        <a:pt x="210670" y="493064"/>
                        <a:pt x="192573" y="489254"/>
                      </a:cubicBezTo>
                      <a:close/>
                      <a:moveTo>
                        <a:pt x="248770" y="143496"/>
                      </a:moveTo>
                      <a:cubicBezTo>
                        <a:pt x="190667" y="143496"/>
                        <a:pt x="143995" y="190169"/>
                        <a:pt x="143995" y="248271"/>
                      </a:cubicBezTo>
                      <a:cubicBezTo>
                        <a:pt x="143995" y="306374"/>
                        <a:pt x="190667" y="353046"/>
                        <a:pt x="248770" y="353046"/>
                      </a:cubicBezTo>
                      <a:cubicBezTo>
                        <a:pt x="306873" y="353046"/>
                        <a:pt x="353545" y="306374"/>
                        <a:pt x="353545" y="248271"/>
                      </a:cubicBezTo>
                      <a:cubicBezTo>
                        <a:pt x="353545" y="190169"/>
                        <a:pt x="306873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60213" y="114921"/>
                        <a:pt x="353545" y="121589"/>
                        <a:pt x="353545" y="129209"/>
                      </a:cubicBezTo>
                      <a:cubicBezTo>
                        <a:pt x="353545" y="136829"/>
                        <a:pt x="360213" y="143496"/>
                        <a:pt x="367833" y="143496"/>
                      </a:cubicBezTo>
                      <a:cubicBezTo>
                        <a:pt x="375452" y="143496"/>
                        <a:pt x="382120" y="136829"/>
                        <a:pt x="382120" y="129209"/>
                      </a:cubicBezTo>
                      <a:cubicBezTo>
                        <a:pt x="382120" y="121589"/>
                        <a:pt x="375452" y="114921"/>
                        <a:pt x="367833" y="11492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34" name="矩形: 圆角 33"/>
              <p:cNvSpPr/>
              <p:nvPr/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01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7" name="组合 6"/>
            <p:cNvGrpSpPr>
              <a:grpSpLocks noChangeAspect="1"/>
            </p:cNvGrpSpPr>
            <p:nvPr/>
          </p:nvGrpSpPr>
          <p:grpSpPr>
            <a:xfrm>
              <a:off x="4393313" y="4252800"/>
              <a:ext cx="3392672" cy="1881300"/>
              <a:chOff x="3595122" y="2635398"/>
              <a:chExt cx="4329677" cy="2400888"/>
            </a:xfrm>
          </p:grpSpPr>
          <p:sp>
            <p:nvSpPr>
              <p:cNvPr id="19" name="文本框 18"/>
              <p:cNvSpPr txBox="1"/>
              <p:nvPr/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{vItem.item2}</a:t>
                </a:r>
                <a:endParaRPr lang="de-DE" dirty="0"/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{vItem.item2_Desc}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21" name="组合 20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27" name="弧形 26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28" name="弧形 27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22" name="直接连接符 21"/>
              <p:cNvCxnSpPr/>
              <p:nvPr/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2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" name="组合 22"/>
              <p:cNvGrpSpPr/>
              <p:nvPr/>
            </p:nvGrpSpPr>
            <p:grpSpPr>
              <a:xfrm>
                <a:off x="3881577" y="3322331"/>
                <a:ext cx="849174" cy="849172"/>
                <a:chOff x="3881577" y="3322331"/>
                <a:chExt cx="849174" cy="849172"/>
              </a:xfrm>
            </p:grpSpPr>
            <p:sp>
              <p:nvSpPr>
                <p:cNvPr id="25" name="文本框 24"/>
                <p:cNvSpPr txBox="1">
                  <a:spLocks noChangeAspect="1"/>
                </p:cNvSpPr>
                <p:nvPr/>
              </p:nvSpPr>
              <p:spPr>
                <a:xfrm>
                  <a:off x="3881577" y="3322331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2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2">
                        <a:lumMod val="60000"/>
                        <a:lumOff val="4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2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26" name="任意多边形: 形状 25"/>
                <p:cNvSpPr/>
                <p:nvPr/>
              </p:nvSpPr>
              <p:spPr>
                <a:xfrm>
                  <a:off x="4125189" y="3555500"/>
                  <a:ext cx="361949" cy="382831"/>
                </a:xfrm>
                <a:custGeom>
                  <a:avLst/>
                  <a:gdLst>
                    <a:gd name="connsiteX0" fmla="*/ 371955 w 495300"/>
                    <a:gd name="connsiteY0" fmla="*/ 621 h 523875"/>
                    <a:gd name="connsiteX1" fmla="*/ 400530 w 495300"/>
                    <a:gd name="connsiteY1" fmla="*/ 29196 h 523875"/>
                    <a:gd name="connsiteX2" fmla="*/ 400530 w 495300"/>
                    <a:gd name="connsiteY2" fmla="*/ 133971 h 523875"/>
                    <a:gd name="connsiteX3" fmla="*/ 371955 w 495300"/>
                    <a:gd name="connsiteY3" fmla="*/ 162546 h 523875"/>
                    <a:gd name="connsiteX4" fmla="*/ 257655 w 495300"/>
                    <a:gd name="connsiteY4" fmla="*/ 162546 h 523875"/>
                    <a:gd name="connsiteX5" fmla="*/ 257655 w 495300"/>
                    <a:gd name="connsiteY5" fmla="*/ 286371 h 523875"/>
                    <a:gd name="connsiteX6" fmla="*/ 419580 w 495300"/>
                    <a:gd name="connsiteY6" fmla="*/ 286371 h 523875"/>
                    <a:gd name="connsiteX7" fmla="*/ 457680 w 495300"/>
                    <a:gd name="connsiteY7" fmla="*/ 322566 h 523875"/>
                    <a:gd name="connsiteX8" fmla="*/ 457680 w 495300"/>
                    <a:gd name="connsiteY8" fmla="*/ 324471 h 523875"/>
                    <a:gd name="connsiteX9" fmla="*/ 457680 w 495300"/>
                    <a:gd name="connsiteY9" fmla="*/ 429246 h 523875"/>
                    <a:gd name="connsiteX10" fmla="*/ 476730 w 495300"/>
                    <a:gd name="connsiteY10" fmla="*/ 429246 h 523875"/>
                    <a:gd name="connsiteX11" fmla="*/ 495780 w 495300"/>
                    <a:gd name="connsiteY11" fmla="*/ 448296 h 523875"/>
                    <a:gd name="connsiteX12" fmla="*/ 495780 w 495300"/>
                    <a:gd name="connsiteY12" fmla="*/ 505446 h 523875"/>
                    <a:gd name="connsiteX13" fmla="*/ 476730 w 495300"/>
                    <a:gd name="connsiteY13" fmla="*/ 524496 h 523875"/>
                    <a:gd name="connsiteX14" fmla="*/ 419580 w 495300"/>
                    <a:gd name="connsiteY14" fmla="*/ 524496 h 523875"/>
                    <a:gd name="connsiteX15" fmla="*/ 400530 w 495300"/>
                    <a:gd name="connsiteY15" fmla="*/ 505446 h 523875"/>
                    <a:gd name="connsiteX16" fmla="*/ 400530 w 495300"/>
                    <a:gd name="connsiteY16" fmla="*/ 448296 h 523875"/>
                    <a:gd name="connsiteX17" fmla="*/ 419580 w 495300"/>
                    <a:gd name="connsiteY17" fmla="*/ 429246 h 523875"/>
                    <a:gd name="connsiteX18" fmla="*/ 438630 w 495300"/>
                    <a:gd name="connsiteY18" fmla="*/ 429246 h 523875"/>
                    <a:gd name="connsiteX19" fmla="*/ 438630 w 495300"/>
                    <a:gd name="connsiteY19" fmla="*/ 324471 h 523875"/>
                    <a:gd name="connsiteX20" fmla="*/ 420533 w 495300"/>
                    <a:gd name="connsiteY20" fmla="*/ 305421 h 523875"/>
                    <a:gd name="connsiteX21" fmla="*/ 419580 w 495300"/>
                    <a:gd name="connsiteY21" fmla="*/ 305421 h 523875"/>
                    <a:gd name="connsiteX22" fmla="*/ 257655 w 495300"/>
                    <a:gd name="connsiteY22" fmla="*/ 305421 h 523875"/>
                    <a:gd name="connsiteX23" fmla="*/ 257655 w 495300"/>
                    <a:gd name="connsiteY23" fmla="*/ 429246 h 523875"/>
                    <a:gd name="connsiteX24" fmla="*/ 276705 w 495300"/>
                    <a:gd name="connsiteY24" fmla="*/ 429246 h 523875"/>
                    <a:gd name="connsiteX25" fmla="*/ 295755 w 495300"/>
                    <a:gd name="connsiteY25" fmla="*/ 448296 h 523875"/>
                    <a:gd name="connsiteX26" fmla="*/ 295755 w 495300"/>
                    <a:gd name="connsiteY26" fmla="*/ 505446 h 523875"/>
                    <a:gd name="connsiteX27" fmla="*/ 276705 w 495300"/>
                    <a:gd name="connsiteY27" fmla="*/ 524496 h 523875"/>
                    <a:gd name="connsiteX28" fmla="*/ 219555 w 495300"/>
                    <a:gd name="connsiteY28" fmla="*/ 524496 h 523875"/>
                    <a:gd name="connsiteX29" fmla="*/ 200505 w 495300"/>
                    <a:gd name="connsiteY29" fmla="*/ 505446 h 523875"/>
                    <a:gd name="connsiteX30" fmla="*/ 200505 w 495300"/>
                    <a:gd name="connsiteY30" fmla="*/ 448296 h 523875"/>
                    <a:gd name="connsiteX31" fmla="*/ 219555 w 495300"/>
                    <a:gd name="connsiteY31" fmla="*/ 429246 h 523875"/>
                    <a:gd name="connsiteX32" fmla="*/ 238605 w 495300"/>
                    <a:gd name="connsiteY32" fmla="*/ 429246 h 523875"/>
                    <a:gd name="connsiteX33" fmla="*/ 238605 w 495300"/>
                    <a:gd name="connsiteY33" fmla="*/ 305421 h 523875"/>
                    <a:gd name="connsiteX34" fmla="*/ 76680 w 495300"/>
                    <a:gd name="connsiteY34" fmla="*/ 305421 h 523875"/>
                    <a:gd name="connsiteX35" fmla="*/ 57630 w 495300"/>
                    <a:gd name="connsiteY35" fmla="*/ 323519 h 523875"/>
                    <a:gd name="connsiteX36" fmla="*/ 57630 w 495300"/>
                    <a:gd name="connsiteY36" fmla="*/ 324471 h 523875"/>
                    <a:gd name="connsiteX37" fmla="*/ 57630 w 495300"/>
                    <a:gd name="connsiteY37" fmla="*/ 429246 h 523875"/>
                    <a:gd name="connsiteX38" fmla="*/ 76680 w 495300"/>
                    <a:gd name="connsiteY38" fmla="*/ 429246 h 523875"/>
                    <a:gd name="connsiteX39" fmla="*/ 95730 w 495300"/>
                    <a:gd name="connsiteY39" fmla="*/ 448296 h 523875"/>
                    <a:gd name="connsiteX40" fmla="*/ 95730 w 495300"/>
                    <a:gd name="connsiteY40" fmla="*/ 505446 h 523875"/>
                    <a:gd name="connsiteX41" fmla="*/ 76680 w 495300"/>
                    <a:gd name="connsiteY41" fmla="*/ 524496 h 523875"/>
                    <a:gd name="connsiteX42" fmla="*/ 19530 w 495300"/>
                    <a:gd name="connsiteY42" fmla="*/ 524496 h 523875"/>
                    <a:gd name="connsiteX43" fmla="*/ 480 w 495300"/>
                    <a:gd name="connsiteY43" fmla="*/ 505446 h 523875"/>
                    <a:gd name="connsiteX44" fmla="*/ 480 w 495300"/>
                    <a:gd name="connsiteY44" fmla="*/ 448296 h 523875"/>
                    <a:gd name="connsiteX45" fmla="*/ 19530 w 495300"/>
                    <a:gd name="connsiteY45" fmla="*/ 429246 h 523875"/>
                    <a:gd name="connsiteX46" fmla="*/ 38580 w 495300"/>
                    <a:gd name="connsiteY46" fmla="*/ 429246 h 523875"/>
                    <a:gd name="connsiteX47" fmla="*/ 38580 w 495300"/>
                    <a:gd name="connsiteY47" fmla="*/ 324471 h 523875"/>
                    <a:gd name="connsiteX48" fmla="*/ 74775 w 495300"/>
                    <a:gd name="connsiteY48" fmla="*/ 286371 h 523875"/>
                    <a:gd name="connsiteX49" fmla="*/ 76680 w 495300"/>
                    <a:gd name="connsiteY49" fmla="*/ 286371 h 523875"/>
                    <a:gd name="connsiteX50" fmla="*/ 238605 w 495300"/>
                    <a:gd name="connsiteY50" fmla="*/ 286371 h 523875"/>
                    <a:gd name="connsiteX51" fmla="*/ 238605 w 495300"/>
                    <a:gd name="connsiteY51" fmla="*/ 162546 h 523875"/>
                    <a:gd name="connsiteX52" fmla="*/ 124305 w 495300"/>
                    <a:gd name="connsiteY52" fmla="*/ 162546 h 523875"/>
                    <a:gd name="connsiteX53" fmla="*/ 95730 w 495300"/>
                    <a:gd name="connsiteY53" fmla="*/ 133971 h 523875"/>
                    <a:gd name="connsiteX54" fmla="*/ 95730 w 495300"/>
                    <a:gd name="connsiteY54" fmla="*/ 29196 h 523875"/>
                    <a:gd name="connsiteX55" fmla="*/ 124305 w 495300"/>
                    <a:gd name="connsiteY55" fmla="*/ 621 h 523875"/>
                    <a:gd name="connsiteX56" fmla="*/ 371955 w 495300"/>
                    <a:gd name="connsiteY56" fmla="*/ 621 h 523875"/>
                    <a:gd name="connsiteX57" fmla="*/ 148118 w 495300"/>
                    <a:gd name="connsiteY57" fmla="*/ 95871 h 523875"/>
                    <a:gd name="connsiteX58" fmla="*/ 133830 w 495300"/>
                    <a:gd name="connsiteY58" fmla="*/ 110159 h 523875"/>
                    <a:gd name="connsiteX59" fmla="*/ 148118 w 495300"/>
                    <a:gd name="connsiteY59" fmla="*/ 124446 h 523875"/>
                    <a:gd name="connsiteX60" fmla="*/ 162405 w 495300"/>
                    <a:gd name="connsiteY60" fmla="*/ 110159 h 523875"/>
                    <a:gd name="connsiteX61" fmla="*/ 148118 w 495300"/>
                    <a:gd name="connsiteY61" fmla="*/ 9587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495300" h="523875">
                      <a:moveTo>
                        <a:pt x="371955" y="621"/>
                      </a:moveTo>
                      <a:cubicBezTo>
                        <a:pt x="388148" y="621"/>
                        <a:pt x="400530" y="13004"/>
                        <a:pt x="400530" y="29196"/>
                      </a:cubicBezTo>
                      <a:lnTo>
                        <a:pt x="400530" y="133971"/>
                      </a:lnTo>
                      <a:cubicBezTo>
                        <a:pt x="400530" y="150164"/>
                        <a:pt x="388148" y="162546"/>
                        <a:pt x="371955" y="162546"/>
                      </a:cubicBezTo>
                      <a:lnTo>
                        <a:pt x="257655" y="162546"/>
                      </a:lnTo>
                      <a:lnTo>
                        <a:pt x="257655" y="286371"/>
                      </a:lnTo>
                      <a:lnTo>
                        <a:pt x="419580" y="286371"/>
                      </a:lnTo>
                      <a:cubicBezTo>
                        <a:pt x="439583" y="286371"/>
                        <a:pt x="456727" y="302564"/>
                        <a:pt x="457680" y="322566"/>
                      </a:cubicBezTo>
                      <a:lnTo>
                        <a:pt x="457680" y="324471"/>
                      </a:lnTo>
                      <a:lnTo>
                        <a:pt x="457680" y="429246"/>
                      </a:lnTo>
                      <a:lnTo>
                        <a:pt x="476730" y="429246"/>
                      </a:lnTo>
                      <a:cubicBezTo>
                        <a:pt x="487208" y="429246"/>
                        <a:pt x="495780" y="437819"/>
                        <a:pt x="495780" y="448296"/>
                      </a:cubicBezTo>
                      <a:lnTo>
                        <a:pt x="495780" y="505446"/>
                      </a:lnTo>
                      <a:cubicBezTo>
                        <a:pt x="495780" y="515924"/>
                        <a:pt x="487208" y="524496"/>
                        <a:pt x="476730" y="524496"/>
                      </a:cubicBezTo>
                      <a:lnTo>
                        <a:pt x="419580" y="524496"/>
                      </a:lnTo>
                      <a:cubicBezTo>
                        <a:pt x="409102" y="524496"/>
                        <a:pt x="400530" y="515924"/>
                        <a:pt x="400530" y="505446"/>
                      </a:cubicBezTo>
                      <a:lnTo>
                        <a:pt x="400530" y="448296"/>
                      </a:lnTo>
                      <a:cubicBezTo>
                        <a:pt x="400530" y="437819"/>
                        <a:pt x="409102" y="429246"/>
                        <a:pt x="419580" y="429246"/>
                      </a:cubicBezTo>
                      <a:lnTo>
                        <a:pt x="438630" y="429246"/>
                      </a:lnTo>
                      <a:lnTo>
                        <a:pt x="438630" y="324471"/>
                      </a:lnTo>
                      <a:cubicBezTo>
                        <a:pt x="438630" y="313994"/>
                        <a:pt x="431010" y="306374"/>
                        <a:pt x="420533" y="305421"/>
                      </a:cubicBezTo>
                      <a:lnTo>
                        <a:pt x="419580" y="305421"/>
                      </a:lnTo>
                      <a:lnTo>
                        <a:pt x="257655" y="305421"/>
                      </a:lnTo>
                      <a:lnTo>
                        <a:pt x="257655" y="429246"/>
                      </a:lnTo>
                      <a:lnTo>
                        <a:pt x="276705" y="429246"/>
                      </a:lnTo>
                      <a:cubicBezTo>
                        <a:pt x="287183" y="429246"/>
                        <a:pt x="295755" y="437819"/>
                        <a:pt x="295755" y="448296"/>
                      </a:cubicBezTo>
                      <a:lnTo>
                        <a:pt x="295755" y="505446"/>
                      </a:lnTo>
                      <a:cubicBezTo>
                        <a:pt x="295755" y="515924"/>
                        <a:pt x="287183" y="524496"/>
                        <a:pt x="276705" y="524496"/>
                      </a:cubicBezTo>
                      <a:lnTo>
                        <a:pt x="219555" y="524496"/>
                      </a:lnTo>
                      <a:cubicBezTo>
                        <a:pt x="209077" y="524496"/>
                        <a:pt x="200505" y="515924"/>
                        <a:pt x="200505" y="505446"/>
                      </a:cubicBezTo>
                      <a:lnTo>
                        <a:pt x="200505" y="448296"/>
                      </a:lnTo>
                      <a:cubicBezTo>
                        <a:pt x="200505" y="437819"/>
                        <a:pt x="209077" y="429246"/>
                        <a:pt x="219555" y="429246"/>
                      </a:cubicBezTo>
                      <a:lnTo>
                        <a:pt x="238605" y="429246"/>
                      </a:lnTo>
                      <a:lnTo>
                        <a:pt x="238605" y="305421"/>
                      </a:lnTo>
                      <a:lnTo>
                        <a:pt x="76680" y="305421"/>
                      </a:lnTo>
                      <a:cubicBezTo>
                        <a:pt x="66202" y="305421"/>
                        <a:pt x="58583" y="313041"/>
                        <a:pt x="57630" y="323519"/>
                      </a:cubicBezTo>
                      <a:lnTo>
                        <a:pt x="57630" y="324471"/>
                      </a:lnTo>
                      <a:lnTo>
                        <a:pt x="57630" y="429246"/>
                      </a:lnTo>
                      <a:lnTo>
                        <a:pt x="76680" y="429246"/>
                      </a:lnTo>
                      <a:cubicBezTo>
                        <a:pt x="87158" y="429246"/>
                        <a:pt x="95730" y="437819"/>
                        <a:pt x="95730" y="448296"/>
                      </a:cubicBezTo>
                      <a:lnTo>
                        <a:pt x="95730" y="505446"/>
                      </a:lnTo>
                      <a:cubicBezTo>
                        <a:pt x="95730" y="515924"/>
                        <a:pt x="87158" y="524496"/>
                        <a:pt x="76680" y="524496"/>
                      </a:cubicBezTo>
                      <a:lnTo>
                        <a:pt x="19530" y="524496"/>
                      </a:lnTo>
                      <a:cubicBezTo>
                        <a:pt x="9052" y="524496"/>
                        <a:pt x="480" y="515924"/>
                        <a:pt x="480" y="505446"/>
                      </a:cubicBezTo>
                      <a:lnTo>
                        <a:pt x="480" y="448296"/>
                      </a:lnTo>
                      <a:cubicBezTo>
                        <a:pt x="480" y="437819"/>
                        <a:pt x="9052" y="429246"/>
                        <a:pt x="19530" y="429246"/>
                      </a:cubicBezTo>
                      <a:lnTo>
                        <a:pt x="38580" y="429246"/>
                      </a:lnTo>
                      <a:lnTo>
                        <a:pt x="38580" y="324471"/>
                      </a:lnTo>
                      <a:cubicBezTo>
                        <a:pt x="38580" y="304469"/>
                        <a:pt x="54773" y="287324"/>
                        <a:pt x="74775" y="286371"/>
                      </a:cubicBezTo>
                      <a:lnTo>
                        <a:pt x="76680" y="286371"/>
                      </a:lnTo>
                      <a:lnTo>
                        <a:pt x="238605" y="286371"/>
                      </a:lnTo>
                      <a:lnTo>
                        <a:pt x="238605" y="162546"/>
                      </a:lnTo>
                      <a:lnTo>
                        <a:pt x="124305" y="162546"/>
                      </a:lnTo>
                      <a:cubicBezTo>
                        <a:pt x="108112" y="162546"/>
                        <a:pt x="95730" y="150164"/>
                        <a:pt x="95730" y="133971"/>
                      </a:cubicBezTo>
                      <a:lnTo>
                        <a:pt x="95730" y="29196"/>
                      </a:lnTo>
                      <a:cubicBezTo>
                        <a:pt x="95730" y="13004"/>
                        <a:pt x="108112" y="621"/>
                        <a:pt x="124305" y="621"/>
                      </a:cubicBezTo>
                      <a:lnTo>
                        <a:pt x="371955" y="621"/>
                      </a:lnTo>
                      <a:close/>
                      <a:moveTo>
                        <a:pt x="148118" y="95871"/>
                      </a:moveTo>
                      <a:cubicBezTo>
                        <a:pt x="140498" y="95871"/>
                        <a:pt x="133830" y="102539"/>
                        <a:pt x="133830" y="110159"/>
                      </a:cubicBezTo>
                      <a:cubicBezTo>
                        <a:pt x="133830" y="117779"/>
                        <a:pt x="140498" y="124446"/>
                        <a:pt x="148118" y="124446"/>
                      </a:cubicBezTo>
                      <a:cubicBezTo>
                        <a:pt x="155737" y="124446"/>
                        <a:pt x="162405" y="117779"/>
                        <a:pt x="162405" y="110159"/>
                      </a:cubicBezTo>
                      <a:cubicBezTo>
                        <a:pt x="162405" y="102539"/>
                        <a:pt x="155737" y="95871"/>
                        <a:pt x="148118" y="9587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24" name="矩形: 圆角 23"/>
              <p:cNvSpPr/>
              <p:nvPr/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02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8" name="组合 7"/>
            <p:cNvGrpSpPr>
              <a:grpSpLocks noChangeAspect="1"/>
            </p:cNvGrpSpPr>
            <p:nvPr/>
          </p:nvGrpSpPr>
          <p:grpSpPr>
            <a:xfrm>
              <a:off x="8126228" y="4077454"/>
              <a:ext cx="3392672" cy="1881300"/>
              <a:chOff x="3595122" y="2635398"/>
              <a:chExt cx="4329677" cy="2400888"/>
            </a:xfrm>
          </p:grpSpPr>
          <p:sp>
            <p:nvSpPr>
              <p:cNvPr id="9" name="文本框 8"/>
              <p:cNvSpPr txBox="1"/>
              <p:nvPr/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{vItem.item3}</a:t>
                </a:r>
                <a:endParaRPr lang="de-DE" dirty="0"/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{vItem.item3_Desc}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11" name="组合 10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17" name="弧形 16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18" name="弧形 17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12" name="直接连接符 11"/>
              <p:cNvCxnSpPr/>
              <p:nvPr/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" name="组合 12"/>
              <p:cNvGrpSpPr/>
              <p:nvPr/>
            </p:nvGrpSpPr>
            <p:grpSpPr>
              <a:xfrm>
                <a:off x="3881577" y="3322330"/>
                <a:ext cx="849174" cy="849172"/>
                <a:chOff x="3881577" y="3322330"/>
                <a:chExt cx="849174" cy="849172"/>
              </a:xfrm>
            </p:grpSpPr>
            <p:sp>
              <p:nvSpPr>
                <p:cNvPr id="15" name="文本框 14"/>
                <p:cNvSpPr txBox="1">
                  <a:spLocks noChangeAspect="1"/>
                </p:cNvSpPr>
                <p:nvPr/>
              </p:nvSpPr>
              <p:spPr>
                <a:xfrm>
                  <a:off x="3881577" y="3322330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1">
                        <a:lumMod val="60000"/>
                        <a:lumOff val="40000"/>
                        <a:alpha val="1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1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16" name="任意多边形: 形状 15"/>
                <p:cNvSpPr/>
                <p:nvPr/>
              </p:nvSpPr>
              <p:spPr>
                <a:xfrm>
                  <a:off x="4125189" y="3596251"/>
                  <a:ext cx="361949" cy="301329"/>
                </a:xfrm>
                <a:custGeom>
                  <a:avLst/>
                  <a:gdLst>
                    <a:gd name="connsiteX0" fmla="*/ 483573 w 526297"/>
                    <a:gd name="connsiteY0" fmla="*/ 133971 h 438150"/>
                    <a:gd name="connsiteX1" fmla="*/ 527674 w 526297"/>
                    <a:gd name="connsiteY1" fmla="*/ 178072 h 438150"/>
                    <a:gd name="connsiteX2" fmla="*/ 527579 w 526297"/>
                    <a:gd name="connsiteY2" fmla="*/ 181501 h 438150"/>
                    <a:gd name="connsiteX3" fmla="*/ 514244 w 526297"/>
                    <a:gd name="connsiteY3" fmla="*/ 355237 h 438150"/>
                    <a:gd name="connsiteX4" fmla="*/ 485764 w 526297"/>
                    <a:gd name="connsiteY4" fmla="*/ 381621 h 438150"/>
                    <a:gd name="connsiteX5" fmla="*/ 454998 w 526297"/>
                    <a:gd name="connsiteY5" fmla="*/ 381621 h 438150"/>
                    <a:gd name="connsiteX6" fmla="*/ 454998 w 526297"/>
                    <a:gd name="connsiteY6" fmla="*/ 438771 h 438150"/>
                    <a:gd name="connsiteX7" fmla="*/ 435948 w 526297"/>
                    <a:gd name="connsiteY7" fmla="*/ 438771 h 438150"/>
                    <a:gd name="connsiteX8" fmla="*/ 435948 w 526297"/>
                    <a:gd name="connsiteY8" fmla="*/ 381621 h 438150"/>
                    <a:gd name="connsiteX9" fmla="*/ 93048 w 526297"/>
                    <a:gd name="connsiteY9" fmla="*/ 381621 h 438150"/>
                    <a:gd name="connsiteX10" fmla="*/ 93048 w 526297"/>
                    <a:gd name="connsiteY10" fmla="*/ 438771 h 438150"/>
                    <a:gd name="connsiteX11" fmla="*/ 73998 w 526297"/>
                    <a:gd name="connsiteY11" fmla="*/ 438771 h 438150"/>
                    <a:gd name="connsiteX12" fmla="*/ 73998 w 526297"/>
                    <a:gd name="connsiteY12" fmla="*/ 381621 h 438150"/>
                    <a:gd name="connsiteX13" fmla="*/ 43328 w 526297"/>
                    <a:gd name="connsiteY13" fmla="*/ 381621 h 438150"/>
                    <a:gd name="connsiteX14" fmla="*/ 14848 w 526297"/>
                    <a:gd name="connsiteY14" fmla="*/ 355237 h 438150"/>
                    <a:gd name="connsiteX15" fmla="*/ 1513 w 526297"/>
                    <a:gd name="connsiteY15" fmla="*/ 181501 h 438150"/>
                    <a:gd name="connsiteX16" fmla="*/ 42089 w 526297"/>
                    <a:gd name="connsiteY16" fmla="*/ 134162 h 438150"/>
                    <a:gd name="connsiteX17" fmla="*/ 45518 w 526297"/>
                    <a:gd name="connsiteY17" fmla="*/ 134066 h 438150"/>
                    <a:gd name="connsiteX18" fmla="*/ 101906 w 526297"/>
                    <a:gd name="connsiteY18" fmla="*/ 180834 h 438150"/>
                    <a:gd name="connsiteX19" fmla="*/ 121623 w 526297"/>
                    <a:gd name="connsiteY19" fmla="*/ 286371 h 438150"/>
                    <a:gd name="connsiteX20" fmla="*/ 407373 w 526297"/>
                    <a:gd name="connsiteY20" fmla="*/ 286371 h 438150"/>
                    <a:gd name="connsiteX21" fmla="*/ 427185 w 526297"/>
                    <a:gd name="connsiteY21" fmla="*/ 180739 h 438150"/>
                    <a:gd name="connsiteX22" fmla="*/ 483573 w 526297"/>
                    <a:gd name="connsiteY22" fmla="*/ 133971 h 438150"/>
                    <a:gd name="connsiteX23" fmla="*/ 416898 w 526297"/>
                    <a:gd name="connsiteY23" fmla="*/ 621 h 438150"/>
                    <a:gd name="connsiteX24" fmla="*/ 483573 w 526297"/>
                    <a:gd name="connsiteY24" fmla="*/ 67296 h 438150"/>
                    <a:gd name="connsiteX25" fmla="*/ 483573 w 526297"/>
                    <a:gd name="connsiteY25" fmla="*/ 115397 h 438150"/>
                    <a:gd name="connsiteX26" fmla="*/ 476429 w 526297"/>
                    <a:gd name="connsiteY26" fmla="*/ 114921 h 438150"/>
                    <a:gd name="connsiteX27" fmla="*/ 412040 w 526297"/>
                    <a:gd name="connsiteY27" fmla="*/ 166451 h 438150"/>
                    <a:gd name="connsiteX28" fmla="*/ 411564 w 526297"/>
                    <a:gd name="connsiteY28" fmla="*/ 168737 h 438150"/>
                    <a:gd name="connsiteX29" fmla="*/ 393086 w 526297"/>
                    <a:gd name="connsiteY29" fmla="*/ 267321 h 438150"/>
                    <a:gd name="connsiteX30" fmla="*/ 135911 w 526297"/>
                    <a:gd name="connsiteY30" fmla="*/ 267321 h 438150"/>
                    <a:gd name="connsiteX31" fmla="*/ 117432 w 526297"/>
                    <a:gd name="connsiteY31" fmla="*/ 168737 h 438150"/>
                    <a:gd name="connsiteX32" fmla="*/ 52567 w 526297"/>
                    <a:gd name="connsiteY32" fmla="*/ 114921 h 438150"/>
                    <a:gd name="connsiteX33" fmla="*/ 54948 w 526297"/>
                    <a:gd name="connsiteY33" fmla="*/ 67296 h 438150"/>
                    <a:gd name="connsiteX34" fmla="*/ 121623 w 526297"/>
                    <a:gd name="connsiteY34" fmla="*/ 621 h 438150"/>
                    <a:gd name="connsiteX35" fmla="*/ 416898 w 526297"/>
                    <a:gd name="connsiteY35" fmla="*/ 621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26297" h="438150">
                      <a:moveTo>
                        <a:pt x="483573" y="133971"/>
                      </a:moveTo>
                      <a:cubicBezTo>
                        <a:pt x="507957" y="133971"/>
                        <a:pt x="527674" y="153688"/>
                        <a:pt x="527674" y="178072"/>
                      </a:cubicBezTo>
                      <a:cubicBezTo>
                        <a:pt x="527674" y="179215"/>
                        <a:pt x="527674" y="180358"/>
                        <a:pt x="527579" y="181501"/>
                      </a:cubicBezTo>
                      <a:lnTo>
                        <a:pt x="514244" y="355237"/>
                      </a:lnTo>
                      <a:cubicBezTo>
                        <a:pt x="513101" y="370096"/>
                        <a:pt x="500718" y="381621"/>
                        <a:pt x="485764" y="381621"/>
                      </a:cubicBezTo>
                      <a:lnTo>
                        <a:pt x="454998" y="381621"/>
                      </a:lnTo>
                      <a:lnTo>
                        <a:pt x="454998" y="438771"/>
                      </a:lnTo>
                      <a:lnTo>
                        <a:pt x="435948" y="438771"/>
                      </a:lnTo>
                      <a:lnTo>
                        <a:pt x="435948" y="381621"/>
                      </a:lnTo>
                      <a:lnTo>
                        <a:pt x="93048" y="381621"/>
                      </a:lnTo>
                      <a:lnTo>
                        <a:pt x="93048" y="438771"/>
                      </a:lnTo>
                      <a:lnTo>
                        <a:pt x="73998" y="438771"/>
                      </a:lnTo>
                      <a:lnTo>
                        <a:pt x="73998" y="381621"/>
                      </a:lnTo>
                      <a:lnTo>
                        <a:pt x="43328" y="381621"/>
                      </a:lnTo>
                      <a:cubicBezTo>
                        <a:pt x="28373" y="381621"/>
                        <a:pt x="15991" y="370096"/>
                        <a:pt x="14848" y="355237"/>
                      </a:cubicBezTo>
                      <a:lnTo>
                        <a:pt x="1513" y="181501"/>
                      </a:lnTo>
                      <a:cubicBezTo>
                        <a:pt x="-392" y="157212"/>
                        <a:pt x="17801" y="135971"/>
                        <a:pt x="42089" y="134162"/>
                      </a:cubicBezTo>
                      <a:cubicBezTo>
                        <a:pt x="43232" y="134066"/>
                        <a:pt x="44375" y="134066"/>
                        <a:pt x="45518" y="134066"/>
                      </a:cubicBezTo>
                      <a:cubicBezTo>
                        <a:pt x="73141" y="134066"/>
                        <a:pt x="96858" y="153688"/>
                        <a:pt x="101906" y="180834"/>
                      </a:cubicBezTo>
                      <a:lnTo>
                        <a:pt x="121623" y="286371"/>
                      </a:lnTo>
                      <a:lnTo>
                        <a:pt x="407373" y="286371"/>
                      </a:lnTo>
                      <a:lnTo>
                        <a:pt x="427185" y="180739"/>
                      </a:lnTo>
                      <a:cubicBezTo>
                        <a:pt x="432233" y="153592"/>
                        <a:pt x="455951" y="133971"/>
                        <a:pt x="483573" y="133971"/>
                      </a:cubicBezTo>
                      <a:close/>
                      <a:moveTo>
                        <a:pt x="416898" y="621"/>
                      </a:moveTo>
                      <a:cubicBezTo>
                        <a:pt x="453760" y="621"/>
                        <a:pt x="483573" y="30434"/>
                        <a:pt x="483573" y="67296"/>
                      </a:cubicBezTo>
                      <a:lnTo>
                        <a:pt x="483573" y="115397"/>
                      </a:lnTo>
                      <a:cubicBezTo>
                        <a:pt x="481192" y="115112"/>
                        <a:pt x="478811" y="114921"/>
                        <a:pt x="476429" y="114921"/>
                      </a:cubicBezTo>
                      <a:cubicBezTo>
                        <a:pt x="445473" y="114921"/>
                        <a:pt x="418803" y="136448"/>
                        <a:pt x="412040" y="166451"/>
                      </a:cubicBezTo>
                      <a:lnTo>
                        <a:pt x="411564" y="168737"/>
                      </a:lnTo>
                      <a:lnTo>
                        <a:pt x="393086" y="267321"/>
                      </a:lnTo>
                      <a:lnTo>
                        <a:pt x="135911" y="267321"/>
                      </a:lnTo>
                      <a:lnTo>
                        <a:pt x="117432" y="168737"/>
                      </a:lnTo>
                      <a:cubicBezTo>
                        <a:pt x="111622" y="137495"/>
                        <a:pt x="84285" y="114921"/>
                        <a:pt x="52567" y="114921"/>
                      </a:cubicBezTo>
                      <a:lnTo>
                        <a:pt x="54948" y="67296"/>
                      </a:lnTo>
                      <a:cubicBezTo>
                        <a:pt x="54948" y="30434"/>
                        <a:pt x="84761" y="621"/>
                        <a:pt x="121623" y="621"/>
                      </a:cubicBezTo>
                      <a:lnTo>
                        <a:pt x="416898" y="62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6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14" name="矩形: 圆角 13"/>
              <p:cNvSpPr/>
              <p:nvPr/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03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39" name="文本框 38"/>
          <p:cNvSpPr txBox="1"/>
          <p:nvPr/>
        </p:nvSpPr>
        <p:spPr>
          <a:xfrm>
            <a:off x="11163632" y="17605"/>
            <a:ext cx="10171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imageList2-3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64EB7AD-63BC-9F39-352F-55011CF368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文本框 77"/>
          <p:cNvSpPr txBox="1"/>
          <p:nvPr/>
        </p:nvSpPr>
        <p:spPr>
          <a:xfrm>
            <a:off x="11163632" y="17605"/>
            <a:ext cx="10171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imageList2-4</a:t>
            </a:r>
            <a:endParaRPr lang="en-US" sz="1050" dirty="0"/>
          </a:p>
        </p:txBody>
      </p:sp>
      <p:grpSp>
        <p:nvGrpSpPr>
          <p:cNvPr id="101" name="组合 100"/>
          <p:cNvGrpSpPr/>
          <p:nvPr/>
        </p:nvGrpSpPr>
        <p:grpSpPr>
          <a:xfrm>
            <a:off x="0" y="708416"/>
            <a:ext cx="12192000" cy="5751693"/>
            <a:chOff x="0" y="708416"/>
            <a:chExt cx="12192000" cy="5751693"/>
          </a:xfrm>
        </p:grpSpPr>
        <p:sp>
          <p:nvSpPr>
            <p:cNvPr id="43" name="双波形 42"/>
            <p:cNvSpPr>
              <a:spLocks noChangeAspect="1"/>
            </p:cNvSpPr>
            <p:nvPr/>
          </p:nvSpPr>
          <p:spPr>
            <a:xfrm>
              <a:off x="0" y="2416882"/>
              <a:ext cx="12192000" cy="2106522"/>
            </a:xfrm>
            <a:prstGeom prst="doubleWave">
              <a:avLst/>
            </a:prstGeom>
            <a:blipFill>
              <a:blip r:embed="rId2"/>
              <a:srcRect/>
              <a:stretch>
                <a:fillRect t="-144705" b="-142974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 dirty="0">
                <a:solidFill>
                  <a:schemeClr val="lt1"/>
                </a:solidFill>
              </a:endParaRPr>
            </a:p>
          </p:txBody>
        </p:sp>
        <p:grpSp>
          <p:nvGrpSpPr>
            <p:cNvPr id="44" name="组合 43"/>
            <p:cNvGrpSpPr>
              <a:grpSpLocks noChangeAspect="1"/>
            </p:cNvGrpSpPr>
            <p:nvPr/>
          </p:nvGrpSpPr>
          <p:grpSpPr>
            <a:xfrm>
              <a:off x="888410" y="4436616"/>
              <a:ext cx="3392672" cy="1881300"/>
              <a:chOff x="3595122" y="2635398"/>
              <a:chExt cx="4329677" cy="2400888"/>
            </a:xfrm>
          </p:grpSpPr>
          <p:sp>
            <p:nvSpPr>
              <p:cNvPr id="45" name="文本框 44"/>
              <p:cNvSpPr txBox="1"/>
              <p:nvPr/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{vItem.item1}</a:t>
                </a:r>
                <a:endParaRPr lang="de-DE" dirty="0"/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47" name="组合 46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53" name="弧形 52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54" name="弧形 53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48" name="直接连接符 47"/>
              <p:cNvCxnSpPr/>
              <p:nvPr/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组合 48"/>
              <p:cNvGrpSpPr/>
              <p:nvPr/>
            </p:nvGrpSpPr>
            <p:grpSpPr>
              <a:xfrm>
                <a:off x="3881577" y="3322330"/>
                <a:ext cx="849174" cy="849172"/>
                <a:chOff x="3881577" y="3322330"/>
                <a:chExt cx="849174" cy="849172"/>
              </a:xfrm>
            </p:grpSpPr>
            <p:sp>
              <p:nvSpPr>
                <p:cNvPr id="51" name="文本框 50"/>
                <p:cNvSpPr txBox="1">
                  <a:spLocks noChangeAspect="1"/>
                </p:cNvSpPr>
                <p:nvPr/>
              </p:nvSpPr>
              <p:spPr>
                <a:xfrm>
                  <a:off x="3881577" y="3322330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1">
                        <a:lumMod val="60000"/>
                        <a:lumOff val="40000"/>
                        <a:alpha val="1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1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52" name="任意多边形: 形状 51"/>
                <p:cNvSpPr/>
                <p:nvPr/>
              </p:nvSpPr>
              <p:spPr>
                <a:xfrm>
                  <a:off x="4125189" y="3548542"/>
                  <a:ext cx="361948" cy="396747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4017 w 495300"/>
                    <a:gd name="connsiteY2" fmla="*/ 484491 h 542925"/>
                    <a:gd name="connsiteX3" fmla="*/ 346877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663 w 495300"/>
                    <a:gd name="connsiteY8" fmla="*/ 524496 h 542925"/>
                    <a:gd name="connsiteX9" fmla="*/ 173523 w 495300"/>
                    <a:gd name="connsiteY9" fmla="*/ 484491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573 w 495300"/>
                    <a:gd name="connsiteY12" fmla="*/ 489254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967 w 495300"/>
                    <a:gd name="connsiteY15" fmla="*/ 489254 h 542925"/>
                    <a:gd name="connsiteX16" fmla="*/ 248770 w 495300"/>
                    <a:gd name="connsiteY16" fmla="*/ 495921 h 542925"/>
                    <a:gd name="connsiteX17" fmla="*/ 192573 w 495300"/>
                    <a:gd name="connsiteY17" fmla="*/ 489254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930" y="621"/>
                        <a:pt x="496420" y="111111"/>
                        <a:pt x="496420" y="248271"/>
                      </a:cubicBezTo>
                      <a:cubicBezTo>
                        <a:pt x="496420" y="358761"/>
                        <a:pt x="424030" y="452106"/>
                        <a:pt x="324017" y="484491"/>
                      </a:cubicBezTo>
                      <a:lnTo>
                        <a:pt x="346877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663" y="524496"/>
                      </a:lnTo>
                      <a:lnTo>
                        <a:pt x="173523" y="484491"/>
                      </a:lnTo>
                      <a:cubicBezTo>
                        <a:pt x="73510" y="453059"/>
                        <a:pt x="1120" y="358761"/>
                        <a:pt x="1120" y="248271"/>
                      </a:cubicBezTo>
                      <a:cubicBezTo>
                        <a:pt x="1120" y="111111"/>
                        <a:pt x="111610" y="621"/>
                        <a:pt x="248770" y="621"/>
                      </a:cubicBezTo>
                      <a:close/>
                      <a:moveTo>
                        <a:pt x="192573" y="489254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967" y="489254"/>
                      </a:lnTo>
                      <a:cubicBezTo>
                        <a:pt x="286870" y="493064"/>
                        <a:pt x="267820" y="495921"/>
                        <a:pt x="248770" y="495921"/>
                      </a:cubicBezTo>
                      <a:cubicBezTo>
                        <a:pt x="229720" y="495921"/>
                        <a:pt x="210670" y="493064"/>
                        <a:pt x="192573" y="489254"/>
                      </a:cubicBezTo>
                      <a:close/>
                      <a:moveTo>
                        <a:pt x="248770" y="143496"/>
                      </a:moveTo>
                      <a:cubicBezTo>
                        <a:pt x="190667" y="143496"/>
                        <a:pt x="143995" y="190169"/>
                        <a:pt x="143995" y="248271"/>
                      </a:cubicBezTo>
                      <a:cubicBezTo>
                        <a:pt x="143995" y="306374"/>
                        <a:pt x="190667" y="353046"/>
                        <a:pt x="248770" y="353046"/>
                      </a:cubicBezTo>
                      <a:cubicBezTo>
                        <a:pt x="306873" y="353046"/>
                        <a:pt x="353545" y="306374"/>
                        <a:pt x="353545" y="248271"/>
                      </a:cubicBezTo>
                      <a:cubicBezTo>
                        <a:pt x="353545" y="190169"/>
                        <a:pt x="306873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60213" y="114921"/>
                        <a:pt x="353545" y="121589"/>
                        <a:pt x="353545" y="129209"/>
                      </a:cubicBezTo>
                      <a:cubicBezTo>
                        <a:pt x="353545" y="136829"/>
                        <a:pt x="360213" y="143496"/>
                        <a:pt x="367833" y="143496"/>
                      </a:cubicBezTo>
                      <a:cubicBezTo>
                        <a:pt x="375452" y="143496"/>
                        <a:pt x="382120" y="136829"/>
                        <a:pt x="382120" y="129209"/>
                      </a:cubicBezTo>
                      <a:cubicBezTo>
                        <a:pt x="382120" y="121589"/>
                        <a:pt x="375452" y="114921"/>
                        <a:pt x="367833" y="11492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50" name="矩形: 圆角 49"/>
              <p:cNvSpPr/>
              <p:nvPr/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01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5" name="组合 54"/>
            <p:cNvGrpSpPr>
              <a:grpSpLocks noChangeAspect="1"/>
            </p:cNvGrpSpPr>
            <p:nvPr/>
          </p:nvGrpSpPr>
          <p:grpSpPr>
            <a:xfrm>
              <a:off x="6214584" y="4578809"/>
              <a:ext cx="3392672" cy="1881300"/>
              <a:chOff x="3595122" y="2635398"/>
              <a:chExt cx="4329677" cy="2400888"/>
            </a:xfrm>
          </p:grpSpPr>
          <p:sp>
            <p:nvSpPr>
              <p:cNvPr id="56" name="文本框 55"/>
              <p:cNvSpPr txBox="1"/>
              <p:nvPr/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{vItem.item3}</a:t>
                </a:r>
                <a:endParaRPr lang="de-DE" dirty="0"/>
              </a:p>
            </p:txBody>
          </p:sp>
          <p:sp>
            <p:nvSpPr>
              <p:cNvPr id="57" name="文本框 56"/>
              <p:cNvSpPr txBox="1"/>
              <p:nvPr/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{vItem.item3_Desc}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58" name="组合 57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64" name="弧形 63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65" name="弧形 64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59" name="直接连接符 58"/>
              <p:cNvCxnSpPr/>
              <p:nvPr/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2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0" name="组合 59"/>
              <p:cNvGrpSpPr/>
              <p:nvPr/>
            </p:nvGrpSpPr>
            <p:grpSpPr>
              <a:xfrm>
                <a:off x="3881577" y="3322331"/>
                <a:ext cx="849174" cy="849172"/>
                <a:chOff x="3881577" y="3322331"/>
                <a:chExt cx="849174" cy="849172"/>
              </a:xfrm>
            </p:grpSpPr>
            <p:sp>
              <p:nvSpPr>
                <p:cNvPr id="62" name="文本框 61"/>
                <p:cNvSpPr txBox="1">
                  <a:spLocks noChangeAspect="1"/>
                </p:cNvSpPr>
                <p:nvPr/>
              </p:nvSpPr>
              <p:spPr>
                <a:xfrm>
                  <a:off x="3881577" y="3322331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2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2">
                        <a:lumMod val="60000"/>
                        <a:lumOff val="4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2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63" name="任意多边形: 形状 62"/>
                <p:cNvSpPr/>
                <p:nvPr/>
              </p:nvSpPr>
              <p:spPr>
                <a:xfrm>
                  <a:off x="4125189" y="3555500"/>
                  <a:ext cx="361949" cy="382831"/>
                </a:xfrm>
                <a:custGeom>
                  <a:avLst/>
                  <a:gdLst>
                    <a:gd name="connsiteX0" fmla="*/ 371955 w 495300"/>
                    <a:gd name="connsiteY0" fmla="*/ 621 h 523875"/>
                    <a:gd name="connsiteX1" fmla="*/ 400530 w 495300"/>
                    <a:gd name="connsiteY1" fmla="*/ 29196 h 523875"/>
                    <a:gd name="connsiteX2" fmla="*/ 400530 w 495300"/>
                    <a:gd name="connsiteY2" fmla="*/ 133971 h 523875"/>
                    <a:gd name="connsiteX3" fmla="*/ 371955 w 495300"/>
                    <a:gd name="connsiteY3" fmla="*/ 162546 h 523875"/>
                    <a:gd name="connsiteX4" fmla="*/ 257655 w 495300"/>
                    <a:gd name="connsiteY4" fmla="*/ 162546 h 523875"/>
                    <a:gd name="connsiteX5" fmla="*/ 257655 w 495300"/>
                    <a:gd name="connsiteY5" fmla="*/ 286371 h 523875"/>
                    <a:gd name="connsiteX6" fmla="*/ 419580 w 495300"/>
                    <a:gd name="connsiteY6" fmla="*/ 286371 h 523875"/>
                    <a:gd name="connsiteX7" fmla="*/ 457680 w 495300"/>
                    <a:gd name="connsiteY7" fmla="*/ 322566 h 523875"/>
                    <a:gd name="connsiteX8" fmla="*/ 457680 w 495300"/>
                    <a:gd name="connsiteY8" fmla="*/ 324471 h 523875"/>
                    <a:gd name="connsiteX9" fmla="*/ 457680 w 495300"/>
                    <a:gd name="connsiteY9" fmla="*/ 429246 h 523875"/>
                    <a:gd name="connsiteX10" fmla="*/ 476730 w 495300"/>
                    <a:gd name="connsiteY10" fmla="*/ 429246 h 523875"/>
                    <a:gd name="connsiteX11" fmla="*/ 495780 w 495300"/>
                    <a:gd name="connsiteY11" fmla="*/ 448296 h 523875"/>
                    <a:gd name="connsiteX12" fmla="*/ 495780 w 495300"/>
                    <a:gd name="connsiteY12" fmla="*/ 505446 h 523875"/>
                    <a:gd name="connsiteX13" fmla="*/ 476730 w 495300"/>
                    <a:gd name="connsiteY13" fmla="*/ 524496 h 523875"/>
                    <a:gd name="connsiteX14" fmla="*/ 419580 w 495300"/>
                    <a:gd name="connsiteY14" fmla="*/ 524496 h 523875"/>
                    <a:gd name="connsiteX15" fmla="*/ 400530 w 495300"/>
                    <a:gd name="connsiteY15" fmla="*/ 505446 h 523875"/>
                    <a:gd name="connsiteX16" fmla="*/ 400530 w 495300"/>
                    <a:gd name="connsiteY16" fmla="*/ 448296 h 523875"/>
                    <a:gd name="connsiteX17" fmla="*/ 419580 w 495300"/>
                    <a:gd name="connsiteY17" fmla="*/ 429246 h 523875"/>
                    <a:gd name="connsiteX18" fmla="*/ 438630 w 495300"/>
                    <a:gd name="connsiteY18" fmla="*/ 429246 h 523875"/>
                    <a:gd name="connsiteX19" fmla="*/ 438630 w 495300"/>
                    <a:gd name="connsiteY19" fmla="*/ 324471 h 523875"/>
                    <a:gd name="connsiteX20" fmla="*/ 420533 w 495300"/>
                    <a:gd name="connsiteY20" fmla="*/ 305421 h 523875"/>
                    <a:gd name="connsiteX21" fmla="*/ 419580 w 495300"/>
                    <a:gd name="connsiteY21" fmla="*/ 305421 h 523875"/>
                    <a:gd name="connsiteX22" fmla="*/ 257655 w 495300"/>
                    <a:gd name="connsiteY22" fmla="*/ 305421 h 523875"/>
                    <a:gd name="connsiteX23" fmla="*/ 257655 w 495300"/>
                    <a:gd name="connsiteY23" fmla="*/ 429246 h 523875"/>
                    <a:gd name="connsiteX24" fmla="*/ 276705 w 495300"/>
                    <a:gd name="connsiteY24" fmla="*/ 429246 h 523875"/>
                    <a:gd name="connsiteX25" fmla="*/ 295755 w 495300"/>
                    <a:gd name="connsiteY25" fmla="*/ 448296 h 523875"/>
                    <a:gd name="connsiteX26" fmla="*/ 295755 w 495300"/>
                    <a:gd name="connsiteY26" fmla="*/ 505446 h 523875"/>
                    <a:gd name="connsiteX27" fmla="*/ 276705 w 495300"/>
                    <a:gd name="connsiteY27" fmla="*/ 524496 h 523875"/>
                    <a:gd name="connsiteX28" fmla="*/ 219555 w 495300"/>
                    <a:gd name="connsiteY28" fmla="*/ 524496 h 523875"/>
                    <a:gd name="connsiteX29" fmla="*/ 200505 w 495300"/>
                    <a:gd name="connsiteY29" fmla="*/ 505446 h 523875"/>
                    <a:gd name="connsiteX30" fmla="*/ 200505 w 495300"/>
                    <a:gd name="connsiteY30" fmla="*/ 448296 h 523875"/>
                    <a:gd name="connsiteX31" fmla="*/ 219555 w 495300"/>
                    <a:gd name="connsiteY31" fmla="*/ 429246 h 523875"/>
                    <a:gd name="connsiteX32" fmla="*/ 238605 w 495300"/>
                    <a:gd name="connsiteY32" fmla="*/ 429246 h 523875"/>
                    <a:gd name="connsiteX33" fmla="*/ 238605 w 495300"/>
                    <a:gd name="connsiteY33" fmla="*/ 305421 h 523875"/>
                    <a:gd name="connsiteX34" fmla="*/ 76680 w 495300"/>
                    <a:gd name="connsiteY34" fmla="*/ 305421 h 523875"/>
                    <a:gd name="connsiteX35" fmla="*/ 57630 w 495300"/>
                    <a:gd name="connsiteY35" fmla="*/ 323519 h 523875"/>
                    <a:gd name="connsiteX36" fmla="*/ 57630 w 495300"/>
                    <a:gd name="connsiteY36" fmla="*/ 324471 h 523875"/>
                    <a:gd name="connsiteX37" fmla="*/ 57630 w 495300"/>
                    <a:gd name="connsiteY37" fmla="*/ 429246 h 523875"/>
                    <a:gd name="connsiteX38" fmla="*/ 76680 w 495300"/>
                    <a:gd name="connsiteY38" fmla="*/ 429246 h 523875"/>
                    <a:gd name="connsiteX39" fmla="*/ 95730 w 495300"/>
                    <a:gd name="connsiteY39" fmla="*/ 448296 h 523875"/>
                    <a:gd name="connsiteX40" fmla="*/ 95730 w 495300"/>
                    <a:gd name="connsiteY40" fmla="*/ 505446 h 523875"/>
                    <a:gd name="connsiteX41" fmla="*/ 76680 w 495300"/>
                    <a:gd name="connsiteY41" fmla="*/ 524496 h 523875"/>
                    <a:gd name="connsiteX42" fmla="*/ 19530 w 495300"/>
                    <a:gd name="connsiteY42" fmla="*/ 524496 h 523875"/>
                    <a:gd name="connsiteX43" fmla="*/ 480 w 495300"/>
                    <a:gd name="connsiteY43" fmla="*/ 505446 h 523875"/>
                    <a:gd name="connsiteX44" fmla="*/ 480 w 495300"/>
                    <a:gd name="connsiteY44" fmla="*/ 448296 h 523875"/>
                    <a:gd name="connsiteX45" fmla="*/ 19530 w 495300"/>
                    <a:gd name="connsiteY45" fmla="*/ 429246 h 523875"/>
                    <a:gd name="connsiteX46" fmla="*/ 38580 w 495300"/>
                    <a:gd name="connsiteY46" fmla="*/ 429246 h 523875"/>
                    <a:gd name="connsiteX47" fmla="*/ 38580 w 495300"/>
                    <a:gd name="connsiteY47" fmla="*/ 324471 h 523875"/>
                    <a:gd name="connsiteX48" fmla="*/ 74775 w 495300"/>
                    <a:gd name="connsiteY48" fmla="*/ 286371 h 523875"/>
                    <a:gd name="connsiteX49" fmla="*/ 76680 w 495300"/>
                    <a:gd name="connsiteY49" fmla="*/ 286371 h 523875"/>
                    <a:gd name="connsiteX50" fmla="*/ 238605 w 495300"/>
                    <a:gd name="connsiteY50" fmla="*/ 286371 h 523875"/>
                    <a:gd name="connsiteX51" fmla="*/ 238605 w 495300"/>
                    <a:gd name="connsiteY51" fmla="*/ 162546 h 523875"/>
                    <a:gd name="connsiteX52" fmla="*/ 124305 w 495300"/>
                    <a:gd name="connsiteY52" fmla="*/ 162546 h 523875"/>
                    <a:gd name="connsiteX53" fmla="*/ 95730 w 495300"/>
                    <a:gd name="connsiteY53" fmla="*/ 133971 h 523875"/>
                    <a:gd name="connsiteX54" fmla="*/ 95730 w 495300"/>
                    <a:gd name="connsiteY54" fmla="*/ 29196 h 523875"/>
                    <a:gd name="connsiteX55" fmla="*/ 124305 w 495300"/>
                    <a:gd name="connsiteY55" fmla="*/ 621 h 523875"/>
                    <a:gd name="connsiteX56" fmla="*/ 371955 w 495300"/>
                    <a:gd name="connsiteY56" fmla="*/ 621 h 523875"/>
                    <a:gd name="connsiteX57" fmla="*/ 148118 w 495300"/>
                    <a:gd name="connsiteY57" fmla="*/ 95871 h 523875"/>
                    <a:gd name="connsiteX58" fmla="*/ 133830 w 495300"/>
                    <a:gd name="connsiteY58" fmla="*/ 110159 h 523875"/>
                    <a:gd name="connsiteX59" fmla="*/ 148118 w 495300"/>
                    <a:gd name="connsiteY59" fmla="*/ 124446 h 523875"/>
                    <a:gd name="connsiteX60" fmla="*/ 162405 w 495300"/>
                    <a:gd name="connsiteY60" fmla="*/ 110159 h 523875"/>
                    <a:gd name="connsiteX61" fmla="*/ 148118 w 495300"/>
                    <a:gd name="connsiteY61" fmla="*/ 9587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495300" h="523875">
                      <a:moveTo>
                        <a:pt x="371955" y="621"/>
                      </a:moveTo>
                      <a:cubicBezTo>
                        <a:pt x="388148" y="621"/>
                        <a:pt x="400530" y="13004"/>
                        <a:pt x="400530" y="29196"/>
                      </a:cubicBezTo>
                      <a:lnTo>
                        <a:pt x="400530" y="133971"/>
                      </a:lnTo>
                      <a:cubicBezTo>
                        <a:pt x="400530" y="150164"/>
                        <a:pt x="388148" y="162546"/>
                        <a:pt x="371955" y="162546"/>
                      </a:cubicBezTo>
                      <a:lnTo>
                        <a:pt x="257655" y="162546"/>
                      </a:lnTo>
                      <a:lnTo>
                        <a:pt x="257655" y="286371"/>
                      </a:lnTo>
                      <a:lnTo>
                        <a:pt x="419580" y="286371"/>
                      </a:lnTo>
                      <a:cubicBezTo>
                        <a:pt x="439583" y="286371"/>
                        <a:pt x="456727" y="302564"/>
                        <a:pt x="457680" y="322566"/>
                      </a:cubicBezTo>
                      <a:lnTo>
                        <a:pt x="457680" y="324471"/>
                      </a:lnTo>
                      <a:lnTo>
                        <a:pt x="457680" y="429246"/>
                      </a:lnTo>
                      <a:lnTo>
                        <a:pt x="476730" y="429246"/>
                      </a:lnTo>
                      <a:cubicBezTo>
                        <a:pt x="487208" y="429246"/>
                        <a:pt x="495780" y="437819"/>
                        <a:pt x="495780" y="448296"/>
                      </a:cubicBezTo>
                      <a:lnTo>
                        <a:pt x="495780" y="505446"/>
                      </a:lnTo>
                      <a:cubicBezTo>
                        <a:pt x="495780" y="515924"/>
                        <a:pt x="487208" y="524496"/>
                        <a:pt x="476730" y="524496"/>
                      </a:cubicBezTo>
                      <a:lnTo>
                        <a:pt x="419580" y="524496"/>
                      </a:lnTo>
                      <a:cubicBezTo>
                        <a:pt x="409102" y="524496"/>
                        <a:pt x="400530" y="515924"/>
                        <a:pt x="400530" y="505446"/>
                      </a:cubicBezTo>
                      <a:lnTo>
                        <a:pt x="400530" y="448296"/>
                      </a:lnTo>
                      <a:cubicBezTo>
                        <a:pt x="400530" y="437819"/>
                        <a:pt x="409102" y="429246"/>
                        <a:pt x="419580" y="429246"/>
                      </a:cubicBezTo>
                      <a:lnTo>
                        <a:pt x="438630" y="429246"/>
                      </a:lnTo>
                      <a:lnTo>
                        <a:pt x="438630" y="324471"/>
                      </a:lnTo>
                      <a:cubicBezTo>
                        <a:pt x="438630" y="313994"/>
                        <a:pt x="431010" y="306374"/>
                        <a:pt x="420533" y="305421"/>
                      </a:cubicBezTo>
                      <a:lnTo>
                        <a:pt x="419580" y="305421"/>
                      </a:lnTo>
                      <a:lnTo>
                        <a:pt x="257655" y="305421"/>
                      </a:lnTo>
                      <a:lnTo>
                        <a:pt x="257655" y="429246"/>
                      </a:lnTo>
                      <a:lnTo>
                        <a:pt x="276705" y="429246"/>
                      </a:lnTo>
                      <a:cubicBezTo>
                        <a:pt x="287183" y="429246"/>
                        <a:pt x="295755" y="437819"/>
                        <a:pt x="295755" y="448296"/>
                      </a:cubicBezTo>
                      <a:lnTo>
                        <a:pt x="295755" y="505446"/>
                      </a:lnTo>
                      <a:cubicBezTo>
                        <a:pt x="295755" y="515924"/>
                        <a:pt x="287183" y="524496"/>
                        <a:pt x="276705" y="524496"/>
                      </a:cubicBezTo>
                      <a:lnTo>
                        <a:pt x="219555" y="524496"/>
                      </a:lnTo>
                      <a:cubicBezTo>
                        <a:pt x="209077" y="524496"/>
                        <a:pt x="200505" y="515924"/>
                        <a:pt x="200505" y="505446"/>
                      </a:cubicBezTo>
                      <a:lnTo>
                        <a:pt x="200505" y="448296"/>
                      </a:lnTo>
                      <a:cubicBezTo>
                        <a:pt x="200505" y="437819"/>
                        <a:pt x="209077" y="429246"/>
                        <a:pt x="219555" y="429246"/>
                      </a:cubicBezTo>
                      <a:lnTo>
                        <a:pt x="238605" y="429246"/>
                      </a:lnTo>
                      <a:lnTo>
                        <a:pt x="238605" y="305421"/>
                      </a:lnTo>
                      <a:lnTo>
                        <a:pt x="76680" y="305421"/>
                      </a:lnTo>
                      <a:cubicBezTo>
                        <a:pt x="66202" y="305421"/>
                        <a:pt x="58583" y="313041"/>
                        <a:pt x="57630" y="323519"/>
                      </a:cubicBezTo>
                      <a:lnTo>
                        <a:pt x="57630" y="324471"/>
                      </a:lnTo>
                      <a:lnTo>
                        <a:pt x="57630" y="429246"/>
                      </a:lnTo>
                      <a:lnTo>
                        <a:pt x="76680" y="429246"/>
                      </a:lnTo>
                      <a:cubicBezTo>
                        <a:pt x="87158" y="429246"/>
                        <a:pt x="95730" y="437819"/>
                        <a:pt x="95730" y="448296"/>
                      </a:cubicBezTo>
                      <a:lnTo>
                        <a:pt x="95730" y="505446"/>
                      </a:lnTo>
                      <a:cubicBezTo>
                        <a:pt x="95730" y="515924"/>
                        <a:pt x="87158" y="524496"/>
                        <a:pt x="76680" y="524496"/>
                      </a:cubicBezTo>
                      <a:lnTo>
                        <a:pt x="19530" y="524496"/>
                      </a:lnTo>
                      <a:cubicBezTo>
                        <a:pt x="9052" y="524496"/>
                        <a:pt x="480" y="515924"/>
                        <a:pt x="480" y="505446"/>
                      </a:cubicBezTo>
                      <a:lnTo>
                        <a:pt x="480" y="448296"/>
                      </a:lnTo>
                      <a:cubicBezTo>
                        <a:pt x="480" y="437819"/>
                        <a:pt x="9052" y="429246"/>
                        <a:pt x="19530" y="429246"/>
                      </a:cubicBezTo>
                      <a:lnTo>
                        <a:pt x="38580" y="429246"/>
                      </a:lnTo>
                      <a:lnTo>
                        <a:pt x="38580" y="324471"/>
                      </a:lnTo>
                      <a:cubicBezTo>
                        <a:pt x="38580" y="304469"/>
                        <a:pt x="54773" y="287324"/>
                        <a:pt x="74775" y="286371"/>
                      </a:cubicBezTo>
                      <a:lnTo>
                        <a:pt x="76680" y="286371"/>
                      </a:lnTo>
                      <a:lnTo>
                        <a:pt x="238605" y="286371"/>
                      </a:lnTo>
                      <a:lnTo>
                        <a:pt x="238605" y="162546"/>
                      </a:lnTo>
                      <a:lnTo>
                        <a:pt x="124305" y="162546"/>
                      </a:lnTo>
                      <a:cubicBezTo>
                        <a:pt x="108112" y="162546"/>
                        <a:pt x="95730" y="150164"/>
                        <a:pt x="95730" y="133971"/>
                      </a:cubicBezTo>
                      <a:lnTo>
                        <a:pt x="95730" y="29196"/>
                      </a:lnTo>
                      <a:cubicBezTo>
                        <a:pt x="95730" y="13004"/>
                        <a:pt x="108112" y="621"/>
                        <a:pt x="124305" y="621"/>
                      </a:cubicBezTo>
                      <a:lnTo>
                        <a:pt x="371955" y="621"/>
                      </a:lnTo>
                      <a:close/>
                      <a:moveTo>
                        <a:pt x="148118" y="95871"/>
                      </a:moveTo>
                      <a:cubicBezTo>
                        <a:pt x="140498" y="95871"/>
                        <a:pt x="133830" y="102539"/>
                        <a:pt x="133830" y="110159"/>
                      </a:cubicBezTo>
                      <a:cubicBezTo>
                        <a:pt x="133830" y="117779"/>
                        <a:pt x="140498" y="124446"/>
                        <a:pt x="148118" y="124446"/>
                      </a:cubicBezTo>
                      <a:cubicBezTo>
                        <a:pt x="155737" y="124446"/>
                        <a:pt x="162405" y="117779"/>
                        <a:pt x="162405" y="110159"/>
                      </a:cubicBezTo>
                      <a:cubicBezTo>
                        <a:pt x="162405" y="102539"/>
                        <a:pt x="155737" y="95871"/>
                        <a:pt x="148118" y="9587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61" name="矩形: 圆角 60"/>
              <p:cNvSpPr/>
              <p:nvPr/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02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79" name="组合 78"/>
            <p:cNvGrpSpPr>
              <a:grpSpLocks noChangeAspect="1"/>
            </p:cNvGrpSpPr>
            <p:nvPr/>
          </p:nvGrpSpPr>
          <p:grpSpPr>
            <a:xfrm>
              <a:off x="3154913" y="783169"/>
              <a:ext cx="3392672" cy="1881300"/>
              <a:chOff x="3595122" y="2635398"/>
              <a:chExt cx="4329677" cy="2400888"/>
            </a:xfrm>
          </p:grpSpPr>
          <p:sp>
            <p:nvSpPr>
              <p:cNvPr id="80" name="文本框 79"/>
              <p:cNvSpPr txBox="1"/>
              <p:nvPr/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{vItem.item2}</a:t>
                </a:r>
                <a:endParaRPr lang="de-DE" dirty="0"/>
              </a:p>
            </p:txBody>
          </p:sp>
          <p:sp>
            <p:nvSpPr>
              <p:cNvPr id="81" name="文本框 80"/>
              <p:cNvSpPr txBox="1"/>
              <p:nvPr/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{vItem.item2_Desc}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82" name="组合 81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88" name="弧形 87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89" name="弧形 88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83" name="直接连接符 82"/>
              <p:cNvCxnSpPr/>
              <p:nvPr/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4" name="组合 83"/>
              <p:cNvGrpSpPr/>
              <p:nvPr/>
            </p:nvGrpSpPr>
            <p:grpSpPr>
              <a:xfrm>
                <a:off x="3881577" y="3322330"/>
                <a:ext cx="849174" cy="849172"/>
                <a:chOff x="3881577" y="3322330"/>
                <a:chExt cx="849174" cy="849172"/>
              </a:xfrm>
            </p:grpSpPr>
            <p:sp>
              <p:nvSpPr>
                <p:cNvPr id="86" name="文本框 85"/>
                <p:cNvSpPr txBox="1">
                  <a:spLocks noChangeAspect="1"/>
                </p:cNvSpPr>
                <p:nvPr/>
              </p:nvSpPr>
              <p:spPr>
                <a:xfrm>
                  <a:off x="3881577" y="3322330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1">
                        <a:lumMod val="60000"/>
                        <a:lumOff val="40000"/>
                        <a:alpha val="1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1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87" name="任意多边形: 形状 86"/>
                <p:cNvSpPr/>
                <p:nvPr/>
              </p:nvSpPr>
              <p:spPr>
                <a:xfrm>
                  <a:off x="4125189" y="3548542"/>
                  <a:ext cx="361948" cy="396747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4017 w 495300"/>
                    <a:gd name="connsiteY2" fmla="*/ 484491 h 542925"/>
                    <a:gd name="connsiteX3" fmla="*/ 346877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663 w 495300"/>
                    <a:gd name="connsiteY8" fmla="*/ 524496 h 542925"/>
                    <a:gd name="connsiteX9" fmla="*/ 173523 w 495300"/>
                    <a:gd name="connsiteY9" fmla="*/ 484491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573 w 495300"/>
                    <a:gd name="connsiteY12" fmla="*/ 489254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967 w 495300"/>
                    <a:gd name="connsiteY15" fmla="*/ 489254 h 542925"/>
                    <a:gd name="connsiteX16" fmla="*/ 248770 w 495300"/>
                    <a:gd name="connsiteY16" fmla="*/ 495921 h 542925"/>
                    <a:gd name="connsiteX17" fmla="*/ 192573 w 495300"/>
                    <a:gd name="connsiteY17" fmla="*/ 489254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930" y="621"/>
                        <a:pt x="496420" y="111111"/>
                        <a:pt x="496420" y="248271"/>
                      </a:cubicBezTo>
                      <a:cubicBezTo>
                        <a:pt x="496420" y="358761"/>
                        <a:pt x="424030" y="452106"/>
                        <a:pt x="324017" y="484491"/>
                      </a:cubicBezTo>
                      <a:lnTo>
                        <a:pt x="346877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663" y="524496"/>
                      </a:lnTo>
                      <a:lnTo>
                        <a:pt x="173523" y="484491"/>
                      </a:lnTo>
                      <a:cubicBezTo>
                        <a:pt x="73510" y="453059"/>
                        <a:pt x="1120" y="358761"/>
                        <a:pt x="1120" y="248271"/>
                      </a:cubicBezTo>
                      <a:cubicBezTo>
                        <a:pt x="1120" y="111111"/>
                        <a:pt x="111610" y="621"/>
                        <a:pt x="248770" y="621"/>
                      </a:cubicBezTo>
                      <a:close/>
                      <a:moveTo>
                        <a:pt x="192573" y="489254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967" y="489254"/>
                      </a:lnTo>
                      <a:cubicBezTo>
                        <a:pt x="286870" y="493064"/>
                        <a:pt x="267820" y="495921"/>
                        <a:pt x="248770" y="495921"/>
                      </a:cubicBezTo>
                      <a:cubicBezTo>
                        <a:pt x="229720" y="495921"/>
                        <a:pt x="210670" y="493064"/>
                        <a:pt x="192573" y="489254"/>
                      </a:cubicBezTo>
                      <a:close/>
                      <a:moveTo>
                        <a:pt x="248770" y="143496"/>
                      </a:moveTo>
                      <a:cubicBezTo>
                        <a:pt x="190667" y="143496"/>
                        <a:pt x="143995" y="190169"/>
                        <a:pt x="143995" y="248271"/>
                      </a:cubicBezTo>
                      <a:cubicBezTo>
                        <a:pt x="143995" y="306374"/>
                        <a:pt x="190667" y="353046"/>
                        <a:pt x="248770" y="353046"/>
                      </a:cubicBezTo>
                      <a:cubicBezTo>
                        <a:pt x="306873" y="353046"/>
                        <a:pt x="353545" y="306374"/>
                        <a:pt x="353545" y="248271"/>
                      </a:cubicBezTo>
                      <a:cubicBezTo>
                        <a:pt x="353545" y="190169"/>
                        <a:pt x="306873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60213" y="114921"/>
                        <a:pt x="353545" y="121589"/>
                        <a:pt x="353545" y="129209"/>
                      </a:cubicBezTo>
                      <a:cubicBezTo>
                        <a:pt x="353545" y="136829"/>
                        <a:pt x="360213" y="143496"/>
                        <a:pt x="367833" y="143496"/>
                      </a:cubicBezTo>
                      <a:cubicBezTo>
                        <a:pt x="375452" y="143496"/>
                        <a:pt x="382120" y="136829"/>
                        <a:pt x="382120" y="129209"/>
                      </a:cubicBezTo>
                      <a:cubicBezTo>
                        <a:pt x="382120" y="121589"/>
                        <a:pt x="375452" y="114921"/>
                        <a:pt x="367833" y="11492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85" name="矩形: 圆角 84"/>
              <p:cNvSpPr/>
              <p:nvPr/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01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90" name="组合 89"/>
            <p:cNvGrpSpPr>
              <a:grpSpLocks noChangeAspect="1"/>
            </p:cNvGrpSpPr>
            <p:nvPr/>
          </p:nvGrpSpPr>
          <p:grpSpPr>
            <a:xfrm>
              <a:off x="7729572" y="708416"/>
              <a:ext cx="3392672" cy="1881300"/>
              <a:chOff x="3595122" y="2635398"/>
              <a:chExt cx="4329677" cy="2400888"/>
            </a:xfrm>
          </p:grpSpPr>
          <p:sp>
            <p:nvSpPr>
              <p:cNvPr id="91" name="文本框 90"/>
              <p:cNvSpPr txBox="1"/>
              <p:nvPr/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{vItem.item4}</a:t>
                </a:r>
                <a:endParaRPr lang="de-DE" dirty="0"/>
              </a:p>
            </p:txBody>
          </p:sp>
          <p:sp>
            <p:nvSpPr>
              <p:cNvPr id="92" name="文本框 91"/>
              <p:cNvSpPr txBox="1"/>
              <p:nvPr/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{vItem.item4_Desc}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93" name="组合 92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99" name="弧形 98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100" name="弧形 99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94" name="直接连接符 93"/>
              <p:cNvCxnSpPr/>
              <p:nvPr/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2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5" name="组合 94"/>
              <p:cNvGrpSpPr/>
              <p:nvPr/>
            </p:nvGrpSpPr>
            <p:grpSpPr>
              <a:xfrm>
                <a:off x="3881577" y="3322331"/>
                <a:ext cx="849174" cy="849172"/>
                <a:chOff x="3881577" y="3322331"/>
                <a:chExt cx="849174" cy="849172"/>
              </a:xfrm>
            </p:grpSpPr>
            <p:sp>
              <p:nvSpPr>
                <p:cNvPr id="97" name="文本框 96"/>
                <p:cNvSpPr txBox="1">
                  <a:spLocks noChangeAspect="1"/>
                </p:cNvSpPr>
                <p:nvPr/>
              </p:nvSpPr>
              <p:spPr>
                <a:xfrm>
                  <a:off x="3881577" y="3322331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2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2">
                        <a:lumMod val="60000"/>
                        <a:lumOff val="4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2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98" name="任意多边形: 形状 97"/>
                <p:cNvSpPr/>
                <p:nvPr/>
              </p:nvSpPr>
              <p:spPr>
                <a:xfrm>
                  <a:off x="4125189" y="3555500"/>
                  <a:ext cx="361949" cy="382831"/>
                </a:xfrm>
                <a:custGeom>
                  <a:avLst/>
                  <a:gdLst>
                    <a:gd name="connsiteX0" fmla="*/ 371955 w 495300"/>
                    <a:gd name="connsiteY0" fmla="*/ 621 h 523875"/>
                    <a:gd name="connsiteX1" fmla="*/ 400530 w 495300"/>
                    <a:gd name="connsiteY1" fmla="*/ 29196 h 523875"/>
                    <a:gd name="connsiteX2" fmla="*/ 400530 w 495300"/>
                    <a:gd name="connsiteY2" fmla="*/ 133971 h 523875"/>
                    <a:gd name="connsiteX3" fmla="*/ 371955 w 495300"/>
                    <a:gd name="connsiteY3" fmla="*/ 162546 h 523875"/>
                    <a:gd name="connsiteX4" fmla="*/ 257655 w 495300"/>
                    <a:gd name="connsiteY4" fmla="*/ 162546 h 523875"/>
                    <a:gd name="connsiteX5" fmla="*/ 257655 w 495300"/>
                    <a:gd name="connsiteY5" fmla="*/ 286371 h 523875"/>
                    <a:gd name="connsiteX6" fmla="*/ 419580 w 495300"/>
                    <a:gd name="connsiteY6" fmla="*/ 286371 h 523875"/>
                    <a:gd name="connsiteX7" fmla="*/ 457680 w 495300"/>
                    <a:gd name="connsiteY7" fmla="*/ 322566 h 523875"/>
                    <a:gd name="connsiteX8" fmla="*/ 457680 w 495300"/>
                    <a:gd name="connsiteY8" fmla="*/ 324471 h 523875"/>
                    <a:gd name="connsiteX9" fmla="*/ 457680 w 495300"/>
                    <a:gd name="connsiteY9" fmla="*/ 429246 h 523875"/>
                    <a:gd name="connsiteX10" fmla="*/ 476730 w 495300"/>
                    <a:gd name="connsiteY10" fmla="*/ 429246 h 523875"/>
                    <a:gd name="connsiteX11" fmla="*/ 495780 w 495300"/>
                    <a:gd name="connsiteY11" fmla="*/ 448296 h 523875"/>
                    <a:gd name="connsiteX12" fmla="*/ 495780 w 495300"/>
                    <a:gd name="connsiteY12" fmla="*/ 505446 h 523875"/>
                    <a:gd name="connsiteX13" fmla="*/ 476730 w 495300"/>
                    <a:gd name="connsiteY13" fmla="*/ 524496 h 523875"/>
                    <a:gd name="connsiteX14" fmla="*/ 419580 w 495300"/>
                    <a:gd name="connsiteY14" fmla="*/ 524496 h 523875"/>
                    <a:gd name="connsiteX15" fmla="*/ 400530 w 495300"/>
                    <a:gd name="connsiteY15" fmla="*/ 505446 h 523875"/>
                    <a:gd name="connsiteX16" fmla="*/ 400530 w 495300"/>
                    <a:gd name="connsiteY16" fmla="*/ 448296 h 523875"/>
                    <a:gd name="connsiteX17" fmla="*/ 419580 w 495300"/>
                    <a:gd name="connsiteY17" fmla="*/ 429246 h 523875"/>
                    <a:gd name="connsiteX18" fmla="*/ 438630 w 495300"/>
                    <a:gd name="connsiteY18" fmla="*/ 429246 h 523875"/>
                    <a:gd name="connsiteX19" fmla="*/ 438630 w 495300"/>
                    <a:gd name="connsiteY19" fmla="*/ 324471 h 523875"/>
                    <a:gd name="connsiteX20" fmla="*/ 420533 w 495300"/>
                    <a:gd name="connsiteY20" fmla="*/ 305421 h 523875"/>
                    <a:gd name="connsiteX21" fmla="*/ 419580 w 495300"/>
                    <a:gd name="connsiteY21" fmla="*/ 305421 h 523875"/>
                    <a:gd name="connsiteX22" fmla="*/ 257655 w 495300"/>
                    <a:gd name="connsiteY22" fmla="*/ 305421 h 523875"/>
                    <a:gd name="connsiteX23" fmla="*/ 257655 w 495300"/>
                    <a:gd name="connsiteY23" fmla="*/ 429246 h 523875"/>
                    <a:gd name="connsiteX24" fmla="*/ 276705 w 495300"/>
                    <a:gd name="connsiteY24" fmla="*/ 429246 h 523875"/>
                    <a:gd name="connsiteX25" fmla="*/ 295755 w 495300"/>
                    <a:gd name="connsiteY25" fmla="*/ 448296 h 523875"/>
                    <a:gd name="connsiteX26" fmla="*/ 295755 w 495300"/>
                    <a:gd name="connsiteY26" fmla="*/ 505446 h 523875"/>
                    <a:gd name="connsiteX27" fmla="*/ 276705 w 495300"/>
                    <a:gd name="connsiteY27" fmla="*/ 524496 h 523875"/>
                    <a:gd name="connsiteX28" fmla="*/ 219555 w 495300"/>
                    <a:gd name="connsiteY28" fmla="*/ 524496 h 523875"/>
                    <a:gd name="connsiteX29" fmla="*/ 200505 w 495300"/>
                    <a:gd name="connsiteY29" fmla="*/ 505446 h 523875"/>
                    <a:gd name="connsiteX30" fmla="*/ 200505 w 495300"/>
                    <a:gd name="connsiteY30" fmla="*/ 448296 h 523875"/>
                    <a:gd name="connsiteX31" fmla="*/ 219555 w 495300"/>
                    <a:gd name="connsiteY31" fmla="*/ 429246 h 523875"/>
                    <a:gd name="connsiteX32" fmla="*/ 238605 w 495300"/>
                    <a:gd name="connsiteY32" fmla="*/ 429246 h 523875"/>
                    <a:gd name="connsiteX33" fmla="*/ 238605 w 495300"/>
                    <a:gd name="connsiteY33" fmla="*/ 305421 h 523875"/>
                    <a:gd name="connsiteX34" fmla="*/ 76680 w 495300"/>
                    <a:gd name="connsiteY34" fmla="*/ 305421 h 523875"/>
                    <a:gd name="connsiteX35" fmla="*/ 57630 w 495300"/>
                    <a:gd name="connsiteY35" fmla="*/ 323519 h 523875"/>
                    <a:gd name="connsiteX36" fmla="*/ 57630 w 495300"/>
                    <a:gd name="connsiteY36" fmla="*/ 324471 h 523875"/>
                    <a:gd name="connsiteX37" fmla="*/ 57630 w 495300"/>
                    <a:gd name="connsiteY37" fmla="*/ 429246 h 523875"/>
                    <a:gd name="connsiteX38" fmla="*/ 76680 w 495300"/>
                    <a:gd name="connsiteY38" fmla="*/ 429246 h 523875"/>
                    <a:gd name="connsiteX39" fmla="*/ 95730 w 495300"/>
                    <a:gd name="connsiteY39" fmla="*/ 448296 h 523875"/>
                    <a:gd name="connsiteX40" fmla="*/ 95730 w 495300"/>
                    <a:gd name="connsiteY40" fmla="*/ 505446 h 523875"/>
                    <a:gd name="connsiteX41" fmla="*/ 76680 w 495300"/>
                    <a:gd name="connsiteY41" fmla="*/ 524496 h 523875"/>
                    <a:gd name="connsiteX42" fmla="*/ 19530 w 495300"/>
                    <a:gd name="connsiteY42" fmla="*/ 524496 h 523875"/>
                    <a:gd name="connsiteX43" fmla="*/ 480 w 495300"/>
                    <a:gd name="connsiteY43" fmla="*/ 505446 h 523875"/>
                    <a:gd name="connsiteX44" fmla="*/ 480 w 495300"/>
                    <a:gd name="connsiteY44" fmla="*/ 448296 h 523875"/>
                    <a:gd name="connsiteX45" fmla="*/ 19530 w 495300"/>
                    <a:gd name="connsiteY45" fmla="*/ 429246 h 523875"/>
                    <a:gd name="connsiteX46" fmla="*/ 38580 w 495300"/>
                    <a:gd name="connsiteY46" fmla="*/ 429246 h 523875"/>
                    <a:gd name="connsiteX47" fmla="*/ 38580 w 495300"/>
                    <a:gd name="connsiteY47" fmla="*/ 324471 h 523875"/>
                    <a:gd name="connsiteX48" fmla="*/ 74775 w 495300"/>
                    <a:gd name="connsiteY48" fmla="*/ 286371 h 523875"/>
                    <a:gd name="connsiteX49" fmla="*/ 76680 w 495300"/>
                    <a:gd name="connsiteY49" fmla="*/ 286371 h 523875"/>
                    <a:gd name="connsiteX50" fmla="*/ 238605 w 495300"/>
                    <a:gd name="connsiteY50" fmla="*/ 286371 h 523875"/>
                    <a:gd name="connsiteX51" fmla="*/ 238605 w 495300"/>
                    <a:gd name="connsiteY51" fmla="*/ 162546 h 523875"/>
                    <a:gd name="connsiteX52" fmla="*/ 124305 w 495300"/>
                    <a:gd name="connsiteY52" fmla="*/ 162546 h 523875"/>
                    <a:gd name="connsiteX53" fmla="*/ 95730 w 495300"/>
                    <a:gd name="connsiteY53" fmla="*/ 133971 h 523875"/>
                    <a:gd name="connsiteX54" fmla="*/ 95730 w 495300"/>
                    <a:gd name="connsiteY54" fmla="*/ 29196 h 523875"/>
                    <a:gd name="connsiteX55" fmla="*/ 124305 w 495300"/>
                    <a:gd name="connsiteY55" fmla="*/ 621 h 523875"/>
                    <a:gd name="connsiteX56" fmla="*/ 371955 w 495300"/>
                    <a:gd name="connsiteY56" fmla="*/ 621 h 523875"/>
                    <a:gd name="connsiteX57" fmla="*/ 148118 w 495300"/>
                    <a:gd name="connsiteY57" fmla="*/ 95871 h 523875"/>
                    <a:gd name="connsiteX58" fmla="*/ 133830 w 495300"/>
                    <a:gd name="connsiteY58" fmla="*/ 110159 h 523875"/>
                    <a:gd name="connsiteX59" fmla="*/ 148118 w 495300"/>
                    <a:gd name="connsiteY59" fmla="*/ 124446 h 523875"/>
                    <a:gd name="connsiteX60" fmla="*/ 162405 w 495300"/>
                    <a:gd name="connsiteY60" fmla="*/ 110159 h 523875"/>
                    <a:gd name="connsiteX61" fmla="*/ 148118 w 495300"/>
                    <a:gd name="connsiteY61" fmla="*/ 9587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495300" h="523875">
                      <a:moveTo>
                        <a:pt x="371955" y="621"/>
                      </a:moveTo>
                      <a:cubicBezTo>
                        <a:pt x="388148" y="621"/>
                        <a:pt x="400530" y="13004"/>
                        <a:pt x="400530" y="29196"/>
                      </a:cubicBezTo>
                      <a:lnTo>
                        <a:pt x="400530" y="133971"/>
                      </a:lnTo>
                      <a:cubicBezTo>
                        <a:pt x="400530" y="150164"/>
                        <a:pt x="388148" y="162546"/>
                        <a:pt x="371955" y="162546"/>
                      </a:cubicBezTo>
                      <a:lnTo>
                        <a:pt x="257655" y="162546"/>
                      </a:lnTo>
                      <a:lnTo>
                        <a:pt x="257655" y="286371"/>
                      </a:lnTo>
                      <a:lnTo>
                        <a:pt x="419580" y="286371"/>
                      </a:lnTo>
                      <a:cubicBezTo>
                        <a:pt x="439583" y="286371"/>
                        <a:pt x="456727" y="302564"/>
                        <a:pt x="457680" y="322566"/>
                      </a:cubicBezTo>
                      <a:lnTo>
                        <a:pt x="457680" y="324471"/>
                      </a:lnTo>
                      <a:lnTo>
                        <a:pt x="457680" y="429246"/>
                      </a:lnTo>
                      <a:lnTo>
                        <a:pt x="476730" y="429246"/>
                      </a:lnTo>
                      <a:cubicBezTo>
                        <a:pt x="487208" y="429246"/>
                        <a:pt x="495780" y="437819"/>
                        <a:pt x="495780" y="448296"/>
                      </a:cubicBezTo>
                      <a:lnTo>
                        <a:pt x="495780" y="505446"/>
                      </a:lnTo>
                      <a:cubicBezTo>
                        <a:pt x="495780" y="515924"/>
                        <a:pt x="487208" y="524496"/>
                        <a:pt x="476730" y="524496"/>
                      </a:cubicBezTo>
                      <a:lnTo>
                        <a:pt x="419580" y="524496"/>
                      </a:lnTo>
                      <a:cubicBezTo>
                        <a:pt x="409102" y="524496"/>
                        <a:pt x="400530" y="515924"/>
                        <a:pt x="400530" y="505446"/>
                      </a:cubicBezTo>
                      <a:lnTo>
                        <a:pt x="400530" y="448296"/>
                      </a:lnTo>
                      <a:cubicBezTo>
                        <a:pt x="400530" y="437819"/>
                        <a:pt x="409102" y="429246"/>
                        <a:pt x="419580" y="429246"/>
                      </a:cubicBezTo>
                      <a:lnTo>
                        <a:pt x="438630" y="429246"/>
                      </a:lnTo>
                      <a:lnTo>
                        <a:pt x="438630" y="324471"/>
                      </a:lnTo>
                      <a:cubicBezTo>
                        <a:pt x="438630" y="313994"/>
                        <a:pt x="431010" y="306374"/>
                        <a:pt x="420533" y="305421"/>
                      </a:cubicBezTo>
                      <a:lnTo>
                        <a:pt x="419580" y="305421"/>
                      </a:lnTo>
                      <a:lnTo>
                        <a:pt x="257655" y="305421"/>
                      </a:lnTo>
                      <a:lnTo>
                        <a:pt x="257655" y="429246"/>
                      </a:lnTo>
                      <a:lnTo>
                        <a:pt x="276705" y="429246"/>
                      </a:lnTo>
                      <a:cubicBezTo>
                        <a:pt x="287183" y="429246"/>
                        <a:pt x="295755" y="437819"/>
                        <a:pt x="295755" y="448296"/>
                      </a:cubicBezTo>
                      <a:lnTo>
                        <a:pt x="295755" y="505446"/>
                      </a:lnTo>
                      <a:cubicBezTo>
                        <a:pt x="295755" y="515924"/>
                        <a:pt x="287183" y="524496"/>
                        <a:pt x="276705" y="524496"/>
                      </a:cubicBezTo>
                      <a:lnTo>
                        <a:pt x="219555" y="524496"/>
                      </a:lnTo>
                      <a:cubicBezTo>
                        <a:pt x="209077" y="524496"/>
                        <a:pt x="200505" y="515924"/>
                        <a:pt x="200505" y="505446"/>
                      </a:cubicBezTo>
                      <a:lnTo>
                        <a:pt x="200505" y="448296"/>
                      </a:lnTo>
                      <a:cubicBezTo>
                        <a:pt x="200505" y="437819"/>
                        <a:pt x="209077" y="429246"/>
                        <a:pt x="219555" y="429246"/>
                      </a:cubicBezTo>
                      <a:lnTo>
                        <a:pt x="238605" y="429246"/>
                      </a:lnTo>
                      <a:lnTo>
                        <a:pt x="238605" y="305421"/>
                      </a:lnTo>
                      <a:lnTo>
                        <a:pt x="76680" y="305421"/>
                      </a:lnTo>
                      <a:cubicBezTo>
                        <a:pt x="66202" y="305421"/>
                        <a:pt x="58583" y="313041"/>
                        <a:pt x="57630" y="323519"/>
                      </a:cubicBezTo>
                      <a:lnTo>
                        <a:pt x="57630" y="324471"/>
                      </a:lnTo>
                      <a:lnTo>
                        <a:pt x="57630" y="429246"/>
                      </a:lnTo>
                      <a:lnTo>
                        <a:pt x="76680" y="429246"/>
                      </a:lnTo>
                      <a:cubicBezTo>
                        <a:pt x="87158" y="429246"/>
                        <a:pt x="95730" y="437819"/>
                        <a:pt x="95730" y="448296"/>
                      </a:cubicBezTo>
                      <a:lnTo>
                        <a:pt x="95730" y="505446"/>
                      </a:lnTo>
                      <a:cubicBezTo>
                        <a:pt x="95730" y="515924"/>
                        <a:pt x="87158" y="524496"/>
                        <a:pt x="76680" y="524496"/>
                      </a:cubicBezTo>
                      <a:lnTo>
                        <a:pt x="19530" y="524496"/>
                      </a:lnTo>
                      <a:cubicBezTo>
                        <a:pt x="9052" y="524496"/>
                        <a:pt x="480" y="515924"/>
                        <a:pt x="480" y="505446"/>
                      </a:cubicBezTo>
                      <a:lnTo>
                        <a:pt x="480" y="448296"/>
                      </a:lnTo>
                      <a:cubicBezTo>
                        <a:pt x="480" y="437819"/>
                        <a:pt x="9052" y="429246"/>
                        <a:pt x="19530" y="429246"/>
                      </a:cubicBezTo>
                      <a:lnTo>
                        <a:pt x="38580" y="429246"/>
                      </a:lnTo>
                      <a:lnTo>
                        <a:pt x="38580" y="324471"/>
                      </a:lnTo>
                      <a:cubicBezTo>
                        <a:pt x="38580" y="304469"/>
                        <a:pt x="54773" y="287324"/>
                        <a:pt x="74775" y="286371"/>
                      </a:cubicBezTo>
                      <a:lnTo>
                        <a:pt x="76680" y="286371"/>
                      </a:lnTo>
                      <a:lnTo>
                        <a:pt x="238605" y="286371"/>
                      </a:lnTo>
                      <a:lnTo>
                        <a:pt x="238605" y="162546"/>
                      </a:lnTo>
                      <a:lnTo>
                        <a:pt x="124305" y="162546"/>
                      </a:lnTo>
                      <a:cubicBezTo>
                        <a:pt x="108112" y="162546"/>
                        <a:pt x="95730" y="150164"/>
                        <a:pt x="95730" y="133971"/>
                      </a:cubicBezTo>
                      <a:lnTo>
                        <a:pt x="95730" y="29196"/>
                      </a:lnTo>
                      <a:cubicBezTo>
                        <a:pt x="95730" y="13004"/>
                        <a:pt x="108112" y="621"/>
                        <a:pt x="124305" y="621"/>
                      </a:cubicBezTo>
                      <a:lnTo>
                        <a:pt x="371955" y="621"/>
                      </a:lnTo>
                      <a:close/>
                      <a:moveTo>
                        <a:pt x="148118" y="95871"/>
                      </a:moveTo>
                      <a:cubicBezTo>
                        <a:pt x="140498" y="95871"/>
                        <a:pt x="133830" y="102539"/>
                        <a:pt x="133830" y="110159"/>
                      </a:cubicBezTo>
                      <a:cubicBezTo>
                        <a:pt x="133830" y="117779"/>
                        <a:pt x="140498" y="124446"/>
                        <a:pt x="148118" y="124446"/>
                      </a:cubicBezTo>
                      <a:cubicBezTo>
                        <a:pt x="155737" y="124446"/>
                        <a:pt x="162405" y="117779"/>
                        <a:pt x="162405" y="110159"/>
                      </a:cubicBezTo>
                      <a:cubicBezTo>
                        <a:pt x="162405" y="102539"/>
                        <a:pt x="155737" y="95871"/>
                        <a:pt x="148118" y="9587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96" name="矩形: 圆角 95"/>
              <p:cNvSpPr/>
              <p:nvPr/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02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3FDCEADF-A244-C6E1-0CA7-21EE3B908B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文本框 77"/>
          <p:cNvSpPr txBox="1"/>
          <p:nvPr/>
        </p:nvSpPr>
        <p:spPr>
          <a:xfrm>
            <a:off x="11163632" y="17605"/>
            <a:ext cx="10171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imageList2-5</a:t>
            </a:r>
            <a:endParaRPr lang="en-US" sz="1050" dirty="0"/>
          </a:p>
        </p:txBody>
      </p:sp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0" y="661264"/>
            <a:ext cx="12192000" cy="6045336"/>
            <a:chOff x="0" y="661264"/>
            <a:chExt cx="12192000" cy="6045336"/>
          </a:xfrm>
        </p:grpSpPr>
        <p:sp>
          <p:nvSpPr>
            <p:cNvPr id="43" name="双波形 42"/>
            <p:cNvSpPr>
              <a:spLocks noChangeAspect="1"/>
            </p:cNvSpPr>
            <p:nvPr>
              <p:custDataLst>
                <p:tags r:id="rId2"/>
              </p:custDataLst>
            </p:nvPr>
          </p:nvSpPr>
          <p:spPr>
            <a:xfrm>
              <a:off x="0" y="2416882"/>
              <a:ext cx="12192000" cy="2106522"/>
            </a:xfrm>
            <a:prstGeom prst="doubleWave">
              <a:avLst/>
            </a:prstGeom>
            <a:blipFill>
              <a:blip r:embed="rId44"/>
              <a:srcRect/>
              <a:stretch>
                <a:fillRect t="-144705" b="-142974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 dirty="0">
                <a:solidFill>
                  <a:schemeClr val="lt1"/>
                </a:solidFill>
              </a:endParaRPr>
            </a:p>
          </p:txBody>
        </p:sp>
        <p:grpSp>
          <p:nvGrpSpPr>
            <p:cNvPr id="44" name="组合 43"/>
            <p:cNvGrpSpPr>
              <a:grpSpLocks noChangeAspect="1"/>
            </p:cNvGrpSpPr>
            <p:nvPr/>
          </p:nvGrpSpPr>
          <p:grpSpPr>
            <a:xfrm>
              <a:off x="660399" y="4649954"/>
              <a:ext cx="3392672" cy="1881300"/>
              <a:chOff x="3595122" y="2635398"/>
              <a:chExt cx="4329677" cy="2400888"/>
            </a:xfrm>
          </p:grpSpPr>
          <p:sp>
            <p:nvSpPr>
              <p:cNvPr id="45" name="文本框 44"/>
              <p:cNvSpPr txBox="1"/>
              <p:nvPr>
                <p:custDataLst>
                  <p:tags r:id="rId35"/>
                </p:custDataLst>
              </p:nvPr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{vItem.item1}</a:t>
                </a:r>
                <a:endParaRPr lang="de-DE" dirty="0"/>
              </a:p>
            </p:txBody>
          </p:sp>
          <p:sp>
            <p:nvSpPr>
              <p:cNvPr id="46" name="文本框 45"/>
              <p:cNvSpPr txBox="1"/>
              <p:nvPr>
                <p:custDataLst>
                  <p:tags r:id="rId36"/>
                </p:custDataLst>
              </p:nvPr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47" name="组合 46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53" name="弧形 52"/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54" name="弧形 53"/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48" name="直接连接符 47"/>
              <p:cNvCxnSpPr/>
              <p:nvPr>
                <p:custDataLst>
                  <p:tags r:id="rId37"/>
                </p:custDataLst>
              </p:nvPr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组合 48"/>
              <p:cNvGrpSpPr/>
              <p:nvPr/>
            </p:nvGrpSpPr>
            <p:grpSpPr>
              <a:xfrm>
                <a:off x="3881577" y="3322330"/>
                <a:ext cx="849174" cy="849172"/>
                <a:chOff x="3881577" y="3322330"/>
                <a:chExt cx="849174" cy="849172"/>
              </a:xfrm>
            </p:grpSpPr>
            <p:sp>
              <p:nvSpPr>
                <p:cNvPr id="51" name="文本框 50"/>
                <p:cNvSpPr txBox="1">
                  <a:spLocks noChangeAspect="1"/>
                </p:cNvSpPr>
                <p:nvPr>
                  <p:custDataLst>
                    <p:tags r:id="rId39"/>
                  </p:custDataLst>
                </p:nvPr>
              </p:nvSpPr>
              <p:spPr>
                <a:xfrm>
                  <a:off x="3881577" y="3322330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1">
                        <a:lumMod val="60000"/>
                        <a:lumOff val="40000"/>
                        <a:alpha val="1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1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52" name="任意多边形: 形状 51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4125189" y="3548542"/>
                  <a:ext cx="361948" cy="396747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4017 w 495300"/>
                    <a:gd name="connsiteY2" fmla="*/ 484491 h 542925"/>
                    <a:gd name="connsiteX3" fmla="*/ 346877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663 w 495300"/>
                    <a:gd name="connsiteY8" fmla="*/ 524496 h 542925"/>
                    <a:gd name="connsiteX9" fmla="*/ 173523 w 495300"/>
                    <a:gd name="connsiteY9" fmla="*/ 484491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573 w 495300"/>
                    <a:gd name="connsiteY12" fmla="*/ 489254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967 w 495300"/>
                    <a:gd name="connsiteY15" fmla="*/ 489254 h 542925"/>
                    <a:gd name="connsiteX16" fmla="*/ 248770 w 495300"/>
                    <a:gd name="connsiteY16" fmla="*/ 495921 h 542925"/>
                    <a:gd name="connsiteX17" fmla="*/ 192573 w 495300"/>
                    <a:gd name="connsiteY17" fmla="*/ 489254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930" y="621"/>
                        <a:pt x="496420" y="111111"/>
                        <a:pt x="496420" y="248271"/>
                      </a:cubicBezTo>
                      <a:cubicBezTo>
                        <a:pt x="496420" y="358761"/>
                        <a:pt x="424030" y="452106"/>
                        <a:pt x="324017" y="484491"/>
                      </a:cubicBezTo>
                      <a:lnTo>
                        <a:pt x="346877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663" y="524496"/>
                      </a:lnTo>
                      <a:lnTo>
                        <a:pt x="173523" y="484491"/>
                      </a:lnTo>
                      <a:cubicBezTo>
                        <a:pt x="73510" y="453059"/>
                        <a:pt x="1120" y="358761"/>
                        <a:pt x="1120" y="248271"/>
                      </a:cubicBezTo>
                      <a:cubicBezTo>
                        <a:pt x="1120" y="111111"/>
                        <a:pt x="111610" y="621"/>
                        <a:pt x="248770" y="621"/>
                      </a:cubicBezTo>
                      <a:close/>
                      <a:moveTo>
                        <a:pt x="192573" y="489254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967" y="489254"/>
                      </a:lnTo>
                      <a:cubicBezTo>
                        <a:pt x="286870" y="493064"/>
                        <a:pt x="267820" y="495921"/>
                        <a:pt x="248770" y="495921"/>
                      </a:cubicBezTo>
                      <a:cubicBezTo>
                        <a:pt x="229720" y="495921"/>
                        <a:pt x="210670" y="493064"/>
                        <a:pt x="192573" y="489254"/>
                      </a:cubicBezTo>
                      <a:close/>
                      <a:moveTo>
                        <a:pt x="248770" y="143496"/>
                      </a:moveTo>
                      <a:cubicBezTo>
                        <a:pt x="190667" y="143496"/>
                        <a:pt x="143995" y="190169"/>
                        <a:pt x="143995" y="248271"/>
                      </a:cubicBezTo>
                      <a:cubicBezTo>
                        <a:pt x="143995" y="306374"/>
                        <a:pt x="190667" y="353046"/>
                        <a:pt x="248770" y="353046"/>
                      </a:cubicBezTo>
                      <a:cubicBezTo>
                        <a:pt x="306873" y="353046"/>
                        <a:pt x="353545" y="306374"/>
                        <a:pt x="353545" y="248271"/>
                      </a:cubicBezTo>
                      <a:cubicBezTo>
                        <a:pt x="353545" y="190169"/>
                        <a:pt x="306873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60213" y="114921"/>
                        <a:pt x="353545" y="121589"/>
                        <a:pt x="353545" y="129209"/>
                      </a:cubicBezTo>
                      <a:cubicBezTo>
                        <a:pt x="353545" y="136829"/>
                        <a:pt x="360213" y="143496"/>
                        <a:pt x="367833" y="143496"/>
                      </a:cubicBezTo>
                      <a:cubicBezTo>
                        <a:pt x="375452" y="143496"/>
                        <a:pt x="382120" y="136829"/>
                        <a:pt x="382120" y="129209"/>
                      </a:cubicBezTo>
                      <a:cubicBezTo>
                        <a:pt x="382120" y="121589"/>
                        <a:pt x="375452" y="114921"/>
                        <a:pt x="367833" y="11492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50" name="矩形: 圆角 49"/>
              <p:cNvSpPr/>
              <p:nvPr>
                <p:custDataLst>
                  <p:tags r:id="rId38"/>
                </p:custDataLst>
              </p:nvPr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01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5" name="组合 54"/>
            <p:cNvGrpSpPr>
              <a:grpSpLocks noChangeAspect="1"/>
            </p:cNvGrpSpPr>
            <p:nvPr/>
          </p:nvGrpSpPr>
          <p:grpSpPr>
            <a:xfrm>
              <a:off x="4393313" y="4825300"/>
              <a:ext cx="3392672" cy="1881300"/>
              <a:chOff x="3595122" y="2635398"/>
              <a:chExt cx="4329677" cy="2400888"/>
            </a:xfrm>
          </p:grpSpPr>
          <p:sp>
            <p:nvSpPr>
              <p:cNvPr id="56" name="文本框 55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{vItem.item3}</a:t>
                </a:r>
                <a:endParaRPr lang="de-DE" dirty="0"/>
              </a:p>
            </p:txBody>
          </p:sp>
          <p:sp>
            <p:nvSpPr>
              <p:cNvPr id="57" name="文本框 56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{vItem.item3_Desc}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58" name="组合 57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64" name="弧形 63"/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65" name="弧形 64"/>
                <p:cNvSpPr/>
                <p:nvPr>
                  <p:custDataLst>
                    <p:tags r:id="rId34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59" name="直接连接符 58"/>
              <p:cNvCxnSpPr/>
              <p:nvPr>
                <p:custDataLst>
                  <p:tags r:id="rId29"/>
                </p:custDataLst>
              </p:nvPr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2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0" name="组合 59"/>
              <p:cNvGrpSpPr/>
              <p:nvPr/>
            </p:nvGrpSpPr>
            <p:grpSpPr>
              <a:xfrm>
                <a:off x="3881577" y="3322331"/>
                <a:ext cx="849174" cy="849172"/>
                <a:chOff x="3881577" y="3322331"/>
                <a:chExt cx="849174" cy="849172"/>
              </a:xfrm>
            </p:grpSpPr>
            <p:sp>
              <p:nvSpPr>
                <p:cNvPr id="62" name="文本框 61"/>
                <p:cNvSpPr txBox="1">
                  <a:spLocks noChangeAspect="1"/>
                </p:cNvSpPr>
                <p:nvPr>
                  <p:custDataLst>
                    <p:tags r:id="rId31"/>
                  </p:custDataLst>
                </p:nvPr>
              </p:nvSpPr>
              <p:spPr>
                <a:xfrm>
                  <a:off x="3881577" y="3322331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2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2">
                        <a:lumMod val="60000"/>
                        <a:lumOff val="4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2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63" name="任意多边形: 形状 62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4125189" y="3555500"/>
                  <a:ext cx="361949" cy="382831"/>
                </a:xfrm>
                <a:custGeom>
                  <a:avLst/>
                  <a:gdLst>
                    <a:gd name="connsiteX0" fmla="*/ 371955 w 495300"/>
                    <a:gd name="connsiteY0" fmla="*/ 621 h 523875"/>
                    <a:gd name="connsiteX1" fmla="*/ 400530 w 495300"/>
                    <a:gd name="connsiteY1" fmla="*/ 29196 h 523875"/>
                    <a:gd name="connsiteX2" fmla="*/ 400530 w 495300"/>
                    <a:gd name="connsiteY2" fmla="*/ 133971 h 523875"/>
                    <a:gd name="connsiteX3" fmla="*/ 371955 w 495300"/>
                    <a:gd name="connsiteY3" fmla="*/ 162546 h 523875"/>
                    <a:gd name="connsiteX4" fmla="*/ 257655 w 495300"/>
                    <a:gd name="connsiteY4" fmla="*/ 162546 h 523875"/>
                    <a:gd name="connsiteX5" fmla="*/ 257655 w 495300"/>
                    <a:gd name="connsiteY5" fmla="*/ 286371 h 523875"/>
                    <a:gd name="connsiteX6" fmla="*/ 419580 w 495300"/>
                    <a:gd name="connsiteY6" fmla="*/ 286371 h 523875"/>
                    <a:gd name="connsiteX7" fmla="*/ 457680 w 495300"/>
                    <a:gd name="connsiteY7" fmla="*/ 322566 h 523875"/>
                    <a:gd name="connsiteX8" fmla="*/ 457680 w 495300"/>
                    <a:gd name="connsiteY8" fmla="*/ 324471 h 523875"/>
                    <a:gd name="connsiteX9" fmla="*/ 457680 w 495300"/>
                    <a:gd name="connsiteY9" fmla="*/ 429246 h 523875"/>
                    <a:gd name="connsiteX10" fmla="*/ 476730 w 495300"/>
                    <a:gd name="connsiteY10" fmla="*/ 429246 h 523875"/>
                    <a:gd name="connsiteX11" fmla="*/ 495780 w 495300"/>
                    <a:gd name="connsiteY11" fmla="*/ 448296 h 523875"/>
                    <a:gd name="connsiteX12" fmla="*/ 495780 w 495300"/>
                    <a:gd name="connsiteY12" fmla="*/ 505446 h 523875"/>
                    <a:gd name="connsiteX13" fmla="*/ 476730 w 495300"/>
                    <a:gd name="connsiteY13" fmla="*/ 524496 h 523875"/>
                    <a:gd name="connsiteX14" fmla="*/ 419580 w 495300"/>
                    <a:gd name="connsiteY14" fmla="*/ 524496 h 523875"/>
                    <a:gd name="connsiteX15" fmla="*/ 400530 w 495300"/>
                    <a:gd name="connsiteY15" fmla="*/ 505446 h 523875"/>
                    <a:gd name="connsiteX16" fmla="*/ 400530 w 495300"/>
                    <a:gd name="connsiteY16" fmla="*/ 448296 h 523875"/>
                    <a:gd name="connsiteX17" fmla="*/ 419580 w 495300"/>
                    <a:gd name="connsiteY17" fmla="*/ 429246 h 523875"/>
                    <a:gd name="connsiteX18" fmla="*/ 438630 w 495300"/>
                    <a:gd name="connsiteY18" fmla="*/ 429246 h 523875"/>
                    <a:gd name="connsiteX19" fmla="*/ 438630 w 495300"/>
                    <a:gd name="connsiteY19" fmla="*/ 324471 h 523875"/>
                    <a:gd name="connsiteX20" fmla="*/ 420533 w 495300"/>
                    <a:gd name="connsiteY20" fmla="*/ 305421 h 523875"/>
                    <a:gd name="connsiteX21" fmla="*/ 419580 w 495300"/>
                    <a:gd name="connsiteY21" fmla="*/ 305421 h 523875"/>
                    <a:gd name="connsiteX22" fmla="*/ 257655 w 495300"/>
                    <a:gd name="connsiteY22" fmla="*/ 305421 h 523875"/>
                    <a:gd name="connsiteX23" fmla="*/ 257655 w 495300"/>
                    <a:gd name="connsiteY23" fmla="*/ 429246 h 523875"/>
                    <a:gd name="connsiteX24" fmla="*/ 276705 w 495300"/>
                    <a:gd name="connsiteY24" fmla="*/ 429246 h 523875"/>
                    <a:gd name="connsiteX25" fmla="*/ 295755 w 495300"/>
                    <a:gd name="connsiteY25" fmla="*/ 448296 h 523875"/>
                    <a:gd name="connsiteX26" fmla="*/ 295755 w 495300"/>
                    <a:gd name="connsiteY26" fmla="*/ 505446 h 523875"/>
                    <a:gd name="connsiteX27" fmla="*/ 276705 w 495300"/>
                    <a:gd name="connsiteY27" fmla="*/ 524496 h 523875"/>
                    <a:gd name="connsiteX28" fmla="*/ 219555 w 495300"/>
                    <a:gd name="connsiteY28" fmla="*/ 524496 h 523875"/>
                    <a:gd name="connsiteX29" fmla="*/ 200505 w 495300"/>
                    <a:gd name="connsiteY29" fmla="*/ 505446 h 523875"/>
                    <a:gd name="connsiteX30" fmla="*/ 200505 w 495300"/>
                    <a:gd name="connsiteY30" fmla="*/ 448296 h 523875"/>
                    <a:gd name="connsiteX31" fmla="*/ 219555 w 495300"/>
                    <a:gd name="connsiteY31" fmla="*/ 429246 h 523875"/>
                    <a:gd name="connsiteX32" fmla="*/ 238605 w 495300"/>
                    <a:gd name="connsiteY32" fmla="*/ 429246 h 523875"/>
                    <a:gd name="connsiteX33" fmla="*/ 238605 w 495300"/>
                    <a:gd name="connsiteY33" fmla="*/ 305421 h 523875"/>
                    <a:gd name="connsiteX34" fmla="*/ 76680 w 495300"/>
                    <a:gd name="connsiteY34" fmla="*/ 305421 h 523875"/>
                    <a:gd name="connsiteX35" fmla="*/ 57630 w 495300"/>
                    <a:gd name="connsiteY35" fmla="*/ 323519 h 523875"/>
                    <a:gd name="connsiteX36" fmla="*/ 57630 w 495300"/>
                    <a:gd name="connsiteY36" fmla="*/ 324471 h 523875"/>
                    <a:gd name="connsiteX37" fmla="*/ 57630 w 495300"/>
                    <a:gd name="connsiteY37" fmla="*/ 429246 h 523875"/>
                    <a:gd name="connsiteX38" fmla="*/ 76680 w 495300"/>
                    <a:gd name="connsiteY38" fmla="*/ 429246 h 523875"/>
                    <a:gd name="connsiteX39" fmla="*/ 95730 w 495300"/>
                    <a:gd name="connsiteY39" fmla="*/ 448296 h 523875"/>
                    <a:gd name="connsiteX40" fmla="*/ 95730 w 495300"/>
                    <a:gd name="connsiteY40" fmla="*/ 505446 h 523875"/>
                    <a:gd name="connsiteX41" fmla="*/ 76680 w 495300"/>
                    <a:gd name="connsiteY41" fmla="*/ 524496 h 523875"/>
                    <a:gd name="connsiteX42" fmla="*/ 19530 w 495300"/>
                    <a:gd name="connsiteY42" fmla="*/ 524496 h 523875"/>
                    <a:gd name="connsiteX43" fmla="*/ 480 w 495300"/>
                    <a:gd name="connsiteY43" fmla="*/ 505446 h 523875"/>
                    <a:gd name="connsiteX44" fmla="*/ 480 w 495300"/>
                    <a:gd name="connsiteY44" fmla="*/ 448296 h 523875"/>
                    <a:gd name="connsiteX45" fmla="*/ 19530 w 495300"/>
                    <a:gd name="connsiteY45" fmla="*/ 429246 h 523875"/>
                    <a:gd name="connsiteX46" fmla="*/ 38580 w 495300"/>
                    <a:gd name="connsiteY46" fmla="*/ 429246 h 523875"/>
                    <a:gd name="connsiteX47" fmla="*/ 38580 w 495300"/>
                    <a:gd name="connsiteY47" fmla="*/ 324471 h 523875"/>
                    <a:gd name="connsiteX48" fmla="*/ 74775 w 495300"/>
                    <a:gd name="connsiteY48" fmla="*/ 286371 h 523875"/>
                    <a:gd name="connsiteX49" fmla="*/ 76680 w 495300"/>
                    <a:gd name="connsiteY49" fmla="*/ 286371 h 523875"/>
                    <a:gd name="connsiteX50" fmla="*/ 238605 w 495300"/>
                    <a:gd name="connsiteY50" fmla="*/ 286371 h 523875"/>
                    <a:gd name="connsiteX51" fmla="*/ 238605 w 495300"/>
                    <a:gd name="connsiteY51" fmla="*/ 162546 h 523875"/>
                    <a:gd name="connsiteX52" fmla="*/ 124305 w 495300"/>
                    <a:gd name="connsiteY52" fmla="*/ 162546 h 523875"/>
                    <a:gd name="connsiteX53" fmla="*/ 95730 w 495300"/>
                    <a:gd name="connsiteY53" fmla="*/ 133971 h 523875"/>
                    <a:gd name="connsiteX54" fmla="*/ 95730 w 495300"/>
                    <a:gd name="connsiteY54" fmla="*/ 29196 h 523875"/>
                    <a:gd name="connsiteX55" fmla="*/ 124305 w 495300"/>
                    <a:gd name="connsiteY55" fmla="*/ 621 h 523875"/>
                    <a:gd name="connsiteX56" fmla="*/ 371955 w 495300"/>
                    <a:gd name="connsiteY56" fmla="*/ 621 h 523875"/>
                    <a:gd name="connsiteX57" fmla="*/ 148118 w 495300"/>
                    <a:gd name="connsiteY57" fmla="*/ 95871 h 523875"/>
                    <a:gd name="connsiteX58" fmla="*/ 133830 w 495300"/>
                    <a:gd name="connsiteY58" fmla="*/ 110159 h 523875"/>
                    <a:gd name="connsiteX59" fmla="*/ 148118 w 495300"/>
                    <a:gd name="connsiteY59" fmla="*/ 124446 h 523875"/>
                    <a:gd name="connsiteX60" fmla="*/ 162405 w 495300"/>
                    <a:gd name="connsiteY60" fmla="*/ 110159 h 523875"/>
                    <a:gd name="connsiteX61" fmla="*/ 148118 w 495300"/>
                    <a:gd name="connsiteY61" fmla="*/ 9587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495300" h="523875">
                      <a:moveTo>
                        <a:pt x="371955" y="621"/>
                      </a:moveTo>
                      <a:cubicBezTo>
                        <a:pt x="388148" y="621"/>
                        <a:pt x="400530" y="13004"/>
                        <a:pt x="400530" y="29196"/>
                      </a:cubicBezTo>
                      <a:lnTo>
                        <a:pt x="400530" y="133971"/>
                      </a:lnTo>
                      <a:cubicBezTo>
                        <a:pt x="400530" y="150164"/>
                        <a:pt x="388148" y="162546"/>
                        <a:pt x="371955" y="162546"/>
                      </a:cubicBezTo>
                      <a:lnTo>
                        <a:pt x="257655" y="162546"/>
                      </a:lnTo>
                      <a:lnTo>
                        <a:pt x="257655" y="286371"/>
                      </a:lnTo>
                      <a:lnTo>
                        <a:pt x="419580" y="286371"/>
                      </a:lnTo>
                      <a:cubicBezTo>
                        <a:pt x="439583" y="286371"/>
                        <a:pt x="456727" y="302564"/>
                        <a:pt x="457680" y="322566"/>
                      </a:cubicBezTo>
                      <a:lnTo>
                        <a:pt x="457680" y="324471"/>
                      </a:lnTo>
                      <a:lnTo>
                        <a:pt x="457680" y="429246"/>
                      </a:lnTo>
                      <a:lnTo>
                        <a:pt x="476730" y="429246"/>
                      </a:lnTo>
                      <a:cubicBezTo>
                        <a:pt x="487208" y="429246"/>
                        <a:pt x="495780" y="437819"/>
                        <a:pt x="495780" y="448296"/>
                      </a:cubicBezTo>
                      <a:lnTo>
                        <a:pt x="495780" y="505446"/>
                      </a:lnTo>
                      <a:cubicBezTo>
                        <a:pt x="495780" y="515924"/>
                        <a:pt x="487208" y="524496"/>
                        <a:pt x="476730" y="524496"/>
                      </a:cubicBezTo>
                      <a:lnTo>
                        <a:pt x="419580" y="524496"/>
                      </a:lnTo>
                      <a:cubicBezTo>
                        <a:pt x="409102" y="524496"/>
                        <a:pt x="400530" y="515924"/>
                        <a:pt x="400530" y="505446"/>
                      </a:cubicBezTo>
                      <a:lnTo>
                        <a:pt x="400530" y="448296"/>
                      </a:lnTo>
                      <a:cubicBezTo>
                        <a:pt x="400530" y="437819"/>
                        <a:pt x="409102" y="429246"/>
                        <a:pt x="419580" y="429246"/>
                      </a:cubicBezTo>
                      <a:lnTo>
                        <a:pt x="438630" y="429246"/>
                      </a:lnTo>
                      <a:lnTo>
                        <a:pt x="438630" y="324471"/>
                      </a:lnTo>
                      <a:cubicBezTo>
                        <a:pt x="438630" y="313994"/>
                        <a:pt x="431010" y="306374"/>
                        <a:pt x="420533" y="305421"/>
                      </a:cubicBezTo>
                      <a:lnTo>
                        <a:pt x="419580" y="305421"/>
                      </a:lnTo>
                      <a:lnTo>
                        <a:pt x="257655" y="305421"/>
                      </a:lnTo>
                      <a:lnTo>
                        <a:pt x="257655" y="429246"/>
                      </a:lnTo>
                      <a:lnTo>
                        <a:pt x="276705" y="429246"/>
                      </a:lnTo>
                      <a:cubicBezTo>
                        <a:pt x="287183" y="429246"/>
                        <a:pt x="295755" y="437819"/>
                        <a:pt x="295755" y="448296"/>
                      </a:cubicBezTo>
                      <a:lnTo>
                        <a:pt x="295755" y="505446"/>
                      </a:lnTo>
                      <a:cubicBezTo>
                        <a:pt x="295755" y="515924"/>
                        <a:pt x="287183" y="524496"/>
                        <a:pt x="276705" y="524496"/>
                      </a:cubicBezTo>
                      <a:lnTo>
                        <a:pt x="219555" y="524496"/>
                      </a:lnTo>
                      <a:cubicBezTo>
                        <a:pt x="209077" y="524496"/>
                        <a:pt x="200505" y="515924"/>
                        <a:pt x="200505" y="505446"/>
                      </a:cubicBezTo>
                      <a:lnTo>
                        <a:pt x="200505" y="448296"/>
                      </a:lnTo>
                      <a:cubicBezTo>
                        <a:pt x="200505" y="437819"/>
                        <a:pt x="209077" y="429246"/>
                        <a:pt x="219555" y="429246"/>
                      </a:cubicBezTo>
                      <a:lnTo>
                        <a:pt x="238605" y="429246"/>
                      </a:lnTo>
                      <a:lnTo>
                        <a:pt x="238605" y="305421"/>
                      </a:lnTo>
                      <a:lnTo>
                        <a:pt x="76680" y="305421"/>
                      </a:lnTo>
                      <a:cubicBezTo>
                        <a:pt x="66202" y="305421"/>
                        <a:pt x="58583" y="313041"/>
                        <a:pt x="57630" y="323519"/>
                      </a:cubicBezTo>
                      <a:lnTo>
                        <a:pt x="57630" y="324471"/>
                      </a:lnTo>
                      <a:lnTo>
                        <a:pt x="57630" y="429246"/>
                      </a:lnTo>
                      <a:lnTo>
                        <a:pt x="76680" y="429246"/>
                      </a:lnTo>
                      <a:cubicBezTo>
                        <a:pt x="87158" y="429246"/>
                        <a:pt x="95730" y="437819"/>
                        <a:pt x="95730" y="448296"/>
                      </a:cubicBezTo>
                      <a:lnTo>
                        <a:pt x="95730" y="505446"/>
                      </a:lnTo>
                      <a:cubicBezTo>
                        <a:pt x="95730" y="515924"/>
                        <a:pt x="87158" y="524496"/>
                        <a:pt x="76680" y="524496"/>
                      </a:cubicBezTo>
                      <a:lnTo>
                        <a:pt x="19530" y="524496"/>
                      </a:lnTo>
                      <a:cubicBezTo>
                        <a:pt x="9052" y="524496"/>
                        <a:pt x="480" y="515924"/>
                        <a:pt x="480" y="505446"/>
                      </a:cubicBezTo>
                      <a:lnTo>
                        <a:pt x="480" y="448296"/>
                      </a:lnTo>
                      <a:cubicBezTo>
                        <a:pt x="480" y="437819"/>
                        <a:pt x="9052" y="429246"/>
                        <a:pt x="19530" y="429246"/>
                      </a:cubicBezTo>
                      <a:lnTo>
                        <a:pt x="38580" y="429246"/>
                      </a:lnTo>
                      <a:lnTo>
                        <a:pt x="38580" y="324471"/>
                      </a:lnTo>
                      <a:cubicBezTo>
                        <a:pt x="38580" y="304469"/>
                        <a:pt x="54773" y="287324"/>
                        <a:pt x="74775" y="286371"/>
                      </a:cubicBezTo>
                      <a:lnTo>
                        <a:pt x="76680" y="286371"/>
                      </a:lnTo>
                      <a:lnTo>
                        <a:pt x="238605" y="286371"/>
                      </a:lnTo>
                      <a:lnTo>
                        <a:pt x="238605" y="162546"/>
                      </a:lnTo>
                      <a:lnTo>
                        <a:pt x="124305" y="162546"/>
                      </a:lnTo>
                      <a:cubicBezTo>
                        <a:pt x="108112" y="162546"/>
                        <a:pt x="95730" y="150164"/>
                        <a:pt x="95730" y="133971"/>
                      </a:cubicBezTo>
                      <a:lnTo>
                        <a:pt x="95730" y="29196"/>
                      </a:lnTo>
                      <a:cubicBezTo>
                        <a:pt x="95730" y="13004"/>
                        <a:pt x="108112" y="621"/>
                        <a:pt x="124305" y="621"/>
                      </a:cubicBezTo>
                      <a:lnTo>
                        <a:pt x="371955" y="621"/>
                      </a:lnTo>
                      <a:close/>
                      <a:moveTo>
                        <a:pt x="148118" y="95871"/>
                      </a:moveTo>
                      <a:cubicBezTo>
                        <a:pt x="140498" y="95871"/>
                        <a:pt x="133830" y="102539"/>
                        <a:pt x="133830" y="110159"/>
                      </a:cubicBezTo>
                      <a:cubicBezTo>
                        <a:pt x="133830" y="117779"/>
                        <a:pt x="140498" y="124446"/>
                        <a:pt x="148118" y="124446"/>
                      </a:cubicBezTo>
                      <a:cubicBezTo>
                        <a:pt x="155737" y="124446"/>
                        <a:pt x="162405" y="117779"/>
                        <a:pt x="162405" y="110159"/>
                      </a:cubicBezTo>
                      <a:cubicBezTo>
                        <a:pt x="162405" y="102539"/>
                        <a:pt x="155737" y="95871"/>
                        <a:pt x="148118" y="9587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61" name="矩形: 圆角 60"/>
              <p:cNvSpPr/>
              <p:nvPr>
                <p:custDataLst>
                  <p:tags r:id="rId30"/>
                </p:custDataLst>
              </p:nvPr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03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66" name="组合 65"/>
            <p:cNvGrpSpPr>
              <a:grpSpLocks noChangeAspect="1"/>
            </p:cNvGrpSpPr>
            <p:nvPr/>
          </p:nvGrpSpPr>
          <p:grpSpPr>
            <a:xfrm>
              <a:off x="8126228" y="4649954"/>
              <a:ext cx="3392672" cy="1881300"/>
              <a:chOff x="3595122" y="2635398"/>
              <a:chExt cx="4329677" cy="2400888"/>
            </a:xfrm>
          </p:grpSpPr>
          <p:sp>
            <p:nvSpPr>
              <p:cNvPr id="67" name="文本框 66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{vItem.item5}</a:t>
                </a:r>
                <a:endParaRPr lang="de-DE" dirty="0"/>
              </a:p>
            </p:txBody>
          </p:sp>
          <p:sp>
            <p:nvSpPr>
              <p:cNvPr id="68" name="文本框 67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{vItem.item5_Desc}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69" name="组合 68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75" name="弧形 74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76" name="弧形 75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70" name="直接连接符 69"/>
              <p:cNvCxnSpPr/>
              <p:nvPr>
                <p:custDataLst>
                  <p:tags r:id="rId21"/>
                </p:custDataLst>
              </p:nvPr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1" name="组合 70"/>
              <p:cNvGrpSpPr/>
              <p:nvPr/>
            </p:nvGrpSpPr>
            <p:grpSpPr>
              <a:xfrm>
                <a:off x="3881577" y="3322330"/>
                <a:ext cx="849174" cy="849172"/>
                <a:chOff x="3881577" y="3322330"/>
                <a:chExt cx="849174" cy="849172"/>
              </a:xfrm>
            </p:grpSpPr>
            <p:sp>
              <p:nvSpPr>
                <p:cNvPr id="73" name="文本框 72"/>
                <p:cNvSpPr txBox="1">
                  <a:spLocks noChangeAspect="1"/>
                </p:cNvSpPr>
                <p:nvPr>
                  <p:custDataLst>
                    <p:tags r:id="rId23"/>
                  </p:custDataLst>
                </p:nvPr>
              </p:nvSpPr>
              <p:spPr>
                <a:xfrm>
                  <a:off x="3881577" y="3322330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1">
                        <a:lumMod val="60000"/>
                        <a:lumOff val="40000"/>
                        <a:alpha val="1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1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74" name="任意多边形: 形状 73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4125189" y="3596251"/>
                  <a:ext cx="361949" cy="301329"/>
                </a:xfrm>
                <a:custGeom>
                  <a:avLst/>
                  <a:gdLst>
                    <a:gd name="connsiteX0" fmla="*/ 483573 w 526297"/>
                    <a:gd name="connsiteY0" fmla="*/ 133971 h 438150"/>
                    <a:gd name="connsiteX1" fmla="*/ 527674 w 526297"/>
                    <a:gd name="connsiteY1" fmla="*/ 178072 h 438150"/>
                    <a:gd name="connsiteX2" fmla="*/ 527579 w 526297"/>
                    <a:gd name="connsiteY2" fmla="*/ 181501 h 438150"/>
                    <a:gd name="connsiteX3" fmla="*/ 514244 w 526297"/>
                    <a:gd name="connsiteY3" fmla="*/ 355237 h 438150"/>
                    <a:gd name="connsiteX4" fmla="*/ 485764 w 526297"/>
                    <a:gd name="connsiteY4" fmla="*/ 381621 h 438150"/>
                    <a:gd name="connsiteX5" fmla="*/ 454998 w 526297"/>
                    <a:gd name="connsiteY5" fmla="*/ 381621 h 438150"/>
                    <a:gd name="connsiteX6" fmla="*/ 454998 w 526297"/>
                    <a:gd name="connsiteY6" fmla="*/ 438771 h 438150"/>
                    <a:gd name="connsiteX7" fmla="*/ 435948 w 526297"/>
                    <a:gd name="connsiteY7" fmla="*/ 438771 h 438150"/>
                    <a:gd name="connsiteX8" fmla="*/ 435948 w 526297"/>
                    <a:gd name="connsiteY8" fmla="*/ 381621 h 438150"/>
                    <a:gd name="connsiteX9" fmla="*/ 93048 w 526297"/>
                    <a:gd name="connsiteY9" fmla="*/ 381621 h 438150"/>
                    <a:gd name="connsiteX10" fmla="*/ 93048 w 526297"/>
                    <a:gd name="connsiteY10" fmla="*/ 438771 h 438150"/>
                    <a:gd name="connsiteX11" fmla="*/ 73998 w 526297"/>
                    <a:gd name="connsiteY11" fmla="*/ 438771 h 438150"/>
                    <a:gd name="connsiteX12" fmla="*/ 73998 w 526297"/>
                    <a:gd name="connsiteY12" fmla="*/ 381621 h 438150"/>
                    <a:gd name="connsiteX13" fmla="*/ 43328 w 526297"/>
                    <a:gd name="connsiteY13" fmla="*/ 381621 h 438150"/>
                    <a:gd name="connsiteX14" fmla="*/ 14848 w 526297"/>
                    <a:gd name="connsiteY14" fmla="*/ 355237 h 438150"/>
                    <a:gd name="connsiteX15" fmla="*/ 1513 w 526297"/>
                    <a:gd name="connsiteY15" fmla="*/ 181501 h 438150"/>
                    <a:gd name="connsiteX16" fmla="*/ 42089 w 526297"/>
                    <a:gd name="connsiteY16" fmla="*/ 134162 h 438150"/>
                    <a:gd name="connsiteX17" fmla="*/ 45518 w 526297"/>
                    <a:gd name="connsiteY17" fmla="*/ 134066 h 438150"/>
                    <a:gd name="connsiteX18" fmla="*/ 101906 w 526297"/>
                    <a:gd name="connsiteY18" fmla="*/ 180834 h 438150"/>
                    <a:gd name="connsiteX19" fmla="*/ 121623 w 526297"/>
                    <a:gd name="connsiteY19" fmla="*/ 286371 h 438150"/>
                    <a:gd name="connsiteX20" fmla="*/ 407373 w 526297"/>
                    <a:gd name="connsiteY20" fmla="*/ 286371 h 438150"/>
                    <a:gd name="connsiteX21" fmla="*/ 427185 w 526297"/>
                    <a:gd name="connsiteY21" fmla="*/ 180739 h 438150"/>
                    <a:gd name="connsiteX22" fmla="*/ 483573 w 526297"/>
                    <a:gd name="connsiteY22" fmla="*/ 133971 h 438150"/>
                    <a:gd name="connsiteX23" fmla="*/ 416898 w 526297"/>
                    <a:gd name="connsiteY23" fmla="*/ 621 h 438150"/>
                    <a:gd name="connsiteX24" fmla="*/ 483573 w 526297"/>
                    <a:gd name="connsiteY24" fmla="*/ 67296 h 438150"/>
                    <a:gd name="connsiteX25" fmla="*/ 483573 w 526297"/>
                    <a:gd name="connsiteY25" fmla="*/ 115397 h 438150"/>
                    <a:gd name="connsiteX26" fmla="*/ 476429 w 526297"/>
                    <a:gd name="connsiteY26" fmla="*/ 114921 h 438150"/>
                    <a:gd name="connsiteX27" fmla="*/ 412040 w 526297"/>
                    <a:gd name="connsiteY27" fmla="*/ 166451 h 438150"/>
                    <a:gd name="connsiteX28" fmla="*/ 411564 w 526297"/>
                    <a:gd name="connsiteY28" fmla="*/ 168737 h 438150"/>
                    <a:gd name="connsiteX29" fmla="*/ 393086 w 526297"/>
                    <a:gd name="connsiteY29" fmla="*/ 267321 h 438150"/>
                    <a:gd name="connsiteX30" fmla="*/ 135911 w 526297"/>
                    <a:gd name="connsiteY30" fmla="*/ 267321 h 438150"/>
                    <a:gd name="connsiteX31" fmla="*/ 117432 w 526297"/>
                    <a:gd name="connsiteY31" fmla="*/ 168737 h 438150"/>
                    <a:gd name="connsiteX32" fmla="*/ 52567 w 526297"/>
                    <a:gd name="connsiteY32" fmla="*/ 114921 h 438150"/>
                    <a:gd name="connsiteX33" fmla="*/ 54948 w 526297"/>
                    <a:gd name="connsiteY33" fmla="*/ 67296 h 438150"/>
                    <a:gd name="connsiteX34" fmla="*/ 121623 w 526297"/>
                    <a:gd name="connsiteY34" fmla="*/ 621 h 438150"/>
                    <a:gd name="connsiteX35" fmla="*/ 416898 w 526297"/>
                    <a:gd name="connsiteY35" fmla="*/ 621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26297" h="438150">
                      <a:moveTo>
                        <a:pt x="483573" y="133971"/>
                      </a:moveTo>
                      <a:cubicBezTo>
                        <a:pt x="507957" y="133971"/>
                        <a:pt x="527674" y="153688"/>
                        <a:pt x="527674" y="178072"/>
                      </a:cubicBezTo>
                      <a:cubicBezTo>
                        <a:pt x="527674" y="179215"/>
                        <a:pt x="527674" y="180358"/>
                        <a:pt x="527579" y="181501"/>
                      </a:cubicBezTo>
                      <a:lnTo>
                        <a:pt x="514244" y="355237"/>
                      </a:lnTo>
                      <a:cubicBezTo>
                        <a:pt x="513101" y="370096"/>
                        <a:pt x="500718" y="381621"/>
                        <a:pt x="485764" y="381621"/>
                      </a:cubicBezTo>
                      <a:lnTo>
                        <a:pt x="454998" y="381621"/>
                      </a:lnTo>
                      <a:lnTo>
                        <a:pt x="454998" y="438771"/>
                      </a:lnTo>
                      <a:lnTo>
                        <a:pt x="435948" y="438771"/>
                      </a:lnTo>
                      <a:lnTo>
                        <a:pt x="435948" y="381621"/>
                      </a:lnTo>
                      <a:lnTo>
                        <a:pt x="93048" y="381621"/>
                      </a:lnTo>
                      <a:lnTo>
                        <a:pt x="93048" y="438771"/>
                      </a:lnTo>
                      <a:lnTo>
                        <a:pt x="73998" y="438771"/>
                      </a:lnTo>
                      <a:lnTo>
                        <a:pt x="73998" y="381621"/>
                      </a:lnTo>
                      <a:lnTo>
                        <a:pt x="43328" y="381621"/>
                      </a:lnTo>
                      <a:cubicBezTo>
                        <a:pt x="28373" y="381621"/>
                        <a:pt x="15991" y="370096"/>
                        <a:pt x="14848" y="355237"/>
                      </a:cubicBezTo>
                      <a:lnTo>
                        <a:pt x="1513" y="181501"/>
                      </a:lnTo>
                      <a:cubicBezTo>
                        <a:pt x="-392" y="157212"/>
                        <a:pt x="17801" y="135971"/>
                        <a:pt x="42089" y="134162"/>
                      </a:cubicBezTo>
                      <a:cubicBezTo>
                        <a:pt x="43232" y="134066"/>
                        <a:pt x="44375" y="134066"/>
                        <a:pt x="45518" y="134066"/>
                      </a:cubicBezTo>
                      <a:cubicBezTo>
                        <a:pt x="73141" y="134066"/>
                        <a:pt x="96858" y="153688"/>
                        <a:pt x="101906" y="180834"/>
                      </a:cubicBezTo>
                      <a:lnTo>
                        <a:pt x="121623" y="286371"/>
                      </a:lnTo>
                      <a:lnTo>
                        <a:pt x="407373" y="286371"/>
                      </a:lnTo>
                      <a:lnTo>
                        <a:pt x="427185" y="180739"/>
                      </a:lnTo>
                      <a:cubicBezTo>
                        <a:pt x="432233" y="153592"/>
                        <a:pt x="455951" y="133971"/>
                        <a:pt x="483573" y="133971"/>
                      </a:cubicBezTo>
                      <a:close/>
                      <a:moveTo>
                        <a:pt x="416898" y="621"/>
                      </a:moveTo>
                      <a:cubicBezTo>
                        <a:pt x="453760" y="621"/>
                        <a:pt x="483573" y="30434"/>
                        <a:pt x="483573" y="67296"/>
                      </a:cubicBezTo>
                      <a:lnTo>
                        <a:pt x="483573" y="115397"/>
                      </a:lnTo>
                      <a:cubicBezTo>
                        <a:pt x="481192" y="115112"/>
                        <a:pt x="478811" y="114921"/>
                        <a:pt x="476429" y="114921"/>
                      </a:cubicBezTo>
                      <a:cubicBezTo>
                        <a:pt x="445473" y="114921"/>
                        <a:pt x="418803" y="136448"/>
                        <a:pt x="412040" y="166451"/>
                      </a:cubicBezTo>
                      <a:lnTo>
                        <a:pt x="411564" y="168737"/>
                      </a:lnTo>
                      <a:lnTo>
                        <a:pt x="393086" y="267321"/>
                      </a:lnTo>
                      <a:lnTo>
                        <a:pt x="135911" y="267321"/>
                      </a:lnTo>
                      <a:lnTo>
                        <a:pt x="117432" y="168737"/>
                      </a:lnTo>
                      <a:cubicBezTo>
                        <a:pt x="111622" y="137495"/>
                        <a:pt x="84285" y="114921"/>
                        <a:pt x="52567" y="114921"/>
                      </a:cubicBezTo>
                      <a:lnTo>
                        <a:pt x="54948" y="67296"/>
                      </a:lnTo>
                      <a:cubicBezTo>
                        <a:pt x="54948" y="30434"/>
                        <a:pt x="84761" y="621"/>
                        <a:pt x="121623" y="621"/>
                      </a:cubicBezTo>
                      <a:lnTo>
                        <a:pt x="416898" y="62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6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72" name="矩形: 圆角 71"/>
              <p:cNvSpPr/>
              <p:nvPr>
                <p:custDataLst>
                  <p:tags r:id="rId22"/>
                </p:custDataLst>
              </p:nvPr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05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79" name="组合 78"/>
            <p:cNvGrpSpPr>
              <a:grpSpLocks noChangeAspect="1"/>
            </p:cNvGrpSpPr>
            <p:nvPr/>
          </p:nvGrpSpPr>
          <p:grpSpPr>
            <a:xfrm>
              <a:off x="3267144" y="661264"/>
              <a:ext cx="3392672" cy="1881300"/>
              <a:chOff x="3595122" y="2635398"/>
              <a:chExt cx="4329677" cy="2400888"/>
            </a:xfrm>
          </p:grpSpPr>
          <p:sp>
            <p:nvSpPr>
              <p:cNvPr id="80" name="文本框 79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{vItem.item2}</a:t>
                </a:r>
                <a:endParaRPr lang="de-DE" dirty="0"/>
              </a:p>
            </p:txBody>
          </p:sp>
          <p:sp>
            <p:nvSpPr>
              <p:cNvPr id="81" name="文本框 80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{vItem.item2_Desc}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82" name="组合 81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88" name="弧形 87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89" name="弧形 88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83" name="直接连接符 82"/>
              <p:cNvCxnSpPr/>
              <p:nvPr>
                <p:custDataLst>
                  <p:tags r:id="rId13"/>
                </p:custDataLst>
              </p:nvPr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4" name="组合 83"/>
              <p:cNvGrpSpPr/>
              <p:nvPr/>
            </p:nvGrpSpPr>
            <p:grpSpPr>
              <a:xfrm>
                <a:off x="3881577" y="3322330"/>
                <a:ext cx="849174" cy="849172"/>
                <a:chOff x="3881577" y="3322330"/>
                <a:chExt cx="849174" cy="849172"/>
              </a:xfrm>
            </p:grpSpPr>
            <p:sp>
              <p:nvSpPr>
                <p:cNvPr id="86" name="文本框 85"/>
                <p:cNvSpPr txBox="1">
                  <a:spLocks noChangeAspect="1"/>
                </p:cNvSpPr>
                <p:nvPr>
                  <p:custDataLst>
                    <p:tags r:id="rId15"/>
                  </p:custDataLst>
                </p:nvPr>
              </p:nvSpPr>
              <p:spPr>
                <a:xfrm>
                  <a:off x="3881577" y="3322330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1">
                        <a:lumMod val="60000"/>
                        <a:lumOff val="40000"/>
                        <a:alpha val="1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1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87" name="任意多边形: 形状 86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4125189" y="3548542"/>
                  <a:ext cx="361948" cy="396747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4017 w 495300"/>
                    <a:gd name="connsiteY2" fmla="*/ 484491 h 542925"/>
                    <a:gd name="connsiteX3" fmla="*/ 346877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663 w 495300"/>
                    <a:gd name="connsiteY8" fmla="*/ 524496 h 542925"/>
                    <a:gd name="connsiteX9" fmla="*/ 173523 w 495300"/>
                    <a:gd name="connsiteY9" fmla="*/ 484491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573 w 495300"/>
                    <a:gd name="connsiteY12" fmla="*/ 489254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967 w 495300"/>
                    <a:gd name="connsiteY15" fmla="*/ 489254 h 542925"/>
                    <a:gd name="connsiteX16" fmla="*/ 248770 w 495300"/>
                    <a:gd name="connsiteY16" fmla="*/ 495921 h 542925"/>
                    <a:gd name="connsiteX17" fmla="*/ 192573 w 495300"/>
                    <a:gd name="connsiteY17" fmla="*/ 489254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930" y="621"/>
                        <a:pt x="496420" y="111111"/>
                        <a:pt x="496420" y="248271"/>
                      </a:cubicBezTo>
                      <a:cubicBezTo>
                        <a:pt x="496420" y="358761"/>
                        <a:pt x="424030" y="452106"/>
                        <a:pt x="324017" y="484491"/>
                      </a:cubicBezTo>
                      <a:lnTo>
                        <a:pt x="346877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663" y="524496"/>
                      </a:lnTo>
                      <a:lnTo>
                        <a:pt x="173523" y="484491"/>
                      </a:lnTo>
                      <a:cubicBezTo>
                        <a:pt x="73510" y="453059"/>
                        <a:pt x="1120" y="358761"/>
                        <a:pt x="1120" y="248271"/>
                      </a:cubicBezTo>
                      <a:cubicBezTo>
                        <a:pt x="1120" y="111111"/>
                        <a:pt x="111610" y="621"/>
                        <a:pt x="248770" y="621"/>
                      </a:cubicBezTo>
                      <a:close/>
                      <a:moveTo>
                        <a:pt x="192573" y="489254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967" y="489254"/>
                      </a:lnTo>
                      <a:cubicBezTo>
                        <a:pt x="286870" y="493064"/>
                        <a:pt x="267820" y="495921"/>
                        <a:pt x="248770" y="495921"/>
                      </a:cubicBezTo>
                      <a:cubicBezTo>
                        <a:pt x="229720" y="495921"/>
                        <a:pt x="210670" y="493064"/>
                        <a:pt x="192573" y="489254"/>
                      </a:cubicBezTo>
                      <a:close/>
                      <a:moveTo>
                        <a:pt x="248770" y="143496"/>
                      </a:moveTo>
                      <a:cubicBezTo>
                        <a:pt x="190667" y="143496"/>
                        <a:pt x="143995" y="190169"/>
                        <a:pt x="143995" y="248271"/>
                      </a:cubicBezTo>
                      <a:cubicBezTo>
                        <a:pt x="143995" y="306374"/>
                        <a:pt x="190667" y="353046"/>
                        <a:pt x="248770" y="353046"/>
                      </a:cubicBezTo>
                      <a:cubicBezTo>
                        <a:pt x="306873" y="353046"/>
                        <a:pt x="353545" y="306374"/>
                        <a:pt x="353545" y="248271"/>
                      </a:cubicBezTo>
                      <a:cubicBezTo>
                        <a:pt x="353545" y="190169"/>
                        <a:pt x="306873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60213" y="114921"/>
                        <a:pt x="353545" y="121589"/>
                        <a:pt x="353545" y="129209"/>
                      </a:cubicBezTo>
                      <a:cubicBezTo>
                        <a:pt x="353545" y="136829"/>
                        <a:pt x="360213" y="143496"/>
                        <a:pt x="367833" y="143496"/>
                      </a:cubicBezTo>
                      <a:cubicBezTo>
                        <a:pt x="375452" y="143496"/>
                        <a:pt x="382120" y="136829"/>
                        <a:pt x="382120" y="129209"/>
                      </a:cubicBezTo>
                      <a:cubicBezTo>
                        <a:pt x="382120" y="121589"/>
                        <a:pt x="375452" y="114921"/>
                        <a:pt x="367833" y="11492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85" name="矩形: 圆角 84"/>
              <p:cNvSpPr/>
              <p:nvPr>
                <p:custDataLst>
                  <p:tags r:id="rId14"/>
                </p:custDataLst>
              </p:nvPr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02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90" name="组合 89"/>
            <p:cNvGrpSpPr>
              <a:grpSpLocks noChangeAspect="1"/>
            </p:cNvGrpSpPr>
            <p:nvPr/>
          </p:nvGrpSpPr>
          <p:grpSpPr>
            <a:xfrm>
              <a:off x="7729572" y="708416"/>
              <a:ext cx="3392672" cy="1881300"/>
              <a:chOff x="3595122" y="2635398"/>
              <a:chExt cx="4329677" cy="2400888"/>
            </a:xfrm>
          </p:grpSpPr>
          <p:sp>
            <p:nvSpPr>
              <p:cNvPr id="91" name="文本框 90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{vItem.item4}</a:t>
                </a:r>
                <a:endParaRPr lang="de-DE" dirty="0"/>
              </a:p>
            </p:txBody>
          </p:sp>
          <p:sp>
            <p:nvSpPr>
              <p:cNvPr id="92" name="文本框 91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{vItem.item4_Desc}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93" name="组合 92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99" name="弧形 98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100" name="弧形 99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94" name="直接连接符 93"/>
              <p:cNvCxnSpPr/>
              <p:nvPr>
                <p:custDataLst>
                  <p:tags r:id="rId5"/>
                </p:custDataLst>
              </p:nvPr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2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5" name="组合 94"/>
              <p:cNvGrpSpPr/>
              <p:nvPr/>
            </p:nvGrpSpPr>
            <p:grpSpPr>
              <a:xfrm>
                <a:off x="3881577" y="3322331"/>
                <a:ext cx="849174" cy="849172"/>
                <a:chOff x="3881577" y="3322331"/>
                <a:chExt cx="849174" cy="849172"/>
              </a:xfrm>
            </p:grpSpPr>
            <p:sp>
              <p:nvSpPr>
                <p:cNvPr id="97" name="文本框 96"/>
                <p:cNvSpPr txBox="1">
                  <a:spLocks noChangeAspect="1"/>
                </p:cNvSpPr>
                <p:nvPr>
                  <p:custDataLst>
                    <p:tags r:id="rId7"/>
                  </p:custDataLst>
                </p:nvPr>
              </p:nvSpPr>
              <p:spPr>
                <a:xfrm>
                  <a:off x="3881577" y="3322331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2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2">
                        <a:lumMod val="60000"/>
                        <a:lumOff val="4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2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98" name="任意多边形: 形状 97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4125189" y="3555500"/>
                  <a:ext cx="361949" cy="382831"/>
                </a:xfrm>
                <a:custGeom>
                  <a:avLst/>
                  <a:gdLst>
                    <a:gd name="connsiteX0" fmla="*/ 371955 w 495300"/>
                    <a:gd name="connsiteY0" fmla="*/ 621 h 523875"/>
                    <a:gd name="connsiteX1" fmla="*/ 400530 w 495300"/>
                    <a:gd name="connsiteY1" fmla="*/ 29196 h 523875"/>
                    <a:gd name="connsiteX2" fmla="*/ 400530 w 495300"/>
                    <a:gd name="connsiteY2" fmla="*/ 133971 h 523875"/>
                    <a:gd name="connsiteX3" fmla="*/ 371955 w 495300"/>
                    <a:gd name="connsiteY3" fmla="*/ 162546 h 523875"/>
                    <a:gd name="connsiteX4" fmla="*/ 257655 w 495300"/>
                    <a:gd name="connsiteY4" fmla="*/ 162546 h 523875"/>
                    <a:gd name="connsiteX5" fmla="*/ 257655 w 495300"/>
                    <a:gd name="connsiteY5" fmla="*/ 286371 h 523875"/>
                    <a:gd name="connsiteX6" fmla="*/ 419580 w 495300"/>
                    <a:gd name="connsiteY6" fmla="*/ 286371 h 523875"/>
                    <a:gd name="connsiteX7" fmla="*/ 457680 w 495300"/>
                    <a:gd name="connsiteY7" fmla="*/ 322566 h 523875"/>
                    <a:gd name="connsiteX8" fmla="*/ 457680 w 495300"/>
                    <a:gd name="connsiteY8" fmla="*/ 324471 h 523875"/>
                    <a:gd name="connsiteX9" fmla="*/ 457680 w 495300"/>
                    <a:gd name="connsiteY9" fmla="*/ 429246 h 523875"/>
                    <a:gd name="connsiteX10" fmla="*/ 476730 w 495300"/>
                    <a:gd name="connsiteY10" fmla="*/ 429246 h 523875"/>
                    <a:gd name="connsiteX11" fmla="*/ 495780 w 495300"/>
                    <a:gd name="connsiteY11" fmla="*/ 448296 h 523875"/>
                    <a:gd name="connsiteX12" fmla="*/ 495780 w 495300"/>
                    <a:gd name="connsiteY12" fmla="*/ 505446 h 523875"/>
                    <a:gd name="connsiteX13" fmla="*/ 476730 w 495300"/>
                    <a:gd name="connsiteY13" fmla="*/ 524496 h 523875"/>
                    <a:gd name="connsiteX14" fmla="*/ 419580 w 495300"/>
                    <a:gd name="connsiteY14" fmla="*/ 524496 h 523875"/>
                    <a:gd name="connsiteX15" fmla="*/ 400530 w 495300"/>
                    <a:gd name="connsiteY15" fmla="*/ 505446 h 523875"/>
                    <a:gd name="connsiteX16" fmla="*/ 400530 w 495300"/>
                    <a:gd name="connsiteY16" fmla="*/ 448296 h 523875"/>
                    <a:gd name="connsiteX17" fmla="*/ 419580 w 495300"/>
                    <a:gd name="connsiteY17" fmla="*/ 429246 h 523875"/>
                    <a:gd name="connsiteX18" fmla="*/ 438630 w 495300"/>
                    <a:gd name="connsiteY18" fmla="*/ 429246 h 523875"/>
                    <a:gd name="connsiteX19" fmla="*/ 438630 w 495300"/>
                    <a:gd name="connsiteY19" fmla="*/ 324471 h 523875"/>
                    <a:gd name="connsiteX20" fmla="*/ 420533 w 495300"/>
                    <a:gd name="connsiteY20" fmla="*/ 305421 h 523875"/>
                    <a:gd name="connsiteX21" fmla="*/ 419580 w 495300"/>
                    <a:gd name="connsiteY21" fmla="*/ 305421 h 523875"/>
                    <a:gd name="connsiteX22" fmla="*/ 257655 w 495300"/>
                    <a:gd name="connsiteY22" fmla="*/ 305421 h 523875"/>
                    <a:gd name="connsiteX23" fmla="*/ 257655 w 495300"/>
                    <a:gd name="connsiteY23" fmla="*/ 429246 h 523875"/>
                    <a:gd name="connsiteX24" fmla="*/ 276705 w 495300"/>
                    <a:gd name="connsiteY24" fmla="*/ 429246 h 523875"/>
                    <a:gd name="connsiteX25" fmla="*/ 295755 w 495300"/>
                    <a:gd name="connsiteY25" fmla="*/ 448296 h 523875"/>
                    <a:gd name="connsiteX26" fmla="*/ 295755 w 495300"/>
                    <a:gd name="connsiteY26" fmla="*/ 505446 h 523875"/>
                    <a:gd name="connsiteX27" fmla="*/ 276705 w 495300"/>
                    <a:gd name="connsiteY27" fmla="*/ 524496 h 523875"/>
                    <a:gd name="connsiteX28" fmla="*/ 219555 w 495300"/>
                    <a:gd name="connsiteY28" fmla="*/ 524496 h 523875"/>
                    <a:gd name="connsiteX29" fmla="*/ 200505 w 495300"/>
                    <a:gd name="connsiteY29" fmla="*/ 505446 h 523875"/>
                    <a:gd name="connsiteX30" fmla="*/ 200505 w 495300"/>
                    <a:gd name="connsiteY30" fmla="*/ 448296 h 523875"/>
                    <a:gd name="connsiteX31" fmla="*/ 219555 w 495300"/>
                    <a:gd name="connsiteY31" fmla="*/ 429246 h 523875"/>
                    <a:gd name="connsiteX32" fmla="*/ 238605 w 495300"/>
                    <a:gd name="connsiteY32" fmla="*/ 429246 h 523875"/>
                    <a:gd name="connsiteX33" fmla="*/ 238605 w 495300"/>
                    <a:gd name="connsiteY33" fmla="*/ 305421 h 523875"/>
                    <a:gd name="connsiteX34" fmla="*/ 76680 w 495300"/>
                    <a:gd name="connsiteY34" fmla="*/ 305421 h 523875"/>
                    <a:gd name="connsiteX35" fmla="*/ 57630 w 495300"/>
                    <a:gd name="connsiteY35" fmla="*/ 323519 h 523875"/>
                    <a:gd name="connsiteX36" fmla="*/ 57630 w 495300"/>
                    <a:gd name="connsiteY36" fmla="*/ 324471 h 523875"/>
                    <a:gd name="connsiteX37" fmla="*/ 57630 w 495300"/>
                    <a:gd name="connsiteY37" fmla="*/ 429246 h 523875"/>
                    <a:gd name="connsiteX38" fmla="*/ 76680 w 495300"/>
                    <a:gd name="connsiteY38" fmla="*/ 429246 h 523875"/>
                    <a:gd name="connsiteX39" fmla="*/ 95730 w 495300"/>
                    <a:gd name="connsiteY39" fmla="*/ 448296 h 523875"/>
                    <a:gd name="connsiteX40" fmla="*/ 95730 w 495300"/>
                    <a:gd name="connsiteY40" fmla="*/ 505446 h 523875"/>
                    <a:gd name="connsiteX41" fmla="*/ 76680 w 495300"/>
                    <a:gd name="connsiteY41" fmla="*/ 524496 h 523875"/>
                    <a:gd name="connsiteX42" fmla="*/ 19530 w 495300"/>
                    <a:gd name="connsiteY42" fmla="*/ 524496 h 523875"/>
                    <a:gd name="connsiteX43" fmla="*/ 480 w 495300"/>
                    <a:gd name="connsiteY43" fmla="*/ 505446 h 523875"/>
                    <a:gd name="connsiteX44" fmla="*/ 480 w 495300"/>
                    <a:gd name="connsiteY44" fmla="*/ 448296 h 523875"/>
                    <a:gd name="connsiteX45" fmla="*/ 19530 w 495300"/>
                    <a:gd name="connsiteY45" fmla="*/ 429246 h 523875"/>
                    <a:gd name="connsiteX46" fmla="*/ 38580 w 495300"/>
                    <a:gd name="connsiteY46" fmla="*/ 429246 h 523875"/>
                    <a:gd name="connsiteX47" fmla="*/ 38580 w 495300"/>
                    <a:gd name="connsiteY47" fmla="*/ 324471 h 523875"/>
                    <a:gd name="connsiteX48" fmla="*/ 74775 w 495300"/>
                    <a:gd name="connsiteY48" fmla="*/ 286371 h 523875"/>
                    <a:gd name="connsiteX49" fmla="*/ 76680 w 495300"/>
                    <a:gd name="connsiteY49" fmla="*/ 286371 h 523875"/>
                    <a:gd name="connsiteX50" fmla="*/ 238605 w 495300"/>
                    <a:gd name="connsiteY50" fmla="*/ 286371 h 523875"/>
                    <a:gd name="connsiteX51" fmla="*/ 238605 w 495300"/>
                    <a:gd name="connsiteY51" fmla="*/ 162546 h 523875"/>
                    <a:gd name="connsiteX52" fmla="*/ 124305 w 495300"/>
                    <a:gd name="connsiteY52" fmla="*/ 162546 h 523875"/>
                    <a:gd name="connsiteX53" fmla="*/ 95730 w 495300"/>
                    <a:gd name="connsiteY53" fmla="*/ 133971 h 523875"/>
                    <a:gd name="connsiteX54" fmla="*/ 95730 w 495300"/>
                    <a:gd name="connsiteY54" fmla="*/ 29196 h 523875"/>
                    <a:gd name="connsiteX55" fmla="*/ 124305 w 495300"/>
                    <a:gd name="connsiteY55" fmla="*/ 621 h 523875"/>
                    <a:gd name="connsiteX56" fmla="*/ 371955 w 495300"/>
                    <a:gd name="connsiteY56" fmla="*/ 621 h 523875"/>
                    <a:gd name="connsiteX57" fmla="*/ 148118 w 495300"/>
                    <a:gd name="connsiteY57" fmla="*/ 95871 h 523875"/>
                    <a:gd name="connsiteX58" fmla="*/ 133830 w 495300"/>
                    <a:gd name="connsiteY58" fmla="*/ 110159 h 523875"/>
                    <a:gd name="connsiteX59" fmla="*/ 148118 w 495300"/>
                    <a:gd name="connsiteY59" fmla="*/ 124446 h 523875"/>
                    <a:gd name="connsiteX60" fmla="*/ 162405 w 495300"/>
                    <a:gd name="connsiteY60" fmla="*/ 110159 h 523875"/>
                    <a:gd name="connsiteX61" fmla="*/ 148118 w 495300"/>
                    <a:gd name="connsiteY61" fmla="*/ 9587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495300" h="523875">
                      <a:moveTo>
                        <a:pt x="371955" y="621"/>
                      </a:moveTo>
                      <a:cubicBezTo>
                        <a:pt x="388148" y="621"/>
                        <a:pt x="400530" y="13004"/>
                        <a:pt x="400530" y="29196"/>
                      </a:cubicBezTo>
                      <a:lnTo>
                        <a:pt x="400530" y="133971"/>
                      </a:lnTo>
                      <a:cubicBezTo>
                        <a:pt x="400530" y="150164"/>
                        <a:pt x="388148" y="162546"/>
                        <a:pt x="371955" y="162546"/>
                      </a:cubicBezTo>
                      <a:lnTo>
                        <a:pt x="257655" y="162546"/>
                      </a:lnTo>
                      <a:lnTo>
                        <a:pt x="257655" y="286371"/>
                      </a:lnTo>
                      <a:lnTo>
                        <a:pt x="419580" y="286371"/>
                      </a:lnTo>
                      <a:cubicBezTo>
                        <a:pt x="439583" y="286371"/>
                        <a:pt x="456727" y="302564"/>
                        <a:pt x="457680" y="322566"/>
                      </a:cubicBezTo>
                      <a:lnTo>
                        <a:pt x="457680" y="324471"/>
                      </a:lnTo>
                      <a:lnTo>
                        <a:pt x="457680" y="429246"/>
                      </a:lnTo>
                      <a:lnTo>
                        <a:pt x="476730" y="429246"/>
                      </a:lnTo>
                      <a:cubicBezTo>
                        <a:pt x="487208" y="429246"/>
                        <a:pt x="495780" y="437819"/>
                        <a:pt x="495780" y="448296"/>
                      </a:cubicBezTo>
                      <a:lnTo>
                        <a:pt x="495780" y="505446"/>
                      </a:lnTo>
                      <a:cubicBezTo>
                        <a:pt x="495780" y="515924"/>
                        <a:pt x="487208" y="524496"/>
                        <a:pt x="476730" y="524496"/>
                      </a:cubicBezTo>
                      <a:lnTo>
                        <a:pt x="419580" y="524496"/>
                      </a:lnTo>
                      <a:cubicBezTo>
                        <a:pt x="409102" y="524496"/>
                        <a:pt x="400530" y="515924"/>
                        <a:pt x="400530" y="505446"/>
                      </a:cubicBezTo>
                      <a:lnTo>
                        <a:pt x="400530" y="448296"/>
                      </a:lnTo>
                      <a:cubicBezTo>
                        <a:pt x="400530" y="437819"/>
                        <a:pt x="409102" y="429246"/>
                        <a:pt x="419580" y="429246"/>
                      </a:cubicBezTo>
                      <a:lnTo>
                        <a:pt x="438630" y="429246"/>
                      </a:lnTo>
                      <a:lnTo>
                        <a:pt x="438630" y="324471"/>
                      </a:lnTo>
                      <a:cubicBezTo>
                        <a:pt x="438630" y="313994"/>
                        <a:pt x="431010" y="306374"/>
                        <a:pt x="420533" y="305421"/>
                      </a:cubicBezTo>
                      <a:lnTo>
                        <a:pt x="419580" y="305421"/>
                      </a:lnTo>
                      <a:lnTo>
                        <a:pt x="257655" y="305421"/>
                      </a:lnTo>
                      <a:lnTo>
                        <a:pt x="257655" y="429246"/>
                      </a:lnTo>
                      <a:lnTo>
                        <a:pt x="276705" y="429246"/>
                      </a:lnTo>
                      <a:cubicBezTo>
                        <a:pt x="287183" y="429246"/>
                        <a:pt x="295755" y="437819"/>
                        <a:pt x="295755" y="448296"/>
                      </a:cubicBezTo>
                      <a:lnTo>
                        <a:pt x="295755" y="505446"/>
                      </a:lnTo>
                      <a:cubicBezTo>
                        <a:pt x="295755" y="515924"/>
                        <a:pt x="287183" y="524496"/>
                        <a:pt x="276705" y="524496"/>
                      </a:cubicBezTo>
                      <a:lnTo>
                        <a:pt x="219555" y="524496"/>
                      </a:lnTo>
                      <a:cubicBezTo>
                        <a:pt x="209077" y="524496"/>
                        <a:pt x="200505" y="515924"/>
                        <a:pt x="200505" y="505446"/>
                      </a:cubicBezTo>
                      <a:lnTo>
                        <a:pt x="200505" y="448296"/>
                      </a:lnTo>
                      <a:cubicBezTo>
                        <a:pt x="200505" y="437819"/>
                        <a:pt x="209077" y="429246"/>
                        <a:pt x="219555" y="429246"/>
                      </a:cubicBezTo>
                      <a:lnTo>
                        <a:pt x="238605" y="429246"/>
                      </a:lnTo>
                      <a:lnTo>
                        <a:pt x="238605" y="305421"/>
                      </a:lnTo>
                      <a:lnTo>
                        <a:pt x="76680" y="305421"/>
                      </a:lnTo>
                      <a:cubicBezTo>
                        <a:pt x="66202" y="305421"/>
                        <a:pt x="58583" y="313041"/>
                        <a:pt x="57630" y="323519"/>
                      </a:cubicBezTo>
                      <a:lnTo>
                        <a:pt x="57630" y="324471"/>
                      </a:lnTo>
                      <a:lnTo>
                        <a:pt x="57630" y="429246"/>
                      </a:lnTo>
                      <a:lnTo>
                        <a:pt x="76680" y="429246"/>
                      </a:lnTo>
                      <a:cubicBezTo>
                        <a:pt x="87158" y="429246"/>
                        <a:pt x="95730" y="437819"/>
                        <a:pt x="95730" y="448296"/>
                      </a:cubicBezTo>
                      <a:lnTo>
                        <a:pt x="95730" y="505446"/>
                      </a:lnTo>
                      <a:cubicBezTo>
                        <a:pt x="95730" y="515924"/>
                        <a:pt x="87158" y="524496"/>
                        <a:pt x="76680" y="524496"/>
                      </a:cubicBezTo>
                      <a:lnTo>
                        <a:pt x="19530" y="524496"/>
                      </a:lnTo>
                      <a:cubicBezTo>
                        <a:pt x="9052" y="524496"/>
                        <a:pt x="480" y="515924"/>
                        <a:pt x="480" y="505446"/>
                      </a:cubicBezTo>
                      <a:lnTo>
                        <a:pt x="480" y="448296"/>
                      </a:lnTo>
                      <a:cubicBezTo>
                        <a:pt x="480" y="437819"/>
                        <a:pt x="9052" y="429246"/>
                        <a:pt x="19530" y="429246"/>
                      </a:cubicBezTo>
                      <a:lnTo>
                        <a:pt x="38580" y="429246"/>
                      </a:lnTo>
                      <a:lnTo>
                        <a:pt x="38580" y="324471"/>
                      </a:lnTo>
                      <a:cubicBezTo>
                        <a:pt x="38580" y="304469"/>
                        <a:pt x="54773" y="287324"/>
                        <a:pt x="74775" y="286371"/>
                      </a:cubicBezTo>
                      <a:lnTo>
                        <a:pt x="76680" y="286371"/>
                      </a:lnTo>
                      <a:lnTo>
                        <a:pt x="238605" y="286371"/>
                      </a:lnTo>
                      <a:lnTo>
                        <a:pt x="238605" y="162546"/>
                      </a:lnTo>
                      <a:lnTo>
                        <a:pt x="124305" y="162546"/>
                      </a:lnTo>
                      <a:cubicBezTo>
                        <a:pt x="108112" y="162546"/>
                        <a:pt x="95730" y="150164"/>
                        <a:pt x="95730" y="133971"/>
                      </a:cubicBezTo>
                      <a:lnTo>
                        <a:pt x="95730" y="29196"/>
                      </a:lnTo>
                      <a:cubicBezTo>
                        <a:pt x="95730" y="13004"/>
                        <a:pt x="108112" y="621"/>
                        <a:pt x="124305" y="621"/>
                      </a:cubicBezTo>
                      <a:lnTo>
                        <a:pt x="371955" y="621"/>
                      </a:lnTo>
                      <a:close/>
                      <a:moveTo>
                        <a:pt x="148118" y="95871"/>
                      </a:moveTo>
                      <a:cubicBezTo>
                        <a:pt x="140498" y="95871"/>
                        <a:pt x="133830" y="102539"/>
                        <a:pt x="133830" y="110159"/>
                      </a:cubicBezTo>
                      <a:cubicBezTo>
                        <a:pt x="133830" y="117779"/>
                        <a:pt x="140498" y="124446"/>
                        <a:pt x="148118" y="124446"/>
                      </a:cubicBezTo>
                      <a:cubicBezTo>
                        <a:pt x="155737" y="124446"/>
                        <a:pt x="162405" y="117779"/>
                        <a:pt x="162405" y="110159"/>
                      </a:cubicBezTo>
                      <a:cubicBezTo>
                        <a:pt x="162405" y="102539"/>
                        <a:pt x="155737" y="95871"/>
                        <a:pt x="148118" y="9587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96" name="矩形: 圆角 95"/>
              <p:cNvSpPr/>
              <p:nvPr>
                <p:custDataLst>
                  <p:tags r:id="rId6"/>
                </p:custDataLst>
              </p:nvPr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04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3" name="标题 1">
            <a:extLst>
              <a:ext uri="{FF2B5EF4-FFF2-40B4-BE49-F238E27FC236}">
                <a16:creationId xmlns:a16="http://schemas.microsoft.com/office/drawing/2014/main" id="{3CAB23F6-4C44-84EF-0483-87E73373E0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058334" y="1818964"/>
            <a:ext cx="10075332" cy="3969006"/>
            <a:chOff x="1051984" y="2121224"/>
            <a:chExt cx="10075332" cy="3969006"/>
          </a:xfrm>
        </p:grpSpPr>
        <p:sp>
          <p:nvSpPr>
            <p:cNvPr id="7" name="矩形: 圆角 6"/>
            <p:cNvSpPr/>
            <p:nvPr/>
          </p:nvSpPr>
          <p:spPr>
            <a:xfrm>
              <a:off x="2140502" y="3797907"/>
              <a:ext cx="7935402" cy="363496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椭圆 4"/>
            <p:cNvSpPr/>
            <p:nvPr/>
          </p:nvSpPr>
          <p:spPr>
            <a:xfrm>
              <a:off x="5636637" y="3526644"/>
              <a:ext cx="906025" cy="90602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02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1051984" y="2121224"/>
              <a:ext cx="2401444" cy="2303627"/>
              <a:chOff x="1051984" y="2121224"/>
              <a:chExt cx="2401444" cy="2303627"/>
            </a:xfrm>
          </p:grpSpPr>
          <p:sp>
            <p:nvSpPr>
              <p:cNvPr id="13" name="矩形 12"/>
              <p:cNvSpPr/>
              <p:nvPr/>
            </p:nvSpPr>
            <p:spPr bwMode="auto">
              <a:xfrm>
                <a:off x="1051984" y="2678285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  <a:endParaRPr lang="en-US" dirty="0"/>
              </a:p>
            </p:txBody>
          </p:sp>
          <p:sp>
            <p:nvSpPr>
              <p:cNvPr id="14" name="文本框 13"/>
              <p:cNvSpPr txBox="1"/>
              <p:nvPr/>
            </p:nvSpPr>
            <p:spPr bwMode="auto">
              <a:xfrm>
                <a:off x="1051984" y="2121224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b="1" sz="3200" dirty="0"/>
                  <a:t>{vItem.item1}</a:t>
                </a:r>
                <a:endParaRPr lang="en-US" dirty="0"/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2012710" y="3518827"/>
                <a:ext cx="906025" cy="9060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01</a:t>
                </a: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8725872" y="2121224"/>
              <a:ext cx="2401444" cy="1326998"/>
              <a:chOff x="8725872" y="2121224"/>
              <a:chExt cx="2401444" cy="1326998"/>
            </a:xfrm>
          </p:grpSpPr>
          <p:sp>
            <p:nvSpPr>
              <p:cNvPr id="17" name="矩形 16"/>
              <p:cNvSpPr/>
              <p:nvPr/>
            </p:nvSpPr>
            <p:spPr bwMode="auto">
              <a:xfrm>
                <a:off x="8725872" y="2678285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{vItem.item3_Desc}</a:t>
                </a:r>
                <a:endParaRPr lang="en-US" sz="1200" dirty="0"/>
              </a:p>
            </p:txBody>
          </p:sp>
          <p:sp>
            <p:nvSpPr>
              <p:cNvPr id="18" name="文本框 17"/>
              <p:cNvSpPr txBox="1"/>
              <p:nvPr/>
            </p:nvSpPr>
            <p:spPr bwMode="auto">
              <a:xfrm>
                <a:off x="8725872" y="2121224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b="1" sz="3200" dirty="0"/>
                  <a:t>{vItem.item3}</a:t>
                </a:r>
                <a:endParaRPr lang="en-US" dirty="0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4912358" y="4763233"/>
              <a:ext cx="2401444" cy="1326997"/>
              <a:chOff x="4912358" y="4763233"/>
              <a:chExt cx="2401444" cy="1326997"/>
            </a:xfrm>
          </p:grpSpPr>
          <p:sp>
            <p:nvSpPr>
              <p:cNvPr id="19" name="矩形 18"/>
              <p:cNvSpPr/>
              <p:nvPr/>
            </p:nvSpPr>
            <p:spPr bwMode="auto">
              <a:xfrm>
                <a:off x="4912358" y="5320293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{vItem.item2_Desc}</a:t>
                </a:r>
                <a:endParaRPr lang="en-US" sz="1200" dirty="0"/>
              </a:p>
            </p:txBody>
          </p:sp>
          <p:sp>
            <p:nvSpPr>
              <p:cNvPr id="20" name="文本框 19"/>
              <p:cNvSpPr txBox="1"/>
              <p:nvPr/>
            </p:nvSpPr>
            <p:spPr bwMode="auto">
              <a:xfrm>
                <a:off x="4912358" y="4763233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b="1" sz="3200" dirty="0"/>
                  <a:t>{vItem.item2}</a:t>
                </a:r>
                <a:endParaRPr lang="en-US" dirty="0"/>
              </a:p>
            </p:txBody>
          </p:sp>
        </p:grpSp>
        <p:sp>
          <p:nvSpPr>
            <p:cNvPr id="12" name="椭圆 11"/>
            <p:cNvSpPr/>
            <p:nvPr/>
          </p:nvSpPr>
          <p:spPr>
            <a:xfrm>
              <a:off x="9284421" y="3526644"/>
              <a:ext cx="906025" cy="90602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03</a:t>
              </a: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progress1-3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1531443" y="1855794"/>
            <a:ext cx="9483098" cy="3947207"/>
            <a:chOff x="1525093" y="2121224"/>
            <a:chExt cx="9483098" cy="3947207"/>
          </a:xfrm>
        </p:grpSpPr>
        <p:sp>
          <p:nvSpPr>
            <p:cNvPr id="7" name="矩形: 圆角 6"/>
            <p:cNvSpPr/>
            <p:nvPr/>
          </p:nvSpPr>
          <p:spPr>
            <a:xfrm>
              <a:off x="2303503" y="3797907"/>
              <a:ext cx="7763699" cy="363496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" name="椭圆 3"/>
            <p:cNvSpPr/>
            <p:nvPr/>
          </p:nvSpPr>
          <p:spPr>
            <a:xfrm>
              <a:off x="9351367" y="3526644"/>
              <a:ext cx="906025" cy="906024"/>
            </a:xfrm>
            <a:prstGeom prst="ellipse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04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976441" y="3526644"/>
              <a:ext cx="906025" cy="90602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03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4601516" y="3526644"/>
              <a:ext cx="906025" cy="906024"/>
            </a:xfrm>
            <a:prstGeom prst="ellipse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02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1525093" y="2121224"/>
              <a:ext cx="2401444" cy="2303627"/>
              <a:chOff x="1525093" y="2121224"/>
              <a:chExt cx="2401444" cy="2303627"/>
            </a:xfrm>
          </p:grpSpPr>
          <p:sp>
            <p:nvSpPr>
              <p:cNvPr id="13" name="矩形 12"/>
              <p:cNvSpPr/>
              <p:nvPr/>
            </p:nvSpPr>
            <p:spPr bwMode="auto">
              <a:xfrm>
                <a:off x="1525093" y="2678285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  <a:endParaRPr lang="en-US" dirty="0"/>
              </a:p>
            </p:txBody>
          </p:sp>
          <p:sp>
            <p:nvSpPr>
              <p:cNvPr id="14" name="文本框 13"/>
              <p:cNvSpPr txBox="1"/>
              <p:nvPr/>
            </p:nvSpPr>
            <p:spPr bwMode="auto">
              <a:xfrm>
                <a:off x="1525093" y="2121224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b="1" sz="3200" dirty="0"/>
                  <a:t>{vItem.item1}</a:t>
                </a:r>
                <a:endParaRPr lang="en-US" dirty="0"/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2112098" y="3518827"/>
                <a:ext cx="906025" cy="9060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01</a:t>
                </a: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6227735" y="2121224"/>
              <a:ext cx="2401444" cy="1326998"/>
              <a:chOff x="6227735" y="2121224"/>
              <a:chExt cx="2401444" cy="1326998"/>
            </a:xfrm>
          </p:grpSpPr>
          <p:sp>
            <p:nvSpPr>
              <p:cNvPr id="15" name="矩形 14"/>
              <p:cNvSpPr/>
              <p:nvPr/>
            </p:nvSpPr>
            <p:spPr bwMode="auto">
              <a:xfrm>
                <a:off x="6227735" y="2678285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{vItem.item3_Desc}</a:t>
                </a:r>
                <a:endParaRPr lang="en-US" dirty="0"/>
              </a:p>
            </p:txBody>
          </p:sp>
          <p:sp>
            <p:nvSpPr>
              <p:cNvPr id="16" name="文本框 15"/>
              <p:cNvSpPr txBox="1"/>
              <p:nvPr/>
            </p:nvSpPr>
            <p:spPr bwMode="auto">
              <a:xfrm>
                <a:off x="6227735" y="2121224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b="1" sz="3200" dirty="0"/>
                  <a:t>{vItem.item3}</a:t>
                </a:r>
                <a:endParaRPr lang="en-US" dirty="0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3851691" y="4741434"/>
              <a:ext cx="2401444" cy="1326997"/>
              <a:chOff x="3851691" y="4741434"/>
              <a:chExt cx="2401444" cy="1326997"/>
            </a:xfrm>
          </p:grpSpPr>
          <p:sp>
            <p:nvSpPr>
              <p:cNvPr id="19" name="矩形 18"/>
              <p:cNvSpPr/>
              <p:nvPr/>
            </p:nvSpPr>
            <p:spPr bwMode="auto">
              <a:xfrm>
                <a:off x="3851691" y="5298494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  <a:endParaRPr lang="en-US" sz="1200" dirty="0"/>
              </a:p>
            </p:txBody>
          </p:sp>
          <p:sp>
            <p:nvSpPr>
              <p:cNvPr id="20" name="文本框 19"/>
              <p:cNvSpPr txBox="1"/>
              <p:nvPr/>
            </p:nvSpPr>
            <p:spPr bwMode="auto">
              <a:xfrm>
                <a:off x="3851691" y="4741434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b="1" sz="3200" dirty="0"/>
                  <a:t>{vItem.item2}</a:t>
                </a:r>
                <a:endParaRPr lang="en-US" dirty="0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8606747" y="4739267"/>
              <a:ext cx="2401444" cy="1326997"/>
              <a:chOff x="8606747" y="4739267"/>
              <a:chExt cx="2401444" cy="1326997"/>
            </a:xfrm>
          </p:grpSpPr>
          <p:sp>
            <p:nvSpPr>
              <p:cNvPr id="21" name="矩形 20"/>
              <p:cNvSpPr/>
              <p:nvPr/>
            </p:nvSpPr>
            <p:spPr bwMode="auto">
              <a:xfrm>
                <a:off x="8606747" y="5296327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{vItem.item4_Desc}</a:t>
                </a:r>
                <a:endParaRPr lang="en-US" sz="1200" dirty="0"/>
              </a:p>
            </p:txBody>
          </p:sp>
          <p:sp>
            <p:nvSpPr>
              <p:cNvPr id="22" name="文本框 21"/>
              <p:cNvSpPr txBox="1"/>
              <p:nvPr/>
            </p:nvSpPr>
            <p:spPr bwMode="auto">
              <a:xfrm>
                <a:off x="8606747" y="4739267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b="1" sz="3200" dirty="0"/>
                  <a:t>{vItem.item4}</a:t>
                </a:r>
                <a:endParaRPr lang="en-US" dirty="0"/>
              </a:p>
            </p:txBody>
          </p:sp>
        </p:grpSp>
      </p:grpSp>
      <p:sp>
        <p:nvSpPr>
          <p:cNvPr id="8" name="文本框 7"/>
          <p:cNvSpPr txBox="1"/>
          <p:nvPr/>
        </p:nvSpPr>
        <p:spPr>
          <a:xfrm>
            <a:off x="11252936" y="17605"/>
            <a:ext cx="92782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progress1-4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84CB1AD-6803-DC0F-680F-FD05AE8E3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1443475" y="1105844"/>
            <a:ext cx="9305050" cy="3810326"/>
            <a:chOff x="1437125" y="2323774"/>
            <a:chExt cx="9305050" cy="3810326"/>
          </a:xfrm>
        </p:grpSpPr>
        <p:grpSp>
          <p:nvGrpSpPr>
            <p:cNvPr id="5" name="组合 4"/>
            <p:cNvGrpSpPr/>
            <p:nvPr/>
          </p:nvGrpSpPr>
          <p:grpSpPr>
            <a:xfrm>
              <a:off x="1437125" y="2323774"/>
              <a:ext cx="2435170" cy="3810326"/>
              <a:chOff x="665517" y="2323774"/>
              <a:chExt cx="2435170" cy="3810326"/>
            </a:xfrm>
          </p:grpSpPr>
          <p:sp>
            <p:nvSpPr>
              <p:cNvPr id="18" name="任意多边形: 形状 17"/>
              <p:cNvSpPr/>
              <p:nvPr>
                <p:custDataLst>
                  <p:tags r:id="rId12"/>
                </p:custDataLst>
              </p:nvPr>
            </p:nvSpPr>
            <p:spPr>
              <a:xfrm>
                <a:off x="1200913" y="2323774"/>
                <a:ext cx="1365084" cy="1365082"/>
              </a:xfrm>
              <a:custGeom>
                <a:avLst/>
                <a:gdLst>
                  <a:gd name="connsiteX0" fmla="*/ 0 w 2599531"/>
                  <a:gd name="connsiteY0" fmla="*/ 1299766 h 2599531"/>
                  <a:gd name="connsiteX1" fmla="*/ 1299766 w 2599531"/>
                  <a:gd name="connsiteY1" fmla="*/ 0 h 2599531"/>
                  <a:gd name="connsiteX2" fmla="*/ 2599532 w 2599531"/>
                  <a:gd name="connsiteY2" fmla="*/ 1299766 h 2599531"/>
                  <a:gd name="connsiteX3" fmla="*/ 1299766 w 2599531"/>
                  <a:gd name="connsiteY3" fmla="*/ 2599532 h 2599531"/>
                  <a:gd name="connsiteX4" fmla="*/ 0 w 2599531"/>
                  <a:gd name="connsiteY4" fmla="*/ 1299766 h 2599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99531" h="2599531">
                    <a:moveTo>
                      <a:pt x="0" y="1299766"/>
                    </a:moveTo>
                    <a:cubicBezTo>
                      <a:pt x="0" y="581925"/>
                      <a:pt x="581925" y="0"/>
                      <a:pt x="1299766" y="0"/>
                    </a:cubicBezTo>
                    <a:cubicBezTo>
                      <a:pt x="2017607" y="0"/>
                      <a:pt x="2599532" y="581925"/>
                      <a:pt x="2599532" y="1299766"/>
                    </a:cubicBezTo>
                    <a:cubicBezTo>
                      <a:pt x="2599532" y="2017607"/>
                      <a:pt x="2017607" y="2599532"/>
                      <a:pt x="1299766" y="2599532"/>
                    </a:cubicBezTo>
                    <a:cubicBezTo>
                      <a:pt x="581925" y="2599532"/>
                      <a:pt x="0" y="2017607"/>
                      <a:pt x="0" y="12997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outerShdw blurRad="508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/>
              <a:p>
                <a:pPr algn="ctr"/>
                <a:r>
                  <a:rPr kumimoji="1" lang="en-US" altLang="zh-CN" sz="4000" b="1" dirty="0">
                    <a:solidFill>
                      <a:srgbClr val="FFFFFF"/>
                    </a:solidFill>
                  </a:rPr>
                  <a:t>01</a:t>
                </a:r>
                <a:endParaRPr kumimoji="1" lang="zh-CN" altLang="en-US" sz="4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9" name="椭圆 18"/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1793454" y="3787791"/>
                <a:ext cx="180000" cy="17887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outerShdw blurRad="508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/>
              <a:p>
                <a:pPr algn="ctr"/>
                <a:endParaRPr kumimoji="1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0" name="文本框 19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665517" y="4531614"/>
                <a:ext cx="2435170" cy="598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altLang="zh-CN" b="1" dirty="0"/>
                  <a:t>{vItem.item1_Desc}</a:t>
                </a:r>
              </a:p>
            </p:txBody>
          </p:sp>
          <p:cxnSp>
            <p:nvCxnSpPr>
              <p:cNvPr id="21" name="直接连接符 20"/>
              <p:cNvCxnSpPr>
                <a:stCxn id="19" idx="4"/>
                <a:endCxn id="20" idx="0"/>
              </p:cNvCxnSpPr>
              <p:nvPr>
                <p:custDataLst>
                  <p:tags r:id="rId15"/>
                </p:custDataLst>
              </p:nvPr>
            </p:nvCxnSpPr>
            <p:spPr>
              <a:xfrm flipH="1">
                <a:off x="1883102" y="3966665"/>
                <a:ext cx="352" cy="564949"/>
              </a:xfrm>
              <a:prstGeom prst="line">
                <a:avLst/>
              </a:prstGeom>
              <a:ln w="12700" cap="rnd">
                <a:solidFill>
                  <a:schemeClr val="accent1">
                    <a:alpha val="5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文本框 21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665517" y="5192794"/>
                <a:ext cx="2435170" cy="9413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200" dirty="0"/>
                  <a:t>{vItem.item1_Desc}</a:t>
                </a: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4872065" y="2345377"/>
              <a:ext cx="2435170" cy="3788723"/>
              <a:chOff x="2419020" y="2345377"/>
              <a:chExt cx="2435170" cy="3788723"/>
            </a:xfrm>
          </p:grpSpPr>
          <p:sp>
            <p:nvSpPr>
              <p:cNvPr id="13" name="任意多边形: 形状 12"/>
              <p:cNvSpPr/>
              <p:nvPr>
                <p:custDataLst>
                  <p:tags r:id="rId7"/>
                </p:custDataLst>
              </p:nvPr>
            </p:nvSpPr>
            <p:spPr>
              <a:xfrm>
                <a:off x="3006843" y="2345377"/>
                <a:ext cx="1259524" cy="1196906"/>
              </a:xfrm>
              <a:custGeom>
                <a:avLst/>
                <a:gdLst>
                  <a:gd name="connsiteX0" fmla="*/ 0 w 2176015"/>
                  <a:gd name="connsiteY0" fmla="*/ 1139634 h 2279268"/>
                  <a:gd name="connsiteX1" fmla="*/ 1088008 w 2176015"/>
                  <a:gd name="connsiteY1" fmla="*/ 0 h 2279268"/>
                  <a:gd name="connsiteX2" fmla="*/ 2176016 w 2176015"/>
                  <a:gd name="connsiteY2" fmla="*/ 1139634 h 2279268"/>
                  <a:gd name="connsiteX3" fmla="*/ 1088008 w 2176015"/>
                  <a:gd name="connsiteY3" fmla="*/ 2279268 h 2279268"/>
                  <a:gd name="connsiteX4" fmla="*/ 0 w 2176015"/>
                  <a:gd name="connsiteY4" fmla="*/ 1139634 h 2279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76015" h="2279268">
                    <a:moveTo>
                      <a:pt x="0" y="1139634"/>
                    </a:moveTo>
                    <a:cubicBezTo>
                      <a:pt x="0" y="510232"/>
                      <a:pt x="487118" y="0"/>
                      <a:pt x="1088008" y="0"/>
                    </a:cubicBezTo>
                    <a:cubicBezTo>
                      <a:pt x="1688898" y="0"/>
                      <a:pt x="2176016" y="510232"/>
                      <a:pt x="2176016" y="1139634"/>
                    </a:cubicBezTo>
                    <a:cubicBezTo>
                      <a:pt x="2176016" y="1769036"/>
                      <a:pt x="1688898" y="2279268"/>
                      <a:pt x="1088008" y="2279268"/>
                    </a:cubicBezTo>
                    <a:cubicBezTo>
                      <a:pt x="487118" y="2279268"/>
                      <a:pt x="0" y="1769036"/>
                      <a:pt x="0" y="113963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chemeClr val="bg1"/>
                    </a:solidFill>
                  </a:rPr>
                  <a:t>02</a:t>
                </a:r>
                <a:endParaRPr lang="zh-CN" altLang="en-US" sz="4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椭圆 13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3546604" y="3638675"/>
                <a:ext cx="180000" cy="178874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25000" lnSpcReduction="20000"/>
              </a:bodyPr>
              <a:lstStyle/>
              <a:p>
                <a:pPr algn="ctr"/>
                <a:endParaRPr sz="24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文本框 14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2419020" y="4531614"/>
                <a:ext cx="2435170" cy="598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altLang="zh-CN" b="1" dirty="0"/>
                  <a:t>{vItem.item1_Desc}</a:t>
                </a:r>
              </a:p>
            </p:txBody>
          </p:sp>
          <p:cxnSp>
            <p:nvCxnSpPr>
              <p:cNvPr id="16" name="直接连接符 15"/>
              <p:cNvCxnSpPr>
                <a:stCxn id="14" idx="4"/>
                <a:endCxn id="15" idx="0"/>
              </p:cNvCxnSpPr>
              <p:nvPr>
                <p:custDataLst>
                  <p:tags r:id="rId10"/>
                </p:custDataLst>
              </p:nvPr>
            </p:nvCxnSpPr>
            <p:spPr>
              <a:xfrm>
                <a:off x="3636604" y="3817549"/>
                <a:ext cx="1" cy="714065"/>
              </a:xfrm>
              <a:prstGeom prst="line">
                <a:avLst/>
              </a:prstGeom>
              <a:ln w="12700" cap="rnd">
                <a:solidFill>
                  <a:schemeClr val="accent2">
                    <a:alpha val="5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文本框 16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2419020" y="5192794"/>
                <a:ext cx="2435170" cy="9413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200" dirty="0"/>
                  <a:t>{vItem.item1_Desc}</a:t>
                </a: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8307005" y="2394954"/>
              <a:ext cx="2435170" cy="3739146"/>
              <a:chOff x="3935139" y="2394954"/>
              <a:chExt cx="2435170" cy="3739146"/>
            </a:xfrm>
          </p:grpSpPr>
          <p:sp>
            <p:nvSpPr>
              <p:cNvPr id="8" name="任意多边形: 形状 7"/>
              <p:cNvSpPr/>
              <p:nvPr>
                <p:custDataLst>
                  <p:tags r:id="rId2"/>
                </p:custDataLst>
              </p:nvPr>
            </p:nvSpPr>
            <p:spPr>
              <a:xfrm>
                <a:off x="4603848" y="2394954"/>
                <a:ext cx="1097750" cy="1097750"/>
              </a:xfrm>
              <a:custGeom>
                <a:avLst/>
                <a:gdLst>
                  <a:gd name="connsiteX0" fmla="*/ 0 w 1799993"/>
                  <a:gd name="connsiteY0" fmla="*/ 899997 h 1799993"/>
                  <a:gd name="connsiteX1" fmla="*/ 899997 w 1799993"/>
                  <a:gd name="connsiteY1" fmla="*/ 0 h 1799993"/>
                  <a:gd name="connsiteX2" fmla="*/ 1799994 w 1799993"/>
                  <a:gd name="connsiteY2" fmla="*/ 899997 h 1799993"/>
                  <a:gd name="connsiteX3" fmla="*/ 899997 w 1799993"/>
                  <a:gd name="connsiteY3" fmla="*/ 1799994 h 1799993"/>
                  <a:gd name="connsiteX4" fmla="*/ 0 w 1799993"/>
                  <a:gd name="connsiteY4" fmla="*/ 899997 h 1799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99993" h="1799993">
                    <a:moveTo>
                      <a:pt x="0" y="899997"/>
                    </a:moveTo>
                    <a:cubicBezTo>
                      <a:pt x="0" y="402942"/>
                      <a:pt x="402942" y="0"/>
                      <a:pt x="899997" y="0"/>
                    </a:cubicBezTo>
                    <a:cubicBezTo>
                      <a:pt x="1397052" y="0"/>
                      <a:pt x="1799994" y="402942"/>
                      <a:pt x="1799994" y="899997"/>
                    </a:cubicBezTo>
                    <a:cubicBezTo>
                      <a:pt x="1799994" y="1397052"/>
                      <a:pt x="1397052" y="1799994"/>
                      <a:pt x="899997" y="1799994"/>
                    </a:cubicBezTo>
                    <a:cubicBezTo>
                      <a:pt x="402942" y="1799994"/>
                      <a:pt x="0" y="1397052"/>
                      <a:pt x="0" y="89999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outerShdw blurRad="508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/>
              <a:p>
                <a:pPr algn="ctr"/>
                <a:r>
                  <a:rPr kumimoji="1" lang="en-US" altLang="zh-CN" sz="4000" b="1" dirty="0">
                    <a:solidFill>
                      <a:srgbClr val="FFFFFF"/>
                    </a:solidFill>
                  </a:rPr>
                  <a:t>03</a:t>
                </a:r>
                <a:endParaRPr kumimoji="1" lang="zh-CN" altLang="en-US" sz="4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9" name="椭圆 8"/>
              <p:cNvSpPr/>
              <p:nvPr>
                <p:custDataLst>
                  <p:tags r:id="rId3"/>
                </p:custDataLst>
              </p:nvPr>
            </p:nvSpPr>
            <p:spPr bwMode="auto">
              <a:xfrm>
                <a:off x="5062723" y="3550759"/>
                <a:ext cx="180000" cy="17887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outerShdw blurRad="508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/>
              <a:p>
                <a:pPr algn="ctr"/>
                <a:endParaRPr kumimoji="1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0" name="文本框 9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3935139" y="4531614"/>
                <a:ext cx="2435170" cy="598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altLang="zh-CN" b="1" dirty="0"/>
                  <a:t>{vItem.item1_Desc}</a:t>
                </a:r>
              </a:p>
            </p:txBody>
          </p:sp>
          <p:cxnSp>
            <p:nvCxnSpPr>
              <p:cNvPr id="11" name="直接连接符 10"/>
              <p:cNvCxnSpPr>
                <a:stCxn id="9" idx="4"/>
                <a:endCxn id="10" idx="0"/>
              </p:cNvCxnSpPr>
              <p:nvPr>
                <p:custDataLst>
                  <p:tags r:id="rId5"/>
                </p:custDataLst>
              </p:nvPr>
            </p:nvCxnSpPr>
            <p:spPr>
              <a:xfrm>
                <a:off x="5152723" y="3729633"/>
                <a:ext cx="1" cy="801981"/>
              </a:xfrm>
              <a:prstGeom prst="line">
                <a:avLst/>
              </a:prstGeom>
              <a:ln w="12700" cap="rnd">
                <a:solidFill>
                  <a:schemeClr val="accent1">
                    <a:alpha val="5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文本框 11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3935139" y="5192794"/>
                <a:ext cx="2435170" cy="9413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200" dirty="0"/>
                  <a:t>{vItem.item1_Desc}</a:t>
                </a:r>
              </a:p>
            </p:txBody>
          </p: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AD3CFD3E-09BB-4FE7-0665-613BB4889A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66750" y="1130300"/>
            <a:ext cx="10858500" cy="5003800"/>
            <a:chOff x="660400" y="1130300"/>
            <a:chExt cx="10858500" cy="5003800"/>
          </a:xfrm>
        </p:grpSpPr>
        <p:sp>
          <p:nvSpPr>
            <p:cNvPr id="6" name="椭圆 5"/>
            <p:cNvSpPr/>
            <p:nvPr/>
          </p:nvSpPr>
          <p:spPr bwMode="auto">
            <a:xfrm>
              <a:off x="3875852" y="1459763"/>
              <a:ext cx="4466014" cy="4472250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 w="9525">
              <a:solidFill>
                <a:schemeClr val="bg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直接连接符 6"/>
            <p:cNvCxnSpPr>
              <a:endCxn id="14" idx="0"/>
            </p:cNvCxnSpPr>
            <p:nvPr/>
          </p:nvCxnSpPr>
          <p:spPr>
            <a:xfrm flipH="1">
              <a:off x="6083139" y="2038416"/>
              <a:ext cx="0" cy="3536691"/>
            </a:xfrm>
            <a:prstGeom prst="line">
              <a:avLst/>
            </a:prstGeom>
            <a:ln w="12700">
              <a:solidFill>
                <a:schemeClr val="accent1">
                  <a:alpha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椭圆 7"/>
            <p:cNvSpPr/>
            <p:nvPr/>
          </p:nvSpPr>
          <p:spPr>
            <a:xfrm flipH="1">
              <a:off x="5993986" y="1911933"/>
              <a:ext cx="178306" cy="17830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 flipH="1">
              <a:off x="5993986" y="2522462"/>
              <a:ext cx="178306" cy="17830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 flipH="1">
              <a:off x="5993986" y="3132991"/>
              <a:ext cx="178306" cy="17830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 flipH="1">
              <a:off x="5993986" y="3743520"/>
              <a:ext cx="178306" cy="17830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 flipH="1">
              <a:off x="5993986" y="4354049"/>
              <a:ext cx="178306" cy="17830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 flipH="1">
              <a:off x="5993986" y="4964578"/>
              <a:ext cx="178306" cy="17830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 flipH="1">
              <a:off x="5993986" y="5575107"/>
              <a:ext cx="178306" cy="17830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928913" y="1130300"/>
              <a:ext cx="4785672" cy="83680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>
                <a:buSzPct val="25000"/>
              </a:pPr>
              <a:r>
                <a:rPr lang="en-US" altLang="zh-CN" sz="2400" b="1" dirty="0">
                  <a:solidFill>
                    <a:schemeClr val="tx1"/>
                  </a:solidFill>
                </a:rPr>
                <a:t>{vItem.item1_Desc}</a:t>
              </a:r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660400" y="1222939"/>
              <a:ext cx="104775" cy="654851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5400000" scaled="1"/>
              <a:tileRect/>
            </a:gradFill>
            <a:ln w="127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endParaRPr lang="zh-CN" altLang="en-US" b="1">
                <a:solidFill>
                  <a:srgbClr val="FFFFFF"/>
                </a:solidFill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6451853" y="1527085"/>
              <a:ext cx="5067047" cy="943841"/>
              <a:chOff x="6451853" y="1527085"/>
              <a:chExt cx="5067047" cy="943841"/>
            </a:xfrm>
          </p:grpSpPr>
          <p:sp>
            <p:nvSpPr>
              <p:cNvPr id="48" name="对话气泡: 圆角矩形 47"/>
              <p:cNvSpPr/>
              <p:nvPr/>
            </p:nvSpPr>
            <p:spPr>
              <a:xfrm>
                <a:off x="6451853" y="1531246"/>
                <a:ext cx="5067047" cy="939680"/>
              </a:xfrm>
              <a:prstGeom prst="wedgeRoundRectCallout">
                <a:avLst>
                  <a:gd name="adj1" fmla="val -53644"/>
                  <a:gd name="adj2" fmla="val 4367"/>
                  <a:gd name="adj3" fmla="val 16667"/>
                </a:avLst>
              </a:prstGeom>
              <a:solidFill>
                <a:schemeClr val="bg1"/>
              </a:solidFill>
              <a:ln w="12700" cap="rnd">
                <a:solidFill>
                  <a:schemeClr val="accent1"/>
                </a:solidFill>
                <a:prstDash val="solid"/>
                <a:round/>
              </a:ln>
              <a:effectLst>
                <a:outerShdw blurRad="254000" dist="127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r"/>
                <a:endParaRPr lang="zh-CN" altLang="en-US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9" name="文本框 48"/>
              <p:cNvSpPr txBox="1"/>
              <p:nvPr/>
            </p:nvSpPr>
            <p:spPr bwMode="auto">
              <a:xfrm>
                <a:off x="7541582" y="1527085"/>
                <a:ext cx="3570819" cy="38404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{vItem.item1_Desc}</a:t>
                </a:r>
              </a:p>
            </p:txBody>
          </p:sp>
          <p:sp>
            <p:nvSpPr>
              <p:cNvPr id="50" name="矩形: 圆角 49"/>
              <p:cNvSpPr/>
              <p:nvPr/>
            </p:nvSpPr>
            <p:spPr>
              <a:xfrm>
                <a:off x="6713741" y="1725285"/>
                <a:ext cx="561302" cy="54744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000" b="1" dirty="0">
                    <a:solidFill>
                      <a:srgbClr val="FFFFFF"/>
                    </a:solidFill>
                  </a:rPr>
                  <a:t>01</a:t>
                </a:r>
              </a:p>
            </p:txBody>
          </p:sp>
          <p:sp>
            <p:nvSpPr>
              <p:cNvPr id="51" name="文本框 50"/>
              <p:cNvSpPr txBox="1"/>
              <p:nvPr/>
            </p:nvSpPr>
            <p:spPr bwMode="auto">
              <a:xfrm>
                <a:off x="7541582" y="1911130"/>
                <a:ext cx="3570819" cy="5474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660400" y="2137614"/>
              <a:ext cx="5067047" cy="943841"/>
              <a:chOff x="660400" y="2137614"/>
              <a:chExt cx="5067047" cy="943841"/>
            </a:xfrm>
          </p:grpSpPr>
          <p:sp>
            <p:nvSpPr>
              <p:cNvPr id="44" name="对话气泡: 圆角矩形 43"/>
              <p:cNvSpPr/>
              <p:nvPr/>
            </p:nvSpPr>
            <p:spPr>
              <a:xfrm flipH="1">
                <a:off x="660400" y="2141775"/>
                <a:ext cx="5067047" cy="939680"/>
              </a:xfrm>
              <a:prstGeom prst="wedgeRoundRectCallout">
                <a:avLst>
                  <a:gd name="adj1" fmla="val -53644"/>
                  <a:gd name="adj2" fmla="val 1839"/>
                  <a:gd name="adj3" fmla="val 16667"/>
                </a:avLst>
              </a:prstGeom>
              <a:solidFill>
                <a:schemeClr val="bg1"/>
              </a:solidFill>
              <a:ln w="12700" cap="rnd">
                <a:solidFill>
                  <a:schemeClr val="accent2"/>
                </a:solidFill>
                <a:prstDash val="solid"/>
                <a:round/>
              </a:ln>
              <a:effectLst>
                <a:outerShdw blurRad="254000" dist="127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r"/>
                <a:endParaRPr lang="zh-CN" altLang="en-US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5" name="矩形: 圆角 44"/>
              <p:cNvSpPr/>
              <p:nvPr/>
            </p:nvSpPr>
            <p:spPr>
              <a:xfrm>
                <a:off x="4904257" y="2335814"/>
                <a:ext cx="561302" cy="54744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000" b="1" dirty="0">
                    <a:solidFill>
                      <a:srgbClr val="FFFFFF"/>
                    </a:solidFill>
                  </a:rPr>
                  <a:t>02</a:t>
                </a:r>
              </a:p>
            </p:txBody>
          </p:sp>
          <p:sp>
            <p:nvSpPr>
              <p:cNvPr id="46" name="文本框 45"/>
              <p:cNvSpPr txBox="1"/>
              <p:nvPr/>
            </p:nvSpPr>
            <p:spPr bwMode="auto">
              <a:xfrm flipH="1">
                <a:off x="928911" y="2137614"/>
                <a:ext cx="3708805" cy="38404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{vItem.item1_Desc}</a:t>
                </a:r>
              </a:p>
            </p:txBody>
          </p:sp>
          <p:sp>
            <p:nvSpPr>
              <p:cNvPr id="47" name="文本框 46"/>
              <p:cNvSpPr txBox="1"/>
              <p:nvPr/>
            </p:nvSpPr>
            <p:spPr bwMode="auto">
              <a:xfrm flipH="1">
                <a:off x="928911" y="2521659"/>
                <a:ext cx="3708805" cy="5474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6451853" y="2748143"/>
              <a:ext cx="5067047" cy="943841"/>
              <a:chOff x="6451853" y="2748143"/>
              <a:chExt cx="5067047" cy="943841"/>
            </a:xfrm>
          </p:grpSpPr>
          <p:sp>
            <p:nvSpPr>
              <p:cNvPr id="40" name="对话气泡: 圆角矩形 39"/>
              <p:cNvSpPr/>
              <p:nvPr/>
            </p:nvSpPr>
            <p:spPr>
              <a:xfrm>
                <a:off x="6451853" y="2752304"/>
                <a:ext cx="5067047" cy="939680"/>
              </a:xfrm>
              <a:prstGeom prst="wedgeRoundRectCallout">
                <a:avLst>
                  <a:gd name="adj1" fmla="val -52941"/>
                  <a:gd name="adj2" fmla="val 4367"/>
                  <a:gd name="adj3" fmla="val 16667"/>
                </a:avLst>
              </a:prstGeom>
              <a:solidFill>
                <a:schemeClr val="bg1"/>
              </a:solidFill>
              <a:ln w="12700" cap="rnd">
                <a:solidFill>
                  <a:schemeClr val="accent1"/>
                </a:solidFill>
                <a:prstDash val="solid"/>
                <a:round/>
              </a:ln>
              <a:effectLst>
                <a:outerShdw blurRad="254000" dist="127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r"/>
                <a:endParaRPr lang="zh-CN" altLang="en-US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1" name="矩形: 圆角 40"/>
              <p:cNvSpPr/>
              <p:nvPr/>
            </p:nvSpPr>
            <p:spPr>
              <a:xfrm>
                <a:off x="6713741" y="2946343"/>
                <a:ext cx="561302" cy="54744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000" b="1">
                    <a:solidFill>
                      <a:srgbClr val="FFFFFF"/>
                    </a:solidFill>
                  </a:rPr>
                  <a:t>03</a:t>
                </a:r>
                <a:endParaRPr lang="en-US" altLang="zh-CN" sz="2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 bwMode="auto">
              <a:xfrm>
                <a:off x="7541582" y="2748143"/>
                <a:ext cx="3570819" cy="38404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{vItem.item1_Desc}</a:t>
                </a:r>
              </a:p>
            </p:txBody>
          </p:sp>
          <p:sp>
            <p:nvSpPr>
              <p:cNvPr id="43" name="文本框 42"/>
              <p:cNvSpPr txBox="1"/>
              <p:nvPr/>
            </p:nvSpPr>
            <p:spPr bwMode="auto">
              <a:xfrm>
                <a:off x="7541582" y="3132188"/>
                <a:ext cx="3570819" cy="5474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660400" y="3358672"/>
              <a:ext cx="5067047" cy="943841"/>
              <a:chOff x="660400" y="3358672"/>
              <a:chExt cx="5067047" cy="943841"/>
            </a:xfrm>
          </p:grpSpPr>
          <p:sp>
            <p:nvSpPr>
              <p:cNvPr id="36" name="对话气泡: 圆角矩形 35"/>
              <p:cNvSpPr/>
              <p:nvPr/>
            </p:nvSpPr>
            <p:spPr>
              <a:xfrm flipH="1">
                <a:off x="660400" y="3362833"/>
                <a:ext cx="5067047" cy="939680"/>
              </a:xfrm>
              <a:prstGeom prst="wedgeRoundRectCallout">
                <a:avLst>
                  <a:gd name="adj1" fmla="val -53644"/>
                  <a:gd name="adj2" fmla="val 1839"/>
                  <a:gd name="adj3" fmla="val 16667"/>
                </a:avLst>
              </a:prstGeom>
              <a:solidFill>
                <a:schemeClr val="bg1"/>
              </a:solidFill>
              <a:ln w="12700" cap="rnd">
                <a:solidFill>
                  <a:schemeClr val="accent2"/>
                </a:solidFill>
                <a:prstDash val="solid"/>
                <a:round/>
              </a:ln>
              <a:effectLst>
                <a:outerShdw blurRad="254000" dist="127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r"/>
                <a:endParaRPr lang="zh-CN" altLang="en-US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7" name="矩形: 圆角 36"/>
              <p:cNvSpPr/>
              <p:nvPr/>
            </p:nvSpPr>
            <p:spPr>
              <a:xfrm>
                <a:off x="4904257" y="3556872"/>
                <a:ext cx="561302" cy="54744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000" b="1" dirty="0">
                    <a:solidFill>
                      <a:srgbClr val="FFFFFF"/>
                    </a:solidFill>
                  </a:rPr>
                  <a:t>04</a:t>
                </a:r>
              </a:p>
            </p:txBody>
          </p:sp>
          <p:sp>
            <p:nvSpPr>
              <p:cNvPr id="38" name="文本框 37"/>
              <p:cNvSpPr txBox="1"/>
              <p:nvPr/>
            </p:nvSpPr>
            <p:spPr bwMode="auto">
              <a:xfrm flipH="1">
                <a:off x="928911" y="3742717"/>
                <a:ext cx="3708805" cy="5474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39" name="文本框 38"/>
              <p:cNvSpPr txBox="1"/>
              <p:nvPr/>
            </p:nvSpPr>
            <p:spPr bwMode="auto">
              <a:xfrm flipH="1">
                <a:off x="928911" y="3358672"/>
                <a:ext cx="3708805" cy="38404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{vItem.item1_Desc}</a:t>
                </a:r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6451853" y="3969201"/>
              <a:ext cx="5067047" cy="943841"/>
              <a:chOff x="6451853" y="3969201"/>
              <a:chExt cx="5067047" cy="943841"/>
            </a:xfrm>
          </p:grpSpPr>
          <p:sp>
            <p:nvSpPr>
              <p:cNvPr id="32" name="对话气泡: 圆角矩形 31"/>
              <p:cNvSpPr/>
              <p:nvPr/>
            </p:nvSpPr>
            <p:spPr>
              <a:xfrm>
                <a:off x="6451853" y="3973362"/>
                <a:ext cx="5067047" cy="939680"/>
              </a:xfrm>
              <a:prstGeom prst="wedgeRoundRectCallout">
                <a:avLst>
                  <a:gd name="adj1" fmla="val -53644"/>
                  <a:gd name="adj2" fmla="val 1839"/>
                  <a:gd name="adj3" fmla="val 16667"/>
                </a:avLst>
              </a:prstGeom>
              <a:solidFill>
                <a:schemeClr val="bg1"/>
              </a:solidFill>
              <a:ln w="12700" cap="rnd">
                <a:solidFill>
                  <a:schemeClr val="accent1"/>
                </a:solidFill>
                <a:prstDash val="solid"/>
                <a:round/>
              </a:ln>
              <a:effectLst>
                <a:outerShdw blurRad="254000" dist="127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r"/>
                <a:endParaRPr lang="zh-CN" altLang="en-US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 bwMode="auto">
              <a:xfrm>
                <a:off x="7541582" y="3969201"/>
                <a:ext cx="3570819" cy="38404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{vItem.item1_Desc}</a:t>
                </a:r>
              </a:p>
            </p:txBody>
          </p:sp>
          <p:sp>
            <p:nvSpPr>
              <p:cNvPr id="34" name="矩形: 圆角 33"/>
              <p:cNvSpPr/>
              <p:nvPr/>
            </p:nvSpPr>
            <p:spPr>
              <a:xfrm>
                <a:off x="6713741" y="4167401"/>
                <a:ext cx="561302" cy="54744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000" b="1">
                    <a:solidFill>
                      <a:srgbClr val="FFFFFF"/>
                    </a:solidFill>
                  </a:rPr>
                  <a:t>05</a:t>
                </a:r>
                <a:endParaRPr lang="en-US" altLang="zh-CN" sz="2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 bwMode="auto">
              <a:xfrm>
                <a:off x="7541582" y="4353246"/>
                <a:ext cx="3570819" cy="5474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660400" y="4579730"/>
              <a:ext cx="5067047" cy="943841"/>
              <a:chOff x="660400" y="4579730"/>
              <a:chExt cx="5067047" cy="943841"/>
            </a:xfrm>
          </p:grpSpPr>
          <p:sp>
            <p:nvSpPr>
              <p:cNvPr id="28" name="对话气泡: 圆角矩形 27"/>
              <p:cNvSpPr/>
              <p:nvPr/>
            </p:nvSpPr>
            <p:spPr>
              <a:xfrm flipH="1">
                <a:off x="660400" y="4583891"/>
                <a:ext cx="5067047" cy="939680"/>
              </a:xfrm>
              <a:prstGeom prst="wedgeRoundRectCallout">
                <a:avLst>
                  <a:gd name="adj1" fmla="val -53644"/>
                  <a:gd name="adj2" fmla="val 1839"/>
                  <a:gd name="adj3" fmla="val 16667"/>
                </a:avLst>
              </a:prstGeom>
              <a:solidFill>
                <a:schemeClr val="bg1"/>
              </a:solidFill>
              <a:ln w="12700" cap="rnd">
                <a:solidFill>
                  <a:schemeClr val="accent2"/>
                </a:solidFill>
                <a:prstDash val="solid"/>
                <a:round/>
              </a:ln>
              <a:effectLst>
                <a:outerShdw blurRad="254000" dist="127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r"/>
                <a:endParaRPr lang="zh-CN" altLang="en-US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 bwMode="auto">
              <a:xfrm flipH="1">
                <a:off x="928911" y="4579730"/>
                <a:ext cx="3708805" cy="38404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{vItem.item1_Desc}</a:t>
                </a:r>
              </a:p>
            </p:txBody>
          </p:sp>
          <p:sp>
            <p:nvSpPr>
              <p:cNvPr id="30" name="矩形: 圆角 29"/>
              <p:cNvSpPr/>
              <p:nvPr/>
            </p:nvSpPr>
            <p:spPr>
              <a:xfrm>
                <a:off x="4904257" y="4777930"/>
                <a:ext cx="561302" cy="54744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000" b="1" dirty="0">
                    <a:solidFill>
                      <a:srgbClr val="FFFFFF"/>
                    </a:solidFill>
                  </a:rPr>
                  <a:t>06</a:t>
                </a:r>
              </a:p>
            </p:txBody>
          </p:sp>
          <p:sp>
            <p:nvSpPr>
              <p:cNvPr id="31" name="文本框 30"/>
              <p:cNvSpPr txBox="1"/>
              <p:nvPr/>
            </p:nvSpPr>
            <p:spPr bwMode="auto">
              <a:xfrm flipH="1">
                <a:off x="928911" y="4963775"/>
                <a:ext cx="3708805" cy="5474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6451853" y="5190259"/>
              <a:ext cx="5067047" cy="943841"/>
              <a:chOff x="6451853" y="5190259"/>
              <a:chExt cx="5067047" cy="943841"/>
            </a:xfrm>
          </p:grpSpPr>
          <p:sp>
            <p:nvSpPr>
              <p:cNvPr id="24" name="对话气泡: 圆角矩形 23"/>
              <p:cNvSpPr/>
              <p:nvPr/>
            </p:nvSpPr>
            <p:spPr>
              <a:xfrm>
                <a:off x="6451853" y="5194420"/>
                <a:ext cx="5067047" cy="939680"/>
              </a:xfrm>
              <a:prstGeom prst="wedgeRoundRectCallout">
                <a:avLst>
                  <a:gd name="adj1" fmla="val -53878"/>
                  <a:gd name="adj2" fmla="val 3103"/>
                  <a:gd name="adj3" fmla="val 16667"/>
                </a:avLst>
              </a:prstGeom>
              <a:solidFill>
                <a:schemeClr val="bg1"/>
              </a:solidFill>
              <a:ln w="12700" cap="rnd">
                <a:solidFill>
                  <a:schemeClr val="accent1"/>
                </a:solidFill>
                <a:prstDash val="solid"/>
                <a:round/>
              </a:ln>
              <a:effectLst>
                <a:outerShdw blurRad="254000" dist="127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r"/>
                <a:endParaRPr lang="zh-CN" altLang="en-US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5" name="文本框 24"/>
              <p:cNvSpPr txBox="1"/>
              <p:nvPr/>
            </p:nvSpPr>
            <p:spPr bwMode="auto">
              <a:xfrm>
                <a:off x="7541582" y="5190259"/>
                <a:ext cx="3570819" cy="38404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{vItem.item1_Desc}</a:t>
                </a: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>
                <a:off x="6713741" y="5388459"/>
                <a:ext cx="561302" cy="54744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000" b="1">
                    <a:solidFill>
                      <a:srgbClr val="FFFFFF"/>
                    </a:solidFill>
                  </a:rPr>
                  <a:t>07</a:t>
                </a:r>
                <a:endParaRPr lang="en-US" altLang="zh-CN" sz="2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 bwMode="auto">
              <a:xfrm>
                <a:off x="7541582" y="5574304"/>
                <a:ext cx="3570819" cy="5474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导师见面会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0" y="1303481"/>
            <a:ext cx="11983453" cy="4618634"/>
            <a:chOff x="0" y="1303481"/>
            <a:chExt cx="11983453" cy="4618634"/>
          </a:xfrm>
        </p:grpSpPr>
        <p:sp>
          <p:nvSpPr>
            <p:cNvPr id="31" name="矩形 30"/>
            <p:cNvSpPr/>
            <p:nvPr/>
          </p:nvSpPr>
          <p:spPr>
            <a:xfrm>
              <a:off x="6855964" y="2417893"/>
              <a:ext cx="3355174" cy="463331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2000" b="1" dirty="0">
                <a:solidFill>
                  <a:srgbClr val="FFFFFF"/>
                </a:solidFill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3215401" y="2417893"/>
              <a:ext cx="3731688" cy="463331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2000" b="1" dirty="0">
                <a:solidFill>
                  <a:srgbClr val="FFFFFF"/>
                </a:solidFill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0" y="2417893"/>
              <a:ext cx="3152240" cy="463331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2000" b="1" dirty="0">
                <a:solidFill>
                  <a:srgbClr val="FFFFFF"/>
                </a:solidFill>
              </a:endParaRPr>
            </a:p>
          </p:txBody>
        </p:sp>
        <p:sp>
          <p:nvSpPr>
            <p:cNvPr id="34" name="箭头: 右 33"/>
            <p:cNvSpPr/>
            <p:nvPr/>
          </p:nvSpPr>
          <p:spPr>
            <a:xfrm>
              <a:off x="10496532" y="2174032"/>
              <a:ext cx="1486921" cy="941168"/>
            </a:xfrm>
            <a:prstGeom prst="rightArrow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2000" b="1">
                <a:solidFill>
                  <a:srgbClr val="FFFFFF"/>
                </a:solidFill>
              </a:endParaRPr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660400" y="1303481"/>
              <a:ext cx="10858500" cy="7200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buSzPct val="25000"/>
              </a:pPr>
              <a:r>
                <a:rPr lang="en-US" altLang="zh-CN" sz="2400" b="1" dirty="0">
                  <a:solidFill>
                    <a:schemeClr val="tx1"/>
                  </a:solidFill>
                </a:rPr>
                <a:t>{vItem.item1_Desc}</a:t>
              </a:r>
            </a:p>
          </p:txBody>
        </p:sp>
        <p:sp>
          <p:nvSpPr>
            <p:cNvPr id="27" name="矩形: 圆角 26"/>
            <p:cNvSpPr/>
            <p:nvPr/>
          </p:nvSpPr>
          <p:spPr>
            <a:xfrm flipH="1">
              <a:off x="660420" y="3244258"/>
              <a:ext cx="3513728" cy="2677857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829796" y="3560626"/>
              <a:ext cx="3174976" cy="7864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829799" y="4376063"/>
              <a:ext cx="3174976" cy="9002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0" name="矩形: 圆角 29"/>
            <p:cNvSpPr/>
            <p:nvPr/>
          </p:nvSpPr>
          <p:spPr>
            <a:xfrm>
              <a:off x="1117502" y="5367294"/>
              <a:ext cx="2599566" cy="554821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2400" b="1" dirty="0">
                  <a:solidFill>
                    <a:srgbClr val="FFFFFF"/>
                  </a:solidFill>
                </a:rPr>
                <a:t>01</a:t>
              </a:r>
              <a:endParaRPr lang="zh-CN" altLang="en-US" sz="2400" b="1" dirty="0">
                <a:solidFill>
                  <a:srgbClr val="FFFFFF"/>
                </a:solidFill>
              </a:endParaRPr>
            </a:p>
          </p:txBody>
        </p:sp>
        <p:sp>
          <p:nvSpPr>
            <p:cNvPr id="23" name="矩形: 圆角 22"/>
            <p:cNvSpPr/>
            <p:nvPr/>
          </p:nvSpPr>
          <p:spPr>
            <a:xfrm flipH="1">
              <a:off x="4332796" y="3244258"/>
              <a:ext cx="3513728" cy="2677857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4502175" y="3560626"/>
              <a:ext cx="3174976" cy="7864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4502175" y="4376063"/>
              <a:ext cx="3174976" cy="9002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6" name="矩形: 圆角 25"/>
            <p:cNvSpPr/>
            <p:nvPr/>
          </p:nvSpPr>
          <p:spPr>
            <a:xfrm>
              <a:off x="4789878" y="5367294"/>
              <a:ext cx="2599566" cy="554821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2400" b="1" dirty="0">
                  <a:solidFill>
                    <a:srgbClr val="FFFFFF"/>
                  </a:solidFill>
                </a:rPr>
                <a:t>02</a:t>
              </a:r>
              <a:endParaRPr lang="zh-CN" altLang="en-US" sz="2400" b="1" dirty="0">
                <a:solidFill>
                  <a:srgbClr val="FFFFFF"/>
                </a:solidFill>
              </a:endParaRPr>
            </a:p>
          </p:txBody>
        </p:sp>
        <p:sp>
          <p:nvSpPr>
            <p:cNvPr id="19" name="矩形: 圆角 18"/>
            <p:cNvSpPr/>
            <p:nvPr/>
          </p:nvSpPr>
          <p:spPr>
            <a:xfrm flipH="1">
              <a:off x="8005172" y="3244258"/>
              <a:ext cx="3513728" cy="2677857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8174551" y="3560626"/>
              <a:ext cx="3174976" cy="7864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174551" y="4376063"/>
              <a:ext cx="3174976" cy="9002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2" name="矩形: 圆角 21"/>
            <p:cNvSpPr/>
            <p:nvPr/>
          </p:nvSpPr>
          <p:spPr>
            <a:xfrm>
              <a:off x="8462254" y="5367294"/>
              <a:ext cx="2599566" cy="554821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2400" b="1" dirty="0">
                  <a:solidFill>
                    <a:srgbClr val="FFFFFF"/>
                  </a:solidFill>
                </a:rPr>
                <a:t>03</a:t>
              </a:r>
              <a:endParaRPr lang="zh-CN" altLang="en-US" sz="2400" b="1" dirty="0">
                <a:solidFill>
                  <a:srgbClr val="FFFFFF"/>
                </a:solidFill>
              </a:endParaRPr>
            </a:p>
          </p:txBody>
        </p:sp>
        <p:sp>
          <p:nvSpPr>
            <p:cNvPr id="17" name="文本框 16"/>
            <p:cNvSpPr txBox="1">
              <a:spLocks noChangeAspect="1"/>
            </p:cNvSpPr>
            <p:nvPr/>
          </p:nvSpPr>
          <p:spPr>
            <a:xfrm>
              <a:off x="2732094" y="2277743"/>
              <a:ext cx="681223" cy="68122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>
              <a:defPPr>
                <a:defRPr lang="en-US"/>
              </a:defPPr>
              <a:lvl1pPr algn="ctr">
                <a:lnSpc>
                  <a:spcPct val="120000"/>
                </a:lnSpc>
                <a:defRPr sz="2000" b="1">
                  <a:solidFill>
                    <a:srgbClr val="FFFFFF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2930008" y="2461939"/>
              <a:ext cx="285393" cy="312830"/>
            </a:xfrm>
            <a:custGeom>
              <a:avLst/>
              <a:gdLst>
                <a:gd name="connsiteX0" fmla="*/ 248770 w 495300"/>
                <a:gd name="connsiteY0" fmla="*/ 621 h 542925"/>
                <a:gd name="connsiteX1" fmla="*/ 496420 w 495300"/>
                <a:gd name="connsiteY1" fmla="*/ 248271 h 542925"/>
                <a:gd name="connsiteX2" fmla="*/ 324017 w 495300"/>
                <a:gd name="connsiteY2" fmla="*/ 484491 h 542925"/>
                <a:gd name="connsiteX3" fmla="*/ 346877 w 495300"/>
                <a:gd name="connsiteY3" fmla="*/ 524496 h 542925"/>
                <a:gd name="connsiteX4" fmla="*/ 420220 w 495300"/>
                <a:gd name="connsiteY4" fmla="*/ 524496 h 542925"/>
                <a:gd name="connsiteX5" fmla="*/ 420220 w 495300"/>
                <a:gd name="connsiteY5" fmla="*/ 543546 h 542925"/>
                <a:gd name="connsiteX6" fmla="*/ 77320 w 495300"/>
                <a:gd name="connsiteY6" fmla="*/ 543546 h 542925"/>
                <a:gd name="connsiteX7" fmla="*/ 77320 w 495300"/>
                <a:gd name="connsiteY7" fmla="*/ 524496 h 542925"/>
                <a:gd name="connsiteX8" fmla="*/ 150663 w 495300"/>
                <a:gd name="connsiteY8" fmla="*/ 524496 h 542925"/>
                <a:gd name="connsiteX9" fmla="*/ 173523 w 495300"/>
                <a:gd name="connsiteY9" fmla="*/ 484491 h 542925"/>
                <a:gd name="connsiteX10" fmla="*/ 1120 w 495300"/>
                <a:gd name="connsiteY10" fmla="*/ 248271 h 542925"/>
                <a:gd name="connsiteX11" fmla="*/ 248770 w 495300"/>
                <a:gd name="connsiteY11" fmla="*/ 621 h 542925"/>
                <a:gd name="connsiteX12" fmla="*/ 192573 w 495300"/>
                <a:gd name="connsiteY12" fmla="*/ 489254 h 542925"/>
                <a:gd name="connsiteX13" fmla="*/ 172570 w 495300"/>
                <a:gd name="connsiteY13" fmla="*/ 524496 h 542925"/>
                <a:gd name="connsiteX14" fmla="*/ 324970 w 495300"/>
                <a:gd name="connsiteY14" fmla="*/ 524496 h 542925"/>
                <a:gd name="connsiteX15" fmla="*/ 304967 w 495300"/>
                <a:gd name="connsiteY15" fmla="*/ 489254 h 542925"/>
                <a:gd name="connsiteX16" fmla="*/ 248770 w 495300"/>
                <a:gd name="connsiteY16" fmla="*/ 495921 h 542925"/>
                <a:gd name="connsiteX17" fmla="*/ 192573 w 495300"/>
                <a:gd name="connsiteY17" fmla="*/ 489254 h 542925"/>
                <a:gd name="connsiteX18" fmla="*/ 248770 w 495300"/>
                <a:gd name="connsiteY18" fmla="*/ 143496 h 542925"/>
                <a:gd name="connsiteX19" fmla="*/ 143995 w 495300"/>
                <a:gd name="connsiteY19" fmla="*/ 248271 h 542925"/>
                <a:gd name="connsiteX20" fmla="*/ 248770 w 495300"/>
                <a:gd name="connsiteY20" fmla="*/ 353046 h 542925"/>
                <a:gd name="connsiteX21" fmla="*/ 353545 w 495300"/>
                <a:gd name="connsiteY21" fmla="*/ 248271 h 542925"/>
                <a:gd name="connsiteX22" fmla="*/ 248770 w 495300"/>
                <a:gd name="connsiteY22" fmla="*/ 143496 h 542925"/>
                <a:gd name="connsiteX23" fmla="*/ 367833 w 495300"/>
                <a:gd name="connsiteY23" fmla="*/ 114921 h 542925"/>
                <a:gd name="connsiteX24" fmla="*/ 353545 w 495300"/>
                <a:gd name="connsiteY24" fmla="*/ 129209 h 542925"/>
                <a:gd name="connsiteX25" fmla="*/ 367833 w 495300"/>
                <a:gd name="connsiteY25" fmla="*/ 143496 h 542925"/>
                <a:gd name="connsiteX26" fmla="*/ 382120 w 495300"/>
                <a:gd name="connsiteY26" fmla="*/ 129209 h 542925"/>
                <a:gd name="connsiteX27" fmla="*/ 367833 w 495300"/>
                <a:gd name="connsiteY27" fmla="*/ 114921 h 54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95300" h="542925">
                  <a:moveTo>
                    <a:pt x="248770" y="621"/>
                  </a:moveTo>
                  <a:cubicBezTo>
                    <a:pt x="385930" y="621"/>
                    <a:pt x="496420" y="111111"/>
                    <a:pt x="496420" y="248271"/>
                  </a:cubicBezTo>
                  <a:cubicBezTo>
                    <a:pt x="496420" y="358761"/>
                    <a:pt x="424030" y="452106"/>
                    <a:pt x="324017" y="484491"/>
                  </a:cubicBezTo>
                  <a:lnTo>
                    <a:pt x="346877" y="524496"/>
                  </a:lnTo>
                  <a:lnTo>
                    <a:pt x="420220" y="524496"/>
                  </a:lnTo>
                  <a:lnTo>
                    <a:pt x="420220" y="543546"/>
                  </a:lnTo>
                  <a:lnTo>
                    <a:pt x="77320" y="543546"/>
                  </a:lnTo>
                  <a:lnTo>
                    <a:pt x="77320" y="524496"/>
                  </a:lnTo>
                  <a:lnTo>
                    <a:pt x="150663" y="524496"/>
                  </a:lnTo>
                  <a:lnTo>
                    <a:pt x="173523" y="484491"/>
                  </a:lnTo>
                  <a:cubicBezTo>
                    <a:pt x="73510" y="453059"/>
                    <a:pt x="1120" y="358761"/>
                    <a:pt x="1120" y="248271"/>
                  </a:cubicBezTo>
                  <a:cubicBezTo>
                    <a:pt x="1120" y="111111"/>
                    <a:pt x="111610" y="621"/>
                    <a:pt x="248770" y="621"/>
                  </a:cubicBezTo>
                  <a:close/>
                  <a:moveTo>
                    <a:pt x="192573" y="489254"/>
                  </a:moveTo>
                  <a:lnTo>
                    <a:pt x="172570" y="524496"/>
                  </a:lnTo>
                  <a:lnTo>
                    <a:pt x="324970" y="524496"/>
                  </a:lnTo>
                  <a:lnTo>
                    <a:pt x="304967" y="489254"/>
                  </a:lnTo>
                  <a:cubicBezTo>
                    <a:pt x="286870" y="493064"/>
                    <a:pt x="267820" y="495921"/>
                    <a:pt x="248770" y="495921"/>
                  </a:cubicBezTo>
                  <a:cubicBezTo>
                    <a:pt x="229720" y="495921"/>
                    <a:pt x="210670" y="493064"/>
                    <a:pt x="192573" y="489254"/>
                  </a:cubicBezTo>
                  <a:close/>
                  <a:moveTo>
                    <a:pt x="248770" y="143496"/>
                  </a:moveTo>
                  <a:cubicBezTo>
                    <a:pt x="190667" y="143496"/>
                    <a:pt x="143995" y="190169"/>
                    <a:pt x="143995" y="248271"/>
                  </a:cubicBezTo>
                  <a:cubicBezTo>
                    <a:pt x="143995" y="306374"/>
                    <a:pt x="190667" y="353046"/>
                    <a:pt x="248770" y="353046"/>
                  </a:cubicBezTo>
                  <a:cubicBezTo>
                    <a:pt x="306873" y="353046"/>
                    <a:pt x="353545" y="306374"/>
                    <a:pt x="353545" y="248271"/>
                  </a:cubicBezTo>
                  <a:cubicBezTo>
                    <a:pt x="353545" y="190169"/>
                    <a:pt x="306873" y="143496"/>
                    <a:pt x="248770" y="143496"/>
                  </a:cubicBezTo>
                  <a:close/>
                  <a:moveTo>
                    <a:pt x="367833" y="114921"/>
                  </a:moveTo>
                  <a:cubicBezTo>
                    <a:pt x="360213" y="114921"/>
                    <a:pt x="353545" y="121589"/>
                    <a:pt x="353545" y="129209"/>
                  </a:cubicBezTo>
                  <a:cubicBezTo>
                    <a:pt x="353545" y="136829"/>
                    <a:pt x="360213" y="143496"/>
                    <a:pt x="367833" y="143496"/>
                  </a:cubicBezTo>
                  <a:cubicBezTo>
                    <a:pt x="375452" y="143496"/>
                    <a:pt x="382120" y="136829"/>
                    <a:pt x="382120" y="129209"/>
                  </a:cubicBezTo>
                  <a:cubicBezTo>
                    <a:pt x="382120" y="121589"/>
                    <a:pt x="375452" y="114921"/>
                    <a:pt x="367833" y="1149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" name="文本框 14"/>
            <p:cNvSpPr txBox="1">
              <a:spLocks noChangeAspect="1"/>
            </p:cNvSpPr>
            <p:nvPr/>
          </p:nvSpPr>
          <p:spPr>
            <a:xfrm>
              <a:off x="6372660" y="2277743"/>
              <a:ext cx="681223" cy="68122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>
              <a:defPPr>
                <a:defRPr lang="en-US"/>
              </a:defPPr>
              <a:lvl1pPr algn="ctr">
                <a:lnSpc>
                  <a:spcPct val="120000"/>
                </a:lnSpc>
                <a:defRPr sz="2000" b="1">
                  <a:solidFill>
                    <a:srgbClr val="FFFFFF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6570574" y="2467428"/>
              <a:ext cx="285393" cy="301856"/>
            </a:xfrm>
            <a:custGeom>
              <a:avLst/>
              <a:gdLst>
                <a:gd name="connsiteX0" fmla="*/ 371955 w 495300"/>
                <a:gd name="connsiteY0" fmla="*/ 621 h 523875"/>
                <a:gd name="connsiteX1" fmla="*/ 400530 w 495300"/>
                <a:gd name="connsiteY1" fmla="*/ 29196 h 523875"/>
                <a:gd name="connsiteX2" fmla="*/ 400530 w 495300"/>
                <a:gd name="connsiteY2" fmla="*/ 133971 h 523875"/>
                <a:gd name="connsiteX3" fmla="*/ 371955 w 495300"/>
                <a:gd name="connsiteY3" fmla="*/ 162546 h 523875"/>
                <a:gd name="connsiteX4" fmla="*/ 257655 w 495300"/>
                <a:gd name="connsiteY4" fmla="*/ 162546 h 523875"/>
                <a:gd name="connsiteX5" fmla="*/ 257655 w 495300"/>
                <a:gd name="connsiteY5" fmla="*/ 286371 h 523875"/>
                <a:gd name="connsiteX6" fmla="*/ 419580 w 495300"/>
                <a:gd name="connsiteY6" fmla="*/ 286371 h 523875"/>
                <a:gd name="connsiteX7" fmla="*/ 457680 w 495300"/>
                <a:gd name="connsiteY7" fmla="*/ 322566 h 523875"/>
                <a:gd name="connsiteX8" fmla="*/ 457680 w 495300"/>
                <a:gd name="connsiteY8" fmla="*/ 324471 h 523875"/>
                <a:gd name="connsiteX9" fmla="*/ 457680 w 495300"/>
                <a:gd name="connsiteY9" fmla="*/ 429246 h 523875"/>
                <a:gd name="connsiteX10" fmla="*/ 476730 w 495300"/>
                <a:gd name="connsiteY10" fmla="*/ 429246 h 523875"/>
                <a:gd name="connsiteX11" fmla="*/ 495780 w 495300"/>
                <a:gd name="connsiteY11" fmla="*/ 448296 h 523875"/>
                <a:gd name="connsiteX12" fmla="*/ 495780 w 495300"/>
                <a:gd name="connsiteY12" fmla="*/ 505446 h 523875"/>
                <a:gd name="connsiteX13" fmla="*/ 476730 w 495300"/>
                <a:gd name="connsiteY13" fmla="*/ 524496 h 523875"/>
                <a:gd name="connsiteX14" fmla="*/ 419580 w 495300"/>
                <a:gd name="connsiteY14" fmla="*/ 524496 h 523875"/>
                <a:gd name="connsiteX15" fmla="*/ 400530 w 495300"/>
                <a:gd name="connsiteY15" fmla="*/ 505446 h 523875"/>
                <a:gd name="connsiteX16" fmla="*/ 400530 w 495300"/>
                <a:gd name="connsiteY16" fmla="*/ 448296 h 523875"/>
                <a:gd name="connsiteX17" fmla="*/ 419580 w 495300"/>
                <a:gd name="connsiteY17" fmla="*/ 429246 h 523875"/>
                <a:gd name="connsiteX18" fmla="*/ 438630 w 495300"/>
                <a:gd name="connsiteY18" fmla="*/ 429246 h 523875"/>
                <a:gd name="connsiteX19" fmla="*/ 438630 w 495300"/>
                <a:gd name="connsiteY19" fmla="*/ 324471 h 523875"/>
                <a:gd name="connsiteX20" fmla="*/ 420533 w 495300"/>
                <a:gd name="connsiteY20" fmla="*/ 305421 h 523875"/>
                <a:gd name="connsiteX21" fmla="*/ 419580 w 495300"/>
                <a:gd name="connsiteY21" fmla="*/ 305421 h 523875"/>
                <a:gd name="connsiteX22" fmla="*/ 257655 w 495300"/>
                <a:gd name="connsiteY22" fmla="*/ 305421 h 523875"/>
                <a:gd name="connsiteX23" fmla="*/ 257655 w 495300"/>
                <a:gd name="connsiteY23" fmla="*/ 429246 h 523875"/>
                <a:gd name="connsiteX24" fmla="*/ 276705 w 495300"/>
                <a:gd name="connsiteY24" fmla="*/ 429246 h 523875"/>
                <a:gd name="connsiteX25" fmla="*/ 295755 w 495300"/>
                <a:gd name="connsiteY25" fmla="*/ 448296 h 523875"/>
                <a:gd name="connsiteX26" fmla="*/ 295755 w 495300"/>
                <a:gd name="connsiteY26" fmla="*/ 505446 h 523875"/>
                <a:gd name="connsiteX27" fmla="*/ 276705 w 495300"/>
                <a:gd name="connsiteY27" fmla="*/ 524496 h 523875"/>
                <a:gd name="connsiteX28" fmla="*/ 219555 w 495300"/>
                <a:gd name="connsiteY28" fmla="*/ 524496 h 523875"/>
                <a:gd name="connsiteX29" fmla="*/ 200505 w 495300"/>
                <a:gd name="connsiteY29" fmla="*/ 505446 h 523875"/>
                <a:gd name="connsiteX30" fmla="*/ 200505 w 495300"/>
                <a:gd name="connsiteY30" fmla="*/ 448296 h 523875"/>
                <a:gd name="connsiteX31" fmla="*/ 219555 w 495300"/>
                <a:gd name="connsiteY31" fmla="*/ 429246 h 523875"/>
                <a:gd name="connsiteX32" fmla="*/ 238605 w 495300"/>
                <a:gd name="connsiteY32" fmla="*/ 429246 h 523875"/>
                <a:gd name="connsiteX33" fmla="*/ 238605 w 495300"/>
                <a:gd name="connsiteY33" fmla="*/ 305421 h 523875"/>
                <a:gd name="connsiteX34" fmla="*/ 76680 w 495300"/>
                <a:gd name="connsiteY34" fmla="*/ 305421 h 523875"/>
                <a:gd name="connsiteX35" fmla="*/ 57630 w 495300"/>
                <a:gd name="connsiteY35" fmla="*/ 323519 h 523875"/>
                <a:gd name="connsiteX36" fmla="*/ 57630 w 495300"/>
                <a:gd name="connsiteY36" fmla="*/ 324471 h 523875"/>
                <a:gd name="connsiteX37" fmla="*/ 57630 w 495300"/>
                <a:gd name="connsiteY37" fmla="*/ 429246 h 523875"/>
                <a:gd name="connsiteX38" fmla="*/ 76680 w 495300"/>
                <a:gd name="connsiteY38" fmla="*/ 429246 h 523875"/>
                <a:gd name="connsiteX39" fmla="*/ 95730 w 495300"/>
                <a:gd name="connsiteY39" fmla="*/ 448296 h 523875"/>
                <a:gd name="connsiteX40" fmla="*/ 95730 w 495300"/>
                <a:gd name="connsiteY40" fmla="*/ 505446 h 523875"/>
                <a:gd name="connsiteX41" fmla="*/ 76680 w 495300"/>
                <a:gd name="connsiteY41" fmla="*/ 524496 h 523875"/>
                <a:gd name="connsiteX42" fmla="*/ 19530 w 495300"/>
                <a:gd name="connsiteY42" fmla="*/ 524496 h 523875"/>
                <a:gd name="connsiteX43" fmla="*/ 480 w 495300"/>
                <a:gd name="connsiteY43" fmla="*/ 505446 h 523875"/>
                <a:gd name="connsiteX44" fmla="*/ 480 w 495300"/>
                <a:gd name="connsiteY44" fmla="*/ 448296 h 523875"/>
                <a:gd name="connsiteX45" fmla="*/ 19530 w 495300"/>
                <a:gd name="connsiteY45" fmla="*/ 429246 h 523875"/>
                <a:gd name="connsiteX46" fmla="*/ 38580 w 495300"/>
                <a:gd name="connsiteY46" fmla="*/ 429246 h 523875"/>
                <a:gd name="connsiteX47" fmla="*/ 38580 w 495300"/>
                <a:gd name="connsiteY47" fmla="*/ 324471 h 523875"/>
                <a:gd name="connsiteX48" fmla="*/ 74775 w 495300"/>
                <a:gd name="connsiteY48" fmla="*/ 286371 h 523875"/>
                <a:gd name="connsiteX49" fmla="*/ 76680 w 495300"/>
                <a:gd name="connsiteY49" fmla="*/ 286371 h 523875"/>
                <a:gd name="connsiteX50" fmla="*/ 238605 w 495300"/>
                <a:gd name="connsiteY50" fmla="*/ 286371 h 523875"/>
                <a:gd name="connsiteX51" fmla="*/ 238605 w 495300"/>
                <a:gd name="connsiteY51" fmla="*/ 162546 h 523875"/>
                <a:gd name="connsiteX52" fmla="*/ 124305 w 495300"/>
                <a:gd name="connsiteY52" fmla="*/ 162546 h 523875"/>
                <a:gd name="connsiteX53" fmla="*/ 95730 w 495300"/>
                <a:gd name="connsiteY53" fmla="*/ 133971 h 523875"/>
                <a:gd name="connsiteX54" fmla="*/ 95730 w 495300"/>
                <a:gd name="connsiteY54" fmla="*/ 29196 h 523875"/>
                <a:gd name="connsiteX55" fmla="*/ 124305 w 495300"/>
                <a:gd name="connsiteY55" fmla="*/ 621 h 523875"/>
                <a:gd name="connsiteX56" fmla="*/ 371955 w 495300"/>
                <a:gd name="connsiteY56" fmla="*/ 621 h 523875"/>
                <a:gd name="connsiteX57" fmla="*/ 148118 w 495300"/>
                <a:gd name="connsiteY57" fmla="*/ 95871 h 523875"/>
                <a:gd name="connsiteX58" fmla="*/ 133830 w 495300"/>
                <a:gd name="connsiteY58" fmla="*/ 110159 h 523875"/>
                <a:gd name="connsiteX59" fmla="*/ 148118 w 495300"/>
                <a:gd name="connsiteY59" fmla="*/ 124446 h 523875"/>
                <a:gd name="connsiteX60" fmla="*/ 162405 w 495300"/>
                <a:gd name="connsiteY60" fmla="*/ 110159 h 523875"/>
                <a:gd name="connsiteX61" fmla="*/ 148118 w 495300"/>
                <a:gd name="connsiteY61" fmla="*/ 95871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495300" h="523875">
                  <a:moveTo>
                    <a:pt x="371955" y="621"/>
                  </a:moveTo>
                  <a:cubicBezTo>
                    <a:pt x="388148" y="621"/>
                    <a:pt x="400530" y="13004"/>
                    <a:pt x="400530" y="29196"/>
                  </a:cubicBezTo>
                  <a:lnTo>
                    <a:pt x="400530" y="133971"/>
                  </a:lnTo>
                  <a:cubicBezTo>
                    <a:pt x="400530" y="150164"/>
                    <a:pt x="388148" y="162546"/>
                    <a:pt x="371955" y="162546"/>
                  </a:cubicBezTo>
                  <a:lnTo>
                    <a:pt x="257655" y="162546"/>
                  </a:lnTo>
                  <a:lnTo>
                    <a:pt x="257655" y="286371"/>
                  </a:lnTo>
                  <a:lnTo>
                    <a:pt x="419580" y="286371"/>
                  </a:lnTo>
                  <a:cubicBezTo>
                    <a:pt x="439583" y="286371"/>
                    <a:pt x="456727" y="302564"/>
                    <a:pt x="457680" y="322566"/>
                  </a:cubicBezTo>
                  <a:lnTo>
                    <a:pt x="457680" y="324471"/>
                  </a:lnTo>
                  <a:lnTo>
                    <a:pt x="457680" y="429246"/>
                  </a:lnTo>
                  <a:lnTo>
                    <a:pt x="476730" y="429246"/>
                  </a:lnTo>
                  <a:cubicBezTo>
                    <a:pt x="487208" y="429246"/>
                    <a:pt x="495780" y="437819"/>
                    <a:pt x="495780" y="448296"/>
                  </a:cubicBezTo>
                  <a:lnTo>
                    <a:pt x="495780" y="505446"/>
                  </a:lnTo>
                  <a:cubicBezTo>
                    <a:pt x="495780" y="515924"/>
                    <a:pt x="487208" y="524496"/>
                    <a:pt x="476730" y="524496"/>
                  </a:cubicBezTo>
                  <a:lnTo>
                    <a:pt x="419580" y="524496"/>
                  </a:lnTo>
                  <a:cubicBezTo>
                    <a:pt x="409102" y="524496"/>
                    <a:pt x="400530" y="515924"/>
                    <a:pt x="400530" y="505446"/>
                  </a:cubicBezTo>
                  <a:lnTo>
                    <a:pt x="400530" y="448296"/>
                  </a:lnTo>
                  <a:cubicBezTo>
                    <a:pt x="400530" y="437819"/>
                    <a:pt x="409102" y="429246"/>
                    <a:pt x="419580" y="429246"/>
                  </a:cubicBezTo>
                  <a:lnTo>
                    <a:pt x="438630" y="429246"/>
                  </a:lnTo>
                  <a:lnTo>
                    <a:pt x="438630" y="324471"/>
                  </a:lnTo>
                  <a:cubicBezTo>
                    <a:pt x="438630" y="313994"/>
                    <a:pt x="431010" y="306374"/>
                    <a:pt x="420533" y="305421"/>
                  </a:cubicBezTo>
                  <a:lnTo>
                    <a:pt x="419580" y="305421"/>
                  </a:lnTo>
                  <a:lnTo>
                    <a:pt x="257655" y="305421"/>
                  </a:lnTo>
                  <a:lnTo>
                    <a:pt x="257655" y="429246"/>
                  </a:lnTo>
                  <a:lnTo>
                    <a:pt x="276705" y="429246"/>
                  </a:lnTo>
                  <a:cubicBezTo>
                    <a:pt x="287183" y="429246"/>
                    <a:pt x="295755" y="437819"/>
                    <a:pt x="295755" y="448296"/>
                  </a:cubicBezTo>
                  <a:lnTo>
                    <a:pt x="295755" y="505446"/>
                  </a:lnTo>
                  <a:cubicBezTo>
                    <a:pt x="295755" y="515924"/>
                    <a:pt x="287183" y="524496"/>
                    <a:pt x="276705" y="524496"/>
                  </a:cubicBezTo>
                  <a:lnTo>
                    <a:pt x="219555" y="524496"/>
                  </a:lnTo>
                  <a:cubicBezTo>
                    <a:pt x="209077" y="524496"/>
                    <a:pt x="200505" y="515924"/>
                    <a:pt x="200505" y="505446"/>
                  </a:cubicBezTo>
                  <a:lnTo>
                    <a:pt x="200505" y="448296"/>
                  </a:lnTo>
                  <a:cubicBezTo>
                    <a:pt x="200505" y="437819"/>
                    <a:pt x="209077" y="429246"/>
                    <a:pt x="219555" y="429246"/>
                  </a:cubicBezTo>
                  <a:lnTo>
                    <a:pt x="238605" y="429246"/>
                  </a:lnTo>
                  <a:lnTo>
                    <a:pt x="238605" y="305421"/>
                  </a:lnTo>
                  <a:lnTo>
                    <a:pt x="76680" y="305421"/>
                  </a:lnTo>
                  <a:cubicBezTo>
                    <a:pt x="66202" y="305421"/>
                    <a:pt x="58583" y="313041"/>
                    <a:pt x="57630" y="323519"/>
                  </a:cubicBezTo>
                  <a:lnTo>
                    <a:pt x="57630" y="324471"/>
                  </a:lnTo>
                  <a:lnTo>
                    <a:pt x="57630" y="429246"/>
                  </a:lnTo>
                  <a:lnTo>
                    <a:pt x="76680" y="429246"/>
                  </a:lnTo>
                  <a:cubicBezTo>
                    <a:pt x="87158" y="429246"/>
                    <a:pt x="95730" y="437819"/>
                    <a:pt x="95730" y="448296"/>
                  </a:cubicBezTo>
                  <a:lnTo>
                    <a:pt x="95730" y="505446"/>
                  </a:lnTo>
                  <a:cubicBezTo>
                    <a:pt x="95730" y="515924"/>
                    <a:pt x="87158" y="524496"/>
                    <a:pt x="76680" y="524496"/>
                  </a:cubicBezTo>
                  <a:lnTo>
                    <a:pt x="19530" y="524496"/>
                  </a:lnTo>
                  <a:cubicBezTo>
                    <a:pt x="9052" y="524496"/>
                    <a:pt x="480" y="515924"/>
                    <a:pt x="480" y="505446"/>
                  </a:cubicBezTo>
                  <a:lnTo>
                    <a:pt x="480" y="448296"/>
                  </a:lnTo>
                  <a:cubicBezTo>
                    <a:pt x="480" y="437819"/>
                    <a:pt x="9052" y="429246"/>
                    <a:pt x="19530" y="429246"/>
                  </a:cubicBezTo>
                  <a:lnTo>
                    <a:pt x="38580" y="429246"/>
                  </a:lnTo>
                  <a:lnTo>
                    <a:pt x="38580" y="324471"/>
                  </a:lnTo>
                  <a:cubicBezTo>
                    <a:pt x="38580" y="304469"/>
                    <a:pt x="54773" y="287324"/>
                    <a:pt x="74775" y="286371"/>
                  </a:cubicBezTo>
                  <a:lnTo>
                    <a:pt x="76680" y="286371"/>
                  </a:lnTo>
                  <a:lnTo>
                    <a:pt x="238605" y="286371"/>
                  </a:lnTo>
                  <a:lnTo>
                    <a:pt x="238605" y="162546"/>
                  </a:lnTo>
                  <a:lnTo>
                    <a:pt x="124305" y="162546"/>
                  </a:lnTo>
                  <a:cubicBezTo>
                    <a:pt x="108112" y="162546"/>
                    <a:pt x="95730" y="150164"/>
                    <a:pt x="95730" y="133971"/>
                  </a:cubicBezTo>
                  <a:lnTo>
                    <a:pt x="95730" y="29196"/>
                  </a:lnTo>
                  <a:cubicBezTo>
                    <a:pt x="95730" y="13004"/>
                    <a:pt x="108112" y="621"/>
                    <a:pt x="124305" y="621"/>
                  </a:cubicBezTo>
                  <a:lnTo>
                    <a:pt x="371955" y="621"/>
                  </a:lnTo>
                  <a:close/>
                  <a:moveTo>
                    <a:pt x="148118" y="95871"/>
                  </a:moveTo>
                  <a:cubicBezTo>
                    <a:pt x="140498" y="95871"/>
                    <a:pt x="133830" y="102539"/>
                    <a:pt x="133830" y="110159"/>
                  </a:cubicBezTo>
                  <a:cubicBezTo>
                    <a:pt x="133830" y="117779"/>
                    <a:pt x="140498" y="124446"/>
                    <a:pt x="148118" y="124446"/>
                  </a:cubicBezTo>
                  <a:cubicBezTo>
                    <a:pt x="155737" y="124446"/>
                    <a:pt x="162405" y="117779"/>
                    <a:pt x="162405" y="110159"/>
                  </a:cubicBezTo>
                  <a:cubicBezTo>
                    <a:pt x="162405" y="102539"/>
                    <a:pt x="155737" y="95871"/>
                    <a:pt x="148118" y="9587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" name="文本框 12"/>
            <p:cNvSpPr txBox="1">
              <a:spLocks noChangeAspect="1"/>
            </p:cNvSpPr>
            <p:nvPr/>
          </p:nvSpPr>
          <p:spPr>
            <a:xfrm>
              <a:off x="10013225" y="2277743"/>
              <a:ext cx="681223" cy="68122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>
              <a:defPPr>
                <a:defRPr lang="en-US"/>
              </a:defPPr>
              <a:lvl1pPr algn="ctr">
                <a:lnSpc>
                  <a:spcPct val="120000"/>
                </a:lnSpc>
                <a:defRPr sz="2000" b="1">
                  <a:solidFill>
                    <a:srgbClr val="FFFFFF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10211139" y="2478208"/>
              <a:ext cx="285393" cy="280294"/>
            </a:xfrm>
            <a:custGeom>
              <a:avLst/>
              <a:gdLst>
                <a:gd name="connsiteX0" fmla="*/ 343764 w 533400"/>
                <a:gd name="connsiteY0" fmla="*/ 276846 h 523875"/>
                <a:gd name="connsiteX1" fmla="*/ 372339 w 533400"/>
                <a:gd name="connsiteY1" fmla="*/ 305421 h 523875"/>
                <a:gd name="connsiteX2" fmla="*/ 372339 w 533400"/>
                <a:gd name="connsiteY2" fmla="*/ 495921 h 523875"/>
                <a:gd name="connsiteX3" fmla="*/ 343764 w 533400"/>
                <a:gd name="connsiteY3" fmla="*/ 524496 h 523875"/>
                <a:gd name="connsiteX4" fmla="*/ 191364 w 533400"/>
                <a:gd name="connsiteY4" fmla="*/ 524496 h 523875"/>
                <a:gd name="connsiteX5" fmla="*/ 162789 w 533400"/>
                <a:gd name="connsiteY5" fmla="*/ 495921 h 523875"/>
                <a:gd name="connsiteX6" fmla="*/ 162789 w 533400"/>
                <a:gd name="connsiteY6" fmla="*/ 305421 h 523875"/>
                <a:gd name="connsiteX7" fmla="*/ 191364 w 533400"/>
                <a:gd name="connsiteY7" fmla="*/ 276846 h 523875"/>
                <a:gd name="connsiteX8" fmla="*/ 343764 w 533400"/>
                <a:gd name="connsiteY8" fmla="*/ 276846 h 523875"/>
                <a:gd name="connsiteX9" fmla="*/ 143739 w 533400"/>
                <a:gd name="connsiteY9" fmla="*/ 114921 h 523875"/>
                <a:gd name="connsiteX10" fmla="*/ 179934 w 533400"/>
                <a:gd name="connsiteY10" fmla="*/ 153021 h 523875"/>
                <a:gd name="connsiteX11" fmla="*/ 181839 w 533400"/>
                <a:gd name="connsiteY11" fmla="*/ 153021 h 523875"/>
                <a:gd name="connsiteX12" fmla="*/ 353289 w 533400"/>
                <a:gd name="connsiteY12" fmla="*/ 153021 h 523875"/>
                <a:gd name="connsiteX13" fmla="*/ 391389 w 533400"/>
                <a:gd name="connsiteY13" fmla="*/ 116826 h 523875"/>
                <a:gd name="connsiteX14" fmla="*/ 391389 w 533400"/>
                <a:gd name="connsiteY14" fmla="*/ 114921 h 523875"/>
                <a:gd name="connsiteX15" fmla="*/ 505689 w 533400"/>
                <a:gd name="connsiteY15" fmla="*/ 114921 h 523875"/>
                <a:gd name="connsiteX16" fmla="*/ 534264 w 533400"/>
                <a:gd name="connsiteY16" fmla="*/ 143496 h 523875"/>
                <a:gd name="connsiteX17" fmla="*/ 534264 w 533400"/>
                <a:gd name="connsiteY17" fmla="*/ 381621 h 523875"/>
                <a:gd name="connsiteX18" fmla="*/ 505689 w 533400"/>
                <a:gd name="connsiteY18" fmla="*/ 410196 h 523875"/>
                <a:gd name="connsiteX19" fmla="*/ 391389 w 533400"/>
                <a:gd name="connsiteY19" fmla="*/ 410196 h 523875"/>
                <a:gd name="connsiteX20" fmla="*/ 391389 w 533400"/>
                <a:gd name="connsiteY20" fmla="*/ 295896 h 523875"/>
                <a:gd name="connsiteX21" fmla="*/ 355194 w 533400"/>
                <a:gd name="connsiteY21" fmla="*/ 257796 h 523875"/>
                <a:gd name="connsiteX22" fmla="*/ 353289 w 533400"/>
                <a:gd name="connsiteY22" fmla="*/ 257796 h 523875"/>
                <a:gd name="connsiteX23" fmla="*/ 181839 w 533400"/>
                <a:gd name="connsiteY23" fmla="*/ 257796 h 523875"/>
                <a:gd name="connsiteX24" fmla="*/ 143739 w 533400"/>
                <a:gd name="connsiteY24" fmla="*/ 293991 h 523875"/>
                <a:gd name="connsiteX25" fmla="*/ 143739 w 533400"/>
                <a:gd name="connsiteY25" fmla="*/ 295896 h 523875"/>
                <a:gd name="connsiteX26" fmla="*/ 143739 w 533400"/>
                <a:gd name="connsiteY26" fmla="*/ 410196 h 523875"/>
                <a:gd name="connsiteX27" fmla="*/ 29439 w 533400"/>
                <a:gd name="connsiteY27" fmla="*/ 410196 h 523875"/>
                <a:gd name="connsiteX28" fmla="*/ 864 w 533400"/>
                <a:gd name="connsiteY28" fmla="*/ 381621 h 523875"/>
                <a:gd name="connsiteX29" fmla="*/ 864 w 533400"/>
                <a:gd name="connsiteY29" fmla="*/ 201599 h 523875"/>
                <a:gd name="connsiteX30" fmla="*/ 11342 w 533400"/>
                <a:gd name="connsiteY30" fmla="*/ 175881 h 523875"/>
                <a:gd name="connsiteX31" fmla="*/ 56109 w 533400"/>
                <a:gd name="connsiteY31" fmla="*/ 127304 h 523875"/>
                <a:gd name="connsiteX32" fmla="*/ 83732 w 533400"/>
                <a:gd name="connsiteY32" fmla="*/ 114921 h 523875"/>
                <a:gd name="connsiteX33" fmla="*/ 143739 w 533400"/>
                <a:gd name="connsiteY33" fmla="*/ 114921 h 523875"/>
                <a:gd name="connsiteX34" fmla="*/ 462827 w 533400"/>
                <a:gd name="connsiteY34" fmla="*/ 172071 h 523875"/>
                <a:gd name="connsiteX35" fmla="*/ 448539 w 533400"/>
                <a:gd name="connsiteY35" fmla="*/ 186359 h 523875"/>
                <a:gd name="connsiteX36" fmla="*/ 462827 w 533400"/>
                <a:gd name="connsiteY36" fmla="*/ 200646 h 523875"/>
                <a:gd name="connsiteX37" fmla="*/ 477114 w 533400"/>
                <a:gd name="connsiteY37" fmla="*/ 186359 h 523875"/>
                <a:gd name="connsiteX38" fmla="*/ 462827 w 533400"/>
                <a:gd name="connsiteY38" fmla="*/ 172071 h 523875"/>
                <a:gd name="connsiteX39" fmla="*/ 343764 w 533400"/>
                <a:gd name="connsiteY39" fmla="*/ 621 h 523875"/>
                <a:gd name="connsiteX40" fmla="*/ 372339 w 533400"/>
                <a:gd name="connsiteY40" fmla="*/ 29196 h 523875"/>
                <a:gd name="connsiteX41" fmla="*/ 372339 w 533400"/>
                <a:gd name="connsiteY41" fmla="*/ 105396 h 523875"/>
                <a:gd name="connsiteX42" fmla="*/ 343764 w 533400"/>
                <a:gd name="connsiteY42" fmla="*/ 133971 h 523875"/>
                <a:gd name="connsiteX43" fmla="*/ 191364 w 533400"/>
                <a:gd name="connsiteY43" fmla="*/ 133971 h 523875"/>
                <a:gd name="connsiteX44" fmla="*/ 162789 w 533400"/>
                <a:gd name="connsiteY44" fmla="*/ 105396 h 523875"/>
                <a:gd name="connsiteX45" fmla="*/ 162789 w 533400"/>
                <a:gd name="connsiteY45" fmla="*/ 29196 h 523875"/>
                <a:gd name="connsiteX46" fmla="*/ 191364 w 533400"/>
                <a:gd name="connsiteY46" fmla="*/ 621 h 523875"/>
                <a:gd name="connsiteX47" fmla="*/ 343764 w 533400"/>
                <a:gd name="connsiteY47" fmla="*/ 621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533400" h="523875">
                  <a:moveTo>
                    <a:pt x="343764" y="276846"/>
                  </a:moveTo>
                  <a:cubicBezTo>
                    <a:pt x="359957" y="276846"/>
                    <a:pt x="372339" y="289229"/>
                    <a:pt x="372339" y="305421"/>
                  </a:cubicBezTo>
                  <a:lnTo>
                    <a:pt x="372339" y="495921"/>
                  </a:lnTo>
                  <a:cubicBezTo>
                    <a:pt x="372339" y="512114"/>
                    <a:pt x="359957" y="524496"/>
                    <a:pt x="343764" y="524496"/>
                  </a:cubicBezTo>
                  <a:lnTo>
                    <a:pt x="191364" y="524496"/>
                  </a:lnTo>
                  <a:cubicBezTo>
                    <a:pt x="175171" y="524496"/>
                    <a:pt x="162789" y="512114"/>
                    <a:pt x="162789" y="495921"/>
                  </a:cubicBezTo>
                  <a:lnTo>
                    <a:pt x="162789" y="305421"/>
                  </a:lnTo>
                  <a:cubicBezTo>
                    <a:pt x="162789" y="289229"/>
                    <a:pt x="175171" y="276846"/>
                    <a:pt x="191364" y="276846"/>
                  </a:cubicBezTo>
                  <a:lnTo>
                    <a:pt x="343764" y="276846"/>
                  </a:lnTo>
                  <a:close/>
                  <a:moveTo>
                    <a:pt x="143739" y="114921"/>
                  </a:moveTo>
                  <a:cubicBezTo>
                    <a:pt x="143739" y="134924"/>
                    <a:pt x="159932" y="152069"/>
                    <a:pt x="179934" y="153021"/>
                  </a:cubicBezTo>
                  <a:lnTo>
                    <a:pt x="181839" y="153021"/>
                  </a:lnTo>
                  <a:lnTo>
                    <a:pt x="353289" y="153021"/>
                  </a:lnTo>
                  <a:cubicBezTo>
                    <a:pt x="373292" y="153021"/>
                    <a:pt x="390436" y="136829"/>
                    <a:pt x="391389" y="116826"/>
                  </a:cubicBezTo>
                  <a:lnTo>
                    <a:pt x="391389" y="114921"/>
                  </a:lnTo>
                  <a:lnTo>
                    <a:pt x="505689" y="114921"/>
                  </a:lnTo>
                  <a:cubicBezTo>
                    <a:pt x="521882" y="114921"/>
                    <a:pt x="534264" y="127304"/>
                    <a:pt x="534264" y="143496"/>
                  </a:cubicBezTo>
                  <a:lnTo>
                    <a:pt x="534264" y="381621"/>
                  </a:lnTo>
                  <a:cubicBezTo>
                    <a:pt x="534264" y="397814"/>
                    <a:pt x="521882" y="410196"/>
                    <a:pt x="505689" y="410196"/>
                  </a:cubicBezTo>
                  <a:lnTo>
                    <a:pt x="391389" y="410196"/>
                  </a:lnTo>
                  <a:lnTo>
                    <a:pt x="391389" y="295896"/>
                  </a:lnTo>
                  <a:cubicBezTo>
                    <a:pt x="391389" y="275894"/>
                    <a:pt x="375196" y="258749"/>
                    <a:pt x="355194" y="257796"/>
                  </a:cubicBezTo>
                  <a:lnTo>
                    <a:pt x="353289" y="257796"/>
                  </a:lnTo>
                  <a:lnTo>
                    <a:pt x="181839" y="257796"/>
                  </a:lnTo>
                  <a:cubicBezTo>
                    <a:pt x="161836" y="257796"/>
                    <a:pt x="144692" y="273989"/>
                    <a:pt x="143739" y="293991"/>
                  </a:cubicBezTo>
                  <a:lnTo>
                    <a:pt x="143739" y="295896"/>
                  </a:lnTo>
                  <a:lnTo>
                    <a:pt x="143739" y="410196"/>
                  </a:lnTo>
                  <a:lnTo>
                    <a:pt x="29439" y="410196"/>
                  </a:lnTo>
                  <a:cubicBezTo>
                    <a:pt x="13246" y="410196"/>
                    <a:pt x="864" y="397814"/>
                    <a:pt x="864" y="381621"/>
                  </a:cubicBezTo>
                  <a:lnTo>
                    <a:pt x="864" y="201599"/>
                  </a:lnTo>
                  <a:cubicBezTo>
                    <a:pt x="864" y="192074"/>
                    <a:pt x="4674" y="182549"/>
                    <a:pt x="11342" y="175881"/>
                  </a:cubicBezTo>
                  <a:lnTo>
                    <a:pt x="56109" y="127304"/>
                  </a:lnTo>
                  <a:cubicBezTo>
                    <a:pt x="63729" y="119684"/>
                    <a:pt x="73254" y="114921"/>
                    <a:pt x="83732" y="114921"/>
                  </a:cubicBezTo>
                  <a:lnTo>
                    <a:pt x="143739" y="114921"/>
                  </a:lnTo>
                  <a:close/>
                  <a:moveTo>
                    <a:pt x="462827" y="172071"/>
                  </a:moveTo>
                  <a:cubicBezTo>
                    <a:pt x="455207" y="172071"/>
                    <a:pt x="448539" y="178739"/>
                    <a:pt x="448539" y="186359"/>
                  </a:cubicBezTo>
                  <a:cubicBezTo>
                    <a:pt x="448539" y="193979"/>
                    <a:pt x="455207" y="200646"/>
                    <a:pt x="462827" y="200646"/>
                  </a:cubicBezTo>
                  <a:cubicBezTo>
                    <a:pt x="470446" y="200646"/>
                    <a:pt x="477114" y="193979"/>
                    <a:pt x="477114" y="186359"/>
                  </a:cubicBezTo>
                  <a:cubicBezTo>
                    <a:pt x="477114" y="178739"/>
                    <a:pt x="470446" y="172071"/>
                    <a:pt x="462827" y="172071"/>
                  </a:cubicBezTo>
                  <a:close/>
                  <a:moveTo>
                    <a:pt x="343764" y="621"/>
                  </a:moveTo>
                  <a:cubicBezTo>
                    <a:pt x="359957" y="621"/>
                    <a:pt x="372339" y="13004"/>
                    <a:pt x="372339" y="29196"/>
                  </a:cubicBezTo>
                  <a:lnTo>
                    <a:pt x="372339" y="105396"/>
                  </a:lnTo>
                  <a:cubicBezTo>
                    <a:pt x="372339" y="121589"/>
                    <a:pt x="359957" y="133971"/>
                    <a:pt x="343764" y="133971"/>
                  </a:cubicBezTo>
                  <a:lnTo>
                    <a:pt x="191364" y="133971"/>
                  </a:lnTo>
                  <a:cubicBezTo>
                    <a:pt x="175171" y="133971"/>
                    <a:pt x="162789" y="121589"/>
                    <a:pt x="162789" y="105396"/>
                  </a:cubicBezTo>
                  <a:lnTo>
                    <a:pt x="162789" y="29196"/>
                  </a:lnTo>
                  <a:cubicBezTo>
                    <a:pt x="162789" y="13004"/>
                    <a:pt x="175171" y="621"/>
                    <a:pt x="191364" y="621"/>
                  </a:cubicBezTo>
                  <a:lnTo>
                    <a:pt x="343764" y="6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学术沙龙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761503" y="1144812"/>
            <a:ext cx="10668994" cy="4989288"/>
            <a:chOff x="660398" y="1144812"/>
            <a:chExt cx="10668994" cy="4989288"/>
          </a:xfrm>
        </p:grpSpPr>
        <p:sp>
          <p:nvSpPr>
            <p:cNvPr id="4" name="椭圆 3"/>
            <p:cNvSpPr/>
            <p:nvPr/>
          </p:nvSpPr>
          <p:spPr>
            <a:xfrm>
              <a:off x="7436842" y="1685925"/>
              <a:ext cx="3892550" cy="3892550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chemeClr val="accent1">
                      <a:lumMod val="45000"/>
                      <a:lumOff val="55000"/>
                      <a:alpha val="36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35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/>
          </p:nvSpPr>
          <p:spPr>
            <a:xfrm>
              <a:off x="7963176" y="2212260"/>
              <a:ext cx="2839883" cy="283988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50800" dir="2400000" sx="98000" sy="98000" algn="ctr" rotWithShape="0">
                <a:schemeClr val="accent1">
                  <a:alpha val="29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>
                <a:buSzPct val="25000"/>
              </a:pPr>
              <a:r>
                <a:rPr lang="en-US" altLang="zh-CN" sz="2400" b="1" dirty="0">
                  <a:solidFill>
                    <a:schemeClr val="accent1"/>
                  </a:solidFill>
                </a:rPr>
                <a:t>{vItem.item1_Desc}</a:t>
              </a:r>
            </a:p>
          </p:txBody>
        </p:sp>
        <p:sp>
          <p:nvSpPr>
            <p:cNvPr id="22" name="矩形: 圆角 21"/>
            <p:cNvSpPr/>
            <p:nvPr/>
          </p:nvSpPr>
          <p:spPr>
            <a:xfrm>
              <a:off x="660401" y="1246412"/>
              <a:ext cx="2839884" cy="2281044"/>
            </a:xfrm>
            <a:prstGeom prst="roundRect">
              <a:avLst>
                <a:gd name="adj" fmla="val 9607"/>
              </a:avLst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783279" y="1144812"/>
              <a:ext cx="535258" cy="514350"/>
            </a:xfrm>
            <a:custGeom>
              <a:avLst/>
              <a:gdLst>
                <a:gd name="connsiteX0" fmla="*/ 0 w 535258"/>
                <a:gd name="connsiteY0" fmla="*/ 0 h 514350"/>
                <a:gd name="connsiteX1" fmla="*/ 535258 w 535258"/>
                <a:gd name="connsiteY1" fmla="*/ 0 h 514350"/>
                <a:gd name="connsiteX2" fmla="*/ 535258 w 535258"/>
                <a:gd name="connsiteY2" fmla="*/ 246721 h 514350"/>
                <a:gd name="connsiteX3" fmla="*/ 267629 w 535258"/>
                <a:gd name="connsiteY3" fmla="*/ 514350 h 514350"/>
                <a:gd name="connsiteX4" fmla="*/ 0 w 535258"/>
                <a:gd name="connsiteY4" fmla="*/ 246721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258" h="514350">
                  <a:moveTo>
                    <a:pt x="0" y="0"/>
                  </a:moveTo>
                  <a:lnTo>
                    <a:pt x="535258" y="0"/>
                  </a:lnTo>
                  <a:lnTo>
                    <a:pt x="535258" y="246721"/>
                  </a:lnTo>
                  <a:cubicBezTo>
                    <a:pt x="535258" y="394528"/>
                    <a:pt x="415436" y="514350"/>
                    <a:pt x="267629" y="514350"/>
                  </a:cubicBezTo>
                  <a:cubicBezTo>
                    <a:pt x="119822" y="514350"/>
                    <a:pt x="0" y="394528"/>
                    <a:pt x="0" y="24672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2400" b="1">
                <a:solidFill>
                  <a:srgbClr val="FFFFFF"/>
                </a:solidFill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 flipH="1">
              <a:off x="660398" y="2459000"/>
              <a:ext cx="2832151" cy="1068456"/>
            </a:xfrm>
            <a:prstGeom prst="rect">
              <a:avLst/>
            </a:prstGeom>
            <a:noFill/>
          </p:spPr>
          <p:txBody>
            <a:bodyPr wrap="square" anchor="t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200" dirty="0"/>
                <a:t>{vItem.item1_Desc}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 flipH="1">
              <a:off x="660398" y="1828537"/>
              <a:ext cx="2832153" cy="630463"/>
            </a:xfrm>
            <a:prstGeom prst="rect">
              <a:avLst/>
            </a:prstGeom>
            <a:noFill/>
          </p:spPr>
          <p:txBody>
            <a:bodyPr wrap="square" rtlCol="0" anchor="b" anchorCtr="0">
              <a:normAutofit/>
            </a:bodyPr>
            <a:lstStyle/>
            <a:p>
              <a:pPr algn="ctr"/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</a:p>
          </p:txBody>
        </p:sp>
        <p:sp>
          <p:nvSpPr>
            <p:cNvPr id="18" name="矩形: 圆角 17"/>
            <p:cNvSpPr/>
            <p:nvPr/>
          </p:nvSpPr>
          <p:spPr>
            <a:xfrm>
              <a:off x="4044756" y="1246412"/>
              <a:ext cx="2839884" cy="2281044"/>
            </a:xfrm>
            <a:prstGeom prst="roundRect">
              <a:avLst>
                <a:gd name="adj" fmla="val 9607"/>
              </a:avLst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4167634" y="1144812"/>
              <a:ext cx="535258" cy="514350"/>
            </a:xfrm>
            <a:custGeom>
              <a:avLst/>
              <a:gdLst>
                <a:gd name="connsiteX0" fmla="*/ 0 w 535258"/>
                <a:gd name="connsiteY0" fmla="*/ 0 h 514350"/>
                <a:gd name="connsiteX1" fmla="*/ 535258 w 535258"/>
                <a:gd name="connsiteY1" fmla="*/ 0 h 514350"/>
                <a:gd name="connsiteX2" fmla="*/ 535258 w 535258"/>
                <a:gd name="connsiteY2" fmla="*/ 246721 h 514350"/>
                <a:gd name="connsiteX3" fmla="*/ 267629 w 535258"/>
                <a:gd name="connsiteY3" fmla="*/ 514350 h 514350"/>
                <a:gd name="connsiteX4" fmla="*/ 0 w 535258"/>
                <a:gd name="connsiteY4" fmla="*/ 246721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258" h="514350">
                  <a:moveTo>
                    <a:pt x="0" y="0"/>
                  </a:moveTo>
                  <a:lnTo>
                    <a:pt x="535258" y="0"/>
                  </a:lnTo>
                  <a:lnTo>
                    <a:pt x="535258" y="246721"/>
                  </a:lnTo>
                  <a:cubicBezTo>
                    <a:pt x="535258" y="394528"/>
                    <a:pt x="415436" y="514350"/>
                    <a:pt x="267629" y="514350"/>
                  </a:cubicBezTo>
                  <a:cubicBezTo>
                    <a:pt x="119822" y="514350"/>
                    <a:pt x="0" y="394528"/>
                    <a:pt x="0" y="24672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2400" b="1">
                <a:solidFill>
                  <a:srgbClr val="FFFFFF"/>
                </a:solidFill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 flipH="1">
              <a:off x="4044753" y="2459000"/>
              <a:ext cx="2832151" cy="1068456"/>
            </a:xfrm>
            <a:prstGeom prst="rect">
              <a:avLst/>
            </a:prstGeom>
            <a:noFill/>
          </p:spPr>
          <p:txBody>
            <a:bodyPr wrap="square" anchor="t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200" dirty="0"/>
                <a:t>{vItem.item1_Desc}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 flipH="1">
              <a:off x="4044753" y="1828537"/>
              <a:ext cx="2832153" cy="630463"/>
            </a:xfrm>
            <a:prstGeom prst="rect">
              <a:avLst/>
            </a:prstGeom>
            <a:noFill/>
          </p:spPr>
          <p:txBody>
            <a:bodyPr wrap="square" rtlCol="0" anchor="b" anchorCtr="0">
              <a:normAutofit/>
            </a:bodyPr>
            <a:lstStyle/>
            <a:p>
              <a:pPr algn="ctr"/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</a:p>
          </p:txBody>
        </p:sp>
        <p:sp>
          <p:nvSpPr>
            <p:cNvPr id="14" name="矩形: 圆角 13"/>
            <p:cNvSpPr/>
            <p:nvPr/>
          </p:nvSpPr>
          <p:spPr>
            <a:xfrm>
              <a:off x="660401" y="3853056"/>
              <a:ext cx="2839884" cy="2281044"/>
            </a:xfrm>
            <a:prstGeom prst="roundRect">
              <a:avLst>
                <a:gd name="adj" fmla="val 9607"/>
              </a:avLst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783279" y="3751456"/>
              <a:ext cx="535258" cy="514350"/>
            </a:xfrm>
            <a:custGeom>
              <a:avLst/>
              <a:gdLst>
                <a:gd name="connsiteX0" fmla="*/ 0 w 535258"/>
                <a:gd name="connsiteY0" fmla="*/ 0 h 514350"/>
                <a:gd name="connsiteX1" fmla="*/ 535258 w 535258"/>
                <a:gd name="connsiteY1" fmla="*/ 0 h 514350"/>
                <a:gd name="connsiteX2" fmla="*/ 535258 w 535258"/>
                <a:gd name="connsiteY2" fmla="*/ 246721 h 514350"/>
                <a:gd name="connsiteX3" fmla="*/ 267629 w 535258"/>
                <a:gd name="connsiteY3" fmla="*/ 514350 h 514350"/>
                <a:gd name="connsiteX4" fmla="*/ 0 w 535258"/>
                <a:gd name="connsiteY4" fmla="*/ 246721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258" h="514350">
                  <a:moveTo>
                    <a:pt x="0" y="0"/>
                  </a:moveTo>
                  <a:lnTo>
                    <a:pt x="535258" y="0"/>
                  </a:lnTo>
                  <a:lnTo>
                    <a:pt x="535258" y="246721"/>
                  </a:lnTo>
                  <a:cubicBezTo>
                    <a:pt x="535258" y="394528"/>
                    <a:pt x="415436" y="514350"/>
                    <a:pt x="267629" y="514350"/>
                  </a:cubicBezTo>
                  <a:cubicBezTo>
                    <a:pt x="119822" y="514350"/>
                    <a:pt x="0" y="394528"/>
                    <a:pt x="0" y="24672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2400" b="1">
                <a:solidFill>
                  <a:srgbClr val="FFFFFF"/>
                </a:solidFill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 flipH="1">
              <a:off x="660398" y="5065644"/>
              <a:ext cx="2832151" cy="1068456"/>
            </a:xfrm>
            <a:prstGeom prst="rect">
              <a:avLst/>
            </a:prstGeom>
            <a:noFill/>
          </p:spPr>
          <p:txBody>
            <a:bodyPr wrap="square" anchor="t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200" dirty="0"/>
                <a:t>{vItem.item1_Desc}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 flipH="1">
              <a:off x="660398" y="4435181"/>
              <a:ext cx="2832153" cy="630463"/>
            </a:xfrm>
            <a:prstGeom prst="rect">
              <a:avLst/>
            </a:prstGeom>
            <a:noFill/>
          </p:spPr>
          <p:txBody>
            <a:bodyPr wrap="square" rtlCol="0" anchor="b" anchorCtr="0">
              <a:normAutofit/>
            </a:bodyPr>
            <a:lstStyle/>
            <a:p>
              <a:pPr algn="ctr"/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</a:p>
          </p:txBody>
        </p:sp>
        <p:sp>
          <p:nvSpPr>
            <p:cNvPr id="10" name="矩形: 圆角 9"/>
            <p:cNvSpPr/>
            <p:nvPr/>
          </p:nvSpPr>
          <p:spPr>
            <a:xfrm>
              <a:off x="4044756" y="3853056"/>
              <a:ext cx="2839884" cy="2281044"/>
            </a:xfrm>
            <a:prstGeom prst="roundRect">
              <a:avLst>
                <a:gd name="adj" fmla="val 9607"/>
              </a:avLst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4167634" y="3751456"/>
              <a:ext cx="535258" cy="514350"/>
            </a:xfrm>
            <a:custGeom>
              <a:avLst/>
              <a:gdLst>
                <a:gd name="connsiteX0" fmla="*/ 0 w 535258"/>
                <a:gd name="connsiteY0" fmla="*/ 0 h 514350"/>
                <a:gd name="connsiteX1" fmla="*/ 535258 w 535258"/>
                <a:gd name="connsiteY1" fmla="*/ 0 h 514350"/>
                <a:gd name="connsiteX2" fmla="*/ 535258 w 535258"/>
                <a:gd name="connsiteY2" fmla="*/ 246721 h 514350"/>
                <a:gd name="connsiteX3" fmla="*/ 267629 w 535258"/>
                <a:gd name="connsiteY3" fmla="*/ 514350 h 514350"/>
                <a:gd name="connsiteX4" fmla="*/ 0 w 535258"/>
                <a:gd name="connsiteY4" fmla="*/ 246721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258" h="514350">
                  <a:moveTo>
                    <a:pt x="0" y="0"/>
                  </a:moveTo>
                  <a:lnTo>
                    <a:pt x="535258" y="0"/>
                  </a:lnTo>
                  <a:lnTo>
                    <a:pt x="535258" y="246721"/>
                  </a:lnTo>
                  <a:cubicBezTo>
                    <a:pt x="535258" y="394528"/>
                    <a:pt x="415436" y="514350"/>
                    <a:pt x="267629" y="514350"/>
                  </a:cubicBezTo>
                  <a:cubicBezTo>
                    <a:pt x="119822" y="514350"/>
                    <a:pt x="0" y="394528"/>
                    <a:pt x="0" y="24672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2400" b="1">
                <a:solidFill>
                  <a:srgbClr val="FFFFFF"/>
                </a:solidFill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 flipH="1">
              <a:off x="4044753" y="5065644"/>
              <a:ext cx="2832151" cy="1068456"/>
            </a:xfrm>
            <a:prstGeom prst="rect">
              <a:avLst/>
            </a:prstGeom>
            <a:noFill/>
          </p:spPr>
          <p:txBody>
            <a:bodyPr wrap="square" anchor="t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200" dirty="0"/>
                <a:t>{vItem.item1_Desc}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 flipH="1">
              <a:off x="4044753" y="4435181"/>
              <a:ext cx="2832153" cy="630463"/>
            </a:xfrm>
            <a:prstGeom prst="rect">
              <a:avLst/>
            </a:prstGeom>
            <a:noFill/>
          </p:spPr>
          <p:txBody>
            <a:bodyPr wrap="square" rtlCol="0" anchor="b" anchorCtr="0">
              <a:normAutofit/>
            </a:bodyPr>
            <a:lstStyle/>
            <a:p>
              <a:pPr algn="ctr"/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职业规划指导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775205" y="1130300"/>
            <a:ext cx="10641591" cy="5035004"/>
            <a:chOff x="877308" y="1130300"/>
            <a:chExt cx="10641591" cy="5035004"/>
          </a:xfrm>
        </p:grpSpPr>
        <p:grpSp>
          <p:nvGrpSpPr>
            <p:cNvPr id="4" name="组合 3"/>
            <p:cNvGrpSpPr/>
            <p:nvPr/>
          </p:nvGrpSpPr>
          <p:grpSpPr>
            <a:xfrm>
              <a:off x="877308" y="1241591"/>
              <a:ext cx="7328911" cy="4923713"/>
              <a:chOff x="877308" y="1241591"/>
              <a:chExt cx="7328911" cy="4923713"/>
            </a:xfrm>
          </p:grpSpPr>
          <p:sp>
            <p:nvSpPr>
              <p:cNvPr id="26" name="任意多边形: 形状 25"/>
              <p:cNvSpPr/>
              <p:nvPr/>
            </p:nvSpPr>
            <p:spPr bwMode="auto">
              <a:xfrm flipH="1">
                <a:off x="2006210" y="2800840"/>
                <a:ext cx="692494" cy="447015"/>
              </a:xfrm>
              <a:custGeom>
                <a:avLst/>
                <a:gdLst/>
                <a:ahLst/>
                <a:cxnLst>
                  <a:cxn ang="0">
                    <a:pos x="474" y="335"/>
                  </a:cxn>
                  <a:cxn ang="0">
                    <a:pos x="525" y="323"/>
                  </a:cxn>
                  <a:cxn ang="0">
                    <a:pos x="512" y="270"/>
                  </a:cxn>
                  <a:cxn ang="0">
                    <a:pos x="61" y="10"/>
                  </a:cxn>
                  <a:cxn ang="0">
                    <a:pos x="11" y="22"/>
                  </a:cxn>
                  <a:cxn ang="0">
                    <a:pos x="23" y="75"/>
                  </a:cxn>
                  <a:cxn ang="0">
                    <a:pos x="474" y="335"/>
                  </a:cxn>
                </a:cxnLst>
                <a:rect l="0" t="0" r="r" b="b"/>
                <a:pathLst>
                  <a:path w="535" h="345">
                    <a:moveTo>
                      <a:pt x="474" y="335"/>
                    </a:moveTo>
                    <a:cubicBezTo>
                      <a:pt x="492" y="345"/>
                      <a:pt x="514" y="341"/>
                      <a:pt x="525" y="323"/>
                    </a:cubicBezTo>
                    <a:cubicBezTo>
                      <a:pt x="535" y="305"/>
                      <a:pt x="530" y="281"/>
                      <a:pt x="512" y="270"/>
                    </a:cubicBezTo>
                    <a:cubicBezTo>
                      <a:pt x="61" y="10"/>
                      <a:pt x="61" y="10"/>
                      <a:pt x="61" y="10"/>
                    </a:cubicBezTo>
                    <a:cubicBezTo>
                      <a:pt x="43" y="0"/>
                      <a:pt x="21" y="5"/>
                      <a:pt x="11" y="22"/>
                    </a:cubicBezTo>
                    <a:cubicBezTo>
                      <a:pt x="0" y="40"/>
                      <a:pt x="5" y="64"/>
                      <a:pt x="23" y="75"/>
                    </a:cubicBezTo>
                    <a:lnTo>
                      <a:pt x="474" y="335"/>
                    </a:ln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7" name="任意多边形: 形状 26"/>
              <p:cNvSpPr/>
              <p:nvPr/>
            </p:nvSpPr>
            <p:spPr bwMode="auto">
              <a:xfrm flipH="1">
                <a:off x="2078944" y="2925095"/>
                <a:ext cx="692494" cy="447015"/>
              </a:xfrm>
              <a:custGeom>
                <a:avLst/>
                <a:gdLst/>
                <a:ahLst/>
                <a:cxnLst>
                  <a:cxn ang="0">
                    <a:pos x="24" y="76"/>
                  </a:cxn>
                  <a:cxn ang="0">
                    <a:pos x="474" y="336"/>
                  </a:cxn>
                  <a:cxn ang="0">
                    <a:pos x="525" y="323"/>
                  </a:cxn>
                  <a:cxn ang="0">
                    <a:pos x="512" y="271"/>
                  </a:cxn>
                  <a:cxn ang="0">
                    <a:pos x="61" y="11"/>
                  </a:cxn>
                  <a:cxn ang="0">
                    <a:pos x="11" y="23"/>
                  </a:cxn>
                  <a:cxn ang="0">
                    <a:pos x="24" y="76"/>
                  </a:cxn>
                </a:cxnLst>
                <a:rect l="0" t="0" r="r" b="b"/>
                <a:pathLst>
                  <a:path w="535" h="346">
                    <a:moveTo>
                      <a:pt x="24" y="76"/>
                    </a:moveTo>
                    <a:cubicBezTo>
                      <a:pt x="474" y="336"/>
                      <a:pt x="474" y="336"/>
                      <a:pt x="474" y="336"/>
                    </a:cubicBezTo>
                    <a:cubicBezTo>
                      <a:pt x="492" y="346"/>
                      <a:pt x="514" y="341"/>
                      <a:pt x="525" y="323"/>
                    </a:cubicBezTo>
                    <a:cubicBezTo>
                      <a:pt x="535" y="306"/>
                      <a:pt x="530" y="281"/>
                      <a:pt x="512" y="271"/>
                    </a:cubicBezTo>
                    <a:cubicBezTo>
                      <a:pt x="61" y="11"/>
                      <a:pt x="61" y="11"/>
                      <a:pt x="61" y="11"/>
                    </a:cubicBezTo>
                    <a:cubicBezTo>
                      <a:pt x="43" y="0"/>
                      <a:pt x="21" y="5"/>
                      <a:pt x="11" y="23"/>
                    </a:cubicBezTo>
                    <a:cubicBezTo>
                      <a:pt x="0" y="41"/>
                      <a:pt x="6" y="65"/>
                      <a:pt x="24" y="76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8" name="任意多边形: 形状 27"/>
              <p:cNvSpPr/>
              <p:nvPr/>
            </p:nvSpPr>
            <p:spPr bwMode="auto">
              <a:xfrm flipH="1">
                <a:off x="2139557" y="3050865"/>
                <a:ext cx="1384988" cy="1962320"/>
              </a:xfrm>
              <a:custGeom>
                <a:avLst/>
                <a:gdLst/>
                <a:ahLst/>
                <a:cxnLst>
                  <a:cxn ang="0">
                    <a:pos x="1068" y="298"/>
                  </a:cxn>
                  <a:cxn ang="0">
                    <a:pos x="1058" y="284"/>
                  </a:cxn>
                  <a:cxn ang="0">
                    <a:pos x="1038" y="271"/>
                  </a:cxn>
                  <a:cxn ang="0">
                    <a:pos x="587" y="11"/>
                  </a:cxn>
                  <a:cxn ang="0">
                    <a:pos x="567" y="3"/>
                  </a:cxn>
                  <a:cxn ang="0">
                    <a:pos x="536" y="17"/>
                  </a:cxn>
                  <a:cxn ang="0">
                    <a:pos x="24" y="903"/>
                  </a:cxn>
                  <a:cxn ang="0">
                    <a:pos x="24" y="903"/>
                  </a:cxn>
                  <a:cxn ang="0">
                    <a:pos x="1" y="1456"/>
                  </a:cxn>
                  <a:cxn ang="0">
                    <a:pos x="29" y="1507"/>
                  </a:cxn>
                  <a:cxn ang="0">
                    <a:pos x="87" y="1506"/>
                  </a:cxn>
                  <a:cxn ang="0">
                    <a:pos x="554" y="1209"/>
                  </a:cxn>
                  <a:cxn ang="0">
                    <a:pos x="554" y="1209"/>
                  </a:cxn>
                  <a:cxn ang="0">
                    <a:pos x="1066" y="323"/>
                  </a:cxn>
                  <a:cxn ang="0">
                    <a:pos x="1069" y="304"/>
                  </a:cxn>
                  <a:cxn ang="0">
                    <a:pos x="1068" y="298"/>
                  </a:cxn>
                  <a:cxn ang="0">
                    <a:pos x="509" y="1167"/>
                  </a:cxn>
                  <a:cxn ang="0">
                    <a:pos x="509" y="1167"/>
                  </a:cxn>
                  <a:cxn ang="0">
                    <a:pos x="195" y="1367"/>
                  </a:cxn>
                  <a:cxn ang="0">
                    <a:pos x="194" y="1366"/>
                  </a:cxn>
                  <a:cxn ang="0">
                    <a:pos x="142" y="1310"/>
                  </a:cxn>
                  <a:cxn ang="0">
                    <a:pos x="68" y="1289"/>
                  </a:cxn>
                  <a:cxn ang="0">
                    <a:pos x="68" y="1289"/>
                  </a:cxn>
                  <a:cxn ang="0">
                    <a:pos x="83" y="921"/>
                  </a:cxn>
                  <a:cxn ang="0">
                    <a:pos x="83" y="921"/>
                  </a:cxn>
                  <a:cxn ang="0">
                    <a:pos x="87" y="914"/>
                  </a:cxn>
                  <a:cxn ang="0">
                    <a:pos x="87" y="914"/>
                  </a:cxn>
                  <a:cxn ang="0">
                    <a:pos x="229" y="896"/>
                  </a:cxn>
                  <a:cxn ang="0">
                    <a:pos x="237" y="898"/>
                  </a:cxn>
                  <a:cxn ang="0">
                    <a:pos x="241" y="905"/>
                  </a:cxn>
                  <a:cxn ang="0">
                    <a:pos x="255" y="1023"/>
                  </a:cxn>
                  <a:cxn ang="0">
                    <a:pos x="281" y="1063"/>
                  </a:cxn>
                  <a:cxn ang="0">
                    <a:pos x="281" y="1063"/>
                  </a:cxn>
                  <a:cxn ang="0">
                    <a:pos x="328" y="1067"/>
                  </a:cxn>
                  <a:cxn ang="0">
                    <a:pos x="446" y="1021"/>
                  </a:cxn>
                  <a:cxn ang="0">
                    <a:pos x="457" y="1025"/>
                  </a:cxn>
                  <a:cxn ang="0">
                    <a:pos x="513" y="1161"/>
                  </a:cxn>
                  <a:cxn ang="0">
                    <a:pos x="513" y="1161"/>
                  </a:cxn>
                  <a:cxn ang="0">
                    <a:pos x="509" y="1167"/>
                  </a:cxn>
                  <a:cxn ang="0">
                    <a:pos x="538" y="1117"/>
                  </a:cxn>
                  <a:cxn ang="0">
                    <a:pos x="538" y="1117"/>
                  </a:cxn>
                  <a:cxn ang="0">
                    <a:pos x="494" y="1010"/>
                  </a:cxn>
                  <a:cxn ang="0">
                    <a:pos x="432" y="984"/>
                  </a:cxn>
                  <a:cxn ang="0">
                    <a:pos x="314" y="1030"/>
                  </a:cxn>
                  <a:cxn ang="0">
                    <a:pos x="301" y="1029"/>
                  </a:cxn>
                  <a:cxn ang="0">
                    <a:pos x="294" y="1018"/>
                  </a:cxn>
                  <a:cxn ang="0">
                    <a:pos x="280" y="901"/>
                  </a:cxn>
                  <a:cxn ang="0">
                    <a:pos x="267" y="872"/>
                  </a:cxn>
                  <a:cxn ang="0">
                    <a:pos x="224" y="856"/>
                  </a:cxn>
                  <a:cxn ang="0">
                    <a:pos x="113" y="871"/>
                  </a:cxn>
                  <a:cxn ang="0">
                    <a:pos x="112" y="870"/>
                  </a:cxn>
                  <a:cxn ang="0">
                    <a:pos x="566" y="85"/>
                  </a:cxn>
                  <a:cxn ang="0">
                    <a:pos x="566" y="85"/>
                  </a:cxn>
                  <a:cxn ang="0">
                    <a:pos x="992" y="331"/>
                  </a:cxn>
                  <a:cxn ang="0">
                    <a:pos x="992" y="331"/>
                  </a:cxn>
                  <a:cxn ang="0">
                    <a:pos x="538" y="1117"/>
                  </a:cxn>
                </a:cxnLst>
                <a:rect l="0" t="0" r="r" b="b"/>
                <a:pathLst>
                  <a:path w="1070" h="1517">
                    <a:moveTo>
                      <a:pt x="1068" y="298"/>
                    </a:moveTo>
                    <a:cubicBezTo>
                      <a:pt x="1066" y="293"/>
                      <a:pt x="1063" y="288"/>
                      <a:pt x="1058" y="284"/>
                    </a:cubicBezTo>
                    <a:cubicBezTo>
                      <a:pt x="1053" y="280"/>
                      <a:pt x="1046" y="275"/>
                      <a:pt x="1038" y="271"/>
                    </a:cubicBezTo>
                    <a:cubicBezTo>
                      <a:pt x="587" y="11"/>
                      <a:pt x="587" y="11"/>
                      <a:pt x="587" y="11"/>
                    </a:cubicBezTo>
                    <a:cubicBezTo>
                      <a:pt x="580" y="6"/>
                      <a:pt x="573" y="4"/>
                      <a:pt x="567" y="3"/>
                    </a:cubicBezTo>
                    <a:cubicBezTo>
                      <a:pt x="555" y="0"/>
                      <a:pt x="542" y="6"/>
                      <a:pt x="536" y="17"/>
                    </a:cubicBezTo>
                    <a:cubicBezTo>
                      <a:pt x="24" y="903"/>
                      <a:pt x="24" y="903"/>
                      <a:pt x="24" y="903"/>
                    </a:cubicBezTo>
                    <a:cubicBezTo>
                      <a:pt x="24" y="903"/>
                      <a:pt x="24" y="903"/>
                      <a:pt x="24" y="903"/>
                    </a:cubicBezTo>
                    <a:cubicBezTo>
                      <a:pt x="1" y="1456"/>
                      <a:pt x="1" y="1456"/>
                      <a:pt x="1" y="1456"/>
                    </a:cubicBezTo>
                    <a:cubicBezTo>
                      <a:pt x="0" y="1477"/>
                      <a:pt x="11" y="1496"/>
                      <a:pt x="29" y="1507"/>
                    </a:cubicBezTo>
                    <a:cubicBezTo>
                      <a:pt x="47" y="1517"/>
                      <a:pt x="70" y="1517"/>
                      <a:pt x="87" y="1506"/>
                    </a:cubicBezTo>
                    <a:cubicBezTo>
                      <a:pt x="554" y="1209"/>
                      <a:pt x="554" y="1209"/>
                      <a:pt x="554" y="1209"/>
                    </a:cubicBezTo>
                    <a:cubicBezTo>
                      <a:pt x="554" y="1209"/>
                      <a:pt x="554" y="1209"/>
                      <a:pt x="554" y="1209"/>
                    </a:cubicBezTo>
                    <a:cubicBezTo>
                      <a:pt x="1066" y="323"/>
                      <a:pt x="1066" y="323"/>
                      <a:pt x="1066" y="323"/>
                    </a:cubicBezTo>
                    <a:cubicBezTo>
                      <a:pt x="1069" y="317"/>
                      <a:pt x="1070" y="311"/>
                      <a:pt x="1069" y="304"/>
                    </a:cubicBezTo>
                    <a:cubicBezTo>
                      <a:pt x="1069" y="302"/>
                      <a:pt x="1069" y="300"/>
                      <a:pt x="1068" y="298"/>
                    </a:cubicBezTo>
                    <a:close/>
                    <a:moveTo>
                      <a:pt x="509" y="1167"/>
                    </a:moveTo>
                    <a:cubicBezTo>
                      <a:pt x="509" y="1167"/>
                      <a:pt x="509" y="1167"/>
                      <a:pt x="509" y="1167"/>
                    </a:cubicBezTo>
                    <a:cubicBezTo>
                      <a:pt x="195" y="1367"/>
                      <a:pt x="195" y="1367"/>
                      <a:pt x="195" y="1367"/>
                    </a:cubicBezTo>
                    <a:cubicBezTo>
                      <a:pt x="194" y="1366"/>
                      <a:pt x="194" y="1366"/>
                      <a:pt x="194" y="1366"/>
                    </a:cubicBezTo>
                    <a:cubicBezTo>
                      <a:pt x="179" y="1342"/>
                      <a:pt x="158" y="1320"/>
                      <a:pt x="142" y="1310"/>
                    </a:cubicBezTo>
                    <a:cubicBezTo>
                      <a:pt x="124" y="1300"/>
                      <a:pt x="95" y="1292"/>
                      <a:pt x="68" y="1289"/>
                    </a:cubicBezTo>
                    <a:cubicBezTo>
                      <a:pt x="68" y="1289"/>
                      <a:pt x="68" y="1289"/>
                      <a:pt x="68" y="1289"/>
                    </a:cubicBezTo>
                    <a:cubicBezTo>
                      <a:pt x="83" y="921"/>
                      <a:pt x="83" y="921"/>
                      <a:pt x="83" y="921"/>
                    </a:cubicBezTo>
                    <a:cubicBezTo>
                      <a:pt x="83" y="921"/>
                      <a:pt x="83" y="921"/>
                      <a:pt x="83" y="921"/>
                    </a:cubicBezTo>
                    <a:cubicBezTo>
                      <a:pt x="87" y="914"/>
                      <a:pt x="87" y="914"/>
                      <a:pt x="87" y="914"/>
                    </a:cubicBezTo>
                    <a:cubicBezTo>
                      <a:pt x="87" y="914"/>
                      <a:pt x="87" y="914"/>
                      <a:pt x="87" y="914"/>
                    </a:cubicBezTo>
                    <a:cubicBezTo>
                      <a:pt x="229" y="896"/>
                      <a:pt x="229" y="896"/>
                      <a:pt x="229" y="896"/>
                    </a:cubicBezTo>
                    <a:cubicBezTo>
                      <a:pt x="233" y="896"/>
                      <a:pt x="235" y="897"/>
                      <a:pt x="237" y="898"/>
                    </a:cubicBezTo>
                    <a:cubicBezTo>
                      <a:pt x="238" y="899"/>
                      <a:pt x="240" y="901"/>
                      <a:pt x="241" y="905"/>
                    </a:cubicBezTo>
                    <a:cubicBezTo>
                      <a:pt x="255" y="1023"/>
                      <a:pt x="255" y="1023"/>
                      <a:pt x="255" y="1023"/>
                    </a:cubicBezTo>
                    <a:cubicBezTo>
                      <a:pt x="257" y="1040"/>
                      <a:pt x="266" y="1054"/>
                      <a:pt x="281" y="1063"/>
                    </a:cubicBezTo>
                    <a:cubicBezTo>
                      <a:pt x="281" y="1063"/>
                      <a:pt x="281" y="1063"/>
                      <a:pt x="281" y="1063"/>
                    </a:cubicBezTo>
                    <a:cubicBezTo>
                      <a:pt x="296" y="1072"/>
                      <a:pt x="313" y="1073"/>
                      <a:pt x="328" y="1067"/>
                    </a:cubicBezTo>
                    <a:cubicBezTo>
                      <a:pt x="446" y="1021"/>
                      <a:pt x="446" y="1021"/>
                      <a:pt x="446" y="1021"/>
                    </a:cubicBezTo>
                    <a:cubicBezTo>
                      <a:pt x="450" y="1019"/>
                      <a:pt x="455" y="1021"/>
                      <a:pt x="457" y="1025"/>
                    </a:cubicBezTo>
                    <a:cubicBezTo>
                      <a:pt x="513" y="1161"/>
                      <a:pt x="513" y="1161"/>
                      <a:pt x="513" y="1161"/>
                    </a:cubicBezTo>
                    <a:cubicBezTo>
                      <a:pt x="513" y="1161"/>
                      <a:pt x="513" y="1161"/>
                      <a:pt x="513" y="1161"/>
                    </a:cubicBezTo>
                    <a:lnTo>
                      <a:pt x="509" y="1167"/>
                    </a:lnTo>
                    <a:close/>
                    <a:moveTo>
                      <a:pt x="538" y="1117"/>
                    </a:moveTo>
                    <a:cubicBezTo>
                      <a:pt x="538" y="1117"/>
                      <a:pt x="538" y="1117"/>
                      <a:pt x="538" y="1117"/>
                    </a:cubicBezTo>
                    <a:cubicBezTo>
                      <a:pt x="494" y="1010"/>
                      <a:pt x="494" y="1010"/>
                      <a:pt x="494" y="1010"/>
                    </a:cubicBezTo>
                    <a:cubicBezTo>
                      <a:pt x="484" y="986"/>
                      <a:pt x="456" y="974"/>
                      <a:pt x="432" y="984"/>
                    </a:cubicBezTo>
                    <a:cubicBezTo>
                      <a:pt x="314" y="1030"/>
                      <a:pt x="314" y="1030"/>
                      <a:pt x="314" y="1030"/>
                    </a:cubicBezTo>
                    <a:cubicBezTo>
                      <a:pt x="308" y="1032"/>
                      <a:pt x="303" y="1030"/>
                      <a:pt x="301" y="1029"/>
                    </a:cubicBezTo>
                    <a:cubicBezTo>
                      <a:pt x="299" y="1027"/>
                      <a:pt x="295" y="1024"/>
                      <a:pt x="294" y="1018"/>
                    </a:cubicBezTo>
                    <a:cubicBezTo>
                      <a:pt x="280" y="901"/>
                      <a:pt x="280" y="901"/>
                      <a:pt x="280" y="901"/>
                    </a:cubicBezTo>
                    <a:cubicBezTo>
                      <a:pt x="279" y="891"/>
                      <a:pt x="275" y="880"/>
                      <a:pt x="267" y="872"/>
                    </a:cubicBezTo>
                    <a:cubicBezTo>
                      <a:pt x="256" y="860"/>
                      <a:pt x="240" y="854"/>
                      <a:pt x="224" y="856"/>
                    </a:cubicBezTo>
                    <a:cubicBezTo>
                      <a:pt x="113" y="871"/>
                      <a:pt x="113" y="871"/>
                      <a:pt x="113" y="871"/>
                    </a:cubicBezTo>
                    <a:cubicBezTo>
                      <a:pt x="112" y="871"/>
                      <a:pt x="112" y="871"/>
                      <a:pt x="112" y="870"/>
                    </a:cubicBezTo>
                    <a:cubicBezTo>
                      <a:pt x="566" y="85"/>
                      <a:pt x="566" y="85"/>
                      <a:pt x="566" y="85"/>
                    </a:cubicBezTo>
                    <a:cubicBezTo>
                      <a:pt x="566" y="85"/>
                      <a:pt x="566" y="85"/>
                      <a:pt x="566" y="85"/>
                    </a:cubicBezTo>
                    <a:cubicBezTo>
                      <a:pt x="992" y="331"/>
                      <a:pt x="992" y="331"/>
                      <a:pt x="992" y="331"/>
                    </a:cubicBezTo>
                    <a:cubicBezTo>
                      <a:pt x="992" y="331"/>
                      <a:pt x="992" y="331"/>
                      <a:pt x="992" y="331"/>
                    </a:cubicBezTo>
                    <a:lnTo>
                      <a:pt x="538" y="1117"/>
                    </a:ln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9" name="任意多边形: 形状 28"/>
              <p:cNvSpPr/>
              <p:nvPr/>
            </p:nvSpPr>
            <p:spPr bwMode="auto">
              <a:xfrm flipH="1">
                <a:off x="877308" y="1956815"/>
                <a:ext cx="245479" cy="133347"/>
              </a:xfrm>
              <a:custGeom>
                <a:avLst/>
                <a:gdLst/>
                <a:ahLst/>
                <a:cxnLst>
                  <a:cxn ang="0">
                    <a:pos x="33" y="33"/>
                  </a:cxn>
                  <a:cxn ang="0">
                    <a:pos x="5" y="76"/>
                  </a:cxn>
                  <a:cxn ang="0">
                    <a:pos x="51" y="99"/>
                  </a:cxn>
                  <a:cxn ang="0">
                    <a:pos x="155" y="71"/>
                  </a:cxn>
                  <a:cxn ang="0">
                    <a:pos x="184" y="28"/>
                  </a:cxn>
                  <a:cxn ang="0">
                    <a:pos x="138" y="5"/>
                  </a:cxn>
                  <a:cxn ang="0">
                    <a:pos x="33" y="33"/>
                  </a:cxn>
                </a:cxnLst>
                <a:rect l="0" t="0" r="r" b="b"/>
                <a:pathLst>
                  <a:path w="189" h="104">
                    <a:moveTo>
                      <a:pt x="33" y="33"/>
                    </a:moveTo>
                    <a:cubicBezTo>
                      <a:pt x="13" y="39"/>
                      <a:pt x="0" y="58"/>
                      <a:pt x="5" y="76"/>
                    </a:cubicBezTo>
                    <a:cubicBezTo>
                      <a:pt x="10" y="94"/>
                      <a:pt x="31" y="104"/>
                      <a:pt x="51" y="99"/>
                    </a:cubicBezTo>
                    <a:cubicBezTo>
                      <a:pt x="155" y="71"/>
                      <a:pt x="155" y="71"/>
                      <a:pt x="155" y="71"/>
                    </a:cubicBezTo>
                    <a:cubicBezTo>
                      <a:pt x="176" y="65"/>
                      <a:pt x="189" y="46"/>
                      <a:pt x="184" y="28"/>
                    </a:cubicBezTo>
                    <a:cubicBezTo>
                      <a:pt x="179" y="10"/>
                      <a:pt x="158" y="0"/>
                      <a:pt x="138" y="5"/>
                    </a:cubicBezTo>
                    <a:lnTo>
                      <a:pt x="33" y="33"/>
                    </a:ln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0" name="任意多边形: 形状 29"/>
              <p:cNvSpPr/>
              <p:nvPr/>
            </p:nvSpPr>
            <p:spPr bwMode="auto">
              <a:xfrm flipH="1">
                <a:off x="2077429" y="1241591"/>
                <a:ext cx="134862" cy="243964"/>
              </a:xfrm>
              <a:custGeom>
                <a:avLst/>
                <a:gdLst/>
                <a:ahLst/>
                <a:cxnLst>
                  <a:cxn ang="0">
                    <a:pos x="99" y="138"/>
                  </a:cxn>
                  <a:cxn ang="0">
                    <a:pos x="76" y="184"/>
                  </a:cxn>
                  <a:cxn ang="0">
                    <a:pos x="33" y="155"/>
                  </a:cxn>
                  <a:cxn ang="0">
                    <a:pos x="5" y="51"/>
                  </a:cxn>
                  <a:cxn ang="0">
                    <a:pos x="28" y="5"/>
                  </a:cxn>
                  <a:cxn ang="0">
                    <a:pos x="71" y="33"/>
                  </a:cxn>
                  <a:cxn ang="0">
                    <a:pos x="99" y="138"/>
                  </a:cxn>
                </a:cxnLst>
                <a:rect l="0" t="0" r="r" b="b"/>
                <a:pathLst>
                  <a:path w="104" h="189">
                    <a:moveTo>
                      <a:pt x="99" y="138"/>
                    </a:moveTo>
                    <a:cubicBezTo>
                      <a:pt x="104" y="158"/>
                      <a:pt x="94" y="179"/>
                      <a:pt x="76" y="184"/>
                    </a:cubicBezTo>
                    <a:cubicBezTo>
                      <a:pt x="58" y="189"/>
                      <a:pt x="39" y="176"/>
                      <a:pt x="33" y="155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0" y="31"/>
                      <a:pt x="10" y="10"/>
                      <a:pt x="28" y="5"/>
                    </a:cubicBezTo>
                    <a:cubicBezTo>
                      <a:pt x="46" y="0"/>
                      <a:pt x="65" y="13"/>
                      <a:pt x="71" y="33"/>
                    </a:cubicBezTo>
                    <a:lnTo>
                      <a:pt x="99" y="138"/>
                    </a:ln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1" name="任意多边形: 形状 30"/>
              <p:cNvSpPr/>
              <p:nvPr/>
            </p:nvSpPr>
            <p:spPr bwMode="auto">
              <a:xfrm flipH="1">
                <a:off x="1616777" y="3026620"/>
                <a:ext cx="134862" cy="243964"/>
              </a:xfrm>
              <a:custGeom>
                <a:avLst/>
                <a:gdLst/>
                <a:ahLst/>
                <a:cxnLst>
                  <a:cxn ang="0">
                    <a:pos x="5" y="51"/>
                  </a:cxn>
                  <a:cxn ang="0">
                    <a:pos x="28" y="5"/>
                  </a:cxn>
                  <a:cxn ang="0">
                    <a:pos x="71" y="33"/>
                  </a:cxn>
                  <a:cxn ang="0">
                    <a:pos x="99" y="137"/>
                  </a:cxn>
                  <a:cxn ang="0">
                    <a:pos x="76" y="183"/>
                  </a:cxn>
                  <a:cxn ang="0">
                    <a:pos x="33" y="155"/>
                  </a:cxn>
                  <a:cxn ang="0">
                    <a:pos x="5" y="51"/>
                  </a:cxn>
                </a:cxnLst>
                <a:rect l="0" t="0" r="r" b="b"/>
                <a:pathLst>
                  <a:path w="104" h="188">
                    <a:moveTo>
                      <a:pt x="5" y="51"/>
                    </a:moveTo>
                    <a:cubicBezTo>
                      <a:pt x="0" y="30"/>
                      <a:pt x="10" y="10"/>
                      <a:pt x="28" y="5"/>
                    </a:cubicBezTo>
                    <a:cubicBezTo>
                      <a:pt x="46" y="0"/>
                      <a:pt x="65" y="13"/>
                      <a:pt x="71" y="33"/>
                    </a:cubicBezTo>
                    <a:cubicBezTo>
                      <a:pt x="99" y="137"/>
                      <a:pt x="99" y="137"/>
                      <a:pt x="99" y="137"/>
                    </a:cubicBezTo>
                    <a:cubicBezTo>
                      <a:pt x="104" y="158"/>
                      <a:pt x="94" y="179"/>
                      <a:pt x="76" y="183"/>
                    </a:cubicBezTo>
                    <a:cubicBezTo>
                      <a:pt x="58" y="188"/>
                      <a:pt x="39" y="175"/>
                      <a:pt x="33" y="155"/>
                    </a:cubicBezTo>
                    <a:lnTo>
                      <a:pt x="5" y="51"/>
                    </a:ln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2" name="任意多边形: 形状 31"/>
              <p:cNvSpPr/>
              <p:nvPr/>
            </p:nvSpPr>
            <p:spPr bwMode="auto">
              <a:xfrm flipH="1">
                <a:off x="2660821" y="2446258"/>
                <a:ext cx="245479" cy="136377"/>
              </a:xfrm>
              <a:custGeom>
                <a:avLst/>
                <a:gdLst/>
                <a:ahLst/>
                <a:cxnLst>
                  <a:cxn ang="0">
                    <a:pos x="155" y="72"/>
                  </a:cxn>
                  <a:cxn ang="0">
                    <a:pos x="184" y="29"/>
                  </a:cxn>
                  <a:cxn ang="0">
                    <a:pos x="138" y="6"/>
                  </a:cxn>
                  <a:cxn ang="0">
                    <a:pos x="34" y="34"/>
                  </a:cxn>
                  <a:cxn ang="0">
                    <a:pos x="5" y="77"/>
                  </a:cxn>
                  <a:cxn ang="0">
                    <a:pos x="51" y="99"/>
                  </a:cxn>
                  <a:cxn ang="0">
                    <a:pos x="155" y="72"/>
                  </a:cxn>
                </a:cxnLst>
                <a:rect l="0" t="0" r="r" b="b"/>
                <a:pathLst>
                  <a:path w="189" h="105">
                    <a:moveTo>
                      <a:pt x="155" y="72"/>
                    </a:moveTo>
                    <a:cubicBezTo>
                      <a:pt x="176" y="66"/>
                      <a:pt x="189" y="47"/>
                      <a:pt x="184" y="29"/>
                    </a:cubicBezTo>
                    <a:cubicBezTo>
                      <a:pt x="179" y="11"/>
                      <a:pt x="158" y="0"/>
                      <a:pt x="138" y="6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13" y="39"/>
                      <a:pt x="0" y="59"/>
                      <a:pt x="5" y="77"/>
                    </a:cubicBezTo>
                    <a:cubicBezTo>
                      <a:pt x="10" y="95"/>
                      <a:pt x="31" y="105"/>
                      <a:pt x="51" y="99"/>
                    </a:cubicBezTo>
                    <a:lnTo>
                      <a:pt x="155" y="72"/>
                    </a:ln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3" name="任意多边形: 形状 32"/>
              <p:cNvSpPr/>
              <p:nvPr/>
            </p:nvSpPr>
            <p:spPr bwMode="auto">
              <a:xfrm flipH="1">
                <a:off x="1328869" y="1318872"/>
                <a:ext cx="174260" cy="231842"/>
              </a:xfrm>
              <a:custGeom>
                <a:avLst/>
                <a:gdLst/>
                <a:ahLst/>
                <a:cxnLst>
                  <a:cxn ang="0">
                    <a:pos x="10" y="119"/>
                  </a:cxn>
                  <a:cxn ang="0">
                    <a:pos x="21" y="170"/>
                  </a:cxn>
                  <a:cxn ang="0">
                    <a:pos x="69" y="153"/>
                  </a:cxn>
                  <a:cxn ang="0">
                    <a:pos x="123" y="60"/>
                  </a:cxn>
                  <a:cxn ang="0">
                    <a:pos x="113" y="9"/>
                  </a:cxn>
                  <a:cxn ang="0">
                    <a:pos x="64" y="26"/>
                  </a:cxn>
                  <a:cxn ang="0">
                    <a:pos x="10" y="119"/>
                  </a:cxn>
                </a:cxnLst>
                <a:rect l="0" t="0" r="r" b="b"/>
                <a:pathLst>
                  <a:path w="134" h="179">
                    <a:moveTo>
                      <a:pt x="10" y="119"/>
                    </a:moveTo>
                    <a:cubicBezTo>
                      <a:pt x="0" y="138"/>
                      <a:pt x="4" y="160"/>
                      <a:pt x="21" y="170"/>
                    </a:cubicBezTo>
                    <a:cubicBezTo>
                      <a:pt x="37" y="179"/>
                      <a:pt x="59" y="171"/>
                      <a:pt x="69" y="153"/>
                    </a:cubicBezTo>
                    <a:cubicBezTo>
                      <a:pt x="123" y="60"/>
                      <a:pt x="123" y="60"/>
                      <a:pt x="123" y="60"/>
                    </a:cubicBezTo>
                    <a:cubicBezTo>
                      <a:pt x="134" y="41"/>
                      <a:pt x="129" y="19"/>
                      <a:pt x="113" y="9"/>
                    </a:cubicBezTo>
                    <a:cubicBezTo>
                      <a:pt x="97" y="0"/>
                      <a:pt x="75" y="7"/>
                      <a:pt x="64" y="26"/>
                    </a:cubicBezTo>
                    <a:lnTo>
                      <a:pt x="10" y="119"/>
                    </a:ln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4" name="任意多边形: 形状 33"/>
              <p:cNvSpPr/>
              <p:nvPr/>
            </p:nvSpPr>
            <p:spPr bwMode="auto">
              <a:xfrm flipH="1">
                <a:off x="2592633" y="1776494"/>
                <a:ext cx="231842" cy="172745"/>
              </a:xfrm>
              <a:custGeom>
                <a:avLst/>
                <a:gdLst/>
                <a:ahLst/>
                <a:cxnLst>
                  <a:cxn ang="0">
                    <a:pos x="59" y="11"/>
                  </a:cxn>
                  <a:cxn ang="0">
                    <a:pos x="9" y="21"/>
                  </a:cxn>
                  <a:cxn ang="0">
                    <a:pos x="25" y="69"/>
                  </a:cxn>
                  <a:cxn ang="0">
                    <a:pos x="119" y="123"/>
                  </a:cxn>
                  <a:cxn ang="0">
                    <a:pos x="169" y="113"/>
                  </a:cxn>
                  <a:cxn ang="0">
                    <a:pos x="153" y="65"/>
                  </a:cxn>
                  <a:cxn ang="0">
                    <a:pos x="59" y="11"/>
                  </a:cxn>
                </a:cxnLst>
                <a:rect l="0" t="0" r="r" b="b"/>
                <a:pathLst>
                  <a:path w="179" h="134">
                    <a:moveTo>
                      <a:pt x="59" y="11"/>
                    </a:moveTo>
                    <a:cubicBezTo>
                      <a:pt x="41" y="0"/>
                      <a:pt x="18" y="5"/>
                      <a:pt x="9" y="21"/>
                    </a:cubicBezTo>
                    <a:cubicBezTo>
                      <a:pt x="0" y="37"/>
                      <a:pt x="7" y="59"/>
                      <a:pt x="25" y="69"/>
                    </a:cubicBezTo>
                    <a:cubicBezTo>
                      <a:pt x="119" y="123"/>
                      <a:pt x="119" y="123"/>
                      <a:pt x="119" y="123"/>
                    </a:cubicBezTo>
                    <a:cubicBezTo>
                      <a:pt x="137" y="134"/>
                      <a:pt x="160" y="129"/>
                      <a:pt x="169" y="113"/>
                    </a:cubicBezTo>
                    <a:cubicBezTo>
                      <a:pt x="179" y="97"/>
                      <a:pt x="171" y="75"/>
                      <a:pt x="153" y="65"/>
                    </a:cubicBezTo>
                    <a:lnTo>
                      <a:pt x="59" y="11"/>
                    </a:ln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 fontScale="3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5" name="任意多边形: 形状 34"/>
              <p:cNvSpPr/>
              <p:nvPr/>
            </p:nvSpPr>
            <p:spPr bwMode="auto">
              <a:xfrm flipH="1">
                <a:off x="1042476" y="2672039"/>
                <a:ext cx="231842" cy="172745"/>
              </a:xfrm>
              <a:custGeom>
                <a:avLst/>
                <a:gdLst/>
                <a:ahLst/>
                <a:cxnLst>
                  <a:cxn ang="0">
                    <a:pos x="60" y="10"/>
                  </a:cxn>
                  <a:cxn ang="0">
                    <a:pos x="9" y="21"/>
                  </a:cxn>
                  <a:cxn ang="0">
                    <a:pos x="26" y="69"/>
                  </a:cxn>
                  <a:cxn ang="0">
                    <a:pos x="119" y="123"/>
                  </a:cxn>
                  <a:cxn ang="0">
                    <a:pos x="169" y="113"/>
                  </a:cxn>
                  <a:cxn ang="0">
                    <a:pos x="153" y="64"/>
                  </a:cxn>
                  <a:cxn ang="0">
                    <a:pos x="60" y="10"/>
                  </a:cxn>
                </a:cxnLst>
                <a:rect l="0" t="0" r="r" b="b"/>
                <a:pathLst>
                  <a:path w="179" h="134">
                    <a:moveTo>
                      <a:pt x="60" y="10"/>
                    </a:moveTo>
                    <a:cubicBezTo>
                      <a:pt x="41" y="0"/>
                      <a:pt x="19" y="4"/>
                      <a:pt x="9" y="21"/>
                    </a:cubicBezTo>
                    <a:cubicBezTo>
                      <a:pt x="0" y="37"/>
                      <a:pt x="7" y="59"/>
                      <a:pt x="26" y="69"/>
                    </a:cubicBezTo>
                    <a:cubicBezTo>
                      <a:pt x="119" y="123"/>
                      <a:pt x="119" y="123"/>
                      <a:pt x="119" y="123"/>
                    </a:cubicBezTo>
                    <a:cubicBezTo>
                      <a:pt x="137" y="134"/>
                      <a:pt x="160" y="129"/>
                      <a:pt x="169" y="113"/>
                    </a:cubicBezTo>
                    <a:cubicBezTo>
                      <a:pt x="179" y="97"/>
                      <a:pt x="171" y="75"/>
                      <a:pt x="153" y="64"/>
                    </a:cubicBezTo>
                    <a:lnTo>
                      <a:pt x="60" y="10"/>
                    </a:ln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 fontScale="3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6" name="任意多边形: 形状 35"/>
              <p:cNvSpPr/>
              <p:nvPr/>
            </p:nvSpPr>
            <p:spPr bwMode="auto">
              <a:xfrm flipH="1">
                <a:off x="1142486" y="1515861"/>
                <a:ext cx="1489544" cy="1624407"/>
              </a:xfrm>
              <a:custGeom>
                <a:avLst/>
                <a:gdLst/>
                <a:ahLst/>
                <a:cxnLst>
                  <a:cxn ang="0">
                    <a:pos x="510" y="1256"/>
                  </a:cxn>
                  <a:cxn ang="0">
                    <a:pos x="0" y="961"/>
                  </a:cxn>
                  <a:cxn ang="0">
                    <a:pos x="13" y="937"/>
                  </a:cxn>
                  <a:cxn ang="0">
                    <a:pos x="32" y="713"/>
                  </a:cxn>
                  <a:cxn ang="0">
                    <a:pos x="73" y="317"/>
                  </a:cxn>
                  <a:cxn ang="0">
                    <a:pos x="373" y="37"/>
                  </a:cxn>
                  <a:cxn ang="0">
                    <a:pos x="616" y="7"/>
                  </a:cxn>
                  <a:cxn ang="0">
                    <a:pos x="848" y="77"/>
                  </a:cxn>
                  <a:cxn ang="0">
                    <a:pos x="852" y="80"/>
                  </a:cxn>
                  <a:cxn ang="0">
                    <a:pos x="853" y="80"/>
                  </a:cxn>
                  <a:cxn ang="0">
                    <a:pos x="1029" y="245"/>
                  </a:cxn>
                  <a:cxn ang="0">
                    <a:pos x="1125" y="470"/>
                  </a:cxn>
                  <a:cxn ang="0">
                    <a:pos x="1032" y="870"/>
                  </a:cxn>
                  <a:cxn ang="0">
                    <a:pos x="710" y="1104"/>
                  </a:cxn>
                  <a:cxn ang="0">
                    <a:pos x="524" y="1232"/>
                  </a:cxn>
                  <a:cxn ang="0">
                    <a:pos x="510" y="1256"/>
                  </a:cxn>
                  <a:cxn ang="0">
                    <a:pos x="75" y="939"/>
                  </a:cxn>
                  <a:cxn ang="0">
                    <a:pos x="492" y="1180"/>
                  </a:cxn>
                  <a:cxn ang="0">
                    <a:pos x="686" y="1053"/>
                  </a:cxn>
                  <a:cxn ang="0">
                    <a:pos x="987" y="836"/>
                  </a:cxn>
                  <a:cxn ang="0">
                    <a:pos x="1069" y="481"/>
                  </a:cxn>
                  <a:cxn ang="0">
                    <a:pos x="824" y="128"/>
                  </a:cxn>
                  <a:cxn ang="0">
                    <a:pos x="820" y="126"/>
                  </a:cxn>
                  <a:cxn ang="0">
                    <a:pos x="392" y="90"/>
                  </a:cxn>
                  <a:cxn ang="0">
                    <a:pos x="125" y="339"/>
                  </a:cxn>
                  <a:cxn ang="0">
                    <a:pos x="88" y="708"/>
                  </a:cxn>
                  <a:cxn ang="0">
                    <a:pos x="75" y="939"/>
                  </a:cxn>
                </a:cxnLst>
                <a:rect l="0" t="0" r="r" b="b"/>
                <a:pathLst>
                  <a:path w="1152" h="1256">
                    <a:moveTo>
                      <a:pt x="510" y="1256"/>
                    </a:moveTo>
                    <a:cubicBezTo>
                      <a:pt x="0" y="961"/>
                      <a:pt x="0" y="961"/>
                      <a:pt x="0" y="961"/>
                    </a:cubicBezTo>
                    <a:cubicBezTo>
                      <a:pt x="13" y="937"/>
                      <a:pt x="13" y="937"/>
                      <a:pt x="13" y="937"/>
                    </a:cubicBezTo>
                    <a:cubicBezTo>
                      <a:pt x="46" y="877"/>
                      <a:pt x="40" y="801"/>
                      <a:pt x="32" y="713"/>
                    </a:cubicBezTo>
                    <a:cubicBezTo>
                      <a:pt x="23" y="604"/>
                      <a:pt x="11" y="468"/>
                      <a:pt x="73" y="317"/>
                    </a:cubicBezTo>
                    <a:cubicBezTo>
                      <a:pt x="128" y="184"/>
                      <a:pt x="234" y="85"/>
                      <a:pt x="373" y="37"/>
                    </a:cubicBezTo>
                    <a:cubicBezTo>
                      <a:pt x="449" y="10"/>
                      <a:pt x="533" y="0"/>
                      <a:pt x="616" y="7"/>
                    </a:cubicBezTo>
                    <a:cubicBezTo>
                      <a:pt x="699" y="14"/>
                      <a:pt x="779" y="38"/>
                      <a:pt x="848" y="77"/>
                    </a:cubicBezTo>
                    <a:cubicBezTo>
                      <a:pt x="852" y="80"/>
                      <a:pt x="852" y="80"/>
                      <a:pt x="852" y="80"/>
                    </a:cubicBezTo>
                    <a:cubicBezTo>
                      <a:pt x="853" y="80"/>
                      <a:pt x="853" y="80"/>
                      <a:pt x="853" y="80"/>
                    </a:cubicBezTo>
                    <a:cubicBezTo>
                      <a:pt x="920" y="120"/>
                      <a:pt x="981" y="177"/>
                      <a:pt x="1029" y="245"/>
                    </a:cubicBezTo>
                    <a:cubicBezTo>
                      <a:pt x="1076" y="313"/>
                      <a:pt x="1109" y="391"/>
                      <a:pt x="1125" y="470"/>
                    </a:cubicBezTo>
                    <a:cubicBezTo>
                      <a:pt x="1152" y="615"/>
                      <a:pt x="1119" y="757"/>
                      <a:pt x="1032" y="870"/>
                    </a:cubicBezTo>
                    <a:cubicBezTo>
                      <a:pt x="932" y="1000"/>
                      <a:pt x="809" y="1057"/>
                      <a:pt x="710" y="1104"/>
                    </a:cubicBezTo>
                    <a:cubicBezTo>
                      <a:pt x="629" y="1141"/>
                      <a:pt x="560" y="1174"/>
                      <a:pt x="524" y="1232"/>
                    </a:cubicBezTo>
                    <a:lnTo>
                      <a:pt x="510" y="1256"/>
                    </a:lnTo>
                    <a:close/>
                    <a:moveTo>
                      <a:pt x="75" y="939"/>
                    </a:moveTo>
                    <a:cubicBezTo>
                      <a:pt x="492" y="1180"/>
                      <a:pt x="492" y="1180"/>
                      <a:pt x="492" y="1180"/>
                    </a:cubicBezTo>
                    <a:cubicBezTo>
                      <a:pt x="538" y="1122"/>
                      <a:pt x="607" y="1090"/>
                      <a:pt x="686" y="1053"/>
                    </a:cubicBezTo>
                    <a:cubicBezTo>
                      <a:pt x="784" y="1007"/>
                      <a:pt x="896" y="955"/>
                      <a:pt x="987" y="836"/>
                    </a:cubicBezTo>
                    <a:cubicBezTo>
                      <a:pt x="1087" y="707"/>
                      <a:pt x="1087" y="572"/>
                      <a:pt x="1069" y="481"/>
                    </a:cubicBezTo>
                    <a:cubicBezTo>
                      <a:pt x="1042" y="337"/>
                      <a:pt x="948" y="201"/>
                      <a:pt x="824" y="128"/>
                    </a:cubicBezTo>
                    <a:cubicBezTo>
                      <a:pt x="820" y="126"/>
                      <a:pt x="820" y="126"/>
                      <a:pt x="820" y="126"/>
                    </a:cubicBezTo>
                    <a:cubicBezTo>
                      <a:pt x="695" y="55"/>
                      <a:pt x="530" y="41"/>
                      <a:pt x="392" y="90"/>
                    </a:cubicBezTo>
                    <a:cubicBezTo>
                      <a:pt x="304" y="120"/>
                      <a:pt x="187" y="188"/>
                      <a:pt x="125" y="339"/>
                    </a:cubicBezTo>
                    <a:cubicBezTo>
                      <a:pt x="68" y="477"/>
                      <a:pt x="79" y="600"/>
                      <a:pt x="88" y="708"/>
                    </a:cubicBezTo>
                    <a:cubicBezTo>
                      <a:pt x="96" y="795"/>
                      <a:pt x="102" y="871"/>
                      <a:pt x="75" y="939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7" name="任意多边形: 形状 36"/>
              <p:cNvSpPr/>
              <p:nvPr/>
            </p:nvSpPr>
            <p:spPr bwMode="auto">
              <a:xfrm flipH="1">
                <a:off x="1286440" y="1799223"/>
                <a:ext cx="481867" cy="553086"/>
              </a:xfrm>
              <a:custGeom>
                <a:avLst/>
                <a:gdLst/>
                <a:ahLst/>
                <a:cxnLst>
                  <a:cxn ang="0">
                    <a:pos x="90" y="42"/>
                  </a:cxn>
                  <a:cxn ang="0">
                    <a:pos x="16" y="171"/>
                  </a:cxn>
                  <a:cxn ang="0">
                    <a:pos x="15" y="174"/>
                  </a:cxn>
                  <a:cxn ang="0">
                    <a:pos x="4" y="267"/>
                  </a:cxn>
                  <a:cxn ang="0">
                    <a:pos x="40" y="375"/>
                  </a:cxn>
                  <a:cxn ang="0">
                    <a:pos x="44" y="375"/>
                  </a:cxn>
                  <a:cxn ang="0">
                    <a:pos x="112" y="379"/>
                  </a:cxn>
                  <a:cxn ang="0">
                    <a:pos x="149" y="332"/>
                  </a:cxn>
                  <a:cxn ang="0">
                    <a:pos x="149" y="331"/>
                  </a:cxn>
                  <a:cxn ang="0">
                    <a:pos x="148" y="330"/>
                  </a:cxn>
                  <a:cxn ang="0">
                    <a:pos x="131" y="312"/>
                  </a:cxn>
                  <a:cxn ang="0">
                    <a:pos x="134" y="301"/>
                  </a:cxn>
                  <a:cxn ang="0">
                    <a:pos x="145" y="304"/>
                  </a:cxn>
                  <a:cxn ang="0">
                    <a:pos x="192" y="323"/>
                  </a:cxn>
                  <a:cxn ang="0">
                    <a:pos x="202" y="327"/>
                  </a:cxn>
                  <a:cxn ang="0">
                    <a:pos x="197" y="337"/>
                  </a:cxn>
                  <a:cxn ang="0">
                    <a:pos x="171" y="340"/>
                  </a:cxn>
                  <a:cxn ang="0">
                    <a:pos x="137" y="391"/>
                  </a:cxn>
                  <a:cxn ang="0">
                    <a:pos x="254" y="416"/>
                  </a:cxn>
                  <a:cxn ang="0">
                    <a:pos x="319" y="366"/>
                  </a:cxn>
                  <a:cxn ang="0">
                    <a:pos x="320" y="365"/>
                  </a:cxn>
                  <a:cxn ang="0">
                    <a:pos x="312" y="237"/>
                  </a:cxn>
                  <a:cxn ang="0">
                    <a:pos x="306" y="232"/>
                  </a:cxn>
                  <a:cxn ang="0">
                    <a:pos x="307" y="226"/>
                  </a:cxn>
                  <a:cxn ang="0">
                    <a:pos x="247" y="115"/>
                  </a:cxn>
                  <a:cxn ang="0">
                    <a:pos x="227" y="149"/>
                  </a:cxn>
                  <a:cxn ang="0">
                    <a:pos x="180" y="179"/>
                  </a:cxn>
                  <a:cxn ang="0">
                    <a:pos x="108" y="171"/>
                  </a:cxn>
                  <a:cxn ang="0">
                    <a:pos x="106" y="171"/>
                  </a:cxn>
                  <a:cxn ang="0">
                    <a:pos x="104" y="169"/>
                  </a:cxn>
                  <a:cxn ang="0">
                    <a:pos x="85" y="182"/>
                  </a:cxn>
                  <a:cxn ang="0">
                    <a:pos x="78" y="181"/>
                  </a:cxn>
                  <a:cxn ang="0">
                    <a:pos x="75" y="178"/>
                  </a:cxn>
                  <a:cxn ang="0">
                    <a:pos x="79" y="168"/>
                  </a:cxn>
                  <a:cxn ang="0">
                    <a:pos x="106" y="126"/>
                  </a:cxn>
                  <a:cxn ang="0">
                    <a:pos x="114" y="118"/>
                  </a:cxn>
                  <a:cxn ang="0">
                    <a:pos x="122" y="125"/>
                  </a:cxn>
                  <a:cxn ang="0">
                    <a:pos x="118" y="150"/>
                  </a:cxn>
                  <a:cxn ang="0">
                    <a:pos x="210" y="134"/>
                  </a:cxn>
                  <a:cxn ang="0">
                    <a:pos x="229" y="96"/>
                  </a:cxn>
                  <a:cxn ang="0">
                    <a:pos x="192" y="14"/>
                  </a:cxn>
                  <a:cxn ang="0">
                    <a:pos x="164" y="4"/>
                  </a:cxn>
                  <a:cxn ang="0">
                    <a:pos x="110" y="18"/>
                  </a:cxn>
                  <a:cxn ang="0">
                    <a:pos x="90" y="42"/>
                  </a:cxn>
                </a:cxnLst>
                <a:rect l="0" t="0" r="r" b="b"/>
                <a:pathLst>
                  <a:path w="372" h="428">
                    <a:moveTo>
                      <a:pt x="90" y="42"/>
                    </a:moveTo>
                    <a:cubicBezTo>
                      <a:pt x="16" y="171"/>
                      <a:pt x="16" y="171"/>
                      <a:pt x="16" y="171"/>
                    </a:cubicBezTo>
                    <a:cubicBezTo>
                      <a:pt x="16" y="172"/>
                      <a:pt x="16" y="173"/>
                      <a:pt x="15" y="174"/>
                    </a:cubicBezTo>
                    <a:cubicBezTo>
                      <a:pt x="15" y="175"/>
                      <a:pt x="0" y="215"/>
                      <a:pt x="4" y="267"/>
                    </a:cubicBezTo>
                    <a:cubicBezTo>
                      <a:pt x="6" y="307"/>
                      <a:pt x="19" y="343"/>
                      <a:pt x="40" y="375"/>
                    </a:cubicBezTo>
                    <a:cubicBezTo>
                      <a:pt x="42" y="375"/>
                      <a:pt x="43" y="375"/>
                      <a:pt x="44" y="375"/>
                    </a:cubicBezTo>
                    <a:cubicBezTo>
                      <a:pt x="71" y="387"/>
                      <a:pt x="93" y="388"/>
                      <a:pt x="112" y="379"/>
                    </a:cubicBezTo>
                    <a:cubicBezTo>
                      <a:pt x="139" y="366"/>
                      <a:pt x="149" y="333"/>
                      <a:pt x="149" y="332"/>
                    </a:cubicBezTo>
                    <a:cubicBezTo>
                      <a:pt x="149" y="332"/>
                      <a:pt x="149" y="332"/>
                      <a:pt x="149" y="331"/>
                    </a:cubicBezTo>
                    <a:cubicBezTo>
                      <a:pt x="149" y="331"/>
                      <a:pt x="148" y="331"/>
                      <a:pt x="148" y="330"/>
                    </a:cubicBezTo>
                    <a:cubicBezTo>
                      <a:pt x="137" y="322"/>
                      <a:pt x="131" y="312"/>
                      <a:pt x="131" y="312"/>
                    </a:cubicBezTo>
                    <a:cubicBezTo>
                      <a:pt x="129" y="308"/>
                      <a:pt x="130" y="303"/>
                      <a:pt x="134" y="301"/>
                    </a:cubicBezTo>
                    <a:cubicBezTo>
                      <a:pt x="138" y="299"/>
                      <a:pt x="142" y="300"/>
                      <a:pt x="145" y="304"/>
                    </a:cubicBezTo>
                    <a:cubicBezTo>
                      <a:pt x="145" y="305"/>
                      <a:pt x="162" y="334"/>
                      <a:pt x="192" y="323"/>
                    </a:cubicBezTo>
                    <a:cubicBezTo>
                      <a:pt x="196" y="321"/>
                      <a:pt x="200" y="323"/>
                      <a:pt x="202" y="327"/>
                    </a:cubicBezTo>
                    <a:cubicBezTo>
                      <a:pt x="203" y="331"/>
                      <a:pt x="201" y="336"/>
                      <a:pt x="197" y="337"/>
                    </a:cubicBezTo>
                    <a:cubicBezTo>
                      <a:pt x="188" y="341"/>
                      <a:pt x="179" y="342"/>
                      <a:pt x="171" y="340"/>
                    </a:cubicBezTo>
                    <a:cubicBezTo>
                      <a:pt x="168" y="348"/>
                      <a:pt x="159" y="373"/>
                      <a:pt x="137" y="391"/>
                    </a:cubicBezTo>
                    <a:cubicBezTo>
                      <a:pt x="171" y="421"/>
                      <a:pt x="223" y="428"/>
                      <a:pt x="254" y="416"/>
                    </a:cubicBezTo>
                    <a:cubicBezTo>
                      <a:pt x="298" y="400"/>
                      <a:pt x="319" y="366"/>
                      <a:pt x="319" y="366"/>
                    </a:cubicBezTo>
                    <a:cubicBezTo>
                      <a:pt x="320" y="365"/>
                      <a:pt x="320" y="365"/>
                      <a:pt x="320" y="365"/>
                    </a:cubicBezTo>
                    <a:cubicBezTo>
                      <a:pt x="372" y="283"/>
                      <a:pt x="314" y="238"/>
                      <a:pt x="312" y="237"/>
                    </a:cubicBezTo>
                    <a:cubicBezTo>
                      <a:pt x="306" y="232"/>
                      <a:pt x="306" y="232"/>
                      <a:pt x="306" y="232"/>
                    </a:cubicBezTo>
                    <a:cubicBezTo>
                      <a:pt x="307" y="226"/>
                      <a:pt x="307" y="226"/>
                      <a:pt x="307" y="226"/>
                    </a:cubicBezTo>
                    <a:cubicBezTo>
                      <a:pt x="316" y="167"/>
                      <a:pt x="272" y="131"/>
                      <a:pt x="247" y="115"/>
                    </a:cubicBezTo>
                    <a:cubicBezTo>
                      <a:pt x="244" y="125"/>
                      <a:pt x="237" y="137"/>
                      <a:pt x="227" y="149"/>
                    </a:cubicBezTo>
                    <a:cubicBezTo>
                      <a:pt x="214" y="164"/>
                      <a:pt x="198" y="174"/>
                      <a:pt x="180" y="179"/>
                    </a:cubicBezTo>
                    <a:cubicBezTo>
                      <a:pt x="158" y="185"/>
                      <a:pt x="133" y="182"/>
                      <a:pt x="108" y="171"/>
                    </a:cubicBezTo>
                    <a:cubicBezTo>
                      <a:pt x="107" y="171"/>
                      <a:pt x="107" y="171"/>
                      <a:pt x="106" y="171"/>
                    </a:cubicBezTo>
                    <a:cubicBezTo>
                      <a:pt x="106" y="170"/>
                      <a:pt x="105" y="170"/>
                      <a:pt x="104" y="169"/>
                    </a:cubicBezTo>
                    <a:cubicBezTo>
                      <a:pt x="95" y="178"/>
                      <a:pt x="86" y="182"/>
                      <a:pt x="85" y="182"/>
                    </a:cubicBezTo>
                    <a:cubicBezTo>
                      <a:pt x="83" y="183"/>
                      <a:pt x="81" y="183"/>
                      <a:pt x="78" y="181"/>
                    </a:cubicBezTo>
                    <a:cubicBezTo>
                      <a:pt x="77" y="181"/>
                      <a:pt x="76" y="179"/>
                      <a:pt x="75" y="178"/>
                    </a:cubicBezTo>
                    <a:cubicBezTo>
                      <a:pt x="74" y="174"/>
                      <a:pt x="75" y="169"/>
                      <a:pt x="79" y="168"/>
                    </a:cubicBezTo>
                    <a:cubicBezTo>
                      <a:pt x="81" y="167"/>
                      <a:pt x="108" y="155"/>
                      <a:pt x="106" y="126"/>
                    </a:cubicBezTo>
                    <a:cubicBezTo>
                      <a:pt x="106" y="122"/>
                      <a:pt x="109" y="118"/>
                      <a:pt x="114" y="118"/>
                    </a:cubicBezTo>
                    <a:cubicBezTo>
                      <a:pt x="118" y="118"/>
                      <a:pt x="122" y="121"/>
                      <a:pt x="122" y="125"/>
                    </a:cubicBezTo>
                    <a:cubicBezTo>
                      <a:pt x="123" y="135"/>
                      <a:pt x="121" y="143"/>
                      <a:pt x="118" y="150"/>
                    </a:cubicBezTo>
                    <a:cubicBezTo>
                      <a:pt x="167" y="171"/>
                      <a:pt x="196" y="149"/>
                      <a:pt x="210" y="134"/>
                    </a:cubicBezTo>
                    <a:cubicBezTo>
                      <a:pt x="224" y="117"/>
                      <a:pt x="229" y="97"/>
                      <a:pt x="229" y="96"/>
                    </a:cubicBezTo>
                    <a:cubicBezTo>
                      <a:pt x="236" y="63"/>
                      <a:pt x="221" y="31"/>
                      <a:pt x="192" y="14"/>
                    </a:cubicBezTo>
                    <a:cubicBezTo>
                      <a:pt x="183" y="10"/>
                      <a:pt x="174" y="6"/>
                      <a:pt x="164" y="4"/>
                    </a:cubicBezTo>
                    <a:cubicBezTo>
                      <a:pt x="145" y="0"/>
                      <a:pt x="127" y="5"/>
                      <a:pt x="110" y="18"/>
                    </a:cubicBezTo>
                    <a:cubicBezTo>
                      <a:pt x="97" y="29"/>
                      <a:pt x="90" y="42"/>
                      <a:pt x="90" y="4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8" name="任意多边形: 形状 37"/>
              <p:cNvSpPr/>
              <p:nvPr/>
            </p:nvSpPr>
            <p:spPr bwMode="auto">
              <a:xfrm flipH="1">
                <a:off x="1337961" y="2099254"/>
                <a:ext cx="722800" cy="666734"/>
              </a:xfrm>
              <a:custGeom>
                <a:avLst/>
                <a:gdLst/>
                <a:ahLst/>
                <a:cxnLst>
                  <a:cxn ang="0">
                    <a:pos x="362" y="381"/>
                  </a:cxn>
                  <a:cxn ang="0">
                    <a:pos x="272" y="324"/>
                  </a:cxn>
                  <a:cxn ang="0">
                    <a:pos x="187" y="270"/>
                  </a:cxn>
                  <a:cxn ang="0">
                    <a:pos x="206" y="257"/>
                  </a:cxn>
                  <a:cxn ang="0">
                    <a:pos x="310" y="296"/>
                  </a:cxn>
                  <a:cxn ang="0">
                    <a:pos x="325" y="302"/>
                  </a:cxn>
                  <a:cxn ang="0">
                    <a:pos x="409" y="373"/>
                  </a:cxn>
                  <a:cxn ang="0">
                    <a:pos x="464" y="367"/>
                  </a:cxn>
                  <a:cxn ang="0">
                    <a:pos x="513" y="267"/>
                  </a:cxn>
                  <a:cxn ang="0">
                    <a:pos x="518" y="254"/>
                  </a:cxn>
                  <a:cxn ang="0">
                    <a:pos x="488" y="206"/>
                  </a:cxn>
                  <a:cxn ang="0">
                    <a:pos x="370" y="192"/>
                  </a:cxn>
                  <a:cxn ang="0">
                    <a:pos x="294" y="175"/>
                  </a:cxn>
                  <a:cxn ang="0">
                    <a:pos x="330" y="218"/>
                  </a:cxn>
                  <a:cxn ang="0">
                    <a:pos x="313" y="221"/>
                  </a:cxn>
                  <a:cxn ang="0">
                    <a:pos x="206" y="36"/>
                  </a:cxn>
                  <a:cxn ang="0">
                    <a:pos x="34" y="300"/>
                  </a:cxn>
                  <a:cxn ang="0">
                    <a:pos x="24" y="452"/>
                  </a:cxn>
                  <a:cxn ang="0">
                    <a:pos x="67" y="488"/>
                  </a:cxn>
                  <a:cxn ang="0">
                    <a:pos x="182" y="495"/>
                  </a:cxn>
                  <a:cxn ang="0">
                    <a:pos x="188" y="492"/>
                  </a:cxn>
                  <a:cxn ang="0">
                    <a:pos x="251" y="369"/>
                  </a:cxn>
                  <a:cxn ang="0">
                    <a:pos x="208" y="383"/>
                  </a:cxn>
                  <a:cxn ang="0">
                    <a:pos x="202" y="374"/>
                  </a:cxn>
                  <a:cxn ang="0">
                    <a:pos x="227" y="366"/>
                  </a:cxn>
                  <a:cxn ang="0">
                    <a:pos x="258" y="336"/>
                  </a:cxn>
                  <a:cxn ang="0">
                    <a:pos x="270" y="346"/>
                  </a:cxn>
                  <a:cxn ang="0">
                    <a:pos x="215" y="502"/>
                  </a:cxn>
                  <a:cxn ang="0">
                    <a:pos x="345" y="463"/>
                  </a:cxn>
                  <a:cxn ang="0">
                    <a:pos x="365" y="414"/>
                  </a:cxn>
                  <a:cxn ang="0">
                    <a:pos x="388" y="414"/>
                  </a:cxn>
                  <a:cxn ang="0">
                    <a:pos x="426" y="416"/>
                  </a:cxn>
                  <a:cxn ang="0">
                    <a:pos x="406" y="396"/>
                  </a:cxn>
                </a:cxnLst>
                <a:rect l="0" t="0" r="r" b="b"/>
                <a:pathLst>
                  <a:path w="559" h="516">
                    <a:moveTo>
                      <a:pt x="406" y="396"/>
                    </a:moveTo>
                    <a:cubicBezTo>
                      <a:pt x="393" y="394"/>
                      <a:pt x="377" y="390"/>
                      <a:pt x="362" y="381"/>
                    </a:cubicBezTo>
                    <a:cubicBezTo>
                      <a:pt x="342" y="370"/>
                      <a:pt x="323" y="351"/>
                      <a:pt x="308" y="321"/>
                    </a:cubicBezTo>
                    <a:cubicBezTo>
                      <a:pt x="300" y="323"/>
                      <a:pt x="287" y="325"/>
                      <a:pt x="272" y="324"/>
                    </a:cubicBezTo>
                    <a:cubicBezTo>
                      <a:pt x="260" y="323"/>
                      <a:pt x="244" y="320"/>
                      <a:pt x="228" y="311"/>
                    </a:cubicBezTo>
                    <a:cubicBezTo>
                      <a:pt x="214" y="303"/>
                      <a:pt x="199" y="290"/>
                      <a:pt x="187" y="270"/>
                    </a:cubicBezTo>
                    <a:cubicBezTo>
                      <a:pt x="183" y="264"/>
                      <a:pt x="185" y="257"/>
                      <a:pt x="190" y="254"/>
                    </a:cubicBezTo>
                    <a:cubicBezTo>
                      <a:pt x="196" y="250"/>
                      <a:pt x="203" y="252"/>
                      <a:pt x="206" y="257"/>
                    </a:cubicBezTo>
                    <a:cubicBezTo>
                      <a:pt x="243" y="315"/>
                      <a:pt x="295" y="301"/>
                      <a:pt x="308" y="297"/>
                    </a:cubicBezTo>
                    <a:cubicBezTo>
                      <a:pt x="308" y="296"/>
                      <a:pt x="309" y="296"/>
                      <a:pt x="310" y="296"/>
                    </a:cubicBezTo>
                    <a:cubicBezTo>
                      <a:pt x="313" y="294"/>
                      <a:pt x="316" y="294"/>
                      <a:pt x="319" y="296"/>
                    </a:cubicBezTo>
                    <a:cubicBezTo>
                      <a:pt x="322" y="297"/>
                      <a:pt x="324" y="299"/>
                      <a:pt x="325" y="302"/>
                    </a:cubicBezTo>
                    <a:cubicBezTo>
                      <a:pt x="326" y="303"/>
                      <a:pt x="326" y="303"/>
                      <a:pt x="326" y="304"/>
                    </a:cubicBezTo>
                    <a:cubicBezTo>
                      <a:pt x="344" y="345"/>
                      <a:pt x="372" y="368"/>
                      <a:pt x="409" y="373"/>
                    </a:cubicBezTo>
                    <a:cubicBezTo>
                      <a:pt x="438" y="376"/>
                      <a:pt x="461" y="368"/>
                      <a:pt x="462" y="368"/>
                    </a:cubicBezTo>
                    <a:cubicBezTo>
                      <a:pt x="462" y="367"/>
                      <a:pt x="463" y="367"/>
                      <a:pt x="464" y="367"/>
                    </a:cubicBezTo>
                    <a:cubicBezTo>
                      <a:pt x="490" y="353"/>
                      <a:pt x="506" y="333"/>
                      <a:pt x="512" y="308"/>
                    </a:cubicBezTo>
                    <a:cubicBezTo>
                      <a:pt x="517" y="285"/>
                      <a:pt x="513" y="267"/>
                      <a:pt x="513" y="267"/>
                    </a:cubicBezTo>
                    <a:cubicBezTo>
                      <a:pt x="511" y="259"/>
                      <a:pt x="511" y="259"/>
                      <a:pt x="511" y="259"/>
                    </a:cubicBezTo>
                    <a:cubicBezTo>
                      <a:pt x="518" y="254"/>
                      <a:pt x="518" y="254"/>
                      <a:pt x="518" y="254"/>
                    </a:cubicBezTo>
                    <a:cubicBezTo>
                      <a:pt x="559" y="224"/>
                      <a:pt x="557" y="186"/>
                      <a:pt x="551" y="163"/>
                    </a:cubicBezTo>
                    <a:cubicBezTo>
                      <a:pt x="539" y="177"/>
                      <a:pt x="518" y="195"/>
                      <a:pt x="488" y="206"/>
                    </a:cubicBezTo>
                    <a:cubicBezTo>
                      <a:pt x="465" y="214"/>
                      <a:pt x="438" y="215"/>
                      <a:pt x="410" y="208"/>
                    </a:cubicBezTo>
                    <a:cubicBezTo>
                      <a:pt x="396" y="205"/>
                      <a:pt x="382" y="199"/>
                      <a:pt x="370" y="192"/>
                    </a:cubicBezTo>
                    <a:cubicBezTo>
                      <a:pt x="359" y="186"/>
                      <a:pt x="350" y="179"/>
                      <a:pt x="342" y="171"/>
                    </a:cubicBezTo>
                    <a:cubicBezTo>
                      <a:pt x="327" y="176"/>
                      <a:pt x="311" y="178"/>
                      <a:pt x="294" y="175"/>
                    </a:cubicBezTo>
                    <a:cubicBezTo>
                      <a:pt x="304" y="184"/>
                      <a:pt x="315" y="193"/>
                      <a:pt x="327" y="202"/>
                    </a:cubicBezTo>
                    <a:cubicBezTo>
                      <a:pt x="332" y="205"/>
                      <a:pt x="333" y="213"/>
                      <a:pt x="330" y="218"/>
                    </a:cubicBezTo>
                    <a:cubicBezTo>
                      <a:pt x="326" y="223"/>
                      <a:pt x="319" y="224"/>
                      <a:pt x="314" y="221"/>
                    </a:cubicBezTo>
                    <a:cubicBezTo>
                      <a:pt x="314" y="221"/>
                      <a:pt x="314" y="221"/>
                      <a:pt x="313" y="221"/>
                    </a:cubicBezTo>
                    <a:cubicBezTo>
                      <a:pt x="277" y="195"/>
                      <a:pt x="249" y="165"/>
                      <a:pt x="231" y="129"/>
                    </a:cubicBezTo>
                    <a:cubicBezTo>
                      <a:pt x="217" y="101"/>
                      <a:pt x="209" y="69"/>
                      <a:pt x="206" y="36"/>
                    </a:cubicBezTo>
                    <a:cubicBezTo>
                      <a:pt x="206" y="23"/>
                      <a:pt x="206" y="11"/>
                      <a:pt x="207" y="0"/>
                    </a:cubicBezTo>
                    <a:cubicBezTo>
                      <a:pt x="34" y="300"/>
                      <a:pt x="34" y="300"/>
                      <a:pt x="34" y="300"/>
                    </a:cubicBezTo>
                    <a:cubicBezTo>
                      <a:pt x="17" y="329"/>
                      <a:pt x="2" y="357"/>
                      <a:pt x="1" y="389"/>
                    </a:cubicBezTo>
                    <a:cubicBezTo>
                      <a:pt x="0" y="427"/>
                      <a:pt x="24" y="452"/>
                      <a:pt x="24" y="452"/>
                    </a:cubicBezTo>
                    <a:cubicBezTo>
                      <a:pt x="24" y="453"/>
                      <a:pt x="24" y="453"/>
                      <a:pt x="24" y="453"/>
                    </a:cubicBezTo>
                    <a:cubicBezTo>
                      <a:pt x="38" y="467"/>
                      <a:pt x="52" y="479"/>
                      <a:pt x="67" y="488"/>
                    </a:cubicBezTo>
                    <a:cubicBezTo>
                      <a:pt x="93" y="502"/>
                      <a:pt x="120" y="508"/>
                      <a:pt x="148" y="505"/>
                    </a:cubicBezTo>
                    <a:cubicBezTo>
                      <a:pt x="169" y="502"/>
                      <a:pt x="182" y="495"/>
                      <a:pt x="182" y="495"/>
                    </a:cubicBezTo>
                    <a:cubicBezTo>
                      <a:pt x="187" y="492"/>
                      <a:pt x="187" y="492"/>
                      <a:pt x="187" y="492"/>
                    </a:cubicBezTo>
                    <a:cubicBezTo>
                      <a:pt x="188" y="492"/>
                      <a:pt x="188" y="492"/>
                      <a:pt x="188" y="492"/>
                    </a:cubicBezTo>
                    <a:cubicBezTo>
                      <a:pt x="193" y="489"/>
                      <a:pt x="202" y="484"/>
                      <a:pt x="210" y="476"/>
                    </a:cubicBezTo>
                    <a:cubicBezTo>
                      <a:pt x="225" y="462"/>
                      <a:pt x="257" y="424"/>
                      <a:pt x="251" y="369"/>
                    </a:cubicBezTo>
                    <a:cubicBezTo>
                      <a:pt x="244" y="375"/>
                      <a:pt x="237" y="379"/>
                      <a:pt x="231" y="381"/>
                    </a:cubicBezTo>
                    <a:cubicBezTo>
                      <a:pt x="219" y="384"/>
                      <a:pt x="209" y="383"/>
                      <a:pt x="208" y="383"/>
                    </a:cubicBezTo>
                    <a:cubicBezTo>
                      <a:pt x="207" y="382"/>
                      <a:pt x="206" y="382"/>
                      <a:pt x="205" y="382"/>
                    </a:cubicBezTo>
                    <a:cubicBezTo>
                      <a:pt x="203" y="380"/>
                      <a:pt x="201" y="377"/>
                      <a:pt x="202" y="374"/>
                    </a:cubicBezTo>
                    <a:cubicBezTo>
                      <a:pt x="202" y="369"/>
                      <a:pt x="206" y="367"/>
                      <a:pt x="211" y="367"/>
                    </a:cubicBezTo>
                    <a:cubicBezTo>
                      <a:pt x="211" y="367"/>
                      <a:pt x="218" y="368"/>
                      <a:pt x="227" y="366"/>
                    </a:cubicBezTo>
                    <a:cubicBezTo>
                      <a:pt x="237" y="362"/>
                      <a:pt x="245" y="354"/>
                      <a:pt x="248" y="341"/>
                    </a:cubicBezTo>
                    <a:cubicBezTo>
                      <a:pt x="249" y="337"/>
                      <a:pt x="254" y="335"/>
                      <a:pt x="258" y="336"/>
                    </a:cubicBezTo>
                    <a:cubicBezTo>
                      <a:pt x="259" y="336"/>
                      <a:pt x="259" y="337"/>
                      <a:pt x="260" y="337"/>
                    </a:cubicBezTo>
                    <a:cubicBezTo>
                      <a:pt x="265" y="338"/>
                      <a:pt x="269" y="341"/>
                      <a:pt x="270" y="346"/>
                    </a:cubicBezTo>
                    <a:cubicBezTo>
                      <a:pt x="289" y="422"/>
                      <a:pt x="246" y="474"/>
                      <a:pt x="226" y="493"/>
                    </a:cubicBezTo>
                    <a:cubicBezTo>
                      <a:pt x="222" y="497"/>
                      <a:pt x="218" y="500"/>
                      <a:pt x="215" y="502"/>
                    </a:cubicBezTo>
                    <a:cubicBezTo>
                      <a:pt x="262" y="516"/>
                      <a:pt x="306" y="503"/>
                      <a:pt x="343" y="465"/>
                    </a:cubicBezTo>
                    <a:cubicBezTo>
                      <a:pt x="343" y="464"/>
                      <a:pt x="344" y="463"/>
                      <a:pt x="345" y="463"/>
                    </a:cubicBezTo>
                    <a:cubicBezTo>
                      <a:pt x="345" y="462"/>
                      <a:pt x="346" y="461"/>
                      <a:pt x="346" y="461"/>
                    </a:cubicBezTo>
                    <a:cubicBezTo>
                      <a:pt x="351" y="456"/>
                      <a:pt x="365" y="436"/>
                      <a:pt x="365" y="414"/>
                    </a:cubicBezTo>
                    <a:cubicBezTo>
                      <a:pt x="365" y="408"/>
                      <a:pt x="370" y="403"/>
                      <a:pt x="377" y="403"/>
                    </a:cubicBezTo>
                    <a:cubicBezTo>
                      <a:pt x="383" y="402"/>
                      <a:pt x="388" y="408"/>
                      <a:pt x="388" y="414"/>
                    </a:cubicBezTo>
                    <a:cubicBezTo>
                      <a:pt x="389" y="428"/>
                      <a:pt x="385" y="441"/>
                      <a:pt x="380" y="451"/>
                    </a:cubicBezTo>
                    <a:cubicBezTo>
                      <a:pt x="398" y="444"/>
                      <a:pt x="413" y="433"/>
                      <a:pt x="426" y="416"/>
                    </a:cubicBezTo>
                    <a:cubicBezTo>
                      <a:pt x="432" y="409"/>
                      <a:pt x="436" y="402"/>
                      <a:pt x="439" y="396"/>
                    </a:cubicBezTo>
                    <a:cubicBezTo>
                      <a:pt x="430" y="397"/>
                      <a:pt x="418" y="397"/>
                      <a:pt x="406" y="39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9" name="任意多边形: 形状 38"/>
              <p:cNvSpPr/>
              <p:nvPr/>
            </p:nvSpPr>
            <p:spPr bwMode="auto">
              <a:xfrm flipH="1">
                <a:off x="1662236" y="1684060"/>
                <a:ext cx="775836" cy="897061"/>
              </a:xfrm>
              <a:custGeom>
                <a:avLst/>
                <a:gdLst/>
                <a:ahLst/>
                <a:cxnLst>
                  <a:cxn ang="0">
                    <a:pos x="234" y="325"/>
                  </a:cxn>
                  <a:cxn ang="0">
                    <a:pos x="132" y="258"/>
                  </a:cxn>
                  <a:cxn ang="0">
                    <a:pos x="171" y="259"/>
                  </a:cxn>
                  <a:cxn ang="0">
                    <a:pos x="457" y="297"/>
                  </a:cxn>
                  <a:cxn ang="0">
                    <a:pos x="511" y="248"/>
                  </a:cxn>
                  <a:cxn ang="0">
                    <a:pos x="588" y="117"/>
                  </a:cxn>
                  <a:cxn ang="0">
                    <a:pos x="593" y="106"/>
                  </a:cxn>
                  <a:cxn ang="0">
                    <a:pos x="562" y="16"/>
                  </a:cxn>
                  <a:cxn ang="0">
                    <a:pos x="471" y="25"/>
                  </a:cxn>
                  <a:cxn ang="0">
                    <a:pos x="449" y="107"/>
                  </a:cxn>
                  <a:cxn ang="0">
                    <a:pos x="509" y="138"/>
                  </a:cxn>
                  <a:cxn ang="0">
                    <a:pos x="485" y="180"/>
                  </a:cxn>
                  <a:cxn ang="0">
                    <a:pos x="470" y="191"/>
                  </a:cxn>
                  <a:cxn ang="0">
                    <a:pos x="423" y="100"/>
                  </a:cxn>
                  <a:cxn ang="0">
                    <a:pos x="431" y="10"/>
                  </a:cxn>
                  <a:cxn ang="0">
                    <a:pos x="316" y="25"/>
                  </a:cxn>
                  <a:cxn ang="0">
                    <a:pos x="310" y="23"/>
                  </a:cxn>
                  <a:cxn ang="0">
                    <a:pos x="260" y="21"/>
                  </a:cxn>
                  <a:cxn ang="0">
                    <a:pos x="196" y="83"/>
                  </a:cxn>
                  <a:cxn ang="0">
                    <a:pos x="224" y="164"/>
                  </a:cxn>
                  <a:cxn ang="0">
                    <a:pos x="301" y="139"/>
                  </a:cxn>
                  <a:cxn ang="0">
                    <a:pos x="308" y="109"/>
                  </a:cxn>
                  <a:cxn ang="0">
                    <a:pos x="350" y="139"/>
                  </a:cxn>
                  <a:cxn ang="0">
                    <a:pos x="324" y="149"/>
                  </a:cxn>
                  <a:cxn ang="0">
                    <a:pos x="322" y="151"/>
                  </a:cxn>
                  <a:cxn ang="0">
                    <a:pos x="302" y="213"/>
                  </a:cxn>
                  <a:cxn ang="0">
                    <a:pos x="294" y="251"/>
                  </a:cxn>
                  <a:cxn ang="0">
                    <a:pos x="175" y="131"/>
                  </a:cxn>
                  <a:cxn ang="0">
                    <a:pos x="113" y="134"/>
                  </a:cxn>
                  <a:cxn ang="0">
                    <a:pos x="95" y="175"/>
                  </a:cxn>
                  <a:cxn ang="0">
                    <a:pos x="92" y="176"/>
                  </a:cxn>
                  <a:cxn ang="0">
                    <a:pos x="32" y="268"/>
                  </a:cxn>
                  <a:cxn ang="0">
                    <a:pos x="33" y="274"/>
                  </a:cxn>
                  <a:cxn ang="0">
                    <a:pos x="108" y="350"/>
                  </a:cxn>
                  <a:cxn ang="0">
                    <a:pos x="185" y="332"/>
                  </a:cxn>
                  <a:cxn ang="0">
                    <a:pos x="181" y="386"/>
                  </a:cxn>
                  <a:cxn ang="0">
                    <a:pos x="180" y="400"/>
                  </a:cxn>
                  <a:cxn ang="0">
                    <a:pos x="103" y="373"/>
                  </a:cxn>
                  <a:cxn ang="0">
                    <a:pos x="1" y="357"/>
                  </a:cxn>
                  <a:cxn ang="0">
                    <a:pos x="45" y="361"/>
                  </a:cxn>
                  <a:cxn ang="0">
                    <a:pos x="10" y="417"/>
                  </a:cxn>
                  <a:cxn ang="0">
                    <a:pos x="8" y="421"/>
                  </a:cxn>
                  <a:cxn ang="0">
                    <a:pos x="39" y="551"/>
                  </a:cxn>
                  <a:cxn ang="0">
                    <a:pos x="147" y="425"/>
                  </a:cxn>
                  <a:cxn ang="0">
                    <a:pos x="220" y="424"/>
                  </a:cxn>
                  <a:cxn ang="0">
                    <a:pos x="289" y="498"/>
                  </a:cxn>
                  <a:cxn ang="0">
                    <a:pos x="154" y="448"/>
                  </a:cxn>
                  <a:cxn ang="0">
                    <a:pos x="79" y="505"/>
                  </a:cxn>
                  <a:cxn ang="0">
                    <a:pos x="62" y="576"/>
                  </a:cxn>
                  <a:cxn ang="0">
                    <a:pos x="62" y="576"/>
                  </a:cxn>
                  <a:cxn ang="0">
                    <a:pos x="63" y="578"/>
                  </a:cxn>
                  <a:cxn ang="0">
                    <a:pos x="177" y="692"/>
                  </a:cxn>
                  <a:cxn ang="0">
                    <a:pos x="241" y="681"/>
                  </a:cxn>
                  <a:cxn ang="0">
                    <a:pos x="306" y="607"/>
                  </a:cxn>
                </a:cxnLst>
                <a:rect l="0" t="0" r="r" b="b"/>
                <a:pathLst>
                  <a:path w="600" h="693">
                    <a:moveTo>
                      <a:pt x="475" y="312"/>
                    </a:moveTo>
                    <a:cubicBezTo>
                      <a:pt x="469" y="317"/>
                      <a:pt x="462" y="321"/>
                      <a:pt x="455" y="325"/>
                    </a:cubicBezTo>
                    <a:cubicBezTo>
                      <a:pt x="439" y="334"/>
                      <a:pt x="420" y="341"/>
                      <a:pt x="398" y="346"/>
                    </a:cubicBezTo>
                    <a:cubicBezTo>
                      <a:pt x="370" y="353"/>
                      <a:pt x="337" y="354"/>
                      <a:pt x="300" y="347"/>
                    </a:cubicBezTo>
                    <a:cubicBezTo>
                      <a:pt x="279" y="343"/>
                      <a:pt x="257" y="336"/>
                      <a:pt x="234" y="325"/>
                    </a:cubicBezTo>
                    <a:cubicBezTo>
                      <a:pt x="234" y="325"/>
                      <a:pt x="234" y="325"/>
                      <a:pt x="234" y="325"/>
                    </a:cubicBezTo>
                    <a:cubicBezTo>
                      <a:pt x="234" y="325"/>
                      <a:pt x="234" y="325"/>
                      <a:pt x="234" y="325"/>
                    </a:cubicBezTo>
                    <a:cubicBezTo>
                      <a:pt x="234" y="325"/>
                      <a:pt x="222" y="319"/>
                      <a:pt x="206" y="310"/>
                    </a:cubicBezTo>
                    <a:cubicBezTo>
                      <a:pt x="195" y="304"/>
                      <a:pt x="183" y="296"/>
                      <a:pt x="170" y="287"/>
                    </a:cubicBezTo>
                    <a:cubicBezTo>
                      <a:pt x="157" y="279"/>
                      <a:pt x="144" y="269"/>
                      <a:pt x="132" y="258"/>
                    </a:cubicBezTo>
                    <a:cubicBezTo>
                      <a:pt x="124" y="251"/>
                      <a:pt x="116" y="244"/>
                      <a:pt x="110" y="237"/>
                    </a:cubicBezTo>
                    <a:cubicBezTo>
                      <a:pt x="106" y="232"/>
                      <a:pt x="107" y="224"/>
                      <a:pt x="111" y="220"/>
                    </a:cubicBezTo>
                    <a:cubicBezTo>
                      <a:pt x="116" y="216"/>
                      <a:pt x="124" y="217"/>
                      <a:pt x="128" y="222"/>
                    </a:cubicBezTo>
                    <a:cubicBezTo>
                      <a:pt x="133" y="228"/>
                      <a:pt x="140" y="235"/>
                      <a:pt x="147" y="241"/>
                    </a:cubicBezTo>
                    <a:cubicBezTo>
                      <a:pt x="154" y="247"/>
                      <a:pt x="162" y="254"/>
                      <a:pt x="171" y="259"/>
                    </a:cubicBezTo>
                    <a:cubicBezTo>
                      <a:pt x="187" y="271"/>
                      <a:pt x="204" y="282"/>
                      <a:pt x="217" y="290"/>
                    </a:cubicBezTo>
                    <a:cubicBezTo>
                      <a:pt x="232" y="298"/>
                      <a:pt x="243" y="303"/>
                      <a:pt x="244" y="304"/>
                    </a:cubicBezTo>
                    <a:cubicBezTo>
                      <a:pt x="280" y="321"/>
                      <a:pt x="313" y="328"/>
                      <a:pt x="342" y="328"/>
                    </a:cubicBezTo>
                    <a:cubicBezTo>
                      <a:pt x="371" y="329"/>
                      <a:pt x="396" y="324"/>
                      <a:pt x="418" y="316"/>
                    </a:cubicBezTo>
                    <a:cubicBezTo>
                      <a:pt x="432" y="311"/>
                      <a:pt x="445" y="304"/>
                      <a:pt x="457" y="297"/>
                    </a:cubicBezTo>
                    <a:cubicBezTo>
                      <a:pt x="472" y="287"/>
                      <a:pt x="484" y="277"/>
                      <a:pt x="493" y="269"/>
                    </a:cubicBezTo>
                    <a:cubicBezTo>
                      <a:pt x="505" y="257"/>
                      <a:pt x="511" y="249"/>
                      <a:pt x="511" y="248"/>
                    </a:cubicBezTo>
                    <a:cubicBezTo>
                      <a:pt x="511" y="248"/>
                      <a:pt x="511" y="248"/>
                      <a:pt x="511" y="248"/>
                    </a:cubicBezTo>
                    <a:cubicBezTo>
                      <a:pt x="511" y="248"/>
                      <a:pt x="511" y="248"/>
                      <a:pt x="511" y="248"/>
                    </a:cubicBezTo>
                    <a:cubicBezTo>
                      <a:pt x="511" y="248"/>
                      <a:pt x="511" y="248"/>
                      <a:pt x="511" y="248"/>
                    </a:cubicBezTo>
                    <a:cubicBezTo>
                      <a:pt x="511" y="248"/>
                      <a:pt x="511" y="248"/>
                      <a:pt x="511" y="248"/>
                    </a:cubicBezTo>
                    <a:cubicBezTo>
                      <a:pt x="511" y="248"/>
                      <a:pt x="511" y="248"/>
                      <a:pt x="511" y="248"/>
                    </a:cubicBezTo>
                    <a:cubicBezTo>
                      <a:pt x="512" y="247"/>
                      <a:pt x="513" y="247"/>
                      <a:pt x="514" y="246"/>
                    </a:cubicBezTo>
                    <a:cubicBezTo>
                      <a:pt x="588" y="117"/>
                      <a:pt x="588" y="117"/>
                      <a:pt x="588" y="117"/>
                    </a:cubicBezTo>
                    <a:cubicBezTo>
                      <a:pt x="588" y="117"/>
                      <a:pt x="588" y="117"/>
                      <a:pt x="588" y="117"/>
                    </a:cubicBezTo>
                    <a:cubicBezTo>
                      <a:pt x="588" y="117"/>
                      <a:pt x="588" y="117"/>
                      <a:pt x="588" y="117"/>
                    </a:cubicBezTo>
                    <a:cubicBezTo>
                      <a:pt x="588" y="117"/>
                      <a:pt x="588" y="117"/>
                      <a:pt x="588" y="117"/>
                    </a:cubicBezTo>
                    <a:cubicBezTo>
                      <a:pt x="588" y="117"/>
                      <a:pt x="588" y="117"/>
                      <a:pt x="588" y="117"/>
                    </a:cubicBezTo>
                    <a:cubicBezTo>
                      <a:pt x="588" y="117"/>
                      <a:pt x="588" y="117"/>
                      <a:pt x="588" y="117"/>
                    </a:cubicBezTo>
                    <a:cubicBezTo>
                      <a:pt x="589" y="115"/>
                      <a:pt x="591" y="112"/>
                      <a:pt x="593" y="106"/>
                    </a:cubicBezTo>
                    <a:cubicBezTo>
                      <a:pt x="596" y="101"/>
                      <a:pt x="598" y="94"/>
                      <a:pt x="599" y="86"/>
                    </a:cubicBezTo>
                    <a:cubicBezTo>
                      <a:pt x="600" y="81"/>
                      <a:pt x="600" y="75"/>
                      <a:pt x="600" y="70"/>
                    </a:cubicBezTo>
                    <a:cubicBezTo>
                      <a:pt x="599" y="62"/>
                      <a:pt x="597" y="55"/>
                      <a:pt x="593" y="47"/>
                    </a:cubicBezTo>
                    <a:cubicBezTo>
                      <a:pt x="591" y="43"/>
                      <a:pt x="588" y="38"/>
                      <a:pt x="584" y="34"/>
                    </a:cubicBezTo>
                    <a:cubicBezTo>
                      <a:pt x="577" y="26"/>
                      <a:pt x="570" y="20"/>
                      <a:pt x="562" y="16"/>
                    </a:cubicBezTo>
                    <a:cubicBezTo>
                      <a:pt x="551" y="9"/>
                      <a:pt x="539" y="6"/>
                      <a:pt x="527" y="5"/>
                    </a:cubicBezTo>
                    <a:cubicBezTo>
                      <a:pt x="515" y="4"/>
                      <a:pt x="504" y="6"/>
                      <a:pt x="493" y="11"/>
                    </a:cubicBezTo>
                    <a:cubicBezTo>
                      <a:pt x="486" y="14"/>
                      <a:pt x="479" y="18"/>
                      <a:pt x="472" y="24"/>
                    </a:cubicBezTo>
                    <a:cubicBezTo>
                      <a:pt x="472" y="24"/>
                      <a:pt x="472" y="24"/>
                      <a:pt x="472" y="24"/>
                    </a:cubicBezTo>
                    <a:cubicBezTo>
                      <a:pt x="472" y="24"/>
                      <a:pt x="472" y="24"/>
                      <a:pt x="471" y="25"/>
                    </a:cubicBezTo>
                    <a:cubicBezTo>
                      <a:pt x="470" y="26"/>
                      <a:pt x="469" y="27"/>
                      <a:pt x="467" y="29"/>
                    </a:cubicBezTo>
                    <a:cubicBezTo>
                      <a:pt x="464" y="32"/>
                      <a:pt x="460" y="37"/>
                      <a:pt x="456" y="44"/>
                    </a:cubicBezTo>
                    <a:cubicBezTo>
                      <a:pt x="454" y="49"/>
                      <a:pt x="451" y="54"/>
                      <a:pt x="449" y="60"/>
                    </a:cubicBezTo>
                    <a:cubicBezTo>
                      <a:pt x="447" y="67"/>
                      <a:pt x="445" y="74"/>
                      <a:pt x="445" y="82"/>
                    </a:cubicBezTo>
                    <a:cubicBezTo>
                      <a:pt x="445" y="90"/>
                      <a:pt x="446" y="99"/>
                      <a:pt x="449" y="107"/>
                    </a:cubicBezTo>
                    <a:cubicBezTo>
                      <a:pt x="452" y="113"/>
                      <a:pt x="454" y="119"/>
                      <a:pt x="459" y="125"/>
                    </a:cubicBezTo>
                    <a:cubicBezTo>
                      <a:pt x="464" y="132"/>
                      <a:pt x="471" y="140"/>
                      <a:pt x="481" y="148"/>
                    </a:cubicBezTo>
                    <a:cubicBezTo>
                      <a:pt x="482" y="146"/>
                      <a:pt x="484" y="144"/>
                      <a:pt x="486" y="143"/>
                    </a:cubicBezTo>
                    <a:cubicBezTo>
                      <a:pt x="489" y="139"/>
                      <a:pt x="494" y="136"/>
                      <a:pt x="499" y="134"/>
                    </a:cubicBezTo>
                    <a:cubicBezTo>
                      <a:pt x="503" y="132"/>
                      <a:pt x="508" y="134"/>
                      <a:pt x="509" y="138"/>
                    </a:cubicBezTo>
                    <a:cubicBezTo>
                      <a:pt x="511" y="142"/>
                      <a:pt x="509" y="146"/>
                      <a:pt x="505" y="148"/>
                    </a:cubicBezTo>
                    <a:cubicBezTo>
                      <a:pt x="502" y="150"/>
                      <a:pt x="499" y="152"/>
                      <a:pt x="496" y="154"/>
                    </a:cubicBezTo>
                    <a:cubicBezTo>
                      <a:pt x="494" y="156"/>
                      <a:pt x="492" y="159"/>
                      <a:pt x="490" y="161"/>
                    </a:cubicBezTo>
                    <a:cubicBezTo>
                      <a:pt x="489" y="164"/>
                      <a:pt x="487" y="168"/>
                      <a:pt x="486" y="171"/>
                    </a:cubicBezTo>
                    <a:cubicBezTo>
                      <a:pt x="486" y="174"/>
                      <a:pt x="485" y="177"/>
                      <a:pt x="485" y="180"/>
                    </a:cubicBezTo>
                    <a:cubicBezTo>
                      <a:pt x="484" y="185"/>
                      <a:pt x="485" y="189"/>
                      <a:pt x="485" y="189"/>
                    </a:cubicBezTo>
                    <a:cubicBezTo>
                      <a:pt x="485" y="189"/>
                      <a:pt x="485" y="189"/>
                      <a:pt x="485" y="189"/>
                    </a:cubicBezTo>
                    <a:cubicBezTo>
                      <a:pt x="485" y="189"/>
                      <a:pt x="485" y="189"/>
                      <a:pt x="485" y="189"/>
                    </a:cubicBezTo>
                    <a:cubicBezTo>
                      <a:pt x="486" y="194"/>
                      <a:pt x="483" y="197"/>
                      <a:pt x="478" y="198"/>
                    </a:cubicBezTo>
                    <a:cubicBezTo>
                      <a:pt x="474" y="199"/>
                      <a:pt x="470" y="196"/>
                      <a:pt x="470" y="191"/>
                    </a:cubicBezTo>
                    <a:cubicBezTo>
                      <a:pt x="470" y="191"/>
                      <a:pt x="469" y="188"/>
                      <a:pt x="469" y="184"/>
                    </a:cubicBezTo>
                    <a:cubicBezTo>
                      <a:pt x="469" y="180"/>
                      <a:pt x="470" y="174"/>
                      <a:pt x="471" y="169"/>
                    </a:cubicBezTo>
                    <a:cubicBezTo>
                      <a:pt x="470" y="168"/>
                      <a:pt x="469" y="168"/>
                      <a:pt x="468" y="167"/>
                    </a:cubicBezTo>
                    <a:cubicBezTo>
                      <a:pt x="454" y="157"/>
                      <a:pt x="444" y="146"/>
                      <a:pt x="437" y="135"/>
                    </a:cubicBezTo>
                    <a:cubicBezTo>
                      <a:pt x="430" y="123"/>
                      <a:pt x="425" y="112"/>
                      <a:pt x="423" y="100"/>
                    </a:cubicBezTo>
                    <a:cubicBezTo>
                      <a:pt x="422" y="93"/>
                      <a:pt x="422" y="85"/>
                      <a:pt x="422" y="78"/>
                    </a:cubicBezTo>
                    <a:cubicBezTo>
                      <a:pt x="423" y="69"/>
                      <a:pt x="425" y="60"/>
                      <a:pt x="427" y="52"/>
                    </a:cubicBezTo>
                    <a:cubicBezTo>
                      <a:pt x="430" y="45"/>
                      <a:pt x="433" y="38"/>
                      <a:pt x="436" y="32"/>
                    </a:cubicBezTo>
                    <a:cubicBezTo>
                      <a:pt x="440" y="27"/>
                      <a:pt x="443" y="22"/>
                      <a:pt x="446" y="18"/>
                    </a:cubicBezTo>
                    <a:cubicBezTo>
                      <a:pt x="442" y="15"/>
                      <a:pt x="437" y="13"/>
                      <a:pt x="431" y="10"/>
                    </a:cubicBezTo>
                    <a:cubicBezTo>
                      <a:pt x="421" y="7"/>
                      <a:pt x="410" y="3"/>
                      <a:pt x="399" y="2"/>
                    </a:cubicBezTo>
                    <a:cubicBezTo>
                      <a:pt x="391" y="0"/>
                      <a:pt x="383" y="0"/>
                      <a:pt x="374" y="1"/>
                    </a:cubicBezTo>
                    <a:cubicBezTo>
                      <a:pt x="363" y="1"/>
                      <a:pt x="352" y="4"/>
                      <a:pt x="340" y="9"/>
                    </a:cubicBezTo>
                    <a:cubicBezTo>
                      <a:pt x="334" y="12"/>
                      <a:pt x="327" y="16"/>
                      <a:pt x="321" y="21"/>
                    </a:cubicBezTo>
                    <a:cubicBezTo>
                      <a:pt x="316" y="25"/>
                      <a:pt x="316" y="25"/>
                      <a:pt x="316" y="25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0" y="23"/>
                      <a:pt x="309" y="23"/>
                      <a:pt x="308" y="23"/>
                    </a:cubicBezTo>
                    <a:cubicBezTo>
                      <a:pt x="307" y="22"/>
                      <a:pt x="305" y="22"/>
                      <a:pt x="302" y="21"/>
                    </a:cubicBezTo>
                    <a:cubicBezTo>
                      <a:pt x="296" y="20"/>
                      <a:pt x="288" y="19"/>
                      <a:pt x="279" y="19"/>
                    </a:cubicBezTo>
                    <a:cubicBezTo>
                      <a:pt x="273" y="19"/>
                      <a:pt x="267" y="20"/>
                      <a:pt x="260" y="21"/>
                    </a:cubicBezTo>
                    <a:cubicBezTo>
                      <a:pt x="252" y="22"/>
                      <a:pt x="243" y="25"/>
                      <a:pt x="235" y="30"/>
                    </a:cubicBezTo>
                    <a:cubicBezTo>
                      <a:pt x="230" y="33"/>
                      <a:pt x="225" y="36"/>
                      <a:pt x="221" y="41"/>
                    </a:cubicBezTo>
                    <a:cubicBezTo>
                      <a:pt x="216" y="45"/>
                      <a:pt x="211" y="51"/>
                      <a:pt x="207" y="59"/>
                    </a:cubicBezTo>
                    <a:cubicBezTo>
                      <a:pt x="203" y="65"/>
                      <a:pt x="200" y="72"/>
                      <a:pt x="197" y="81"/>
                    </a:cubicBezTo>
                    <a:cubicBezTo>
                      <a:pt x="196" y="83"/>
                      <a:pt x="196" y="83"/>
                      <a:pt x="196" y="83"/>
                    </a:cubicBezTo>
                    <a:cubicBezTo>
                      <a:pt x="196" y="83"/>
                      <a:pt x="196" y="83"/>
                      <a:pt x="196" y="83"/>
                    </a:cubicBezTo>
                    <a:cubicBezTo>
                      <a:pt x="196" y="85"/>
                      <a:pt x="195" y="87"/>
                      <a:pt x="195" y="90"/>
                    </a:cubicBezTo>
                    <a:cubicBezTo>
                      <a:pt x="194" y="96"/>
                      <a:pt x="193" y="104"/>
                      <a:pt x="195" y="114"/>
                    </a:cubicBezTo>
                    <a:cubicBezTo>
                      <a:pt x="196" y="120"/>
                      <a:pt x="198" y="127"/>
                      <a:pt x="201" y="134"/>
                    </a:cubicBezTo>
                    <a:cubicBezTo>
                      <a:pt x="206" y="144"/>
                      <a:pt x="213" y="154"/>
                      <a:pt x="224" y="164"/>
                    </a:cubicBezTo>
                    <a:cubicBezTo>
                      <a:pt x="231" y="169"/>
                      <a:pt x="238" y="175"/>
                      <a:pt x="248" y="181"/>
                    </a:cubicBezTo>
                    <a:cubicBezTo>
                      <a:pt x="256" y="185"/>
                      <a:pt x="266" y="190"/>
                      <a:pt x="278" y="195"/>
                    </a:cubicBezTo>
                    <a:cubicBezTo>
                      <a:pt x="278" y="189"/>
                      <a:pt x="279" y="183"/>
                      <a:pt x="280" y="178"/>
                    </a:cubicBezTo>
                    <a:cubicBezTo>
                      <a:pt x="283" y="169"/>
                      <a:pt x="287" y="161"/>
                      <a:pt x="291" y="154"/>
                    </a:cubicBezTo>
                    <a:cubicBezTo>
                      <a:pt x="294" y="148"/>
                      <a:pt x="298" y="143"/>
                      <a:pt x="301" y="139"/>
                    </a:cubicBezTo>
                    <a:cubicBezTo>
                      <a:pt x="302" y="137"/>
                      <a:pt x="304" y="136"/>
                      <a:pt x="304" y="135"/>
                    </a:cubicBezTo>
                    <a:cubicBezTo>
                      <a:pt x="304" y="134"/>
                      <a:pt x="303" y="134"/>
                      <a:pt x="303" y="133"/>
                    </a:cubicBezTo>
                    <a:cubicBezTo>
                      <a:pt x="298" y="128"/>
                      <a:pt x="295" y="121"/>
                      <a:pt x="293" y="113"/>
                    </a:cubicBezTo>
                    <a:cubicBezTo>
                      <a:pt x="292" y="109"/>
                      <a:pt x="295" y="104"/>
                      <a:pt x="299" y="103"/>
                    </a:cubicBezTo>
                    <a:cubicBezTo>
                      <a:pt x="303" y="103"/>
                      <a:pt x="307" y="105"/>
                      <a:pt x="308" y="109"/>
                    </a:cubicBezTo>
                    <a:cubicBezTo>
                      <a:pt x="310" y="115"/>
                      <a:pt x="312" y="120"/>
                      <a:pt x="315" y="123"/>
                    </a:cubicBezTo>
                    <a:cubicBezTo>
                      <a:pt x="318" y="127"/>
                      <a:pt x="321" y="130"/>
                      <a:pt x="325" y="132"/>
                    </a:cubicBezTo>
                    <a:cubicBezTo>
                      <a:pt x="331" y="135"/>
                      <a:pt x="337" y="137"/>
                      <a:pt x="342" y="138"/>
                    </a:cubicBezTo>
                    <a:cubicBezTo>
                      <a:pt x="346" y="139"/>
                      <a:pt x="350" y="139"/>
                      <a:pt x="350" y="139"/>
                    </a:cubicBezTo>
                    <a:cubicBezTo>
                      <a:pt x="350" y="139"/>
                      <a:pt x="350" y="139"/>
                      <a:pt x="350" y="139"/>
                    </a:cubicBezTo>
                    <a:cubicBezTo>
                      <a:pt x="350" y="139"/>
                      <a:pt x="350" y="139"/>
                      <a:pt x="350" y="139"/>
                    </a:cubicBezTo>
                    <a:cubicBezTo>
                      <a:pt x="354" y="139"/>
                      <a:pt x="357" y="143"/>
                      <a:pt x="357" y="147"/>
                    </a:cubicBezTo>
                    <a:cubicBezTo>
                      <a:pt x="357" y="151"/>
                      <a:pt x="354" y="155"/>
                      <a:pt x="349" y="155"/>
                    </a:cubicBezTo>
                    <a:cubicBezTo>
                      <a:pt x="349" y="155"/>
                      <a:pt x="345" y="154"/>
                      <a:pt x="339" y="153"/>
                    </a:cubicBezTo>
                    <a:cubicBezTo>
                      <a:pt x="335" y="152"/>
                      <a:pt x="329" y="151"/>
                      <a:pt x="324" y="149"/>
                    </a:cubicBezTo>
                    <a:cubicBezTo>
                      <a:pt x="323" y="149"/>
                      <a:pt x="323" y="149"/>
                      <a:pt x="323" y="150"/>
                    </a:cubicBezTo>
                    <a:cubicBezTo>
                      <a:pt x="323" y="150"/>
                      <a:pt x="323" y="150"/>
                      <a:pt x="323" y="150"/>
                    </a:cubicBezTo>
                    <a:cubicBezTo>
                      <a:pt x="323" y="150"/>
                      <a:pt x="323" y="150"/>
                      <a:pt x="323" y="150"/>
                    </a:cubicBezTo>
                    <a:cubicBezTo>
                      <a:pt x="323" y="150"/>
                      <a:pt x="323" y="150"/>
                      <a:pt x="322" y="150"/>
                    </a:cubicBezTo>
                    <a:cubicBezTo>
                      <a:pt x="322" y="150"/>
                      <a:pt x="322" y="150"/>
                      <a:pt x="322" y="151"/>
                    </a:cubicBezTo>
                    <a:cubicBezTo>
                      <a:pt x="321" y="151"/>
                      <a:pt x="320" y="152"/>
                      <a:pt x="319" y="154"/>
                    </a:cubicBezTo>
                    <a:cubicBezTo>
                      <a:pt x="317" y="156"/>
                      <a:pt x="314" y="161"/>
                      <a:pt x="311" y="166"/>
                    </a:cubicBezTo>
                    <a:cubicBezTo>
                      <a:pt x="308" y="170"/>
                      <a:pt x="306" y="175"/>
                      <a:pt x="304" y="181"/>
                    </a:cubicBezTo>
                    <a:cubicBezTo>
                      <a:pt x="302" y="187"/>
                      <a:pt x="301" y="193"/>
                      <a:pt x="301" y="200"/>
                    </a:cubicBezTo>
                    <a:cubicBezTo>
                      <a:pt x="301" y="204"/>
                      <a:pt x="301" y="209"/>
                      <a:pt x="302" y="213"/>
                    </a:cubicBezTo>
                    <a:cubicBezTo>
                      <a:pt x="303" y="220"/>
                      <a:pt x="306" y="226"/>
                      <a:pt x="310" y="233"/>
                    </a:cubicBezTo>
                    <a:cubicBezTo>
                      <a:pt x="316" y="242"/>
                      <a:pt x="325" y="252"/>
                      <a:pt x="338" y="262"/>
                    </a:cubicBezTo>
                    <a:cubicBezTo>
                      <a:pt x="343" y="266"/>
                      <a:pt x="344" y="273"/>
                      <a:pt x="340" y="278"/>
                    </a:cubicBezTo>
                    <a:cubicBezTo>
                      <a:pt x="336" y="283"/>
                      <a:pt x="329" y="284"/>
                      <a:pt x="324" y="280"/>
                    </a:cubicBezTo>
                    <a:cubicBezTo>
                      <a:pt x="311" y="271"/>
                      <a:pt x="301" y="261"/>
                      <a:pt x="294" y="251"/>
                    </a:cubicBezTo>
                    <a:cubicBezTo>
                      <a:pt x="287" y="241"/>
                      <a:pt x="282" y="231"/>
                      <a:pt x="280" y="221"/>
                    </a:cubicBezTo>
                    <a:cubicBezTo>
                      <a:pt x="280" y="221"/>
                      <a:pt x="280" y="220"/>
                      <a:pt x="280" y="220"/>
                    </a:cubicBezTo>
                    <a:cubicBezTo>
                      <a:pt x="263" y="214"/>
                      <a:pt x="248" y="208"/>
                      <a:pt x="236" y="201"/>
                    </a:cubicBezTo>
                    <a:cubicBezTo>
                      <a:pt x="218" y="190"/>
                      <a:pt x="205" y="179"/>
                      <a:pt x="195" y="167"/>
                    </a:cubicBezTo>
                    <a:cubicBezTo>
                      <a:pt x="185" y="155"/>
                      <a:pt x="179" y="142"/>
                      <a:pt x="175" y="131"/>
                    </a:cubicBezTo>
                    <a:cubicBezTo>
                      <a:pt x="173" y="123"/>
                      <a:pt x="172" y="116"/>
                      <a:pt x="171" y="109"/>
                    </a:cubicBezTo>
                    <a:cubicBezTo>
                      <a:pt x="171" y="103"/>
                      <a:pt x="171" y="97"/>
                      <a:pt x="171" y="92"/>
                    </a:cubicBezTo>
                    <a:cubicBezTo>
                      <a:pt x="166" y="94"/>
                      <a:pt x="159" y="96"/>
                      <a:pt x="153" y="99"/>
                    </a:cubicBezTo>
                    <a:cubicBezTo>
                      <a:pt x="146" y="102"/>
                      <a:pt x="140" y="106"/>
                      <a:pt x="134" y="110"/>
                    </a:cubicBezTo>
                    <a:cubicBezTo>
                      <a:pt x="126" y="117"/>
                      <a:pt x="119" y="124"/>
                      <a:pt x="113" y="134"/>
                    </a:cubicBezTo>
                    <a:cubicBezTo>
                      <a:pt x="108" y="143"/>
                      <a:pt x="104" y="153"/>
                      <a:pt x="103" y="165"/>
                    </a:cubicBezTo>
                    <a:cubicBezTo>
                      <a:pt x="102" y="173"/>
                      <a:pt x="102" y="173"/>
                      <a:pt x="102" y="173"/>
                    </a:cubicBezTo>
                    <a:cubicBezTo>
                      <a:pt x="95" y="175"/>
                      <a:pt x="95" y="175"/>
                      <a:pt x="95" y="175"/>
                    </a:cubicBezTo>
                    <a:cubicBezTo>
                      <a:pt x="95" y="175"/>
                      <a:pt x="95" y="175"/>
                      <a:pt x="95" y="175"/>
                    </a:cubicBezTo>
                    <a:cubicBezTo>
                      <a:pt x="95" y="175"/>
                      <a:pt x="95" y="175"/>
                      <a:pt x="95" y="175"/>
                    </a:cubicBezTo>
                    <a:cubicBezTo>
                      <a:pt x="95" y="175"/>
                      <a:pt x="95" y="175"/>
                      <a:pt x="95" y="175"/>
                    </a:cubicBezTo>
                    <a:cubicBezTo>
                      <a:pt x="95" y="175"/>
                      <a:pt x="95" y="175"/>
                      <a:pt x="95" y="175"/>
                    </a:cubicBezTo>
                    <a:cubicBezTo>
                      <a:pt x="94" y="175"/>
                      <a:pt x="94" y="175"/>
                      <a:pt x="94" y="175"/>
                    </a:cubicBezTo>
                    <a:cubicBezTo>
                      <a:pt x="94" y="175"/>
                      <a:pt x="94" y="175"/>
                      <a:pt x="94" y="175"/>
                    </a:cubicBezTo>
                    <a:cubicBezTo>
                      <a:pt x="94" y="175"/>
                      <a:pt x="93" y="176"/>
                      <a:pt x="92" y="176"/>
                    </a:cubicBezTo>
                    <a:cubicBezTo>
                      <a:pt x="90" y="177"/>
                      <a:pt x="87" y="178"/>
                      <a:pt x="84" y="180"/>
                    </a:cubicBezTo>
                    <a:cubicBezTo>
                      <a:pt x="77" y="183"/>
                      <a:pt x="68" y="188"/>
                      <a:pt x="59" y="196"/>
                    </a:cubicBezTo>
                    <a:cubicBezTo>
                      <a:pt x="54" y="202"/>
                      <a:pt x="48" y="208"/>
                      <a:pt x="44" y="216"/>
                    </a:cubicBezTo>
                    <a:cubicBezTo>
                      <a:pt x="39" y="224"/>
                      <a:pt x="36" y="232"/>
                      <a:pt x="34" y="243"/>
                    </a:cubicBezTo>
                    <a:cubicBezTo>
                      <a:pt x="32" y="250"/>
                      <a:pt x="32" y="258"/>
                      <a:pt x="32" y="268"/>
                    </a:cubicBezTo>
                    <a:cubicBezTo>
                      <a:pt x="33" y="269"/>
                      <a:pt x="33" y="271"/>
                      <a:pt x="33" y="272"/>
                    </a:cubicBezTo>
                    <a:cubicBezTo>
                      <a:pt x="33" y="272"/>
                      <a:pt x="33" y="272"/>
                      <a:pt x="33" y="272"/>
                    </a:cubicBezTo>
                    <a:cubicBezTo>
                      <a:pt x="33" y="272"/>
                      <a:pt x="33" y="272"/>
                      <a:pt x="33" y="272"/>
                    </a:cubicBezTo>
                    <a:cubicBezTo>
                      <a:pt x="33" y="272"/>
                      <a:pt x="33" y="273"/>
                      <a:pt x="33" y="273"/>
                    </a:cubicBezTo>
                    <a:cubicBezTo>
                      <a:pt x="33" y="273"/>
                      <a:pt x="33" y="273"/>
                      <a:pt x="33" y="274"/>
                    </a:cubicBezTo>
                    <a:cubicBezTo>
                      <a:pt x="33" y="275"/>
                      <a:pt x="33" y="277"/>
                      <a:pt x="33" y="280"/>
                    </a:cubicBezTo>
                    <a:cubicBezTo>
                      <a:pt x="34" y="285"/>
                      <a:pt x="36" y="292"/>
                      <a:pt x="39" y="300"/>
                    </a:cubicBezTo>
                    <a:cubicBezTo>
                      <a:pt x="42" y="305"/>
                      <a:pt x="45" y="311"/>
                      <a:pt x="49" y="316"/>
                    </a:cubicBezTo>
                    <a:cubicBezTo>
                      <a:pt x="55" y="323"/>
                      <a:pt x="62" y="330"/>
                      <a:pt x="73" y="337"/>
                    </a:cubicBezTo>
                    <a:cubicBezTo>
                      <a:pt x="82" y="342"/>
                      <a:pt x="94" y="347"/>
                      <a:pt x="108" y="350"/>
                    </a:cubicBezTo>
                    <a:cubicBezTo>
                      <a:pt x="122" y="353"/>
                      <a:pt x="139" y="355"/>
                      <a:pt x="160" y="355"/>
                    </a:cubicBezTo>
                    <a:cubicBezTo>
                      <a:pt x="161" y="355"/>
                      <a:pt x="162" y="356"/>
                      <a:pt x="163" y="356"/>
                    </a:cubicBezTo>
                    <a:cubicBezTo>
                      <a:pt x="164" y="351"/>
                      <a:pt x="166" y="346"/>
                      <a:pt x="168" y="341"/>
                    </a:cubicBezTo>
                    <a:cubicBezTo>
                      <a:pt x="170" y="338"/>
                      <a:pt x="172" y="336"/>
                      <a:pt x="174" y="333"/>
                    </a:cubicBezTo>
                    <a:cubicBezTo>
                      <a:pt x="177" y="330"/>
                      <a:pt x="182" y="329"/>
                      <a:pt x="185" y="332"/>
                    </a:cubicBezTo>
                    <a:cubicBezTo>
                      <a:pt x="188" y="335"/>
                      <a:pt x="189" y="340"/>
                      <a:pt x="186" y="343"/>
                    </a:cubicBezTo>
                    <a:cubicBezTo>
                      <a:pt x="184" y="345"/>
                      <a:pt x="183" y="347"/>
                      <a:pt x="182" y="349"/>
                    </a:cubicBezTo>
                    <a:cubicBezTo>
                      <a:pt x="180" y="353"/>
                      <a:pt x="178" y="356"/>
                      <a:pt x="178" y="360"/>
                    </a:cubicBezTo>
                    <a:cubicBezTo>
                      <a:pt x="177" y="363"/>
                      <a:pt x="177" y="367"/>
                      <a:pt x="177" y="370"/>
                    </a:cubicBezTo>
                    <a:cubicBezTo>
                      <a:pt x="177" y="377"/>
                      <a:pt x="179" y="382"/>
                      <a:pt x="181" y="386"/>
                    </a:cubicBezTo>
                    <a:cubicBezTo>
                      <a:pt x="182" y="388"/>
                      <a:pt x="183" y="390"/>
                      <a:pt x="183" y="390"/>
                    </a:cubicBezTo>
                    <a:cubicBezTo>
                      <a:pt x="183" y="390"/>
                      <a:pt x="183" y="390"/>
                      <a:pt x="183" y="390"/>
                    </a:cubicBezTo>
                    <a:cubicBezTo>
                      <a:pt x="183" y="390"/>
                      <a:pt x="183" y="390"/>
                      <a:pt x="183" y="390"/>
                    </a:cubicBezTo>
                    <a:cubicBezTo>
                      <a:pt x="183" y="390"/>
                      <a:pt x="183" y="390"/>
                      <a:pt x="183" y="390"/>
                    </a:cubicBezTo>
                    <a:cubicBezTo>
                      <a:pt x="185" y="393"/>
                      <a:pt x="184" y="398"/>
                      <a:pt x="180" y="400"/>
                    </a:cubicBezTo>
                    <a:cubicBezTo>
                      <a:pt x="177" y="403"/>
                      <a:pt x="172" y="402"/>
                      <a:pt x="170" y="398"/>
                    </a:cubicBezTo>
                    <a:cubicBezTo>
                      <a:pt x="169" y="398"/>
                      <a:pt x="168" y="395"/>
                      <a:pt x="166" y="392"/>
                    </a:cubicBezTo>
                    <a:cubicBezTo>
                      <a:pt x="165" y="388"/>
                      <a:pt x="163" y="384"/>
                      <a:pt x="162" y="378"/>
                    </a:cubicBezTo>
                    <a:cubicBezTo>
                      <a:pt x="162" y="379"/>
                      <a:pt x="161" y="379"/>
                      <a:pt x="160" y="379"/>
                    </a:cubicBezTo>
                    <a:cubicBezTo>
                      <a:pt x="138" y="379"/>
                      <a:pt x="119" y="376"/>
                      <a:pt x="103" y="373"/>
                    </a:cubicBezTo>
                    <a:cubicBezTo>
                      <a:pt x="86" y="369"/>
                      <a:pt x="73" y="363"/>
                      <a:pt x="62" y="357"/>
                    </a:cubicBezTo>
                    <a:cubicBezTo>
                      <a:pt x="47" y="348"/>
                      <a:pt x="36" y="338"/>
                      <a:pt x="28" y="327"/>
                    </a:cubicBezTo>
                    <a:cubicBezTo>
                      <a:pt x="23" y="320"/>
                      <a:pt x="20" y="314"/>
                      <a:pt x="17" y="307"/>
                    </a:cubicBezTo>
                    <a:cubicBezTo>
                      <a:pt x="14" y="313"/>
                      <a:pt x="10" y="321"/>
                      <a:pt x="7" y="329"/>
                    </a:cubicBezTo>
                    <a:cubicBezTo>
                      <a:pt x="4" y="337"/>
                      <a:pt x="2" y="347"/>
                      <a:pt x="1" y="357"/>
                    </a:cubicBezTo>
                    <a:cubicBezTo>
                      <a:pt x="0" y="363"/>
                      <a:pt x="0" y="370"/>
                      <a:pt x="1" y="377"/>
                    </a:cubicBezTo>
                    <a:cubicBezTo>
                      <a:pt x="1" y="379"/>
                      <a:pt x="1" y="380"/>
                      <a:pt x="1" y="382"/>
                    </a:cubicBezTo>
                    <a:cubicBezTo>
                      <a:pt x="4" y="379"/>
                      <a:pt x="6" y="376"/>
                      <a:pt x="9" y="373"/>
                    </a:cubicBezTo>
                    <a:cubicBezTo>
                      <a:pt x="14" y="367"/>
                      <a:pt x="21" y="361"/>
                      <a:pt x="29" y="357"/>
                    </a:cubicBezTo>
                    <a:cubicBezTo>
                      <a:pt x="35" y="354"/>
                      <a:pt x="42" y="356"/>
                      <a:pt x="45" y="361"/>
                    </a:cubicBezTo>
                    <a:cubicBezTo>
                      <a:pt x="48" y="367"/>
                      <a:pt x="46" y="374"/>
                      <a:pt x="41" y="377"/>
                    </a:cubicBezTo>
                    <a:cubicBezTo>
                      <a:pt x="35" y="380"/>
                      <a:pt x="30" y="384"/>
                      <a:pt x="26" y="389"/>
                    </a:cubicBezTo>
                    <a:cubicBezTo>
                      <a:pt x="22" y="393"/>
                      <a:pt x="19" y="398"/>
                      <a:pt x="16" y="402"/>
                    </a:cubicBezTo>
                    <a:cubicBezTo>
                      <a:pt x="13" y="407"/>
                      <a:pt x="11" y="412"/>
                      <a:pt x="10" y="415"/>
                    </a:cubicBezTo>
                    <a:cubicBezTo>
                      <a:pt x="10" y="416"/>
                      <a:pt x="10" y="416"/>
                      <a:pt x="10" y="417"/>
                    </a:cubicBezTo>
                    <a:cubicBezTo>
                      <a:pt x="9" y="418"/>
                      <a:pt x="9" y="418"/>
                      <a:pt x="9" y="419"/>
                    </a:cubicBezTo>
                    <a:cubicBezTo>
                      <a:pt x="9" y="419"/>
                      <a:pt x="9" y="419"/>
                      <a:pt x="9" y="419"/>
                    </a:cubicBezTo>
                    <a:cubicBezTo>
                      <a:pt x="9" y="420"/>
                      <a:pt x="9" y="420"/>
                      <a:pt x="8" y="420"/>
                    </a:cubicBezTo>
                    <a:cubicBezTo>
                      <a:pt x="8" y="420"/>
                      <a:pt x="8" y="420"/>
                      <a:pt x="8" y="421"/>
                    </a:cubicBezTo>
                    <a:cubicBezTo>
                      <a:pt x="8" y="421"/>
                      <a:pt x="8" y="421"/>
                      <a:pt x="8" y="421"/>
                    </a:cubicBezTo>
                    <a:cubicBezTo>
                      <a:pt x="7" y="425"/>
                      <a:pt x="5" y="430"/>
                      <a:pt x="4" y="436"/>
                    </a:cubicBezTo>
                    <a:cubicBezTo>
                      <a:pt x="2" y="448"/>
                      <a:pt x="0" y="465"/>
                      <a:pt x="3" y="483"/>
                    </a:cubicBezTo>
                    <a:cubicBezTo>
                      <a:pt x="5" y="495"/>
                      <a:pt x="9" y="508"/>
                      <a:pt x="16" y="520"/>
                    </a:cubicBezTo>
                    <a:cubicBezTo>
                      <a:pt x="19" y="528"/>
                      <a:pt x="24" y="535"/>
                      <a:pt x="31" y="542"/>
                    </a:cubicBezTo>
                    <a:cubicBezTo>
                      <a:pt x="33" y="545"/>
                      <a:pt x="36" y="548"/>
                      <a:pt x="39" y="551"/>
                    </a:cubicBezTo>
                    <a:cubicBezTo>
                      <a:pt x="40" y="547"/>
                      <a:pt x="41" y="542"/>
                      <a:pt x="42" y="537"/>
                    </a:cubicBezTo>
                    <a:cubicBezTo>
                      <a:pt x="45" y="524"/>
                      <a:pt x="51" y="508"/>
                      <a:pt x="59" y="493"/>
                    </a:cubicBezTo>
                    <a:cubicBezTo>
                      <a:pt x="67" y="479"/>
                      <a:pt x="78" y="465"/>
                      <a:pt x="93" y="453"/>
                    </a:cubicBezTo>
                    <a:cubicBezTo>
                      <a:pt x="107" y="441"/>
                      <a:pt x="125" y="431"/>
                      <a:pt x="147" y="425"/>
                    </a:cubicBezTo>
                    <a:cubicBezTo>
                      <a:pt x="147" y="425"/>
                      <a:pt x="147" y="425"/>
                      <a:pt x="147" y="425"/>
                    </a:cubicBezTo>
                    <a:cubicBezTo>
                      <a:pt x="147" y="425"/>
                      <a:pt x="147" y="425"/>
                      <a:pt x="147" y="425"/>
                    </a:cubicBezTo>
                    <a:cubicBezTo>
                      <a:pt x="147" y="425"/>
                      <a:pt x="147" y="425"/>
                      <a:pt x="147" y="425"/>
                    </a:cubicBezTo>
                    <a:cubicBezTo>
                      <a:pt x="147" y="425"/>
                      <a:pt x="147" y="425"/>
                      <a:pt x="147" y="425"/>
                    </a:cubicBezTo>
                    <a:cubicBezTo>
                      <a:pt x="149" y="425"/>
                      <a:pt x="157" y="423"/>
                      <a:pt x="169" y="421"/>
                    </a:cubicBezTo>
                    <a:cubicBezTo>
                      <a:pt x="182" y="420"/>
                      <a:pt x="200" y="420"/>
                      <a:pt x="220" y="424"/>
                    </a:cubicBezTo>
                    <a:cubicBezTo>
                      <a:pt x="233" y="426"/>
                      <a:pt x="247" y="431"/>
                      <a:pt x="260" y="439"/>
                    </a:cubicBezTo>
                    <a:cubicBezTo>
                      <a:pt x="269" y="444"/>
                      <a:pt x="278" y="450"/>
                      <a:pt x="286" y="458"/>
                    </a:cubicBezTo>
                    <a:cubicBezTo>
                      <a:pt x="294" y="466"/>
                      <a:pt x="301" y="475"/>
                      <a:pt x="308" y="486"/>
                    </a:cubicBezTo>
                    <a:cubicBezTo>
                      <a:pt x="312" y="491"/>
                      <a:pt x="310" y="499"/>
                      <a:pt x="305" y="502"/>
                    </a:cubicBezTo>
                    <a:cubicBezTo>
                      <a:pt x="299" y="505"/>
                      <a:pt x="292" y="504"/>
                      <a:pt x="289" y="498"/>
                    </a:cubicBezTo>
                    <a:cubicBezTo>
                      <a:pt x="283" y="489"/>
                      <a:pt x="276" y="481"/>
                      <a:pt x="270" y="475"/>
                    </a:cubicBezTo>
                    <a:cubicBezTo>
                      <a:pt x="263" y="468"/>
                      <a:pt x="256" y="463"/>
                      <a:pt x="249" y="459"/>
                    </a:cubicBezTo>
                    <a:cubicBezTo>
                      <a:pt x="238" y="453"/>
                      <a:pt x="226" y="449"/>
                      <a:pt x="215" y="447"/>
                    </a:cubicBezTo>
                    <a:cubicBezTo>
                      <a:pt x="205" y="444"/>
                      <a:pt x="194" y="444"/>
                      <a:pt x="185" y="444"/>
                    </a:cubicBezTo>
                    <a:cubicBezTo>
                      <a:pt x="167" y="444"/>
                      <a:pt x="154" y="448"/>
                      <a:pt x="154" y="448"/>
                    </a:cubicBezTo>
                    <a:cubicBezTo>
                      <a:pt x="154" y="448"/>
                      <a:pt x="154" y="448"/>
                      <a:pt x="154" y="448"/>
                    </a:cubicBezTo>
                    <a:cubicBezTo>
                      <a:pt x="154" y="448"/>
                      <a:pt x="154" y="448"/>
                      <a:pt x="154" y="448"/>
                    </a:cubicBezTo>
                    <a:cubicBezTo>
                      <a:pt x="154" y="448"/>
                      <a:pt x="154" y="448"/>
                      <a:pt x="154" y="448"/>
                    </a:cubicBezTo>
                    <a:cubicBezTo>
                      <a:pt x="135" y="453"/>
                      <a:pt x="120" y="461"/>
                      <a:pt x="108" y="471"/>
                    </a:cubicBezTo>
                    <a:cubicBezTo>
                      <a:pt x="96" y="481"/>
                      <a:pt x="86" y="493"/>
                      <a:pt x="79" y="505"/>
                    </a:cubicBezTo>
                    <a:cubicBezTo>
                      <a:pt x="72" y="518"/>
                      <a:pt x="67" y="531"/>
                      <a:pt x="65" y="542"/>
                    </a:cubicBezTo>
                    <a:cubicBezTo>
                      <a:pt x="62" y="551"/>
                      <a:pt x="62" y="559"/>
                      <a:pt x="62" y="565"/>
                    </a:cubicBezTo>
                    <a:cubicBezTo>
                      <a:pt x="62" y="566"/>
                      <a:pt x="62" y="568"/>
                      <a:pt x="62" y="569"/>
                    </a:cubicBezTo>
                    <a:cubicBezTo>
                      <a:pt x="62" y="570"/>
                      <a:pt x="62" y="570"/>
                      <a:pt x="62" y="570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7"/>
                      <a:pt x="63" y="577"/>
                      <a:pt x="63" y="578"/>
                    </a:cubicBezTo>
                    <a:cubicBezTo>
                      <a:pt x="63" y="581"/>
                      <a:pt x="63" y="584"/>
                      <a:pt x="64" y="588"/>
                    </a:cubicBezTo>
                    <a:cubicBezTo>
                      <a:pt x="65" y="595"/>
                      <a:pt x="68" y="606"/>
                      <a:pt x="74" y="618"/>
                    </a:cubicBezTo>
                    <a:cubicBezTo>
                      <a:pt x="78" y="626"/>
                      <a:pt x="83" y="634"/>
                      <a:pt x="89" y="642"/>
                    </a:cubicBezTo>
                    <a:cubicBezTo>
                      <a:pt x="98" y="653"/>
                      <a:pt x="110" y="664"/>
                      <a:pt x="126" y="673"/>
                    </a:cubicBezTo>
                    <a:cubicBezTo>
                      <a:pt x="139" y="681"/>
                      <a:pt x="156" y="688"/>
                      <a:pt x="177" y="692"/>
                    </a:cubicBezTo>
                    <a:cubicBezTo>
                      <a:pt x="177" y="692"/>
                      <a:pt x="177" y="692"/>
                      <a:pt x="177" y="692"/>
                    </a:cubicBezTo>
                    <a:cubicBezTo>
                      <a:pt x="178" y="692"/>
                      <a:pt x="178" y="693"/>
                      <a:pt x="180" y="693"/>
                    </a:cubicBezTo>
                    <a:cubicBezTo>
                      <a:pt x="182" y="693"/>
                      <a:pt x="185" y="693"/>
                      <a:pt x="189" y="693"/>
                    </a:cubicBezTo>
                    <a:cubicBezTo>
                      <a:pt x="197" y="693"/>
                      <a:pt x="208" y="693"/>
                      <a:pt x="219" y="690"/>
                    </a:cubicBezTo>
                    <a:cubicBezTo>
                      <a:pt x="227" y="688"/>
                      <a:pt x="234" y="685"/>
                      <a:pt x="241" y="681"/>
                    </a:cubicBezTo>
                    <a:cubicBezTo>
                      <a:pt x="247" y="678"/>
                      <a:pt x="252" y="675"/>
                      <a:pt x="256" y="672"/>
                    </a:cubicBezTo>
                    <a:cubicBezTo>
                      <a:pt x="260" y="669"/>
                      <a:pt x="263" y="666"/>
                      <a:pt x="267" y="662"/>
                    </a:cubicBezTo>
                    <a:cubicBezTo>
                      <a:pt x="270" y="660"/>
                      <a:pt x="272" y="657"/>
                      <a:pt x="275" y="654"/>
                    </a:cubicBezTo>
                    <a:cubicBezTo>
                      <a:pt x="278" y="650"/>
                      <a:pt x="282" y="645"/>
                      <a:pt x="286" y="638"/>
                    </a:cubicBezTo>
                    <a:cubicBezTo>
                      <a:pt x="292" y="630"/>
                      <a:pt x="298" y="620"/>
                      <a:pt x="306" y="607"/>
                    </a:cubicBezTo>
                    <a:cubicBezTo>
                      <a:pt x="306" y="607"/>
                      <a:pt x="306" y="607"/>
                      <a:pt x="306" y="607"/>
                    </a:cubicBezTo>
                    <a:lnTo>
                      <a:pt x="475" y="31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40" name="任意多边形: 形状 39"/>
              <p:cNvSpPr/>
              <p:nvPr/>
            </p:nvSpPr>
            <p:spPr bwMode="auto">
              <a:xfrm flipH="1">
                <a:off x="2228960" y="2559906"/>
                <a:ext cx="145469" cy="263663"/>
              </a:xfrm>
              <a:custGeom>
                <a:avLst/>
                <a:gdLst/>
                <a:ahLst/>
                <a:cxnLst>
                  <a:cxn ang="0">
                    <a:pos x="18" y="197"/>
                  </a:cxn>
                  <a:cxn ang="0">
                    <a:pos x="14" y="195"/>
                  </a:cxn>
                  <a:cxn ang="0">
                    <a:pos x="9" y="156"/>
                  </a:cxn>
                  <a:cxn ang="0">
                    <a:pos x="44" y="35"/>
                  </a:cxn>
                  <a:cxn ang="0">
                    <a:pos x="67" y="3"/>
                  </a:cxn>
                  <a:cxn ang="0">
                    <a:pos x="99" y="26"/>
                  </a:cxn>
                  <a:cxn ang="0">
                    <a:pos x="54" y="190"/>
                  </a:cxn>
                  <a:cxn ang="0">
                    <a:pos x="18" y="197"/>
                  </a:cxn>
                </a:cxnLst>
                <a:rect l="0" t="0" r="r" b="b"/>
                <a:pathLst>
                  <a:path w="113" h="204">
                    <a:moveTo>
                      <a:pt x="18" y="197"/>
                    </a:moveTo>
                    <a:cubicBezTo>
                      <a:pt x="17" y="197"/>
                      <a:pt x="16" y="196"/>
                      <a:pt x="14" y="195"/>
                    </a:cubicBezTo>
                    <a:cubicBezTo>
                      <a:pt x="2" y="186"/>
                      <a:pt x="0" y="168"/>
                      <a:pt x="9" y="156"/>
                    </a:cubicBezTo>
                    <a:cubicBezTo>
                      <a:pt x="10" y="155"/>
                      <a:pt x="54" y="97"/>
                      <a:pt x="44" y="35"/>
                    </a:cubicBezTo>
                    <a:cubicBezTo>
                      <a:pt x="41" y="20"/>
                      <a:pt x="52" y="5"/>
                      <a:pt x="67" y="3"/>
                    </a:cubicBezTo>
                    <a:cubicBezTo>
                      <a:pt x="83" y="0"/>
                      <a:pt x="97" y="11"/>
                      <a:pt x="99" y="26"/>
                    </a:cubicBezTo>
                    <a:cubicBezTo>
                      <a:pt x="113" y="112"/>
                      <a:pt x="56" y="187"/>
                      <a:pt x="54" y="190"/>
                    </a:cubicBezTo>
                    <a:cubicBezTo>
                      <a:pt x="45" y="202"/>
                      <a:pt x="30" y="204"/>
                      <a:pt x="18" y="19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 fontScale="77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41" name="任意多边形: 形状 40"/>
              <p:cNvSpPr/>
              <p:nvPr/>
            </p:nvSpPr>
            <p:spPr bwMode="auto">
              <a:xfrm flipH="1">
                <a:off x="1968327" y="2715983"/>
                <a:ext cx="216689" cy="219719"/>
              </a:xfrm>
              <a:custGeom>
                <a:avLst/>
                <a:gdLst/>
                <a:ahLst/>
                <a:cxnLst>
                  <a:cxn ang="0">
                    <a:pos x="18" y="162"/>
                  </a:cxn>
                  <a:cxn ang="0">
                    <a:pos x="6" y="127"/>
                  </a:cxn>
                  <a:cxn ang="0">
                    <a:pos x="125" y="6"/>
                  </a:cxn>
                  <a:cxn ang="0">
                    <a:pos x="161" y="22"/>
                  </a:cxn>
                  <a:cxn ang="0">
                    <a:pos x="145" y="58"/>
                  </a:cxn>
                  <a:cxn ang="0">
                    <a:pos x="58" y="149"/>
                  </a:cxn>
                  <a:cxn ang="0">
                    <a:pos x="21" y="164"/>
                  </a:cxn>
                  <a:cxn ang="0">
                    <a:pos x="18" y="162"/>
                  </a:cxn>
                </a:cxnLst>
                <a:rect l="0" t="0" r="r" b="b"/>
                <a:pathLst>
                  <a:path w="167" h="170">
                    <a:moveTo>
                      <a:pt x="18" y="162"/>
                    </a:moveTo>
                    <a:cubicBezTo>
                      <a:pt x="6" y="155"/>
                      <a:pt x="0" y="140"/>
                      <a:pt x="6" y="127"/>
                    </a:cubicBezTo>
                    <a:cubicBezTo>
                      <a:pt x="7" y="124"/>
                      <a:pt x="44" y="37"/>
                      <a:pt x="125" y="6"/>
                    </a:cubicBezTo>
                    <a:cubicBezTo>
                      <a:pt x="140" y="0"/>
                      <a:pt x="156" y="8"/>
                      <a:pt x="161" y="22"/>
                    </a:cubicBezTo>
                    <a:cubicBezTo>
                      <a:pt x="167" y="37"/>
                      <a:pt x="160" y="53"/>
                      <a:pt x="145" y="58"/>
                    </a:cubicBezTo>
                    <a:cubicBezTo>
                      <a:pt x="87" y="81"/>
                      <a:pt x="58" y="148"/>
                      <a:pt x="58" y="149"/>
                    </a:cubicBezTo>
                    <a:cubicBezTo>
                      <a:pt x="52" y="163"/>
                      <a:pt x="35" y="170"/>
                      <a:pt x="21" y="164"/>
                    </a:cubicBezTo>
                    <a:cubicBezTo>
                      <a:pt x="20" y="163"/>
                      <a:pt x="19" y="163"/>
                      <a:pt x="18" y="16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42" name="任意多边形: 形状 41"/>
              <p:cNvSpPr/>
              <p:nvPr/>
            </p:nvSpPr>
            <p:spPr bwMode="auto">
              <a:xfrm flipH="1">
                <a:off x="3541755" y="4995913"/>
                <a:ext cx="4664464" cy="1169391"/>
              </a:xfrm>
              <a:custGeom>
                <a:avLst/>
                <a:gdLst>
                  <a:gd name="T0" fmla="*/ 229 w 695"/>
                  <a:gd name="T1" fmla="*/ 157 h 174"/>
                  <a:gd name="T2" fmla="*/ 338 w 695"/>
                  <a:gd name="T3" fmla="*/ 173 h 174"/>
                  <a:gd name="T4" fmla="*/ 395 w 695"/>
                  <a:gd name="T5" fmla="*/ 157 h 174"/>
                  <a:gd name="T6" fmla="*/ 273 w 695"/>
                  <a:gd name="T7" fmla="*/ 86 h 174"/>
                  <a:gd name="T8" fmla="*/ 273 w 695"/>
                  <a:gd name="T9" fmla="*/ 72 h 174"/>
                  <a:gd name="T10" fmla="*/ 355 w 695"/>
                  <a:gd name="T11" fmla="*/ 82 h 174"/>
                  <a:gd name="T12" fmla="*/ 493 w 695"/>
                  <a:gd name="T13" fmla="*/ 99 h 174"/>
                  <a:gd name="T14" fmla="*/ 563 w 695"/>
                  <a:gd name="T15" fmla="*/ 86 h 174"/>
                  <a:gd name="T16" fmla="*/ 534 w 695"/>
                  <a:gd name="T17" fmla="*/ 47 h 174"/>
                  <a:gd name="T18" fmla="*/ 569 w 695"/>
                  <a:gd name="T19" fmla="*/ 32 h 174"/>
                  <a:gd name="T20" fmla="*/ 656 w 695"/>
                  <a:gd name="T21" fmla="*/ 39 h 174"/>
                  <a:gd name="T22" fmla="*/ 653 w 695"/>
                  <a:gd name="T23" fmla="*/ 8 h 174"/>
                  <a:gd name="T24" fmla="*/ 656 w 695"/>
                  <a:gd name="T25" fmla="*/ 4 h 174"/>
                  <a:gd name="T26" fmla="*/ 677 w 695"/>
                  <a:gd name="T27" fmla="*/ 3 h 174"/>
                  <a:gd name="T28" fmla="*/ 689 w 695"/>
                  <a:gd name="T29" fmla="*/ 2 h 174"/>
                  <a:gd name="T30" fmla="*/ 656 w 695"/>
                  <a:gd name="T31" fmla="*/ 1 h 174"/>
                  <a:gd name="T32" fmla="*/ 645 w 695"/>
                  <a:gd name="T33" fmla="*/ 8 h 174"/>
                  <a:gd name="T34" fmla="*/ 652 w 695"/>
                  <a:gd name="T35" fmla="*/ 28 h 174"/>
                  <a:gd name="T36" fmla="*/ 633 w 695"/>
                  <a:gd name="T37" fmla="*/ 32 h 174"/>
                  <a:gd name="T38" fmla="*/ 631 w 695"/>
                  <a:gd name="T39" fmla="*/ 31 h 174"/>
                  <a:gd name="T40" fmla="*/ 623 w 695"/>
                  <a:gd name="T41" fmla="*/ 29 h 174"/>
                  <a:gd name="T42" fmla="*/ 588 w 695"/>
                  <a:gd name="T43" fmla="*/ 27 h 174"/>
                  <a:gd name="T44" fmla="*/ 573 w 695"/>
                  <a:gd name="T45" fmla="*/ 24 h 174"/>
                  <a:gd name="T46" fmla="*/ 562 w 695"/>
                  <a:gd name="T47" fmla="*/ 22 h 174"/>
                  <a:gd name="T48" fmla="*/ 532 w 695"/>
                  <a:gd name="T49" fmla="*/ 21 h 174"/>
                  <a:gd name="T50" fmla="*/ 498 w 695"/>
                  <a:gd name="T51" fmla="*/ 36 h 174"/>
                  <a:gd name="T52" fmla="*/ 500 w 695"/>
                  <a:gd name="T53" fmla="*/ 43 h 174"/>
                  <a:gd name="T54" fmla="*/ 516 w 695"/>
                  <a:gd name="T55" fmla="*/ 47 h 174"/>
                  <a:gd name="T56" fmla="*/ 509 w 695"/>
                  <a:gd name="T57" fmla="*/ 51 h 174"/>
                  <a:gd name="T58" fmla="*/ 529 w 695"/>
                  <a:gd name="T59" fmla="*/ 74 h 174"/>
                  <a:gd name="T60" fmla="*/ 535 w 695"/>
                  <a:gd name="T61" fmla="*/ 83 h 174"/>
                  <a:gd name="T62" fmla="*/ 515 w 695"/>
                  <a:gd name="T63" fmla="*/ 91 h 174"/>
                  <a:gd name="T64" fmla="*/ 466 w 695"/>
                  <a:gd name="T65" fmla="*/ 86 h 174"/>
                  <a:gd name="T66" fmla="*/ 444 w 695"/>
                  <a:gd name="T67" fmla="*/ 84 h 174"/>
                  <a:gd name="T68" fmla="*/ 435 w 695"/>
                  <a:gd name="T69" fmla="*/ 82 h 174"/>
                  <a:gd name="T70" fmla="*/ 418 w 695"/>
                  <a:gd name="T71" fmla="*/ 82 h 174"/>
                  <a:gd name="T72" fmla="*/ 383 w 695"/>
                  <a:gd name="T73" fmla="*/ 77 h 174"/>
                  <a:gd name="T74" fmla="*/ 346 w 695"/>
                  <a:gd name="T75" fmla="*/ 71 h 174"/>
                  <a:gd name="T76" fmla="*/ 307 w 695"/>
                  <a:gd name="T77" fmla="*/ 68 h 174"/>
                  <a:gd name="T78" fmla="*/ 240 w 695"/>
                  <a:gd name="T79" fmla="*/ 69 h 174"/>
                  <a:gd name="T80" fmla="*/ 241 w 695"/>
                  <a:gd name="T81" fmla="*/ 78 h 174"/>
                  <a:gd name="T82" fmla="*/ 247 w 695"/>
                  <a:gd name="T83" fmla="*/ 84 h 174"/>
                  <a:gd name="T84" fmla="*/ 245 w 695"/>
                  <a:gd name="T85" fmla="*/ 86 h 174"/>
                  <a:gd name="T86" fmla="*/ 269 w 695"/>
                  <a:gd name="T87" fmla="*/ 98 h 174"/>
                  <a:gd name="T88" fmla="*/ 293 w 695"/>
                  <a:gd name="T89" fmla="*/ 111 h 174"/>
                  <a:gd name="T90" fmla="*/ 308 w 695"/>
                  <a:gd name="T91" fmla="*/ 118 h 174"/>
                  <a:gd name="T92" fmla="*/ 332 w 695"/>
                  <a:gd name="T93" fmla="*/ 128 h 174"/>
                  <a:gd name="T94" fmla="*/ 352 w 695"/>
                  <a:gd name="T95" fmla="*/ 144 h 174"/>
                  <a:gd name="T96" fmla="*/ 371 w 695"/>
                  <a:gd name="T97" fmla="*/ 156 h 174"/>
                  <a:gd name="T98" fmla="*/ 370 w 695"/>
                  <a:gd name="T99" fmla="*/ 167 h 174"/>
                  <a:gd name="T100" fmla="*/ 281 w 695"/>
                  <a:gd name="T101" fmla="*/ 157 h 174"/>
                  <a:gd name="T102" fmla="*/ 249 w 695"/>
                  <a:gd name="T103" fmla="*/ 152 h 174"/>
                  <a:gd name="T104" fmla="*/ 160 w 695"/>
                  <a:gd name="T105" fmla="*/ 140 h 174"/>
                  <a:gd name="T106" fmla="*/ 79 w 695"/>
                  <a:gd name="T107" fmla="*/ 123 h 174"/>
                  <a:gd name="T108" fmla="*/ 656 w 695"/>
                  <a:gd name="T109" fmla="*/ 33 h 174"/>
                  <a:gd name="T110" fmla="*/ 648 w 695"/>
                  <a:gd name="T111" fmla="*/ 5 h 174"/>
                  <a:gd name="T112" fmla="*/ 655 w 695"/>
                  <a:gd name="T113" fmla="*/ 33 h 174"/>
                  <a:gd name="T114" fmla="*/ 648 w 695"/>
                  <a:gd name="T115" fmla="*/ 37 h 174"/>
                  <a:gd name="T116" fmla="*/ 535 w 695"/>
                  <a:gd name="T117" fmla="*/ 92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695" h="174">
                    <a:moveTo>
                      <a:pt x="78" y="130"/>
                    </a:moveTo>
                    <a:cubicBezTo>
                      <a:pt x="88" y="132"/>
                      <a:pt x="101" y="134"/>
                      <a:pt x="109" y="136"/>
                    </a:cubicBezTo>
                    <a:cubicBezTo>
                      <a:pt x="147" y="143"/>
                      <a:pt x="179" y="151"/>
                      <a:pt x="220" y="157"/>
                    </a:cubicBezTo>
                    <a:cubicBezTo>
                      <a:pt x="219" y="157"/>
                      <a:pt x="222" y="157"/>
                      <a:pt x="225" y="157"/>
                    </a:cubicBezTo>
                    <a:cubicBezTo>
                      <a:pt x="224" y="157"/>
                      <a:pt x="224" y="157"/>
                      <a:pt x="224" y="157"/>
                    </a:cubicBezTo>
                    <a:cubicBezTo>
                      <a:pt x="229" y="157"/>
                      <a:pt x="229" y="157"/>
                      <a:pt x="229" y="157"/>
                    </a:cubicBezTo>
                    <a:cubicBezTo>
                      <a:pt x="232" y="157"/>
                      <a:pt x="229" y="158"/>
                      <a:pt x="226" y="158"/>
                    </a:cubicBezTo>
                    <a:cubicBezTo>
                      <a:pt x="242" y="160"/>
                      <a:pt x="257" y="162"/>
                      <a:pt x="272" y="165"/>
                    </a:cubicBezTo>
                    <a:cubicBezTo>
                      <a:pt x="275" y="164"/>
                      <a:pt x="280" y="166"/>
                      <a:pt x="283" y="165"/>
                    </a:cubicBezTo>
                    <a:cubicBezTo>
                      <a:pt x="283" y="166"/>
                      <a:pt x="283" y="166"/>
                      <a:pt x="282" y="166"/>
                    </a:cubicBezTo>
                    <a:cubicBezTo>
                      <a:pt x="294" y="167"/>
                      <a:pt x="295" y="167"/>
                      <a:pt x="303" y="169"/>
                    </a:cubicBezTo>
                    <a:cubicBezTo>
                      <a:pt x="314" y="171"/>
                      <a:pt x="325" y="172"/>
                      <a:pt x="338" y="173"/>
                    </a:cubicBezTo>
                    <a:cubicBezTo>
                      <a:pt x="346" y="174"/>
                      <a:pt x="351" y="174"/>
                      <a:pt x="366" y="173"/>
                    </a:cubicBezTo>
                    <a:cubicBezTo>
                      <a:pt x="367" y="173"/>
                      <a:pt x="372" y="173"/>
                      <a:pt x="375" y="172"/>
                    </a:cubicBezTo>
                    <a:cubicBezTo>
                      <a:pt x="379" y="171"/>
                      <a:pt x="379" y="171"/>
                      <a:pt x="379" y="171"/>
                    </a:cubicBezTo>
                    <a:cubicBezTo>
                      <a:pt x="396" y="166"/>
                      <a:pt x="387" y="169"/>
                      <a:pt x="391" y="167"/>
                    </a:cubicBezTo>
                    <a:cubicBezTo>
                      <a:pt x="398" y="163"/>
                      <a:pt x="396" y="163"/>
                      <a:pt x="397" y="161"/>
                    </a:cubicBezTo>
                    <a:cubicBezTo>
                      <a:pt x="397" y="160"/>
                      <a:pt x="396" y="158"/>
                      <a:pt x="395" y="157"/>
                    </a:cubicBezTo>
                    <a:cubicBezTo>
                      <a:pt x="389" y="149"/>
                      <a:pt x="378" y="143"/>
                      <a:pt x="368" y="136"/>
                    </a:cubicBezTo>
                    <a:cubicBezTo>
                      <a:pt x="347" y="123"/>
                      <a:pt x="322" y="111"/>
                      <a:pt x="300" y="97"/>
                    </a:cubicBezTo>
                    <a:cubicBezTo>
                      <a:pt x="292" y="96"/>
                      <a:pt x="289" y="93"/>
                      <a:pt x="282" y="92"/>
                    </a:cubicBezTo>
                    <a:cubicBezTo>
                      <a:pt x="283" y="91"/>
                      <a:pt x="283" y="91"/>
                      <a:pt x="283" y="91"/>
                    </a:cubicBezTo>
                    <a:cubicBezTo>
                      <a:pt x="278" y="90"/>
                      <a:pt x="279" y="89"/>
                      <a:pt x="277" y="86"/>
                    </a:cubicBezTo>
                    <a:cubicBezTo>
                      <a:pt x="276" y="86"/>
                      <a:pt x="275" y="85"/>
                      <a:pt x="273" y="86"/>
                    </a:cubicBezTo>
                    <a:cubicBezTo>
                      <a:pt x="270" y="85"/>
                      <a:pt x="274" y="83"/>
                      <a:pt x="271" y="82"/>
                    </a:cubicBezTo>
                    <a:cubicBezTo>
                      <a:pt x="272" y="82"/>
                      <a:pt x="270" y="83"/>
                      <a:pt x="270" y="82"/>
                    </a:cubicBezTo>
                    <a:cubicBezTo>
                      <a:pt x="262" y="79"/>
                      <a:pt x="272" y="82"/>
                      <a:pt x="269" y="77"/>
                    </a:cubicBezTo>
                    <a:cubicBezTo>
                      <a:pt x="267" y="76"/>
                      <a:pt x="264" y="74"/>
                      <a:pt x="262" y="72"/>
                    </a:cubicBezTo>
                    <a:cubicBezTo>
                      <a:pt x="265" y="72"/>
                      <a:pt x="269" y="72"/>
                      <a:pt x="272" y="73"/>
                    </a:cubicBezTo>
                    <a:cubicBezTo>
                      <a:pt x="270" y="73"/>
                      <a:pt x="271" y="72"/>
                      <a:pt x="273" y="72"/>
                    </a:cubicBezTo>
                    <a:cubicBezTo>
                      <a:pt x="273" y="74"/>
                      <a:pt x="281" y="72"/>
                      <a:pt x="284" y="73"/>
                    </a:cubicBezTo>
                    <a:cubicBezTo>
                      <a:pt x="283" y="73"/>
                      <a:pt x="281" y="73"/>
                      <a:pt x="280" y="73"/>
                    </a:cubicBezTo>
                    <a:cubicBezTo>
                      <a:pt x="288" y="75"/>
                      <a:pt x="297" y="75"/>
                      <a:pt x="304" y="76"/>
                    </a:cubicBezTo>
                    <a:cubicBezTo>
                      <a:pt x="314" y="76"/>
                      <a:pt x="320" y="79"/>
                      <a:pt x="327" y="78"/>
                    </a:cubicBezTo>
                    <a:cubicBezTo>
                      <a:pt x="325" y="79"/>
                      <a:pt x="330" y="79"/>
                      <a:pt x="331" y="80"/>
                    </a:cubicBezTo>
                    <a:cubicBezTo>
                      <a:pt x="341" y="79"/>
                      <a:pt x="345" y="82"/>
                      <a:pt x="355" y="82"/>
                    </a:cubicBezTo>
                    <a:cubicBezTo>
                      <a:pt x="354" y="82"/>
                      <a:pt x="354" y="82"/>
                      <a:pt x="354" y="82"/>
                    </a:cubicBezTo>
                    <a:cubicBezTo>
                      <a:pt x="376" y="85"/>
                      <a:pt x="398" y="88"/>
                      <a:pt x="422" y="90"/>
                    </a:cubicBezTo>
                    <a:cubicBezTo>
                      <a:pt x="436" y="92"/>
                      <a:pt x="446" y="95"/>
                      <a:pt x="463" y="96"/>
                    </a:cubicBezTo>
                    <a:cubicBezTo>
                      <a:pt x="466" y="96"/>
                      <a:pt x="464" y="96"/>
                      <a:pt x="467" y="96"/>
                    </a:cubicBezTo>
                    <a:cubicBezTo>
                      <a:pt x="470" y="96"/>
                      <a:pt x="466" y="96"/>
                      <a:pt x="467" y="96"/>
                    </a:cubicBezTo>
                    <a:cubicBezTo>
                      <a:pt x="475" y="97"/>
                      <a:pt x="483" y="98"/>
                      <a:pt x="493" y="99"/>
                    </a:cubicBezTo>
                    <a:cubicBezTo>
                      <a:pt x="494" y="99"/>
                      <a:pt x="497" y="99"/>
                      <a:pt x="497" y="99"/>
                    </a:cubicBezTo>
                    <a:cubicBezTo>
                      <a:pt x="501" y="100"/>
                      <a:pt x="508" y="100"/>
                      <a:pt x="516" y="100"/>
                    </a:cubicBezTo>
                    <a:cubicBezTo>
                      <a:pt x="520" y="100"/>
                      <a:pt x="524" y="100"/>
                      <a:pt x="530" y="100"/>
                    </a:cubicBezTo>
                    <a:cubicBezTo>
                      <a:pt x="534" y="101"/>
                      <a:pt x="558" y="94"/>
                      <a:pt x="557" y="93"/>
                    </a:cubicBezTo>
                    <a:cubicBezTo>
                      <a:pt x="549" y="96"/>
                      <a:pt x="562" y="89"/>
                      <a:pt x="560" y="87"/>
                    </a:cubicBezTo>
                    <a:cubicBezTo>
                      <a:pt x="561" y="86"/>
                      <a:pt x="562" y="86"/>
                      <a:pt x="563" y="86"/>
                    </a:cubicBezTo>
                    <a:cubicBezTo>
                      <a:pt x="564" y="83"/>
                      <a:pt x="563" y="81"/>
                      <a:pt x="563" y="77"/>
                    </a:cubicBezTo>
                    <a:cubicBezTo>
                      <a:pt x="562" y="76"/>
                      <a:pt x="559" y="76"/>
                      <a:pt x="559" y="74"/>
                    </a:cubicBezTo>
                    <a:cubicBezTo>
                      <a:pt x="561" y="72"/>
                      <a:pt x="557" y="70"/>
                      <a:pt x="557" y="68"/>
                    </a:cubicBezTo>
                    <a:cubicBezTo>
                      <a:pt x="554" y="69"/>
                      <a:pt x="551" y="68"/>
                      <a:pt x="550" y="66"/>
                    </a:cubicBezTo>
                    <a:cubicBezTo>
                      <a:pt x="554" y="65"/>
                      <a:pt x="554" y="65"/>
                      <a:pt x="554" y="65"/>
                    </a:cubicBezTo>
                    <a:cubicBezTo>
                      <a:pt x="548" y="61"/>
                      <a:pt x="545" y="52"/>
                      <a:pt x="534" y="47"/>
                    </a:cubicBezTo>
                    <a:cubicBezTo>
                      <a:pt x="536" y="46"/>
                      <a:pt x="536" y="46"/>
                      <a:pt x="536" y="46"/>
                    </a:cubicBezTo>
                    <a:cubicBezTo>
                      <a:pt x="528" y="41"/>
                      <a:pt x="524" y="34"/>
                      <a:pt x="521" y="29"/>
                    </a:cubicBezTo>
                    <a:cubicBezTo>
                      <a:pt x="521" y="29"/>
                      <a:pt x="520" y="30"/>
                      <a:pt x="527" y="30"/>
                    </a:cubicBezTo>
                    <a:cubicBezTo>
                      <a:pt x="534" y="29"/>
                      <a:pt x="537" y="29"/>
                      <a:pt x="543" y="29"/>
                    </a:cubicBezTo>
                    <a:cubicBezTo>
                      <a:pt x="546" y="29"/>
                      <a:pt x="546" y="30"/>
                      <a:pt x="547" y="30"/>
                    </a:cubicBezTo>
                    <a:cubicBezTo>
                      <a:pt x="555" y="31"/>
                      <a:pt x="560" y="33"/>
                      <a:pt x="569" y="32"/>
                    </a:cubicBezTo>
                    <a:cubicBezTo>
                      <a:pt x="568" y="33"/>
                      <a:pt x="568" y="33"/>
                      <a:pt x="568" y="33"/>
                    </a:cubicBezTo>
                    <a:cubicBezTo>
                      <a:pt x="575" y="33"/>
                      <a:pt x="586" y="34"/>
                      <a:pt x="592" y="35"/>
                    </a:cubicBezTo>
                    <a:cubicBezTo>
                      <a:pt x="595" y="35"/>
                      <a:pt x="603" y="36"/>
                      <a:pt x="601" y="35"/>
                    </a:cubicBezTo>
                    <a:cubicBezTo>
                      <a:pt x="604" y="35"/>
                      <a:pt x="600" y="36"/>
                      <a:pt x="605" y="36"/>
                    </a:cubicBezTo>
                    <a:cubicBezTo>
                      <a:pt x="600" y="36"/>
                      <a:pt x="600" y="36"/>
                      <a:pt x="600" y="36"/>
                    </a:cubicBezTo>
                    <a:cubicBezTo>
                      <a:pt x="618" y="38"/>
                      <a:pt x="625" y="42"/>
                      <a:pt x="656" y="39"/>
                    </a:cubicBezTo>
                    <a:cubicBezTo>
                      <a:pt x="672" y="35"/>
                      <a:pt x="667" y="30"/>
                      <a:pt x="667" y="26"/>
                    </a:cubicBezTo>
                    <a:cubicBezTo>
                      <a:pt x="665" y="25"/>
                      <a:pt x="664" y="21"/>
                      <a:pt x="659" y="21"/>
                    </a:cubicBezTo>
                    <a:cubicBezTo>
                      <a:pt x="661" y="20"/>
                      <a:pt x="661" y="20"/>
                      <a:pt x="661" y="20"/>
                    </a:cubicBezTo>
                    <a:cubicBezTo>
                      <a:pt x="659" y="18"/>
                      <a:pt x="657" y="14"/>
                      <a:pt x="655" y="11"/>
                    </a:cubicBezTo>
                    <a:cubicBezTo>
                      <a:pt x="655" y="9"/>
                      <a:pt x="653" y="10"/>
                      <a:pt x="651" y="8"/>
                    </a:cubicBezTo>
                    <a:cubicBezTo>
                      <a:pt x="653" y="8"/>
                      <a:pt x="653" y="8"/>
                      <a:pt x="653" y="8"/>
                    </a:cubicBezTo>
                    <a:cubicBezTo>
                      <a:pt x="651" y="6"/>
                      <a:pt x="649" y="6"/>
                      <a:pt x="647" y="6"/>
                    </a:cubicBezTo>
                    <a:cubicBezTo>
                      <a:pt x="648" y="5"/>
                      <a:pt x="648" y="5"/>
                      <a:pt x="648" y="5"/>
                    </a:cubicBezTo>
                    <a:cubicBezTo>
                      <a:pt x="649" y="5"/>
                      <a:pt x="650" y="4"/>
                      <a:pt x="651" y="4"/>
                    </a:cubicBezTo>
                    <a:cubicBezTo>
                      <a:pt x="652" y="5"/>
                      <a:pt x="653" y="5"/>
                      <a:pt x="654" y="5"/>
                    </a:cubicBezTo>
                    <a:cubicBezTo>
                      <a:pt x="653" y="5"/>
                      <a:pt x="654" y="5"/>
                      <a:pt x="654" y="4"/>
                    </a:cubicBezTo>
                    <a:cubicBezTo>
                      <a:pt x="655" y="4"/>
                      <a:pt x="655" y="4"/>
                      <a:pt x="656" y="4"/>
                    </a:cubicBezTo>
                    <a:cubicBezTo>
                      <a:pt x="662" y="4"/>
                      <a:pt x="666" y="4"/>
                      <a:pt x="668" y="3"/>
                    </a:cubicBezTo>
                    <a:cubicBezTo>
                      <a:pt x="666" y="4"/>
                      <a:pt x="671" y="4"/>
                      <a:pt x="667" y="4"/>
                    </a:cubicBezTo>
                    <a:cubicBezTo>
                      <a:pt x="671" y="4"/>
                      <a:pt x="674" y="4"/>
                      <a:pt x="677" y="4"/>
                    </a:cubicBezTo>
                    <a:cubicBezTo>
                      <a:pt x="676" y="4"/>
                      <a:pt x="675" y="4"/>
                      <a:pt x="674" y="4"/>
                    </a:cubicBezTo>
                    <a:cubicBezTo>
                      <a:pt x="678" y="3"/>
                      <a:pt x="682" y="3"/>
                      <a:pt x="682" y="3"/>
                    </a:cubicBezTo>
                    <a:cubicBezTo>
                      <a:pt x="680" y="3"/>
                      <a:pt x="679" y="3"/>
                      <a:pt x="677" y="3"/>
                    </a:cubicBezTo>
                    <a:cubicBezTo>
                      <a:pt x="679" y="2"/>
                      <a:pt x="687" y="2"/>
                      <a:pt x="687" y="3"/>
                    </a:cubicBezTo>
                    <a:cubicBezTo>
                      <a:pt x="687" y="4"/>
                      <a:pt x="681" y="4"/>
                      <a:pt x="683" y="4"/>
                    </a:cubicBezTo>
                    <a:cubicBezTo>
                      <a:pt x="695" y="4"/>
                      <a:pt x="695" y="4"/>
                      <a:pt x="695" y="4"/>
                    </a:cubicBezTo>
                    <a:cubicBezTo>
                      <a:pt x="692" y="4"/>
                      <a:pt x="691" y="3"/>
                      <a:pt x="693" y="3"/>
                    </a:cubicBezTo>
                    <a:cubicBezTo>
                      <a:pt x="688" y="3"/>
                      <a:pt x="688" y="3"/>
                      <a:pt x="688" y="3"/>
                    </a:cubicBezTo>
                    <a:cubicBezTo>
                      <a:pt x="689" y="2"/>
                      <a:pt x="689" y="2"/>
                      <a:pt x="689" y="2"/>
                    </a:cubicBezTo>
                    <a:cubicBezTo>
                      <a:pt x="682" y="2"/>
                      <a:pt x="677" y="1"/>
                      <a:pt x="668" y="1"/>
                    </a:cubicBezTo>
                    <a:cubicBezTo>
                      <a:pt x="670" y="2"/>
                      <a:pt x="670" y="2"/>
                      <a:pt x="670" y="2"/>
                    </a:cubicBezTo>
                    <a:cubicBezTo>
                      <a:pt x="665" y="2"/>
                      <a:pt x="659" y="3"/>
                      <a:pt x="655" y="3"/>
                    </a:cubicBezTo>
                    <a:cubicBezTo>
                      <a:pt x="658" y="2"/>
                      <a:pt x="656" y="2"/>
                      <a:pt x="657" y="2"/>
                    </a:cubicBezTo>
                    <a:cubicBezTo>
                      <a:pt x="655" y="2"/>
                      <a:pt x="654" y="2"/>
                      <a:pt x="652" y="2"/>
                    </a:cubicBezTo>
                    <a:cubicBezTo>
                      <a:pt x="656" y="1"/>
                      <a:pt x="656" y="1"/>
                      <a:pt x="656" y="1"/>
                    </a:cubicBezTo>
                    <a:cubicBezTo>
                      <a:pt x="655" y="1"/>
                      <a:pt x="654" y="2"/>
                      <a:pt x="652" y="2"/>
                    </a:cubicBezTo>
                    <a:cubicBezTo>
                      <a:pt x="649" y="3"/>
                      <a:pt x="655" y="0"/>
                      <a:pt x="645" y="4"/>
                    </a:cubicBezTo>
                    <a:cubicBezTo>
                      <a:pt x="644" y="4"/>
                      <a:pt x="644" y="4"/>
                      <a:pt x="644" y="4"/>
                    </a:cubicBezTo>
                    <a:cubicBezTo>
                      <a:pt x="644" y="6"/>
                      <a:pt x="643" y="7"/>
                      <a:pt x="643" y="7"/>
                    </a:cubicBezTo>
                    <a:cubicBezTo>
                      <a:pt x="643" y="7"/>
                      <a:pt x="643" y="7"/>
                      <a:pt x="643" y="7"/>
                    </a:cubicBezTo>
                    <a:cubicBezTo>
                      <a:pt x="641" y="10"/>
                      <a:pt x="645" y="6"/>
                      <a:pt x="645" y="8"/>
                    </a:cubicBezTo>
                    <a:cubicBezTo>
                      <a:pt x="644" y="9"/>
                      <a:pt x="641" y="9"/>
                      <a:pt x="640" y="11"/>
                    </a:cubicBezTo>
                    <a:cubicBezTo>
                      <a:pt x="640" y="13"/>
                      <a:pt x="645" y="16"/>
                      <a:pt x="644" y="19"/>
                    </a:cubicBezTo>
                    <a:cubicBezTo>
                      <a:pt x="647" y="21"/>
                      <a:pt x="650" y="23"/>
                      <a:pt x="653" y="24"/>
                    </a:cubicBezTo>
                    <a:cubicBezTo>
                      <a:pt x="654" y="25"/>
                      <a:pt x="649" y="25"/>
                      <a:pt x="652" y="26"/>
                    </a:cubicBezTo>
                    <a:cubicBezTo>
                      <a:pt x="650" y="26"/>
                      <a:pt x="649" y="26"/>
                      <a:pt x="648" y="27"/>
                    </a:cubicBezTo>
                    <a:cubicBezTo>
                      <a:pt x="650" y="27"/>
                      <a:pt x="650" y="30"/>
                      <a:pt x="652" y="28"/>
                    </a:cubicBezTo>
                    <a:cubicBezTo>
                      <a:pt x="653" y="30"/>
                      <a:pt x="654" y="32"/>
                      <a:pt x="653" y="33"/>
                    </a:cubicBezTo>
                    <a:cubicBezTo>
                      <a:pt x="652" y="33"/>
                      <a:pt x="650" y="33"/>
                      <a:pt x="649" y="33"/>
                    </a:cubicBezTo>
                    <a:cubicBezTo>
                      <a:pt x="648" y="34"/>
                      <a:pt x="650" y="34"/>
                      <a:pt x="646" y="34"/>
                    </a:cubicBezTo>
                    <a:cubicBezTo>
                      <a:pt x="638" y="35"/>
                      <a:pt x="640" y="33"/>
                      <a:pt x="639" y="32"/>
                    </a:cubicBezTo>
                    <a:cubicBezTo>
                      <a:pt x="643" y="32"/>
                      <a:pt x="643" y="32"/>
                      <a:pt x="643" y="32"/>
                    </a:cubicBezTo>
                    <a:cubicBezTo>
                      <a:pt x="640" y="32"/>
                      <a:pt x="637" y="32"/>
                      <a:pt x="633" y="32"/>
                    </a:cubicBezTo>
                    <a:cubicBezTo>
                      <a:pt x="635" y="30"/>
                      <a:pt x="640" y="32"/>
                      <a:pt x="643" y="32"/>
                    </a:cubicBezTo>
                    <a:cubicBezTo>
                      <a:pt x="642" y="30"/>
                      <a:pt x="642" y="30"/>
                      <a:pt x="642" y="30"/>
                    </a:cubicBezTo>
                    <a:cubicBezTo>
                      <a:pt x="636" y="29"/>
                      <a:pt x="638" y="31"/>
                      <a:pt x="632" y="30"/>
                    </a:cubicBezTo>
                    <a:cubicBezTo>
                      <a:pt x="634" y="30"/>
                      <a:pt x="634" y="30"/>
                      <a:pt x="634" y="30"/>
                    </a:cubicBezTo>
                    <a:cubicBezTo>
                      <a:pt x="629" y="29"/>
                      <a:pt x="629" y="29"/>
                      <a:pt x="629" y="29"/>
                    </a:cubicBezTo>
                    <a:cubicBezTo>
                      <a:pt x="628" y="30"/>
                      <a:pt x="627" y="31"/>
                      <a:pt x="631" y="31"/>
                    </a:cubicBezTo>
                    <a:cubicBezTo>
                      <a:pt x="626" y="32"/>
                      <a:pt x="627" y="31"/>
                      <a:pt x="621" y="30"/>
                    </a:cubicBezTo>
                    <a:cubicBezTo>
                      <a:pt x="618" y="31"/>
                      <a:pt x="624" y="31"/>
                      <a:pt x="622" y="31"/>
                    </a:cubicBezTo>
                    <a:cubicBezTo>
                      <a:pt x="621" y="32"/>
                      <a:pt x="617" y="32"/>
                      <a:pt x="614" y="31"/>
                    </a:cubicBezTo>
                    <a:cubicBezTo>
                      <a:pt x="609" y="31"/>
                      <a:pt x="614" y="30"/>
                      <a:pt x="613" y="30"/>
                    </a:cubicBezTo>
                    <a:cubicBezTo>
                      <a:pt x="614" y="30"/>
                      <a:pt x="618" y="30"/>
                      <a:pt x="616" y="30"/>
                    </a:cubicBezTo>
                    <a:cubicBezTo>
                      <a:pt x="624" y="30"/>
                      <a:pt x="618" y="29"/>
                      <a:pt x="623" y="29"/>
                    </a:cubicBezTo>
                    <a:cubicBezTo>
                      <a:pt x="619" y="27"/>
                      <a:pt x="617" y="28"/>
                      <a:pt x="615" y="28"/>
                    </a:cubicBezTo>
                    <a:cubicBezTo>
                      <a:pt x="616" y="29"/>
                      <a:pt x="612" y="29"/>
                      <a:pt x="613" y="29"/>
                    </a:cubicBezTo>
                    <a:cubicBezTo>
                      <a:pt x="600" y="30"/>
                      <a:pt x="611" y="27"/>
                      <a:pt x="603" y="27"/>
                    </a:cubicBezTo>
                    <a:cubicBezTo>
                      <a:pt x="602" y="28"/>
                      <a:pt x="589" y="27"/>
                      <a:pt x="591" y="29"/>
                    </a:cubicBezTo>
                    <a:cubicBezTo>
                      <a:pt x="589" y="29"/>
                      <a:pt x="586" y="29"/>
                      <a:pt x="585" y="29"/>
                    </a:cubicBezTo>
                    <a:cubicBezTo>
                      <a:pt x="589" y="28"/>
                      <a:pt x="583" y="28"/>
                      <a:pt x="588" y="27"/>
                    </a:cubicBezTo>
                    <a:cubicBezTo>
                      <a:pt x="586" y="27"/>
                      <a:pt x="586" y="27"/>
                      <a:pt x="586" y="27"/>
                    </a:cubicBezTo>
                    <a:cubicBezTo>
                      <a:pt x="592" y="27"/>
                      <a:pt x="592" y="27"/>
                      <a:pt x="592" y="27"/>
                    </a:cubicBezTo>
                    <a:cubicBezTo>
                      <a:pt x="590" y="26"/>
                      <a:pt x="587" y="24"/>
                      <a:pt x="586" y="24"/>
                    </a:cubicBezTo>
                    <a:cubicBezTo>
                      <a:pt x="581" y="24"/>
                      <a:pt x="586" y="25"/>
                      <a:pt x="580" y="24"/>
                    </a:cubicBezTo>
                    <a:cubicBezTo>
                      <a:pt x="583" y="24"/>
                      <a:pt x="581" y="23"/>
                      <a:pt x="579" y="23"/>
                    </a:cubicBezTo>
                    <a:cubicBezTo>
                      <a:pt x="582" y="24"/>
                      <a:pt x="576" y="24"/>
                      <a:pt x="573" y="24"/>
                    </a:cubicBezTo>
                    <a:cubicBezTo>
                      <a:pt x="569" y="24"/>
                      <a:pt x="567" y="23"/>
                      <a:pt x="568" y="23"/>
                    </a:cubicBezTo>
                    <a:cubicBezTo>
                      <a:pt x="574" y="22"/>
                      <a:pt x="574" y="22"/>
                      <a:pt x="574" y="22"/>
                    </a:cubicBezTo>
                    <a:cubicBezTo>
                      <a:pt x="570" y="23"/>
                      <a:pt x="573" y="22"/>
                      <a:pt x="570" y="22"/>
                    </a:cubicBezTo>
                    <a:cubicBezTo>
                      <a:pt x="568" y="22"/>
                      <a:pt x="564" y="23"/>
                      <a:pt x="562" y="23"/>
                    </a:cubicBezTo>
                    <a:cubicBezTo>
                      <a:pt x="558" y="23"/>
                      <a:pt x="558" y="22"/>
                      <a:pt x="556" y="22"/>
                    </a:cubicBezTo>
                    <a:cubicBezTo>
                      <a:pt x="562" y="22"/>
                      <a:pt x="562" y="22"/>
                      <a:pt x="562" y="22"/>
                    </a:cubicBezTo>
                    <a:cubicBezTo>
                      <a:pt x="556" y="22"/>
                      <a:pt x="564" y="21"/>
                      <a:pt x="556" y="21"/>
                    </a:cubicBezTo>
                    <a:cubicBezTo>
                      <a:pt x="553" y="21"/>
                      <a:pt x="553" y="21"/>
                      <a:pt x="553" y="21"/>
                    </a:cubicBezTo>
                    <a:cubicBezTo>
                      <a:pt x="552" y="21"/>
                      <a:pt x="552" y="21"/>
                      <a:pt x="554" y="20"/>
                    </a:cubicBezTo>
                    <a:cubicBezTo>
                      <a:pt x="552" y="21"/>
                      <a:pt x="548" y="21"/>
                      <a:pt x="546" y="21"/>
                    </a:cubicBezTo>
                    <a:cubicBezTo>
                      <a:pt x="546" y="20"/>
                      <a:pt x="546" y="20"/>
                      <a:pt x="546" y="20"/>
                    </a:cubicBezTo>
                    <a:cubicBezTo>
                      <a:pt x="543" y="20"/>
                      <a:pt x="536" y="21"/>
                      <a:pt x="532" y="21"/>
                    </a:cubicBezTo>
                    <a:cubicBezTo>
                      <a:pt x="534" y="22"/>
                      <a:pt x="538" y="20"/>
                      <a:pt x="543" y="21"/>
                    </a:cubicBezTo>
                    <a:cubicBezTo>
                      <a:pt x="545" y="22"/>
                      <a:pt x="536" y="22"/>
                      <a:pt x="534" y="22"/>
                    </a:cubicBezTo>
                    <a:cubicBezTo>
                      <a:pt x="537" y="21"/>
                      <a:pt x="523" y="22"/>
                      <a:pt x="513" y="25"/>
                    </a:cubicBezTo>
                    <a:cubicBezTo>
                      <a:pt x="507" y="26"/>
                      <a:pt x="500" y="29"/>
                      <a:pt x="500" y="29"/>
                    </a:cubicBezTo>
                    <a:cubicBezTo>
                      <a:pt x="501" y="30"/>
                      <a:pt x="501" y="30"/>
                      <a:pt x="501" y="30"/>
                    </a:cubicBezTo>
                    <a:cubicBezTo>
                      <a:pt x="493" y="32"/>
                      <a:pt x="499" y="34"/>
                      <a:pt x="498" y="36"/>
                    </a:cubicBezTo>
                    <a:cubicBezTo>
                      <a:pt x="496" y="35"/>
                      <a:pt x="494" y="35"/>
                      <a:pt x="494" y="37"/>
                    </a:cubicBezTo>
                    <a:cubicBezTo>
                      <a:pt x="497" y="35"/>
                      <a:pt x="499" y="38"/>
                      <a:pt x="501" y="37"/>
                    </a:cubicBezTo>
                    <a:cubicBezTo>
                      <a:pt x="501" y="39"/>
                      <a:pt x="496" y="37"/>
                      <a:pt x="494" y="38"/>
                    </a:cubicBezTo>
                    <a:cubicBezTo>
                      <a:pt x="497" y="39"/>
                      <a:pt x="494" y="41"/>
                      <a:pt x="498" y="41"/>
                    </a:cubicBezTo>
                    <a:cubicBezTo>
                      <a:pt x="498" y="40"/>
                      <a:pt x="500" y="41"/>
                      <a:pt x="502" y="41"/>
                    </a:cubicBezTo>
                    <a:cubicBezTo>
                      <a:pt x="503" y="43"/>
                      <a:pt x="500" y="41"/>
                      <a:pt x="500" y="43"/>
                    </a:cubicBezTo>
                    <a:cubicBezTo>
                      <a:pt x="501" y="43"/>
                      <a:pt x="504" y="44"/>
                      <a:pt x="504" y="42"/>
                    </a:cubicBezTo>
                    <a:cubicBezTo>
                      <a:pt x="504" y="43"/>
                      <a:pt x="509" y="44"/>
                      <a:pt x="507" y="45"/>
                    </a:cubicBezTo>
                    <a:cubicBezTo>
                      <a:pt x="506" y="46"/>
                      <a:pt x="505" y="44"/>
                      <a:pt x="504" y="45"/>
                    </a:cubicBezTo>
                    <a:cubicBezTo>
                      <a:pt x="505" y="47"/>
                      <a:pt x="510" y="45"/>
                      <a:pt x="513" y="47"/>
                    </a:cubicBezTo>
                    <a:cubicBezTo>
                      <a:pt x="513" y="45"/>
                      <a:pt x="518" y="45"/>
                      <a:pt x="520" y="46"/>
                    </a:cubicBezTo>
                    <a:cubicBezTo>
                      <a:pt x="521" y="49"/>
                      <a:pt x="518" y="45"/>
                      <a:pt x="516" y="47"/>
                    </a:cubicBezTo>
                    <a:cubicBezTo>
                      <a:pt x="517" y="48"/>
                      <a:pt x="517" y="48"/>
                      <a:pt x="517" y="48"/>
                    </a:cubicBezTo>
                    <a:cubicBezTo>
                      <a:pt x="515" y="50"/>
                      <a:pt x="508" y="46"/>
                      <a:pt x="506" y="48"/>
                    </a:cubicBezTo>
                    <a:cubicBezTo>
                      <a:pt x="509" y="49"/>
                      <a:pt x="509" y="49"/>
                      <a:pt x="509" y="49"/>
                    </a:cubicBezTo>
                    <a:cubicBezTo>
                      <a:pt x="507" y="49"/>
                      <a:pt x="505" y="49"/>
                      <a:pt x="504" y="50"/>
                    </a:cubicBezTo>
                    <a:cubicBezTo>
                      <a:pt x="507" y="50"/>
                      <a:pt x="507" y="52"/>
                      <a:pt x="508" y="52"/>
                    </a:cubicBezTo>
                    <a:cubicBezTo>
                      <a:pt x="511" y="52"/>
                      <a:pt x="507" y="52"/>
                      <a:pt x="509" y="51"/>
                    </a:cubicBezTo>
                    <a:cubicBezTo>
                      <a:pt x="510" y="52"/>
                      <a:pt x="514" y="52"/>
                      <a:pt x="515" y="54"/>
                    </a:cubicBezTo>
                    <a:cubicBezTo>
                      <a:pt x="512" y="53"/>
                      <a:pt x="512" y="55"/>
                      <a:pt x="510" y="55"/>
                    </a:cubicBezTo>
                    <a:cubicBezTo>
                      <a:pt x="510" y="56"/>
                      <a:pt x="513" y="55"/>
                      <a:pt x="513" y="56"/>
                    </a:cubicBezTo>
                    <a:cubicBezTo>
                      <a:pt x="512" y="56"/>
                      <a:pt x="512" y="56"/>
                      <a:pt x="512" y="56"/>
                    </a:cubicBezTo>
                    <a:cubicBezTo>
                      <a:pt x="516" y="61"/>
                      <a:pt x="521" y="66"/>
                      <a:pt x="530" y="69"/>
                    </a:cubicBezTo>
                    <a:cubicBezTo>
                      <a:pt x="528" y="70"/>
                      <a:pt x="529" y="72"/>
                      <a:pt x="529" y="74"/>
                    </a:cubicBezTo>
                    <a:cubicBezTo>
                      <a:pt x="529" y="73"/>
                      <a:pt x="531" y="74"/>
                      <a:pt x="532" y="74"/>
                    </a:cubicBezTo>
                    <a:cubicBezTo>
                      <a:pt x="530" y="76"/>
                      <a:pt x="530" y="76"/>
                      <a:pt x="530" y="76"/>
                    </a:cubicBezTo>
                    <a:cubicBezTo>
                      <a:pt x="530" y="78"/>
                      <a:pt x="533" y="79"/>
                      <a:pt x="535" y="80"/>
                    </a:cubicBezTo>
                    <a:cubicBezTo>
                      <a:pt x="535" y="80"/>
                      <a:pt x="534" y="80"/>
                      <a:pt x="534" y="80"/>
                    </a:cubicBezTo>
                    <a:cubicBezTo>
                      <a:pt x="533" y="82"/>
                      <a:pt x="536" y="81"/>
                      <a:pt x="537" y="82"/>
                    </a:cubicBezTo>
                    <a:cubicBezTo>
                      <a:pt x="535" y="83"/>
                      <a:pt x="535" y="83"/>
                      <a:pt x="535" y="83"/>
                    </a:cubicBezTo>
                    <a:cubicBezTo>
                      <a:pt x="537" y="83"/>
                      <a:pt x="537" y="83"/>
                      <a:pt x="537" y="83"/>
                    </a:cubicBezTo>
                    <a:cubicBezTo>
                      <a:pt x="538" y="84"/>
                      <a:pt x="538" y="86"/>
                      <a:pt x="535" y="86"/>
                    </a:cubicBezTo>
                    <a:cubicBezTo>
                      <a:pt x="536" y="86"/>
                      <a:pt x="536" y="87"/>
                      <a:pt x="537" y="86"/>
                    </a:cubicBezTo>
                    <a:cubicBezTo>
                      <a:pt x="536" y="87"/>
                      <a:pt x="535" y="90"/>
                      <a:pt x="535" y="91"/>
                    </a:cubicBezTo>
                    <a:cubicBezTo>
                      <a:pt x="530" y="91"/>
                      <a:pt x="523" y="91"/>
                      <a:pt x="518" y="91"/>
                    </a:cubicBezTo>
                    <a:cubicBezTo>
                      <a:pt x="516" y="91"/>
                      <a:pt x="516" y="91"/>
                      <a:pt x="515" y="91"/>
                    </a:cubicBezTo>
                    <a:cubicBezTo>
                      <a:pt x="510" y="89"/>
                      <a:pt x="499" y="90"/>
                      <a:pt x="493" y="88"/>
                    </a:cubicBezTo>
                    <a:cubicBezTo>
                      <a:pt x="494" y="89"/>
                      <a:pt x="489" y="90"/>
                      <a:pt x="485" y="90"/>
                    </a:cubicBezTo>
                    <a:cubicBezTo>
                      <a:pt x="479" y="90"/>
                      <a:pt x="486" y="88"/>
                      <a:pt x="483" y="87"/>
                    </a:cubicBezTo>
                    <a:cubicBezTo>
                      <a:pt x="480" y="87"/>
                      <a:pt x="476" y="87"/>
                      <a:pt x="475" y="87"/>
                    </a:cubicBezTo>
                    <a:cubicBezTo>
                      <a:pt x="475" y="87"/>
                      <a:pt x="475" y="87"/>
                      <a:pt x="475" y="87"/>
                    </a:cubicBezTo>
                    <a:cubicBezTo>
                      <a:pt x="472" y="87"/>
                      <a:pt x="468" y="87"/>
                      <a:pt x="466" y="86"/>
                    </a:cubicBezTo>
                    <a:cubicBezTo>
                      <a:pt x="466" y="86"/>
                      <a:pt x="466" y="86"/>
                      <a:pt x="466" y="86"/>
                    </a:cubicBezTo>
                    <a:cubicBezTo>
                      <a:pt x="464" y="86"/>
                      <a:pt x="463" y="85"/>
                      <a:pt x="460" y="85"/>
                    </a:cubicBezTo>
                    <a:cubicBezTo>
                      <a:pt x="457" y="85"/>
                      <a:pt x="453" y="84"/>
                      <a:pt x="450" y="85"/>
                    </a:cubicBezTo>
                    <a:cubicBezTo>
                      <a:pt x="450" y="84"/>
                      <a:pt x="450" y="84"/>
                      <a:pt x="450" y="84"/>
                    </a:cubicBezTo>
                    <a:cubicBezTo>
                      <a:pt x="448" y="85"/>
                      <a:pt x="448" y="85"/>
                      <a:pt x="448" y="85"/>
                    </a:cubicBezTo>
                    <a:cubicBezTo>
                      <a:pt x="444" y="84"/>
                      <a:pt x="444" y="84"/>
                      <a:pt x="444" y="84"/>
                    </a:cubicBezTo>
                    <a:cubicBezTo>
                      <a:pt x="446" y="84"/>
                      <a:pt x="447" y="83"/>
                      <a:pt x="448" y="83"/>
                    </a:cubicBezTo>
                    <a:cubicBezTo>
                      <a:pt x="444" y="82"/>
                      <a:pt x="445" y="84"/>
                      <a:pt x="442" y="84"/>
                    </a:cubicBezTo>
                    <a:cubicBezTo>
                      <a:pt x="437" y="84"/>
                      <a:pt x="439" y="83"/>
                      <a:pt x="438" y="83"/>
                    </a:cubicBezTo>
                    <a:cubicBezTo>
                      <a:pt x="440" y="83"/>
                      <a:pt x="440" y="83"/>
                      <a:pt x="441" y="83"/>
                    </a:cubicBezTo>
                    <a:cubicBezTo>
                      <a:pt x="445" y="83"/>
                      <a:pt x="440" y="83"/>
                      <a:pt x="440" y="82"/>
                    </a:cubicBezTo>
                    <a:cubicBezTo>
                      <a:pt x="440" y="82"/>
                      <a:pt x="438" y="83"/>
                      <a:pt x="435" y="82"/>
                    </a:cubicBezTo>
                    <a:cubicBezTo>
                      <a:pt x="433" y="82"/>
                      <a:pt x="428" y="82"/>
                      <a:pt x="430" y="81"/>
                    </a:cubicBezTo>
                    <a:cubicBezTo>
                      <a:pt x="427" y="81"/>
                      <a:pt x="425" y="81"/>
                      <a:pt x="423" y="81"/>
                    </a:cubicBezTo>
                    <a:cubicBezTo>
                      <a:pt x="424" y="81"/>
                      <a:pt x="427" y="82"/>
                      <a:pt x="427" y="82"/>
                    </a:cubicBezTo>
                    <a:cubicBezTo>
                      <a:pt x="425" y="82"/>
                      <a:pt x="421" y="82"/>
                      <a:pt x="421" y="82"/>
                    </a:cubicBezTo>
                    <a:cubicBezTo>
                      <a:pt x="423" y="82"/>
                      <a:pt x="423" y="82"/>
                      <a:pt x="423" y="82"/>
                    </a:cubicBezTo>
                    <a:cubicBezTo>
                      <a:pt x="421" y="82"/>
                      <a:pt x="417" y="81"/>
                      <a:pt x="418" y="82"/>
                    </a:cubicBezTo>
                    <a:cubicBezTo>
                      <a:pt x="417" y="80"/>
                      <a:pt x="417" y="80"/>
                      <a:pt x="417" y="80"/>
                    </a:cubicBezTo>
                    <a:cubicBezTo>
                      <a:pt x="414" y="81"/>
                      <a:pt x="411" y="80"/>
                      <a:pt x="408" y="80"/>
                    </a:cubicBezTo>
                    <a:cubicBezTo>
                      <a:pt x="409" y="79"/>
                      <a:pt x="413" y="79"/>
                      <a:pt x="408" y="78"/>
                    </a:cubicBezTo>
                    <a:cubicBezTo>
                      <a:pt x="402" y="78"/>
                      <a:pt x="402" y="78"/>
                      <a:pt x="402" y="78"/>
                    </a:cubicBezTo>
                    <a:cubicBezTo>
                      <a:pt x="400" y="78"/>
                      <a:pt x="399" y="78"/>
                      <a:pt x="401" y="77"/>
                    </a:cubicBezTo>
                    <a:cubicBezTo>
                      <a:pt x="393" y="76"/>
                      <a:pt x="388" y="78"/>
                      <a:pt x="383" y="77"/>
                    </a:cubicBezTo>
                    <a:cubicBezTo>
                      <a:pt x="387" y="76"/>
                      <a:pt x="385" y="76"/>
                      <a:pt x="383" y="75"/>
                    </a:cubicBezTo>
                    <a:cubicBezTo>
                      <a:pt x="383" y="75"/>
                      <a:pt x="382" y="76"/>
                      <a:pt x="380" y="76"/>
                    </a:cubicBezTo>
                    <a:cubicBezTo>
                      <a:pt x="380" y="76"/>
                      <a:pt x="383" y="75"/>
                      <a:pt x="384" y="76"/>
                    </a:cubicBezTo>
                    <a:cubicBezTo>
                      <a:pt x="384" y="77"/>
                      <a:pt x="381" y="76"/>
                      <a:pt x="379" y="76"/>
                    </a:cubicBezTo>
                    <a:cubicBezTo>
                      <a:pt x="378" y="73"/>
                      <a:pt x="361" y="73"/>
                      <a:pt x="354" y="71"/>
                    </a:cubicBezTo>
                    <a:cubicBezTo>
                      <a:pt x="352" y="72"/>
                      <a:pt x="349" y="71"/>
                      <a:pt x="346" y="71"/>
                    </a:cubicBezTo>
                    <a:cubicBezTo>
                      <a:pt x="349" y="70"/>
                      <a:pt x="340" y="71"/>
                      <a:pt x="339" y="70"/>
                    </a:cubicBezTo>
                    <a:cubicBezTo>
                      <a:pt x="338" y="71"/>
                      <a:pt x="338" y="71"/>
                      <a:pt x="338" y="71"/>
                    </a:cubicBezTo>
                    <a:cubicBezTo>
                      <a:pt x="333" y="70"/>
                      <a:pt x="325" y="71"/>
                      <a:pt x="324" y="70"/>
                    </a:cubicBezTo>
                    <a:cubicBezTo>
                      <a:pt x="321" y="69"/>
                      <a:pt x="327" y="69"/>
                      <a:pt x="329" y="69"/>
                    </a:cubicBezTo>
                    <a:cubicBezTo>
                      <a:pt x="327" y="67"/>
                      <a:pt x="314" y="69"/>
                      <a:pt x="313" y="67"/>
                    </a:cubicBezTo>
                    <a:cubicBezTo>
                      <a:pt x="312" y="67"/>
                      <a:pt x="312" y="68"/>
                      <a:pt x="307" y="68"/>
                    </a:cubicBezTo>
                    <a:cubicBezTo>
                      <a:pt x="305" y="68"/>
                      <a:pt x="299" y="66"/>
                      <a:pt x="300" y="66"/>
                    </a:cubicBezTo>
                    <a:cubicBezTo>
                      <a:pt x="297" y="66"/>
                      <a:pt x="295" y="67"/>
                      <a:pt x="293" y="66"/>
                    </a:cubicBezTo>
                    <a:cubicBezTo>
                      <a:pt x="294" y="66"/>
                      <a:pt x="295" y="66"/>
                      <a:pt x="297" y="66"/>
                    </a:cubicBezTo>
                    <a:cubicBezTo>
                      <a:pt x="292" y="65"/>
                      <a:pt x="287" y="65"/>
                      <a:pt x="282" y="65"/>
                    </a:cubicBezTo>
                    <a:cubicBezTo>
                      <a:pt x="281" y="64"/>
                      <a:pt x="271" y="64"/>
                      <a:pt x="263" y="64"/>
                    </a:cubicBezTo>
                    <a:cubicBezTo>
                      <a:pt x="259" y="65"/>
                      <a:pt x="244" y="65"/>
                      <a:pt x="240" y="69"/>
                    </a:cubicBezTo>
                    <a:cubicBezTo>
                      <a:pt x="240" y="68"/>
                      <a:pt x="238" y="69"/>
                      <a:pt x="237" y="70"/>
                    </a:cubicBezTo>
                    <a:cubicBezTo>
                      <a:pt x="235" y="72"/>
                      <a:pt x="239" y="72"/>
                      <a:pt x="239" y="73"/>
                    </a:cubicBezTo>
                    <a:cubicBezTo>
                      <a:pt x="236" y="73"/>
                      <a:pt x="236" y="73"/>
                      <a:pt x="236" y="73"/>
                    </a:cubicBezTo>
                    <a:cubicBezTo>
                      <a:pt x="233" y="74"/>
                      <a:pt x="237" y="76"/>
                      <a:pt x="236" y="77"/>
                    </a:cubicBezTo>
                    <a:cubicBezTo>
                      <a:pt x="238" y="76"/>
                      <a:pt x="237" y="78"/>
                      <a:pt x="239" y="77"/>
                    </a:cubicBezTo>
                    <a:cubicBezTo>
                      <a:pt x="241" y="78"/>
                      <a:pt x="241" y="78"/>
                      <a:pt x="241" y="78"/>
                    </a:cubicBezTo>
                    <a:cubicBezTo>
                      <a:pt x="243" y="80"/>
                      <a:pt x="242" y="78"/>
                      <a:pt x="245" y="80"/>
                    </a:cubicBezTo>
                    <a:cubicBezTo>
                      <a:pt x="246" y="81"/>
                      <a:pt x="242" y="81"/>
                      <a:pt x="242" y="81"/>
                    </a:cubicBezTo>
                    <a:cubicBezTo>
                      <a:pt x="241" y="82"/>
                      <a:pt x="243" y="82"/>
                      <a:pt x="245" y="83"/>
                    </a:cubicBezTo>
                    <a:cubicBezTo>
                      <a:pt x="245" y="83"/>
                      <a:pt x="245" y="83"/>
                      <a:pt x="246" y="83"/>
                    </a:cubicBezTo>
                    <a:cubicBezTo>
                      <a:pt x="245" y="83"/>
                      <a:pt x="245" y="83"/>
                      <a:pt x="245" y="83"/>
                    </a:cubicBezTo>
                    <a:cubicBezTo>
                      <a:pt x="246" y="84"/>
                      <a:pt x="246" y="84"/>
                      <a:pt x="247" y="84"/>
                    </a:cubicBezTo>
                    <a:cubicBezTo>
                      <a:pt x="247" y="84"/>
                      <a:pt x="247" y="84"/>
                      <a:pt x="247" y="84"/>
                    </a:cubicBezTo>
                    <a:cubicBezTo>
                      <a:pt x="246" y="84"/>
                      <a:pt x="246" y="84"/>
                      <a:pt x="245" y="83"/>
                    </a:cubicBezTo>
                    <a:cubicBezTo>
                      <a:pt x="245" y="84"/>
                      <a:pt x="246" y="84"/>
                      <a:pt x="246" y="84"/>
                    </a:cubicBezTo>
                    <a:cubicBezTo>
                      <a:pt x="246" y="85"/>
                      <a:pt x="246" y="85"/>
                      <a:pt x="246" y="85"/>
                    </a:cubicBezTo>
                    <a:cubicBezTo>
                      <a:pt x="247" y="85"/>
                      <a:pt x="247" y="85"/>
                      <a:pt x="247" y="85"/>
                    </a:cubicBezTo>
                    <a:cubicBezTo>
                      <a:pt x="245" y="86"/>
                      <a:pt x="245" y="86"/>
                      <a:pt x="245" y="86"/>
                    </a:cubicBezTo>
                    <a:cubicBezTo>
                      <a:pt x="245" y="86"/>
                      <a:pt x="250" y="87"/>
                      <a:pt x="251" y="87"/>
                    </a:cubicBezTo>
                    <a:cubicBezTo>
                      <a:pt x="252" y="90"/>
                      <a:pt x="260" y="94"/>
                      <a:pt x="263" y="95"/>
                    </a:cubicBezTo>
                    <a:cubicBezTo>
                      <a:pt x="262" y="95"/>
                      <a:pt x="262" y="95"/>
                      <a:pt x="263" y="95"/>
                    </a:cubicBezTo>
                    <a:cubicBezTo>
                      <a:pt x="265" y="96"/>
                      <a:pt x="268" y="96"/>
                      <a:pt x="267" y="96"/>
                    </a:cubicBezTo>
                    <a:cubicBezTo>
                      <a:pt x="269" y="97"/>
                      <a:pt x="266" y="97"/>
                      <a:pt x="268" y="99"/>
                    </a:cubicBezTo>
                    <a:cubicBezTo>
                      <a:pt x="268" y="99"/>
                      <a:pt x="270" y="98"/>
                      <a:pt x="269" y="98"/>
                    </a:cubicBezTo>
                    <a:cubicBezTo>
                      <a:pt x="270" y="101"/>
                      <a:pt x="279" y="102"/>
                      <a:pt x="281" y="105"/>
                    </a:cubicBezTo>
                    <a:cubicBezTo>
                      <a:pt x="280" y="105"/>
                      <a:pt x="279" y="105"/>
                      <a:pt x="278" y="105"/>
                    </a:cubicBezTo>
                    <a:cubicBezTo>
                      <a:pt x="282" y="106"/>
                      <a:pt x="285" y="108"/>
                      <a:pt x="291" y="109"/>
                    </a:cubicBezTo>
                    <a:cubicBezTo>
                      <a:pt x="289" y="109"/>
                      <a:pt x="289" y="109"/>
                      <a:pt x="287" y="109"/>
                    </a:cubicBezTo>
                    <a:cubicBezTo>
                      <a:pt x="289" y="110"/>
                      <a:pt x="292" y="112"/>
                      <a:pt x="295" y="112"/>
                    </a:cubicBezTo>
                    <a:cubicBezTo>
                      <a:pt x="295" y="111"/>
                      <a:pt x="294" y="112"/>
                      <a:pt x="293" y="111"/>
                    </a:cubicBezTo>
                    <a:cubicBezTo>
                      <a:pt x="293" y="110"/>
                      <a:pt x="298" y="111"/>
                      <a:pt x="299" y="112"/>
                    </a:cubicBezTo>
                    <a:cubicBezTo>
                      <a:pt x="299" y="112"/>
                      <a:pt x="299" y="112"/>
                      <a:pt x="299" y="112"/>
                    </a:cubicBezTo>
                    <a:cubicBezTo>
                      <a:pt x="301" y="113"/>
                      <a:pt x="302" y="113"/>
                      <a:pt x="304" y="114"/>
                    </a:cubicBezTo>
                    <a:cubicBezTo>
                      <a:pt x="304" y="115"/>
                      <a:pt x="302" y="114"/>
                      <a:pt x="302" y="115"/>
                    </a:cubicBezTo>
                    <a:cubicBezTo>
                      <a:pt x="299" y="116"/>
                      <a:pt x="304" y="118"/>
                      <a:pt x="304" y="118"/>
                    </a:cubicBezTo>
                    <a:cubicBezTo>
                      <a:pt x="306" y="118"/>
                      <a:pt x="307" y="119"/>
                      <a:pt x="308" y="118"/>
                    </a:cubicBezTo>
                    <a:cubicBezTo>
                      <a:pt x="310" y="119"/>
                      <a:pt x="307" y="119"/>
                      <a:pt x="308" y="120"/>
                    </a:cubicBezTo>
                    <a:cubicBezTo>
                      <a:pt x="318" y="121"/>
                      <a:pt x="318" y="121"/>
                      <a:pt x="318" y="121"/>
                    </a:cubicBezTo>
                    <a:cubicBezTo>
                      <a:pt x="317" y="121"/>
                      <a:pt x="317" y="123"/>
                      <a:pt x="314" y="122"/>
                    </a:cubicBezTo>
                    <a:cubicBezTo>
                      <a:pt x="318" y="124"/>
                      <a:pt x="324" y="124"/>
                      <a:pt x="328" y="125"/>
                    </a:cubicBezTo>
                    <a:cubicBezTo>
                      <a:pt x="329" y="126"/>
                      <a:pt x="333" y="127"/>
                      <a:pt x="334" y="128"/>
                    </a:cubicBezTo>
                    <a:cubicBezTo>
                      <a:pt x="333" y="129"/>
                      <a:pt x="334" y="127"/>
                      <a:pt x="332" y="128"/>
                    </a:cubicBezTo>
                    <a:cubicBezTo>
                      <a:pt x="332" y="129"/>
                      <a:pt x="332" y="129"/>
                      <a:pt x="332" y="129"/>
                    </a:cubicBezTo>
                    <a:cubicBezTo>
                      <a:pt x="329" y="128"/>
                      <a:pt x="329" y="130"/>
                      <a:pt x="326" y="130"/>
                    </a:cubicBezTo>
                    <a:cubicBezTo>
                      <a:pt x="329" y="131"/>
                      <a:pt x="332" y="133"/>
                      <a:pt x="335" y="135"/>
                    </a:cubicBezTo>
                    <a:cubicBezTo>
                      <a:pt x="336" y="133"/>
                      <a:pt x="340" y="137"/>
                      <a:pt x="343" y="136"/>
                    </a:cubicBezTo>
                    <a:cubicBezTo>
                      <a:pt x="347" y="138"/>
                      <a:pt x="342" y="138"/>
                      <a:pt x="342" y="139"/>
                    </a:cubicBezTo>
                    <a:cubicBezTo>
                      <a:pt x="347" y="140"/>
                      <a:pt x="349" y="143"/>
                      <a:pt x="352" y="144"/>
                    </a:cubicBezTo>
                    <a:cubicBezTo>
                      <a:pt x="352" y="144"/>
                      <a:pt x="352" y="144"/>
                      <a:pt x="351" y="144"/>
                    </a:cubicBezTo>
                    <a:cubicBezTo>
                      <a:pt x="355" y="146"/>
                      <a:pt x="358" y="149"/>
                      <a:pt x="363" y="150"/>
                    </a:cubicBezTo>
                    <a:cubicBezTo>
                      <a:pt x="363" y="150"/>
                      <a:pt x="362" y="150"/>
                      <a:pt x="361" y="150"/>
                    </a:cubicBezTo>
                    <a:cubicBezTo>
                      <a:pt x="362" y="152"/>
                      <a:pt x="366" y="149"/>
                      <a:pt x="367" y="152"/>
                    </a:cubicBezTo>
                    <a:cubicBezTo>
                      <a:pt x="364" y="152"/>
                      <a:pt x="364" y="152"/>
                      <a:pt x="364" y="152"/>
                    </a:cubicBezTo>
                    <a:cubicBezTo>
                      <a:pt x="368" y="153"/>
                      <a:pt x="366" y="155"/>
                      <a:pt x="371" y="156"/>
                    </a:cubicBezTo>
                    <a:cubicBezTo>
                      <a:pt x="370" y="156"/>
                      <a:pt x="369" y="156"/>
                      <a:pt x="368" y="156"/>
                    </a:cubicBezTo>
                    <a:cubicBezTo>
                      <a:pt x="371" y="157"/>
                      <a:pt x="372" y="159"/>
                      <a:pt x="376" y="160"/>
                    </a:cubicBezTo>
                    <a:cubicBezTo>
                      <a:pt x="375" y="160"/>
                      <a:pt x="374" y="160"/>
                      <a:pt x="372" y="160"/>
                    </a:cubicBezTo>
                    <a:cubicBezTo>
                      <a:pt x="372" y="161"/>
                      <a:pt x="377" y="161"/>
                      <a:pt x="376" y="162"/>
                    </a:cubicBezTo>
                    <a:cubicBezTo>
                      <a:pt x="376" y="163"/>
                      <a:pt x="375" y="164"/>
                      <a:pt x="375" y="164"/>
                    </a:cubicBezTo>
                    <a:cubicBezTo>
                      <a:pt x="378" y="164"/>
                      <a:pt x="376" y="167"/>
                      <a:pt x="370" y="167"/>
                    </a:cubicBezTo>
                    <a:cubicBezTo>
                      <a:pt x="370" y="167"/>
                      <a:pt x="368" y="167"/>
                      <a:pt x="365" y="167"/>
                    </a:cubicBezTo>
                    <a:cubicBezTo>
                      <a:pt x="339" y="166"/>
                      <a:pt x="317" y="163"/>
                      <a:pt x="293" y="161"/>
                    </a:cubicBezTo>
                    <a:cubicBezTo>
                      <a:pt x="292" y="159"/>
                      <a:pt x="300" y="161"/>
                      <a:pt x="299" y="160"/>
                    </a:cubicBezTo>
                    <a:cubicBezTo>
                      <a:pt x="297" y="161"/>
                      <a:pt x="295" y="159"/>
                      <a:pt x="288" y="159"/>
                    </a:cubicBezTo>
                    <a:cubicBezTo>
                      <a:pt x="288" y="159"/>
                      <a:pt x="288" y="159"/>
                      <a:pt x="288" y="159"/>
                    </a:cubicBezTo>
                    <a:cubicBezTo>
                      <a:pt x="285" y="158"/>
                      <a:pt x="285" y="157"/>
                      <a:pt x="281" y="157"/>
                    </a:cubicBezTo>
                    <a:cubicBezTo>
                      <a:pt x="280" y="158"/>
                      <a:pt x="280" y="158"/>
                      <a:pt x="280" y="158"/>
                    </a:cubicBezTo>
                    <a:cubicBezTo>
                      <a:pt x="276" y="158"/>
                      <a:pt x="276" y="155"/>
                      <a:pt x="272" y="156"/>
                    </a:cubicBezTo>
                    <a:cubicBezTo>
                      <a:pt x="271" y="155"/>
                      <a:pt x="271" y="155"/>
                      <a:pt x="271" y="155"/>
                    </a:cubicBezTo>
                    <a:cubicBezTo>
                      <a:pt x="265" y="156"/>
                      <a:pt x="267" y="154"/>
                      <a:pt x="261" y="154"/>
                    </a:cubicBezTo>
                    <a:cubicBezTo>
                      <a:pt x="262" y="154"/>
                      <a:pt x="262" y="154"/>
                      <a:pt x="262" y="154"/>
                    </a:cubicBezTo>
                    <a:cubicBezTo>
                      <a:pt x="258" y="153"/>
                      <a:pt x="249" y="154"/>
                      <a:pt x="249" y="152"/>
                    </a:cubicBezTo>
                    <a:cubicBezTo>
                      <a:pt x="244" y="152"/>
                      <a:pt x="239" y="151"/>
                      <a:pt x="236" y="152"/>
                    </a:cubicBezTo>
                    <a:cubicBezTo>
                      <a:pt x="236" y="151"/>
                      <a:pt x="238" y="151"/>
                      <a:pt x="239" y="151"/>
                    </a:cubicBezTo>
                    <a:cubicBezTo>
                      <a:pt x="222" y="149"/>
                      <a:pt x="205" y="145"/>
                      <a:pt x="188" y="144"/>
                    </a:cubicBezTo>
                    <a:cubicBezTo>
                      <a:pt x="188" y="143"/>
                      <a:pt x="189" y="144"/>
                      <a:pt x="190" y="143"/>
                    </a:cubicBezTo>
                    <a:cubicBezTo>
                      <a:pt x="179" y="143"/>
                      <a:pt x="175" y="139"/>
                      <a:pt x="164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59" y="139"/>
                      <a:pt x="160" y="139"/>
                      <a:pt x="159" y="138"/>
                    </a:cubicBezTo>
                    <a:cubicBezTo>
                      <a:pt x="156" y="139"/>
                      <a:pt x="151" y="137"/>
                      <a:pt x="148" y="138"/>
                    </a:cubicBezTo>
                    <a:cubicBezTo>
                      <a:pt x="148" y="137"/>
                      <a:pt x="150" y="137"/>
                      <a:pt x="150" y="137"/>
                    </a:cubicBezTo>
                    <a:cubicBezTo>
                      <a:pt x="147" y="136"/>
                      <a:pt x="139" y="136"/>
                      <a:pt x="136" y="135"/>
                    </a:cubicBezTo>
                    <a:cubicBezTo>
                      <a:pt x="138" y="135"/>
                      <a:pt x="138" y="135"/>
                      <a:pt x="138" y="135"/>
                    </a:cubicBezTo>
                    <a:cubicBezTo>
                      <a:pt x="122" y="130"/>
                      <a:pt x="100" y="124"/>
                      <a:pt x="79" y="123"/>
                    </a:cubicBezTo>
                    <a:cubicBezTo>
                      <a:pt x="74" y="122"/>
                      <a:pt x="80" y="122"/>
                      <a:pt x="78" y="121"/>
                    </a:cubicBezTo>
                    <a:cubicBezTo>
                      <a:pt x="58" y="120"/>
                      <a:pt x="44" y="114"/>
                      <a:pt x="23" y="113"/>
                    </a:cubicBezTo>
                    <a:cubicBezTo>
                      <a:pt x="10" y="111"/>
                      <a:pt x="0" y="113"/>
                      <a:pt x="0" y="113"/>
                    </a:cubicBezTo>
                    <a:cubicBezTo>
                      <a:pt x="31" y="117"/>
                      <a:pt x="53" y="123"/>
                      <a:pt x="78" y="130"/>
                    </a:cubicBezTo>
                    <a:close/>
                    <a:moveTo>
                      <a:pt x="656" y="33"/>
                    </a:moveTo>
                    <a:cubicBezTo>
                      <a:pt x="656" y="33"/>
                      <a:pt x="656" y="33"/>
                      <a:pt x="656" y="33"/>
                    </a:cubicBezTo>
                    <a:moveTo>
                      <a:pt x="655" y="33"/>
                    </a:moveTo>
                    <a:cubicBezTo>
                      <a:pt x="655" y="33"/>
                      <a:pt x="655" y="33"/>
                      <a:pt x="655" y="33"/>
                    </a:cubicBezTo>
                    <a:cubicBezTo>
                      <a:pt x="656" y="33"/>
                      <a:pt x="656" y="33"/>
                      <a:pt x="655" y="33"/>
                    </a:cubicBezTo>
                    <a:close/>
                    <a:moveTo>
                      <a:pt x="650" y="3"/>
                    </a:moveTo>
                    <a:cubicBezTo>
                      <a:pt x="650" y="3"/>
                      <a:pt x="650" y="4"/>
                      <a:pt x="650" y="4"/>
                    </a:cubicBezTo>
                    <a:cubicBezTo>
                      <a:pt x="650" y="4"/>
                      <a:pt x="649" y="4"/>
                      <a:pt x="648" y="5"/>
                    </a:cubicBezTo>
                    <a:cubicBezTo>
                      <a:pt x="648" y="4"/>
                      <a:pt x="648" y="3"/>
                      <a:pt x="650" y="3"/>
                    </a:cubicBezTo>
                    <a:close/>
                    <a:moveTo>
                      <a:pt x="649" y="34"/>
                    </a:moveTo>
                    <a:cubicBezTo>
                      <a:pt x="650" y="34"/>
                      <a:pt x="651" y="34"/>
                      <a:pt x="653" y="34"/>
                    </a:cubicBezTo>
                    <a:cubicBezTo>
                      <a:pt x="653" y="33"/>
                      <a:pt x="653" y="33"/>
                      <a:pt x="653" y="33"/>
                    </a:cubicBezTo>
                    <a:cubicBezTo>
                      <a:pt x="653" y="34"/>
                      <a:pt x="653" y="34"/>
                      <a:pt x="653" y="34"/>
                    </a:cubicBezTo>
                    <a:cubicBezTo>
                      <a:pt x="654" y="34"/>
                      <a:pt x="655" y="33"/>
                      <a:pt x="655" y="33"/>
                    </a:cubicBezTo>
                    <a:cubicBezTo>
                      <a:pt x="654" y="34"/>
                      <a:pt x="654" y="34"/>
                      <a:pt x="653" y="34"/>
                    </a:cubicBezTo>
                    <a:cubicBezTo>
                      <a:pt x="653" y="34"/>
                      <a:pt x="653" y="35"/>
                      <a:pt x="652" y="35"/>
                    </a:cubicBezTo>
                    <a:cubicBezTo>
                      <a:pt x="652" y="35"/>
                      <a:pt x="652" y="35"/>
                      <a:pt x="652" y="35"/>
                    </a:cubicBezTo>
                    <a:cubicBezTo>
                      <a:pt x="652" y="35"/>
                      <a:pt x="651" y="35"/>
                      <a:pt x="650" y="35"/>
                    </a:cubicBezTo>
                    <a:cubicBezTo>
                      <a:pt x="649" y="35"/>
                      <a:pt x="649" y="35"/>
                      <a:pt x="649" y="35"/>
                    </a:cubicBezTo>
                    <a:cubicBezTo>
                      <a:pt x="647" y="36"/>
                      <a:pt x="650" y="36"/>
                      <a:pt x="648" y="37"/>
                    </a:cubicBezTo>
                    <a:cubicBezTo>
                      <a:pt x="646" y="37"/>
                      <a:pt x="644" y="37"/>
                      <a:pt x="643" y="37"/>
                    </a:cubicBezTo>
                    <a:cubicBezTo>
                      <a:pt x="643" y="36"/>
                      <a:pt x="646" y="35"/>
                      <a:pt x="640" y="34"/>
                    </a:cubicBezTo>
                    <a:cubicBezTo>
                      <a:pt x="644" y="33"/>
                      <a:pt x="649" y="35"/>
                      <a:pt x="649" y="34"/>
                    </a:cubicBezTo>
                    <a:close/>
                    <a:moveTo>
                      <a:pt x="539" y="91"/>
                    </a:moveTo>
                    <a:cubicBezTo>
                      <a:pt x="541" y="91"/>
                      <a:pt x="537" y="92"/>
                      <a:pt x="538" y="92"/>
                    </a:cubicBezTo>
                    <a:cubicBezTo>
                      <a:pt x="537" y="92"/>
                      <a:pt x="535" y="93"/>
                      <a:pt x="535" y="92"/>
                    </a:cubicBezTo>
                    <a:cubicBezTo>
                      <a:pt x="538" y="92"/>
                      <a:pt x="539" y="91"/>
                      <a:pt x="539" y="91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4354729" y="2158331"/>
              <a:ext cx="3266983" cy="1448984"/>
              <a:chOff x="4354729" y="2158331"/>
              <a:chExt cx="3266983" cy="1448984"/>
            </a:xfrm>
          </p:grpSpPr>
          <p:sp>
            <p:nvSpPr>
              <p:cNvPr id="22" name="椭圆 21"/>
              <p:cNvSpPr/>
              <p:nvPr/>
            </p:nvSpPr>
            <p:spPr>
              <a:xfrm>
                <a:off x="4354729" y="2344679"/>
                <a:ext cx="556229" cy="556229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400" b="1" dirty="0">
                    <a:solidFill>
                      <a:srgbClr val="FFFFFF"/>
                    </a:solidFill>
                  </a:rPr>
                  <a:t>01</a:t>
                </a:r>
                <a:endParaRPr sz="24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5051679" y="2158331"/>
                <a:ext cx="2570033" cy="556229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lumMod val="100000"/>
                      </a:schemeClr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lumMod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b="1" dirty="0"/>
                  <a:t>{vItem.item1_Desc}</a:t>
                </a: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5051680" y="2714561"/>
                <a:ext cx="2570032" cy="892754"/>
              </a:xfrm>
              <a:prstGeom prst="rect">
                <a:avLst/>
              </a:prstGeom>
            </p:spPr>
            <p:txBody>
              <a:bodyPr vert="horz"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8251916" y="2158331"/>
              <a:ext cx="3266982" cy="1448984"/>
              <a:chOff x="8251916" y="2158331"/>
              <a:chExt cx="3266982" cy="1448984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251916" y="2337020"/>
                <a:ext cx="556229" cy="556229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400" b="1" dirty="0">
                    <a:solidFill>
                      <a:srgbClr val="FFFFFF"/>
                    </a:solidFill>
                  </a:rPr>
                  <a:t>02</a:t>
                </a:r>
                <a:endParaRPr sz="24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8948865" y="2158331"/>
                <a:ext cx="2570033" cy="55622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b="1" dirty="0"/>
                  <a:t>{vItem.item1_Desc}</a:t>
                </a: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8948866" y="2714561"/>
                <a:ext cx="2570032" cy="892754"/>
              </a:xfrm>
              <a:prstGeom prst="rect">
                <a:avLst/>
              </a:prstGeom>
            </p:spPr>
            <p:txBody>
              <a:bodyPr vert="horz"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4354729" y="3875491"/>
              <a:ext cx="3266983" cy="1448984"/>
              <a:chOff x="4354729" y="3875491"/>
              <a:chExt cx="3266983" cy="1448984"/>
            </a:xfrm>
          </p:grpSpPr>
          <p:sp>
            <p:nvSpPr>
              <p:cNvPr id="14" name="椭圆 13"/>
              <p:cNvSpPr/>
              <p:nvPr/>
            </p:nvSpPr>
            <p:spPr>
              <a:xfrm>
                <a:off x="4354729" y="4061839"/>
                <a:ext cx="556229" cy="556229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400" b="1" dirty="0">
                    <a:solidFill>
                      <a:srgbClr val="FFFFFF"/>
                    </a:solidFill>
                  </a:rPr>
                  <a:t>03</a:t>
                </a:r>
                <a:endParaRPr sz="24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5051679" y="3875491"/>
                <a:ext cx="2570033" cy="55622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b="1" dirty="0"/>
                  <a:t>{vItem.item1_Desc}</a:t>
                </a:r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5051680" y="4431721"/>
                <a:ext cx="2570032" cy="892754"/>
              </a:xfrm>
              <a:prstGeom prst="rect">
                <a:avLst/>
              </a:prstGeom>
            </p:spPr>
            <p:txBody>
              <a:bodyPr vert="horz"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8251916" y="3875491"/>
              <a:ext cx="3266982" cy="1448984"/>
              <a:chOff x="8251916" y="3875491"/>
              <a:chExt cx="3266982" cy="1448984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8251916" y="4061839"/>
                <a:ext cx="556229" cy="556229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400" b="1" dirty="0">
                    <a:solidFill>
                      <a:srgbClr val="FFFFFF"/>
                    </a:solidFill>
                  </a:rPr>
                  <a:t>04</a:t>
                </a:r>
                <a:endParaRPr sz="24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8948865" y="3875491"/>
                <a:ext cx="2570033" cy="55622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b="1" dirty="0"/>
                  <a:t>{vItem.item1_Desc}</a:t>
                </a: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8948866" y="4431721"/>
                <a:ext cx="2570032" cy="892754"/>
              </a:xfrm>
              <a:prstGeom prst="rect">
                <a:avLst/>
              </a:prstGeom>
            </p:spPr>
            <p:txBody>
              <a:bodyPr vert="horz"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4354729" y="1130300"/>
              <a:ext cx="7164170" cy="867668"/>
            </a:xfrm>
            <a:prstGeom prst="rect">
              <a:avLst/>
            </a:prstGeom>
            <a:noFill/>
          </p:spPr>
          <p:txBody>
            <a:bodyPr vert="horz" wrap="square" rtlCol="0" anchor="t" anchorCtr="0">
              <a:normAutofit/>
            </a:bodyPr>
            <a:lstStyle/>
            <a:p>
              <a:r>
                <a:rPr lang="en-US" altLang="zh-CN" sz="2400" b="1" dirty="0"/>
                <a:t>{vItem.item1_Desc}</a:t>
              </a:r>
              <a:endParaRPr lang="zh-CN" altLang="en-US" sz="2400" b="1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优秀学员分享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3243265" y="1130301"/>
            <a:ext cx="5705470" cy="2785402"/>
          </a:xfrm>
        </p:spPr>
        <p:txBody>
          <a:bodyPr>
            <a:normAutofit/>
          </a:bodyPr>
          <a:lstStyle/>
          <a:p>
            <a:r>
              <a:rPr lang="zh-CN" altLang="en-US" sz="7200" dirty="0"/>
              <a:t>Thank you</a:t>
            </a:r>
            <a:endParaRPr lang="en-US" sz="720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3243265" y="5648175"/>
            <a:ext cx="5705470" cy="342899"/>
          </a:xfrm>
        </p:spPr>
        <p:txBody>
          <a:bodyPr/>
          <a:lstStyle/>
          <a:p>
            <a:r>
              <a:rPr lang="en-US" dirty="0"/>
              <a:t>{author}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3243265" y="5305276"/>
            <a:ext cx="5705470" cy="342899"/>
          </a:xfrm>
        </p:spPr>
        <p:txBody>
          <a:bodyPr/>
          <a:lstStyle/>
          <a:p>
            <a:r>
              <a:rPr lang="en-US" altLang="zh-CN" dirty="0"/>
              <a:t>{company}-{department}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heme/theme1.xml><?xml version="1.0" encoding="utf-8"?>
<a:theme xmlns:a="http://schemas.openxmlformats.org/drawingml/2006/main" name="Designed by OfficePLUS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7879BE"/>
      </a:accent1>
      <a:accent2>
        <a:srgbClr val="AF91BC"/>
      </a:accent2>
      <a:accent3>
        <a:srgbClr val="DD90AF"/>
      </a:accent3>
      <a:accent4>
        <a:srgbClr val="F8A299"/>
      </a:accent4>
      <a:accent5>
        <a:srgbClr val="EDC783"/>
      </a:accent5>
      <a:accent6>
        <a:srgbClr val="C6BCBC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1623</Words>
  <Application>Microsoft Office PowerPoint</Application>
  <PresentationFormat>宽屏</PresentationFormat>
  <Paragraphs>383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4" baseType="lpstr">
      <vt:lpstr>微软雅黑</vt:lpstr>
      <vt:lpstr>Arial</vt:lpstr>
      <vt:lpstr>Designed by OfficePLUS</vt:lpstr>
      <vt:lpstr>{title}</vt:lpstr>
      <vt:lpstr>{chapterTitle}</vt:lpstr>
      <vt:lpstr>PowerPoint 演示文稿</vt:lpstr>
      <vt:lpstr>PowerPoint 演示文稿</vt:lpstr>
      <vt:lpstr>PowerPoint 演示文稿</vt:lpstr>
      <vt:lpstr>{slideTitle}</vt:lpstr>
      <vt:lpstr>{slideTitle}</vt:lpstr>
      <vt:lpstr>{slideTitle}</vt:lpstr>
      <vt:lpstr>{slideTitle}</vt:lpstr>
      <vt:lpstr>{slideTitle}</vt:lpstr>
      <vt:lpstr>PowerPoint 演示文稿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导师见面会</vt:lpstr>
      <vt:lpstr>学术沙龙</vt:lpstr>
      <vt:lpstr>职业规划指导</vt:lpstr>
      <vt:lpstr>优秀学员分享</vt:lpstr>
      <vt:lpstr>Thank you</vt:lpstr>
    </vt:vector>
  </TitlesOfParts>
  <Company>OfficePLUS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OfficePLUS PowerPoint Template</dc:title>
  <dc:creator>OfficePLUS</dc:creator>
  <cp:lastModifiedBy>则灵 和</cp:lastModifiedBy>
  <cp:revision>17</cp:revision>
  <cp:lastPrinted>2024-08-21T16:00:00Z</cp:lastPrinted>
  <dcterms:created xsi:type="dcterms:W3CDTF">2024-08-21T16:00:00Z</dcterms:created>
  <dcterms:modified xsi:type="dcterms:W3CDTF">2026-09-19T02:14:15Z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2F78D812598C4457B9C036999D55DD19_12</vt:lpwstr>
  </property>
</Properties>
</file>