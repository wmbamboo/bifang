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10"/>
    <p:sldId id="337" r:id="rId11"/>
    <p:sldId id="339" r:id="rId15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86483" autoAdjust="0"/>
  </p:normalViewPr>
  <p:slideViewPr>
    <p:cSldViewPr snapToGrid="0" showGuides="1">
      <p:cViewPr varScale="1">
        <p:scale>
          <a:sx n="120" d="100"/>
          <a:sy n="120" d="100"/>
        </p:scale>
        <p:origin x="66" y="32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4" Type="http://schemas.openxmlformats.org/officeDocument/2006/relationships/presProps" Target="presProps.xml"/><Relationship Id="rId33" Type="http://schemas.openxmlformats.org/officeDocument/2006/relationships/tags" Target="tags/tag1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37" Type="http://schemas.openxmlformats.org/officeDocument/2006/relationships/tableStyles" Target="tableStyles.xml"/><Relationship Id="rId15" Type="http://schemas.openxmlformats.org/officeDocument/2006/relationships/slide" Target="slides/slide3.xml"/><Relationship Id="rId36" Type="http://schemas.openxmlformats.org/officeDocument/2006/relationships/theme" Target="theme/theme1.xml"/><Relationship Id="rId10" Type="http://schemas.openxmlformats.org/officeDocument/2006/relationships/slide" Target="slides/slide2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0" y="0"/>
            <a:ext cx="12192002" cy="6858001"/>
            <a:chOff x="0" y="0"/>
            <a:chExt cx="12192002" cy="6858001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2686866" y="1184307"/>
            <a:ext cx="6818269" cy="2350279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193080" y="3731375"/>
            <a:ext cx="5805840" cy="619847"/>
          </a:xfrm>
          <a:prstGeom prst="roundRect">
            <a:avLst>
              <a:gd name="adj" fmla="val 48065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537323"/>
            <a:ext cx="5705470" cy="342899"/>
          </a:xfrm>
          <a:prstGeom prst="rect">
            <a:avLst/>
          </a:prstGeom>
          <a:noFill/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194424"/>
            <a:ext cx="5705470" cy="3428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 flipH="1">
            <a:off x="-1" y="26291"/>
            <a:ext cx="12192001" cy="6831709"/>
            <a:chOff x="-1" y="26291"/>
            <a:chExt cx="12192001" cy="6831709"/>
          </a:xfrm>
        </p:grpSpPr>
        <p:sp>
          <p:nvSpPr>
            <p:cNvPr id="12" name="任意多边形: 形状 11"/>
            <p:cNvSpPr/>
            <p:nvPr/>
          </p:nvSpPr>
          <p:spPr>
            <a:xfrm flipH="1" flipV="1">
              <a:off x="-1" y="5573488"/>
              <a:ext cx="1118294" cy="1284512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9886449" y="26291"/>
              <a:ext cx="2305551" cy="12074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130300"/>
            <a:ext cx="2082800" cy="5003800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743200" y="1130300"/>
            <a:ext cx="8775687" cy="5003800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任意多边形: 形状 9"/>
          <p:cNvSpPr>
            <a:spLocks noChangeAspect="1"/>
          </p:cNvSpPr>
          <p:nvPr/>
        </p:nvSpPr>
        <p:spPr bwMode="auto">
          <a:xfrm>
            <a:off x="2906656" y="5089886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 flipV="1">
            <a:off x="0" y="0"/>
            <a:ext cx="12192002" cy="6858001"/>
            <a:chOff x="0" y="0"/>
            <a:chExt cx="12192002" cy="6858001"/>
          </a:xfrm>
        </p:grpSpPr>
        <p:sp>
          <p:nvSpPr>
            <p:cNvPr id="38" name="任意多边形: 形状 37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964781" y="1622003"/>
            <a:ext cx="6262439" cy="186043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964781" y="3482434"/>
            <a:ext cx="6262439" cy="20265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2024/11/20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1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0" y="0"/>
            <a:ext cx="12192002" cy="6858001"/>
            <a:chOff x="0" y="0"/>
            <a:chExt cx="12192002" cy="6858001"/>
          </a:xfrm>
        </p:grpSpPr>
        <p:sp>
          <p:nvSpPr>
            <p:cNvPr id="30" name="任意多边形: 形状 29"/>
            <p:cNvSpPr/>
            <p:nvPr/>
          </p:nvSpPr>
          <p:spPr>
            <a:xfrm>
              <a:off x="7487559" y="1"/>
              <a:ext cx="4704441" cy="5421469"/>
            </a:xfrm>
            <a:custGeom>
              <a:avLst/>
              <a:gdLst>
                <a:gd name="connsiteX0" fmla="*/ 0 w 4704441"/>
                <a:gd name="connsiteY0" fmla="*/ 0 h 5421469"/>
                <a:gd name="connsiteX1" fmla="*/ 4704441 w 4704441"/>
                <a:gd name="connsiteY1" fmla="*/ 0 h 5421469"/>
                <a:gd name="connsiteX2" fmla="*/ 4704441 w 4704441"/>
                <a:gd name="connsiteY2" fmla="*/ 5370535 h 5421469"/>
                <a:gd name="connsiteX3" fmla="*/ 4618387 w 4704441"/>
                <a:gd name="connsiteY3" fmla="*/ 5391422 h 5421469"/>
                <a:gd name="connsiteX4" fmla="*/ 3138203 w 4704441"/>
                <a:gd name="connsiteY4" fmla="*/ 4424291 h 5421469"/>
                <a:gd name="connsiteX5" fmla="*/ 3331691 w 4704441"/>
                <a:gd name="connsiteY5" fmla="*/ 3052157 h 5421469"/>
                <a:gd name="connsiteX6" fmla="*/ 2379645 w 4704441"/>
                <a:gd name="connsiteY6" fmla="*/ 2383652 h 5421469"/>
                <a:gd name="connsiteX7" fmla="*/ 2343749 w 4704441"/>
                <a:gd name="connsiteY7" fmla="*/ 1147989 h 5421469"/>
                <a:gd name="connsiteX8" fmla="*/ 1139108 w 4704441"/>
                <a:gd name="connsiteY8" fmla="*/ 529925 h 5421469"/>
                <a:gd name="connsiteX9" fmla="*/ 7241 w 4704441"/>
                <a:gd name="connsiteY9" fmla="*/ 8695 h 542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4441" h="5421469">
                  <a:moveTo>
                    <a:pt x="0" y="0"/>
                  </a:moveTo>
                  <a:lnTo>
                    <a:pt x="4704441" y="0"/>
                  </a:lnTo>
                  <a:lnTo>
                    <a:pt x="4704441" y="5370535"/>
                  </a:lnTo>
                  <a:lnTo>
                    <a:pt x="4618387" y="5391422"/>
                  </a:lnTo>
                  <a:cubicBezTo>
                    <a:pt x="3934279" y="5522693"/>
                    <a:pt x="3155112" y="5228063"/>
                    <a:pt x="3138203" y="4424291"/>
                  </a:cubicBezTo>
                  <a:cubicBezTo>
                    <a:pt x="3130080" y="4038708"/>
                    <a:pt x="3554810" y="3396584"/>
                    <a:pt x="3331691" y="3052157"/>
                  </a:cubicBezTo>
                  <a:cubicBezTo>
                    <a:pt x="3120177" y="2725602"/>
                    <a:pt x="2593945" y="2748116"/>
                    <a:pt x="2379645" y="2383652"/>
                  </a:cubicBezTo>
                  <a:cubicBezTo>
                    <a:pt x="2144845" y="1984220"/>
                    <a:pt x="2430706" y="1561192"/>
                    <a:pt x="2343749" y="1147989"/>
                  </a:cubicBezTo>
                  <a:cubicBezTo>
                    <a:pt x="2238997" y="650613"/>
                    <a:pt x="1537535" y="621060"/>
                    <a:pt x="1139108" y="529925"/>
                  </a:cubicBezTo>
                  <a:cubicBezTo>
                    <a:pt x="741649" y="439060"/>
                    <a:pt x="286833" y="311337"/>
                    <a:pt x="7241" y="869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0" y="4971117"/>
              <a:ext cx="3659048" cy="1886883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0" y="0"/>
              <a:ext cx="5208792" cy="2604768"/>
            </a:xfrm>
            <a:custGeom>
              <a:avLst/>
              <a:gdLst>
                <a:gd name="connsiteX0" fmla="*/ 1087027 w 5208792"/>
                <a:gd name="connsiteY0" fmla="*/ 0 h 2604768"/>
                <a:gd name="connsiteX1" fmla="*/ 4890008 w 5208792"/>
                <a:gd name="connsiteY1" fmla="*/ 0 h 2604768"/>
                <a:gd name="connsiteX2" fmla="*/ 4892209 w 5208792"/>
                <a:gd name="connsiteY2" fmla="*/ 1705 h 2604768"/>
                <a:gd name="connsiteX3" fmla="*/ 5200063 w 5208792"/>
                <a:gd name="connsiteY3" fmla="*/ 439630 h 2604768"/>
                <a:gd name="connsiteX4" fmla="*/ 4735072 w 5208792"/>
                <a:gd name="connsiteY4" fmla="*/ 1204674 h 2604768"/>
                <a:gd name="connsiteX5" fmla="*/ 3442569 w 5208792"/>
                <a:gd name="connsiteY5" fmla="*/ 1328318 h 2604768"/>
                <a:gd name="connsiteX6" fmla="*/ 2386885 w 5208792"/>
                <a:gd name="connsiteY6" fmla="*/ 1586078 h 2604768"/>
                <a:gd name="connsiteX7" fmla="*/ 1956128 w 5208792"/>
                <a:gd name="connsiteY7" fmla="*/ 2172772 h 2604768"/>
                <a:gd name="connsiteX8" fmla="*/ 1057500 w 5208792"/>
                <a:gd name="connsiteY8" fmla="*/ 2220653 h 2604768"/>
                <a:gd name="connsiteX9" fmla="*/ 310985 w 5208792"/>
                <a:gd name="connsiteY9" fmla="*/ 2411944 h 2604768"/>
                <a:gd name="connsiteX10" fmla="*/ 27507 w 5208792"/>
                <a:gd name="connsiteY10" fmla="*/ 2592801 h 2604768"/>
                <a:gd name="connsiteX11" fmla="*/ 0 w 5208792"/>
                <a:gd name="connsiteY11" fmla="*/ 2604768 h 2604768"/>
                <a:gd name="connsiteX12" fmla="*/ 0 w 5208792"/>
                <a:gd name="connsiteY12" fmla="*/ 413420 h 2604768"/>
                <a:gd name="connsiteX13" fmla="*/ 192917 w 5208792"/>
                <a:gd name="connsiteY13" fmla="*/ 307247 h 2604768"/>
                <a:gd name="connsiteX14" fmla="*/ 862861 w 5208792"/>
                <a:gd name="connsiteY14" fmla="*/ 55419 h 26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08792" h="2604768">
                  <a:moveTo>
                    <a:pt x="1087027" y="0"/>
                  </a:moveTo>
                  <a:lnTo>
                    <a:pt x="4890008" y="0"/>
                  </a:lnTo>
                  <a:lnTo>
                    <a:pt x="4892209" y="1705"/>
                  </a:lnTo>
                  <a:cubicBezTo>
                    <a:pt x="5046331" y="132504"/>
                    <a:pt x="5172976" y="289662"/>
                    <a:pt x="5200063" y="439630"/>
                  </a:cubicBezTo>
                  <a:cubicBezTo>
                    <a:pt x="5259121" y="766800"/>
                    <a:pt x="5009066" y="1064735"/>
                    <a:pt x="4735072" y="1204674"/>
                  </a:cubicBezTo>
                  <a:cubicBezTo>
                    <a:pt x="4334434" y="1409258"/>
                    <a:pt x="3874090" y="1339554"/>
                    <a:pt x="3442569" y="1328318"/>
                  </a:cubicBezTo>
                  <a:cubicBezTo>
                    <a:pt x="3125516" y="1320083"/>
                    <a:pt x="2597292" y="1298614"/>
                    <a:pt x="2386885" y="1586078"/>
                  </a:cubicBezTo>
                  <a:cubicBezTo>
                    <a:pt x="2239181" y="1787956"/>
                    <a:pt x="2192182" y="2043245"/>
                    <a:pt x="1956128" y="2172772"/>
                  </a:cubicBezTo>
                  <a:cubicBezTo>
                    <a:pt x="1686840" y="2320533"/>
                    <a:pt x="1346611" y="2243947"/>
                    <a:pt x="1057500" y="2220653"/>
                  </a:cubicBezTo>
                  <a:cubicBezTo>
                    <a:pt x="762976" y="2196889"/>
                    <a:pt x="545216" y="2227065"/>
                    <a:pt x="310985" y="2411944"/>
                  </a:cubicBezTo>
                  <a:cubicBezTo>
                    <a:pt x="220619" y="2483281"/>
                    <a:pt x="124547" y="2546250"/>
                    <a:pt x="27507" y="2592801"/>
                  </a:cubicBezTo>
                  <a:lnTo>
                    <a:pt x="0" y="2604768"/>
                  </a:lnTo>
                  <a:lnTo>
                    <a:pt x="0" y="413420"/>
                  </a:lnTo>
                  <a:lnTo>
                    <a:pt x="192917" y="307247"/>
                  </a:lnTo>
                  <a:cubicBezTo>
                    <a:pt x="406227" y="201053"/>
                    <a:pt x="636168" y="117853"/>
                    <a:pt x="862861" y="554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1" y="2286745"/>
              <a:ext cx="1952419" cy="2026550"/>
            </a:xfrm>
            <a:custGeom>
              <a:avLst/>
              <a:gdLst>
                <a:gd name="connsiteX0" fmla="*/ 0 w 1952419"/>
                <a:gd name="connsiteY0" fmla="*/ 0 h 2026550"/>
                <a:gd name="connsiteX1" fmla="*/ 18477 w 1952419"/>
                <a:gd name="connsiteY1" fmla="*/ 21580 h 2026550"/>
                <a:gd name="connsiteX2" fmla="*/ 1021088 w 1952419"/>
                <a:gd name="connsiteY2" fmla="*/ 693993 h 2026550"/>
                <a:gd name="connsiteX3" fmla="*/ 1952088 w 1952419"/>
                <a:gd name="connsiteY3" fmla="*/ 1329691 h 2026550"/>
                <a:gd name="connsiteX4" fmla="*/ 1395427 w 1952419"/>
                <a:gd name="connsiteY4" fmla="*/ 1957388 h 2026550"/>
                <a:gd name="connsiteX5" fmla="*/ 460246 w 1952419"/>
                <a:gd name="connsiteY5" fmla="*/ 1960358 h 2026550"/>
                <a:gd name="connsiteX6" fmla="*/ 222206 w 1952419"/>
                <a:gd name="connsiteY6" fmla="*/ 1899718 h 2026550"/>
                <a:gd name="connsiteX7" fmla="*/ 0 w 1952419"/>
                <a:gd name="connsiteY7" fmla="*/ 1824550 h 202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2419" h="2026550">
                  <a:moveTo>
                    <a:pt x="0" y="0"/>
                  </a:moveTo>
                  <a:lnTo>
                    <a:pt x="18477" y="21580"/>
                  </a:lnTo>
                  <a:cubicBezTo>
                    <a:pt x="303246" y="354837"/>
                    <a:pt x="534434" y="608711"/>
                    <a:pt x="1021088" y="693993"/>
                  </a:cubicBezTo>
                  <a:cubicBezTo>
                    <a:pt x="1405913" y="761453"/>
                    <a:pt x="1968028" y="808488"/>
                    <a:pt x="1952088" y="1329691"/>
                  </a:cubicBezTo>
                  <a:cubicBezTo>
                    <a:pt x="1944632" y="1573230"/>
                    <a:pt x="1599569" y="1877683"/>
                    <a:pt x="1395427" y="1957388"/>
                  </a:cubicBezTo>
                  <a:cubicBezTo>
                    <a:pt x="1103824" y="2071278"/>
                    <a:pt x="757669" y="2024304"/>
                    <a:pt x="460246" y="1960358"/>
                  </a:cubicBezTo>
                  <a:cubicBezTo>
                    <a:pt x="381640" y="1943447"/>
                    <a:pt x="301994" y="1923264"/>
                    <a:pt x="222206" y="1899718"/>
                  </a:cubicBezTo>
                  <a:lnTo>
                    <a:pt x="0" y="182455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100775" y="4744891"/>
              <a:ext cx="1460653" cy="735269"/>
            </a:xfrm>
            <a:custGeom>
              <a:avLst/>
              <a:gdLst>
                <a:gd name="connsiteX0" fmla="*/ 60610 w 1465988"/>
                <a:gd name="connsiteY0" fmla="*/ 183028 h 737955"/>
                <a:gd name="connsiteX1" fmla="*/ 1023909 w 1465988"/>
                <a:gd name="connsiteY1" fmla="*/ 33859 h 737955"/>
                <a:gd name="connsiteX2" fmla="*/ 1428148 w 1465988"/>
                <a:gd name="connsiteY2" fmla="*/ 435803 h 737955"/>
                <a:gd name="connsiteX3" fmla="*/ 759538 w 1465988"/>
                <a:gd name="connsiteY3" fmla="*/ 500085 h 737955"/>
                <a:gd name="connsiteX4" fmla="*/ 507764 w 1465988"/>
                <a:gd name="connsiteY4" fmla="*/ 714832 h 737955"/>
                <a:gd name="connsiteX5" fmla="*/ 1508 w 1465988"/>
                <a:gd name="connsiteY5" fmla="*/ 301998 h 737955"/>
                <a:gd name="connsiteX6" fmla="*/ 60610 w 1465988"/>
                <a:gd name="connsiteY6" fmla="*/ 182969 h 73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5988" h="737955">
                  <a:moveTo>
                    <a:pt x="60610" y="183028"/>
                  </a:moveTo>
                  <a:cubicBezTo>
                    <a:pt x="251692" y="-19239"/>
                    <a:pt x="837536" y="-28187"/>
                    <a:pt x="1023909" y="33859"/>
                  </a:cubicBezTo>
                  <a:cubicBezTo>
                    <a:pt x="1173490" y="83661"/>
                    <a:pt x="1593270" y="214522"/>
                    <a:pt x="1428148" y="435803"/>
                  </a:cubicBezTo>
                  <a:cubicBezTo>
                    <a:pt x="1252489" y="671153"/>
                    <a:pt x="968044" y="403956"/>
                    <a:pt x="759538" y="500085"/>
                  </a:cubicBezTo>
                  <a:cubicBezTo>
                    <a:pt x="657168" y="547297"/>
                    <a:pt x="607249" y="661381"/>
                    <a:pt x="507764" y="714832"/>
                  </a:cubicBezTo>
                  <a:cubicBezTo>
                    <a:pt x="297785" y="827739"/>
                    <a:pt x="-24747" y="500909"/>
                    <a:pt x="1508" y="301998"/>
                  </a:cubicBezTo>
                  <a:cubicBezTo>
                    <a:pt x="7512" y="256435"/>
                    <a:pt x="28469" y="216994"/>
                    <a:pt x="60610" y="182969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958673" y="1517193"/>
              <a:ext cx="1960673" cy="1371399"/>
            </a:xfrm>
            <a:custGeom>
              <a:avLst/>
              <a:gdLst>
                <a:gd name="connsiteX0" fmla="*/ 1237998 w 2382959"/>
                <a:gd name="connsiteY0" fmla="*/ 916 h 1666768"/>
                <a:gd name="connsiteX1" fmla="*/ 2376779 w 2382959"/>
                <a:gd name="connsiteY1" fmla="*/ 597474 h 1666768"/>
                <a:gd name="connsiteX2" fmla="*/ 1644945 w 2382959"/>
                <a:gd name="connsiteY2" fmla="*/ 893221 h 1666768"/>
                <a:gd name="connsiteX3" fmla="*/ 1051449 w 2382959"/>
                <a:gd name="connsiteY3" fmla="*/ 1576961 h 1666768"/>
                <a:gd name="connsiteX4" fmla="*/ 191756 w 2382959"/>
                <a:gd name="connsiteY4" fmla="*/ 1413664 h 1666768"/>
                <a:gd name="connsiteX5" fmla="*/ 1224341 w 2382959"/>
                <a:gd name="connsiteY5" fmla="*/ 1328 h 1666768"/>
                <a:gd name="connsiteX6" fmla="*/ 1237998 w 2382959"/>
                <a:gd name="connsiteY6" fmla="*/ 916 h 1666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2959" h="1666768">
                  <a:moveTo>
                    <a:pt x="1237998" y="916"/>
                  </a:moveTo>
                  <a:cubicBezTo>
                    <a:pt x="1589551" y="-8738"/>
                    <a:pt x="2464785" y="49246"/>
                    <a:pt x="2376779" y="597474"/>
                  </a:cubicBezTo>
                  <a:cubicBezTo>
                    <a:pt x="2320503" y="948262"/>
                    <a:pt x="1859456" y="701786"/>
                    <a:pt x="1644945" y="893221"/>
                  </a:cubicBezTo>
                  <a:cubicBezTo>
                    <a:pt x="1421957" y="1092250"/>
                    <a:pt x="1304400" y="1410897"/>
                    <a:pt x="1051449" y="1576961"/>
                  </a:cubicBezTo>
                  <a:cubicBezTo>
                    <a:pt x="779071" y="1755799"/>
                    <a:pt x="403206" y="1650074"/>
                    <a:pt x="191756" y="1413664"/>
                  </a:cubicBezTo>
                  <a:cubicBezTo>
                    <a:pt x="-425111" y="724273"/>
                    <a:pt x="588696" y="22697"/>
                    <a:pt x="1224341" y="1328"/>
                  </a:cubicBezTo>
                  <a:cubicBezTo>
                    <a:pt x="1228815" y="1151"/>
                    <a:pt x="1233348" y="1034"/>
                    <a:pt x="1237998" y="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9815879" y="3495385"/>
              <a:ext cx="2376121" cy="2868907"/>
            </a:xfrm>
            <a:custGeom>
              <a:avLst/>
              <a:gdLst>
                <a:gd name="connsiteX0" fmla="*/ 1274512 w 2376121"/>
                <a:gd name="connsiteY0" fmla="*/ 2503 h 2868907"/>
                <a:gd name="connsiteX1" fmla="*/ 1425028 w 2376121"/>
                <a:gd name="connsiteY1" fmla="*/ 26514 h 2868907"/>
                <a:gd name="connsiteX2" fmla="*/ 2035893 w 2376121"/>
                <a:gd name="connsiteY2" fmla="*/ 161816 h 2868907"/>
                <a:gd name="connsiteX3" fmla="*/ 2286518 w 2376121"/>
                <a:gd name="connsiteY3" fmla="*/ 115080 h 2868907"/>
                <a:gd name="connsiteX4" fmla="*/ 2376121 w 2376121"/>
                <a:gd name="connsiteY4" fmla="*/ 101063 h 2868907"/>
                <a:gd name="connsiteX5" fmla="*/ 2376121 w 2376121"/>
                <a:gd name="connsiteY5" fmla="*/ 2800785 h 2868907"/>
                <a:gd name="connsiteX6" fmla="*/ 2302816 w 2376121"/>
                <a:gd name="connsiteY6" fmla="*/ 2830934 h 2868907"/>
                <a:gd name="connsiteX7" fmla="*/ 2022987 w 2376121"/>
                <a:gd name="connsiteY7" fmla="*/ 2867690 h 2868907"/>
                <a:gd name="connsiteX8" fmla="*/ 1372573 w 2376121"/>
                <a:gd name="connsiteY8" fmla="*/ 2540610 h 2868907"/>
                <a:gd name="connsiteX9" fmla="*/ 591645 w 2376121"/>
                <a:gd name="connsiteY9" fmla="*/ 2479343 h 2868907"/>
                <a:gd name="connsiteX10" fmla="*/ 408747 w 2376121"/>
                <a:gd name="connsiteY10" fmla="*/ 1970126 h 2868907"/>
                <a:gd name="connsiteX11" fmla="*/ 147789 w 2376121"/>
                <a:gd name="connsiteY11" fmla="*/ 1157837 h 2868907"/>
                <a:gd name="connsiteX12" fmla="*/ 261511 w 2376121"/>
                <a:gd name="connsiteY12" fmla="*/ 237584 h 2868907"/>
                <a:gd name="connsiteX13" fmla="*/ 1274512 w 2376121"/>
                <a:gd name="connsiteY13" fmla="*/ 2503 h 286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6121" h="2868907">
                  <a:moveTo>
                    <a:pt x="1274512" y="2503"/>
                  </a:moveTo>
                  <a:cubicBezTo>
                    <a:pt x="1324341" y="6138"/>
                    <a:pt x="1374498" y="13860"/>
                    <a:pt x="1425028" y="26514"/>
                  </a:cubicBezTo>
                  <a:cubicBezTo>
                    <a:pt x="1633044" y="78622"/>
                    <a:pt x="1812891" y="197548"/>
                    <a:pt x="2035893" y="161816"/>
                  </a:cubicBezTo>
                  <a:cubicBezTo>
                    <a:pt x="2122208" y="147991"/>
                    <a:pt x="2205617" y="129859"/>
                    <a:pt x="2286518" y="115080"/>
                  </a:cubicBezTo>
                  <a:lnTo>
                    <a:pt x="2376121" y="101063"/>
                  </a:lnTo>
                  <a:lnTo>
                    <a:pt x="2376121" y="2800785"/>
                  </a:lnTo>
                  <a:lnTo>
                    <a:pt x="2302816" y="2830934"/>
                  </a:lnTo>
                  <a:cubicBezTo>
                    <a:pt x="2211953" y="2859806"/>
                    <a:pt x="2116882" y="2873206"/>
                    <a:pt x="2022987" y="2867690"/>
                  </a:cubicBezTo>
                  <a:cubicBezTo>
                    <a:pt x="1777018" y="2853258"/>
                    <a:pt x="1604249" y="2605345"/>
                    <a:pt x="1372573" y="2540610"/>
                  </a:cubicBezTo>
                  <a:cubicBezTo>
                    <a:pt x="1116611" y="2469074"/>
                    <a:pt x="841709" y="2600557"/>
                    <a:pt x="591645" y="2479343"/>
                  </a:cubicBezTo>
                  <a:cubicBezTo>
                    <a:pt x="356916" y="2365620"/>
                    <a:pt x="425399" y="2181403"/>
                    <a:pt x="408747" y="1970126"/>
                  </a:cubicBezTo>
                  <a:cubicBezTo>
                    <a:pt x="387306" y="1697443"/>
                    <a:pt x="253255" y="1407137"/>
                    <a:pt x="147789" y="1157837"/>
                  </a:cubicBezTo>
                  <a:cubicBezTo>
                    <a:pt x="28517" y="876064"/>
                    <a:pt x="-162292" y="347143"/>
                    <a:pt x="261511" y="237584"/>
                  </a:cubicBezTo>
                  <a:cubicBezTo>
                    <a:pt x="592999" y="151919"/>
                    <a:pt x="925707" y="-22939"/>
                    <a:pt x="1274512" y="250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8753494" y="0"/>
              <a:ext cx="3436172" cy="2361077"/>
            </a:xfrm>
            <a:custGeom>
              <a:avLst/>
              <a:gdLst>
                <a:gd name="connsiteX0" fmla="*/ 283281 w 3360242"/>
                <a:gd name="connsiteY0" fmla="*/ 0 h 2361077"/>
                <a:gd name="connsiteX1" fmla="*/ 374210 w 3360242"/>
                <a:gd name="connsiteY1" fmla="*/ 0 h 2361077"/>
                <a:gd name="connsiteX2" fmla="*/ 307441 w 3360242"/>
                <a:gd name="connsiteY2" fmla="*/ 13044 h 2361077"/>
                <a:gd name="connsiteX3" fmla="*/ 139780 w 3360242"/>
                <a:gd name="connsiteY3" fmla="*/ 76376 h 2361077"/>
                <a:gd name="connsiteX4" fmla="*/ 43967 w 3360242"/>
                <a:gd name="connsiteY4" fmla="*/ 157052 h 2361077"/>
                <a:gd name="connsiteX5" fmla="*/ 39524 w 3360242"/>
                <a:gd name="connsiteY5" fmla="*/ 345554 h 2361077"/>
                <a:gd name="connsiteX6" fmla="*/ 309251 w 3360242"/>
                <a:gd name="connsiteY6" fmla="*/ 700674 h 2361077"/>
                <a:gd name="connsiteX7" fmla="*/ 318903 w 3360242"/>
                <a:gd name="connsiteY7" fmla="*/ 955702 h 2361077"/>
                <a:gd name="connsiteX8" fmla="*/ 519745 w 3360242"/>
                <a:gd name="connsiteY8" fmla="*/ 1213802 h 2361077"/>
                <a:gd name="connsiteX9" fmla="*/ 833841 w 3360242"/>
                <a:gd name="connsiteY9" fmla="*/ 1328483 h 2361077"/>
                <a:gd name="connsiteX10" fmla="*/ 1152983 w 3360242"/>
                <a:gd name="connsiteY10" fmla="*/ 1346746 h 2361077"/>
                <a:gd name="connsiteX11" fmla="*/ 1682729 w 3360242"/>
                <a:gd name="connsiteY11" fmla="*/ 1554224 h 2361077"/>
                <a:gd name="connsiteX12" fmla="*/ 1888178 w 3360242"/>
                <a:gd name="connsiteY12" fmla="*/ 2047114 h 2361077"/>
                <a:gd name="connsiteX13" fmla="*/ 2303134 w 3360242"/>
                <a:gd name="connsiteY13" fmla="*/ 2300662 h 2361077"/>
                <a:gd name="connsiteX14" fmla="*/ 3350505 w 3360242"/>
                <a:gd name="connsiteY14" fmla="*/ 2298797 h 2361077"/>
                <a:gd name="connsiteX15" fmla="*/ 3351601 w 3360242"/>
                <a:gd name="connsiteY15" fmla="*/ 2317773 h 2361077"/>
                <a:gd name="connsiteX16" fmla="*/ 2351123 w 3360242"/>
                <a:gd name="connsiteY16" fmla="*/ 2332581 h 2361077"/>
                <a:gd name="connsiteX17" fmla="*/ 1940445 w 3360242"/>
                <a:gd name="connsiteY17" fmla="*/ 2149180 h 2361077"/>
                <a:gd name="connsiteX18" fmla="*/ 1742620 w 3360242"/>
                <a:gd name="connsiteY18" fmla="*/ 1713493 h 2361077"/>
                <a:gd name="connsiteX19" fmla="*/ 1586367 w 3360242"/>
                <a:gd name="connsiteY19" fmla="*/ 1483474 h 2361077"/>
                <a:gd name="connsiteX20" fmla="*/ 1271119 w 3360242"/>
                <a:gd name="connsiteY20" fmla="*/ 1376746 h 2361077"/>
                <a:gd name="connsiteX21" fmla="*/ 927680 w 3360242"/>
                <a:gd name="connsiteY21" fmla="*/ 1352011 h 2361077"/>
                <a:gd name="connsiteX22" fmla="*/ 643475 w 3360242"/>
                <a:gd name="connsiteY22" fmla="*/ 1300183 h 2361077"/>
                <a:gd name="connsiteX23" fmla="*/ 289451 w 3360242"/>
                <a:gd name="connsiteY23" fmla="*/ 884514 h 2361077"/>
                <a:gd name="connsiteX24" fmla="*/ 269543 w 3360242"/>
                <a:gd name="connsiteY24" fmla="*/ 628663 h 2361077"/>
                <a:gd name="connsiteX25" fmla="*/ 101334 w 3360242"/>
                <a:gd name="connsiteY25" fmla="*/ 446578 h 2361077"/>
                <a:gd name="connsiteX26" fmla="*/ 1791 w 3360242"/>
                <a:gd name="connsiteY26" fmla="*/ 289228 h 2361077"/>
                <a:gd name="connsiteX27" fmla="*/ 46489 w 3360242"/>
                <a:gd name="connsiteY27" fmla="*/ 122610 h 2361077"/>
                <a:gd name="connsiteX28" fmla="*/ 196291 w 3360242"/>
                <a:gd name="connsiteY28" fmla="*/ 27735 h 236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360242" h="2361077">
                  <a:moveTo>
                    <a:pt x="283281" y="0"/>
                  </a:moveTo>
                  <a:lnTo>
                    <a:pt x="374210" y="0"/>
                  </a:lnTo>
                  <a:lnTo>
                    <a:pt x="307441" y="13044"/>
                  </a:lnTo>
                  <a:cubicBezTo>
                    <a:pt x="248976" y="28208"/>
                    <a:pt x="191965" y="48186"/>
                    <a:pt x="139780" y="76376"/>
                  </a:cubicBezTo>
                  <a:cubicBezTo>
                    <a:pt x="103912" y="95736"/>
                    <a:pt x="64369" y="120306"/>
                    <a:pt x="43967" y="157052"/>
                  </a:cubicBezTo>
                  <a:cubicBezTo>
                    <a:pt x="13034" y="212665"/>
                    <a:pt x="7385" y="289283"/>
                    <a:pt x="39524" y="345554"/>
                  </a:cubicBezTo>
                  <a:cubicBezTo>
                    <a:pt x="113839" y="475646"/>
                    <a:pt x="291262" y="535975"/>
                    <a:pt x="309251" y="700674"/>
                  </a:cubicBezTo>
                  <a:cubicBezTo>
                    <a:pt x="318574" y="785684"/>
                    <a:pt x="291700" y="872283"/>
                    <a:pt x="318903" y="955702"/>
                  </a:cubicBezTo>
                  <a:cubicBezTo>
                    <a:pt x="353072" y="1060401"/>
                    <a:pt x="429855" y="1151718"/>
                    <a:pt x="519745" y="1213802"/>
                  </a:cubicBezTo>
                  <a:cubicBezTo>
                    <a:pt x="612542" y="1277916"/>
                    <a:pt x="721190" y="1318830"/>
                    <a:pt x="833841" y="1328483"/>
                  </a:cubicBezTo>
                  <a:cubicBezTo>
                    <a:pt x="940021" y="1337587"/>
                    <a:pt x="1046694" y="1338574"/>
                    <a:pt x="1152983" y="1346746"/>
                  </a:cubicBezTo>
                  <a:cubicBezTo>
                    <a:pt x="1338907" y="1361006"/>
                    <a:pt x="1565745" y="1389470"/>
                    <a:pt x="1682729" y="1554224"/>
                  </a:cubicBezTo>
                  <a:cubicBezTo>
                    <a:pt x="1787977" y="1702469"/>
                    <a:pt x="1795764" y="1893165"/>
                    <a:pt x="1888178" y="2047114"/>
                  </a:cubicBezTo>
                  <a:cubicBezTo>
                    <a:pt x="1976972" y="2194976"/>
                    <a:pt x="2140025" y="2266877"/>
                    <a:pt x="2303134" y="2300662"/>
                  </a:cubicBezTo>
                  <a:cubicBezTo>
                    <a:pt x="2650576" y="2372618"/>
                    <a:pt x="3001089" y="2311960"/>
                    <a:pt x="3350505" y="2298797"/>
                  </a:cubicBezTo>
                  <a:cubicBezTo>
                    <a:pt x="3362790" y="2298358"/>
                    <a:pt x="3363778" y="2316731"/>
                    <a:pt x="3351601" y="2317773"/>
                  </a:cubicBezTo>
                  <a:cubicBezTo>
                    <a:pt x="3021381" y="2346622"/>
                    <a:pt x="2680631" y="2390662"/>
                    <a:pt x="2351123" y="2332581"/>
                  </a:cubicBezTo>
                  <a:cubicBezTo>
                    <a:pt x="2204742" y="2306750"/>
                    <a:pt x="2046954" y="2258815"/>
                    <a:pt x="1940445" y="2149180"/>
                  </a:cubicBezTo>
                  <a:cubicBezTo>
                    <a:pt x="1824393" y="2029728"/>
                    <a:pt x="1799329" y="1863713"/>
                    <a:pt x="1742620" y="1713493"/>
                  </a:cubicBezTo>
                  <a:cubicBezTo>
                    <a:pt x="1709658" y="1626235"/>
                    <a:pt x="1664631" y="1538538"/>
                    <a:pt x="1586367" y="1483474"/>
                  </a:cubicBezTo>
                  <a:cubicBezTo>
                    <a:pt x="1494447" y="1418757"/>
                    <a:pt x="1381028" y="1391499"/>
                    <a:pt x="1271119" y="1376746"/>
                  </a:cubicBezTo>
                  <a:cubicBezTo>
                    <a:pt x="1157152" y="1361499"/>
                    <a:pt x="1042361" y="1358154"/>
                    <a:pt x="927680" y="1352011"/>
                  </a:cubicBezTo>
                  <a:cubicBezTo>
                    <a:pt x="830277" y="1346801"/>
                    <a:pt x="734627" y="1337697"/>
                    <a:pt x="643475" y="1300183"/>
                  </a:cubicBezTo>
                  <a:cubicBezTo>
                    <a:pt x="477844" y="1232011"/>
                    <a:pt x="297130" y="1077568"/>
                    <a:pt x="289451" y="884514"/>
                  </a:cubicBezTo>
                  <a:cubicBezTo>
                    <a:pt x="286106" y="799779"/>
                    <a:pt x="312870" y="707475"/>
                    <a:pt x="269543" y="628663"/>
                  </a:cubicBezTo>
                  <a:cubicBezTo>
                    <a:pt x="228574" y="554239"/>
                    <a:pt x="162376" y="503288"/>
                    <a:pt x="101334" y="446578"/>
                  </a:cubicBezTo>
                  <a:cubicBezTo>
                    <a:pt x="55758" y="404183"/>
                    <a:pt x="9689" y="353836"/>
                    <a:pt x="1791" y="289228"/>
                  </a:cubicBezTo>
                  <a:cubicBezTo>
                    <a:pt x="-5065" y="233232"/>
                    <a:pt x="7330" y="165553"/>
                    <a:pt x="46489" y="122610"/>
                  </a:cubicBezTo>
                  <a:cubicBezTo>
                    <a:pt x="85758" y="79557"/>
                    <a:pt x="139108" y="49749"/>
                    <a:pt x="196291" y="27735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" y="1002420"/>
              <a:ext cx="1251276" cy="1363409"/>
            </a:xfrm>
            <a:custGeom>
              <a:avLst/>
              <a:gdLst>
                <a:gd name="connsiteX0" fmla="*/ 400275 w 1376921"/>
                <a:gd name="connsiteY0" fmla="*/ 1490 h 1500314"/>
                <a:gd name="connsiteX1" fmla="*/ 406708 w 1376921"/>
                <a:gd name="connsiteY1" fmla="*/ 14123 h 1500314"/>
                <a:gd name="connsiteX2" fmla="*/ 340776 w 1376921"/>
                <a:gd name="connsiteY2" fmla="*/ 161355 h 1500314"/>
                <a:gd name="connsiteX3" fmla="*/ 273759 w 1376921"/>
                <a:gd name="connsiteY3" fmla="*/ 321665 h 1500314"/>
                <a:gd name="connsiteX4" fmla="*/ 137676 w 1376921"/>
                <a:gd name="connsiteY4" fmla="*/ 489388 h 1500314"/>
                <a:gd name="connsiteX5" fmla="*/ 73793 w 1376921"/>
                <a:gd name="connsiteY5" fmla="*/ 546822 h 1500314"/>
                <a:gd name="connsiteX6" fmla="*/ 72166 w 1376921"/>
                <a:gd name="connsiteY6" fmla="*/ 549233 h 1500314"/>
                <a:gd name="connsiteX7" fmla="*/ 118572 w 1376921"/>
                <a:gd name="connsiteY7" fmla="*/ 577739 h 1500314"/>
                <a:gd name="connsiteX8" fmla="*/ 150634 w 1376921"/>
                <a:gd name="connsiteY8" fmla="*/ 597567 h 1500314"/>
                <a:gd name="connsiteX9" fmla="*/ 293587 w 1376921"/>
                <a:gd name="connsiteY9" fmla="*/ 434907 h 1500314"/>
                <a:gd name="connsiteX10" fmla="*/ 389110 w 1376921"/>
                <a:gd name="connsiteY10" fmla="*/ 284782 h 1500314"/>
                <a:gd name="connsiteX11" fmla="*/ 655972 w 1376921"/>
                <a:gd name="connsiteY11" fmla="*/ 153038 h 1500314"/>
                <a:gd name="connsiteX12" fmla="*/ 670074 w 1376921"/>
                <a:gd name="connsiteY12" fmla="*/ 177025 h 1500314"/>
                <a:gd name="connsiteX13" fmla="*/ 553759 w 1376921"/>
                <a:gd name="connsiteY13" fmla="*/ 319556 h 1500314"/>
                <a:gd name="connsiteX14" fmla="*/ 415507 w 1376921"/>
                <a:gd name="connsiteY14" fmla="*/ 466125 h 1500314"/>
                <a:gd name="connsiteX15" fmla="*/ 283522 w 1376921"/>
                <a:gd name="connsiteY15" fmla="*/ 560202 h 1500314"/>
                <a:gd name="connsiteX16" fmla="*/ 173595 w 1376921"/>
                <a:gd name="connsiteY16" fmla="*/ 611188 h 1500314"/>
                <a:gd name="connsiteX17" fmla="*/ 323961 w 1376921"/>
                <a:gd name="connsiteY17" fmla="*/ 690197 h 1500314"/>
                <a:gd name="connsiteX18" fmla="*/ 537788 w 1376921"/>
                <a:gd name="connsiteY18" fmla="*/ 414054 h 1500314"/>
                <a:gd name="connsiteX19" fmla="*/ 838279 w 1376921"/>
                <a:gd name="connsiteY19" fmla="*/ 294183 h 1500314"/>
                <a:gd name="connsiteX20" fmla="*/ 848525 w 1376921"/>
                <a:gd name="connsiteY20" fmla="*/ 318411 h 1500314"/>
                <a:gd name="connsiteX21" fmla="*/ 694603 w 1376921"/>
                <a:gd name="connsiteY21" fmla="*/ 429543 h 1500314"/>
                <a:gd name="connsiteX22" fmla="*/ 568223 w 1376921"/>
                <a:gd name="connsiteY22" fmla="*/ 559298 h 1500314"/>
                <a:gd name="connsiteX23" fmla="*/ 357771 w 1376921"/>
                <a:gd name="connsiteY23" fmla="*/ 705023 h 1500314"/>
                <a:gd name="connsiteX24" fmla="*/ 407190 w 1376921"/>
                <a:gd name="connsiteY24" fmla="*/ 724730 h 1500314"/>
                <a:gd name="connsiteX25" fmla="*/ 435154 w 1376921"/>
                <a:gd name="connsiteY25" fmla="*/ 734253 h 1500314"/>
                <a:gd name="connsiteX26" fmla="*/ 585580 w 1376921"/>
                <a:gd name="connsiteY26" fmla="*/ 622096 h 1500314"/>
                <a:gd name="connsiteX27" fmla="*/ 724254 w 1376921"/>
                <a:gd name="connsiteY27" fmla="*/ 528381 h 1500314"/>
                <a:gd name="connsiteX28" fmla="*/ 863170 w 1376921"/>
                <a:gd name="connsiteY28" fmla="*/ 495535 h 1500314"/>
                <a:gd name="connsiteX29" fmla="*/ 1043006 w 1376921"/>
                <a:gd name="connsiteY29" fmla="*/ 472212 h 1500314"/>
                <a:gd name="connsiteX30" fmla="*/ 1051926 w 1376921"/>
                <a:gd name="connsiteY30" fmla="*/ 493245 h 1500314"/>
                <a:gd name="connsiteX31" fmla="*/ 910720 w 1376921"/>
                <a:gd name="connsiteY31" fmla="*/ 552005 h 1500314"/>
                <a:gd name="connsiteX32" fmla="*/ 737031 w 1376921"/>
                <a:gd name="connsiteY32" fmla="*/ 647589 h 1500314"/>
                <a:gd name="connsiteX33" fmla="*/ 609265 w 1376921"/>
                <a:gd name="connsiteY33" fmla="*/ 718222 h 1500314"/>
                <a:gd name="connsiteX34" fmla="*/ 478908 w 1376921"/>
                <a:gd name="connsiteY34" fmla="*/ 746848 h 1500314"/>
                <a:gd name="connsiteX35" fmla="*/ 566717 w 1376921"/>
                <a:gd name="connsiteY35" fmla="*/ 769629 h 1500314"/>
                <a:gd name="connsiteX36" fmla="*/ 888783 w 1376921"/>
                <a:gd name="connsiteY36" fmla="*/ 672720 h 1500314"/>
                <a:gd name="connsiteX37" fmla="*/ 1265632 w 1376921"/>
                <a:gd name="connsiteY37" fmla="*/ 724068 h 1500314"/>
                <a:gd name="connsiteX38" fmla="*/ 1271599 w 1376921"/>
                <a:gd name="connsiteY38" fmla="*/ 745462 h 1500314"/>
                <a:gd name="connsiteX39" fmla="*/ 958934 w 1376921"/>
                <a:gd name="connsiteY39" fmla="*/ 804283 h 1500314"/>
                <a:gd name="connsiteX40" fmla="*/ 622283 w 1376921"/>
                <a:gd name="connsiteY40" fmla="*/ 787107 h 1500314"/>
                <a:gd name="connsiteX41" fmla="*/ 656996 w 1376921"/>
                <a:gd name="connsiteY41" fmla="*/ 801269 h 1500314"/>
                <a:gd name="connsiteX42" fmla="*/ 1032459 w 1376921"/>
                <a:gd name="connsiteY42" fmla="*/ 875639 h 1500314"/>
                <a:gd name="connsiteX43" fmla="*/ 1370316 w 1376921"/>
                <a:gd name="connsiteY43" fmla="*/ 1074339 h 1500314"/>
                <a:gd name="connsiteX44" fmla="*/ 1364832 w 1376921"/>
                <a:gd name="connsiteY44" fmla="*/ 1095915 h 1500314"/>
                <a:gd name="connsiteX45" fmla="*/ 970505 w 1376921"/>
                <a:gd name="connsiteY45" fmla="*/ 1006780 h 1500314"/>
                <a:gd name="connsiteX46" fmla="*/ 616979 w 1376921"/>
                <a:gd name="connsiteY46" fmla="*/ 808140 h 1500314"/>
                <a:gd name="connsiteX47" fmla="*/ 612399 w 1376921"/>
                <a:gd name="connsiteY47" fmla="*/ 803258 h 1500314"/>
                <a:gd name="connsiteX48" fmla="*/ 589919 w 1376921"/>
                <a:gd name="connsiteY48" fmla="*/ 796267 h 1500314"/>
                <a:gd name="connsiteX49" fmla="*/ 817186 w 1376921"/>
                <a:gd name="connsiteY49" fmla="*/ 1040348 h 1500314"/>
                <a:gd name="connsiteX50" fmla="*/ 1044754 w 1376921"/>
                <a:gd name="connsiteY50" fmla="*/ 1366392 h 1500314"/>
                <a:gd name="connsiteX51" fmla="*/ 1030953 w 1376921"/>
                <a:gd name="connsiteY51" fmla="*/ 1380254 h 1500314"/>
                <a:gd name="connsiteX52" fmla="*/ 855576 w 1376921"/>
                <a:gd name="connsiteY52" fmla="*/ 1285635 h 1500314"/>
                <a:gd name="connsiteX53" fmla="*/ 745167 w 1376921"/>
                <a:gd name="connsiteY53" fmla="*/ 1159315 h 1500314"/>
                <a:gd name="connsiteX54" fmla="*/ 540862 w 1376921"/>
                <a:gd name="connsiteY54" fmla="*/ 784877 h 1500314"/>
                <a:gd name="connsiteX55" fmla="*/ 540500 w 1376921"/>
                <a:gd name="connsiteY55" fmla="*/ 783129 h 1500314"/>
                <a:gd name="connsiteX56" fmla="*/ 473845 w 1376921"/>
                <a:gd name="connsiteY56" fmla="*/ 766736 h 1500314"/>
                <a:gd name="connsiteX57" fmla="*/ 538391 w 1376921"/>
                <a:gd name="connsiteY57" fmla="*/ 877266 h 1500314"/>
                <a:gd name="connsiteX58" fmla="*/ 617823 w 1376921"/>
                <a:gd name="connsiteY58" fmla="*/ 1071808 h 1500314"/>
                <a:gd name="connsiteX59" fmla="*/ 680561 w 1376921"/>
                <a:gd name="connsiteY59" fmla="*/ 1273280 h 1500314"/>
                <a:gd name="connsiteX60" fmla="*/ 714129 w 1376921"/>
                <a:gd name="connsiteY60" fmla="*/ 1487167 h 1500314"/>
                <a:gd name="connsiteX61" fmla="*/ 695989 w 1376921"/>
                <a:gd name="connsiteY61" fmla="*/ 1497835 h 1500314"/>
                <a:gd name="connsiteX62" fmla="*/ 518563 w 1376921"/>
                <a:gd name="connsiteY62" fmla="*/ 1176672 h 1500314"/>
                <a:gd name="connsiteX63" fmla="*/ 476798 w 1376921"/>
                <a:gd name="connsiteY63" fmla="*/ 960555 h 1500314"/>
                <a:gd name="connsiteX64" fmla="*/ 438288 w 1376921"/>
                <a:gd name="connsiteY64" fmla="*/ 797232 h 1500314"/>
                <a:gd name="connsiteX65" fmla="*/ 432141 w 1376921"/>
                <a:gd name="connsiteY65" fmla="*/ 774210 h 1500314"/>
                <a:gd name="connsiteX66" fmla="*/ 428344 w 1376921"/>
                <a:gd name="connsiteY66" fmla="*/ 756069 h 1500314"/>
                <a:gd name="connsiteX67" fmla="*/ 406889 w 1376921"/>
                <a:gd name="connsiteY67" fmla="*/ 747330 h 1500314"/>
                <a:gd name="connsiteX68" fmla="*/ 378503 w 1376921"/>
                <a:gd name="connsiteY68" fmla="*/ 736965 h 1500314"/>
                <a:gd name="connsiteX69" fmla="*/ 366570 w 1376921"/>
                <a:gd name="connsiteY69" fmla="*/ 732023 h 1500314"/>
                <a:gd name="connsiteX70" fmla="*/ 393329 w 1376921"/>
                <a:gd name="connsiteY70" fmla="*/ 821338 h 1500314"/>
                <a:gd name="connsiteX71" fmla="*/ 409540 w 1376921"/>
                <a:gd name="connsiteY71" fmla="*/ 1004670 h 1500314"/>
                <a:gd name="connsiteX72" fmla="*/ 399114 w 1376921"/>
                <a:gd name="connsiteY72" fmla="*/ 1457215 h 1500314"/>
                <a:gd name="connsiteX73" fmla="*/ 383324 w 1376921"/>
                <a:gd name="connsiteY73" fmla="*/ 1466496 h 1500314"/>
                <a:gd name="connsiteX74" fmla="*/ 267431 w 1376921"/>
                <a:gd name="connsiteY74" fmla="*/ 1177094 h 1500314"/>
                <a:gd name="connsiteX75" fmla="*/ 334568 w 1376921"/>
                <a:gd name="connsiteY75" fmla="*/ 724128 h 1500314"/>
                <a:gd name="connsiteX76" fmla="*/ 334870 w 1376921"/>
                <a:gd name="connsiteY76" fmla="*/ 718704 h 1500314"/>
                <a:gd name="connsiteX77" fmla="*/ 334629 w 1376921"/>
                <a:gd name="connsiteY77" fmla="*/ 718885 h 1500314"/>
                <a:gd name="connsiteX78" fmla="*/ 325890 w 1376921"/>
                <a:gd name="connsiteY78" fmla="*/ 714967 h 1500314"/>
                <a:gd name="connsiteX79" fmla="*/ 321069 w 1376921"/>
                <a:gd name="connsiteY79" fmla="*/ 712858 h 1500314"/>
                <a:gd name="connsiteX80" fmla="*/ 233923 w 1376921"/>
                <a:gd name="connsiteY80" fmla="*/ 670671 h 1500314"/>
                <a:gd name="connsiteX81" fmla="*/ 253389 w 1376921"/>
                <a:gd name="connsiteY81" fmla="*/ 932049 h 1500314"/>
                <a:gd name="connsiteX82" fmla="*/ 201800 w 1376921"/>
                <a:gd name="connsiteY82" fmla="*/ 1117611 h 1500314"/>
                <a:gd name="connsiteX83" fmla="*/ 172691 w 1376921"/>
                <a:gd name="connsiteY83" fmla="*/ 1307331 h 1500314"/>
                <a:gd name="connsiteX84" fmla="*/ 184142 w 1376921"/>
                <a:gd name="connsiteY84" fmla="*/ 1342587 h 1500314"/>
                <a:gd name="connsiteX85" fmla="*/ 161904 w 1376921"/>
                <a:gd name="connsiteY85" fmla="*/ 1351989 h 1500314"/>
                <a:gd name="connsiteX86" fmla="*/ 149428 w 1376921"/>
                <a:gd name="connsiteY86" fmla="*/ 1316733 h 1500314"/>
                <a:gd name="connsiteX87" fmla="*/ 121766 w 1376921"/>
                <a:gd name="connsiteY87" fmla="*/ 1006418 h 1500314"/>
                <a:gd name="connsiteX88" fmla="*/ 154310 w 1376921"/>
                <a:gd name="connsiteY88" fmla="*/ 817602 h 1500314"/>
                <a:gd name="connsiteX89" fmla="*/ 192700 w 1376921"/>
                <a:gd name="connsiteY89" fmla="*/ 648553 h 1500314"/>
                <a:gd name="connsiteX90" fmla="*/ 168051 w 1376921"/>
                <a:gd name="connsiteY90" fmla="*/ 634210 h 1500314"/>
                <a:gd name="connsiteX91" fmla="*/ 142317 w 1376921"/>
                <a:gd name="connsiteY91" fmla="*/ 618781 h 1500314"/>
                <a:gd name="connsiteX92" fmla="*/ 122188 w 1376921"/>
                <a:gd name="connsiteY92" fmla="*/ 606366 h 1500314"/>
                <a:gd name="connsiteX93" fmla="*/ 133940 w 1376921"/>
                <a:gd name="connsiteY93" fmla="*/ 702311 h 1500314"/>
                <a:gd name="connsiteX94" fmla="*/ 98021 w 1376921"/>
                <a:gd name="connsiteY94" fmla="*/ 866056 h 1500314"/>
                <a:gd name="connsiteX95" fmla="*/ 10091 w 1376921"/>
                <a:gd name="connsiteY95" fmla="*/ 1067529 h 1500314"/>
                <a:gd name="connsiteX96" fmla="*/ 0 w 1376921"/>
                <a:gd name="connsiteY96" fmla="*/ 1118340 h 1500314"/>
                <a:gd name="connsiteX97" fmla="*/ 0 w 1376921"/>
                <a:gd name="connsiteY97" fmla="*/ 773825 h 1500314"/>
                <a:gd name="connsiteX98" fmla="*/ 10573 w 1376921"/>
                <a:gd name="connsiteY98" fmla="*/ 749199 h 1500314"/>
                <a:gd name="connsiteX99" fmla="*/ 83255 w 1376921"/>
                <a:gd name="connsiteY99" fmla="*/ 582259 h 1500314"/>
                <a:gd name="connsiteX100" fmla="*/ 43238 w 1376921"/>
                <a:gd name="connsiteY100" fmla="*/ 557791 h 1500314"/>
                <a:gd name="connsiteX101" fmla="*/ 10189 w 1376921"/>
                <a:gd name="connsiteY101" fmla="*/ 695667 h 1500314"/>
                <a:gd name="connsiteX102" fmla="*/ 0 w 1376921"/>
                <a:gd name="connsiteY102" fmla="*/ 710433 h 1500314"/>
                <a:gd name="connsiteX103" fmla="*/ 0 w 1376921"/>
                <a:gd name="connsiteY103" fmla="*/ 561721 h 1500314"/>
                <a:gd name="connsiteX104" fmla="*/ 10814 w 1376921"/>
                <a:gd name="connsiteY104" fmla="*/ 538506 h 1500314"/>
                <a:gd name="connsiteX105" fmla="*/ 0 w 1376921"/>
                <a:gd name="connsiteY105" fmla="*/ 533069 h 1500314"/>
                <a:gd name="connsiteX106" fmla="*/ 0 w 1376921"/>
                <a:gd name="connsiteY106" fmla="*/ 508867 h 1500314"/>
                <a:gd name="connsiteX107" fmla="*/ 50771 w 1376921"/>
                <a:gd name="connsiteY107" fmla="*/ 536457 h 1500314"/>
                <a:gd name="connsiteX108" fmla="*/ 187457 w 1376921"/>
                <a:gd name="connsiteY108" fmla="*/ 195526 h 1500314"/>
                <a:gd name="connsiteX109" fmla="*/ 385614 w 1376921"/>
                <a:gd name="connsiteY109" fmla="*/ 2190 h 1500314"/>
                <a:gd name="connsiteX110" fmla="*/ 400275 w 1376921"/>
                <a:gd name="connsiteY110" fmla="*/ 1490 h 150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376921" h="1500314">
                  <a:moveTo>
                    <a:pt x="400275" y="1490"/>
                  </a:moveTo>
                  <a:cubicBezTo>
                    <a:pt x="404704" y="3622"/>
                    <a:pt x="407763" y="7976"/>
                    <a:pt x="406708" y="14123"/>
                  </a:cubicBezTo>
                  <a:cubicBezTo>
                    <a:pt x="397608" y="67158"/>
                    <a:pt x="357470" y="110008"/>
                    <a:pt x="340776" y="161355"/>
                  </a:cubicBezTo>
                  <a:cubicBezTo>
                    <a:pt x="322575" y="217283"/>
                    <a:pt x="305580" y="271583"/>
                    <a:pt x="273759" y="321665"/>
                  </a:cubicBezTo>
                  <a:cubicBezTo>
                    <a:pt x="234766" y="383077"/>
                    <a:pt x="188963" y="437860"/>
                    <a:pt x="137676" y="489388"/>
                  </a:cubicBezTo>
                  <a:cubicBezTo>
                    <a:pt x="119656" y="507468"/>
                    <a:pt x="98744" y="534528"/>
                    <a:pt x="73793" y="546822"/>
                  </a:cubicBezTo>
                  <a:cubicBezTo>
                    <a:pt x="73251" y="547606"/>
                    <a:pt x="72709" y="548450"/>
                    <a:pt x="72166" y="549233"/>
                  </a:cubicBezTo>
                  <a:cubicBezTo>
                    <a:pt x="87775" y="558575"/>
                    <a:pt x="103264" y="568097"/>
                    <a:pt x="118572" y="577739"/>
                  </a:cubicBezTo>
                  <a:cubicBezTo>
                    <a:pt x="129179" y="584429"/>
                    <a:pt x="139906" y="591058"/>
                    <a:pt x="150634" y="597567"/>
                  </a:cubicBezTo>
                  <a:cubicBezTo>
                    <a:pt x="201981" y="547124"/>
                    <a:pt x="252364" y="493848"/>
                    <a:pt x="293587" y="434907"/>
                  </a:cubicBezTo>
                  <a:cubicBezTo>
                    <a:pt x="327517" y="386332"/>
                    <a:pt x="354095" y="332513"/>
                    <a:pt x="389110" y="284782"/>
                  </a:cubicBezTo>
                  <a:cubicBezTo>
                    <a:pt x="455886" y="193718"/>
                    <a:pt x="551469" y="176301"/>
                    <a:pt x="655972" y="153038"/>
                  </a:cubicBezTo>
                  <a:cubicBezTo>
                    <a:pt x="668748" y="150206"/>
                    <a:pt x="678391" y="167322"/>
                    <a:pt x="670074" y="177025"/>
                  </a:cubicBezTo>
                  <a:cubicBezTo>
                    <a:pt x="630057" y="223671"/>
                    <a:pt x="597573" y="276043"/>
                    <a:pt x="553759" y="319556"/>
                  </a:cubicBezTo>
                  <a:cubicBezTo>
                    <a:pt x="505967" y="367046"/>
                    <a:pt x="462214" y="417670"/>
                    <a:pt x="415507" y="466125"/>
                  </a:cubicBezTo>
                  <a:cubicBezTo>
                    <a:pt x="377659" y="505359"/>
                    <a:pt x="331917" y="535553"/>
                    <a:pt x="283522" y="560202"/>
                  </a:cubicBezTo>
                  <a:cubicBezTo>
                    <a:pt x="248989" y="577739"/>
                    <a:pt x="212046" y="601002"/>
                    <a:pt x="173595" y="611188"/>
                  </a:cubicBezTo>
                  <a:cubicBezTo>
                    <a:pt x="222412" y="639995"/>
                    <a:pt x="272433" y="666693"/>
                    <a:pt x="323961" y="690197"/>
                  </a:cubicBezTo>
                  <a:cubicBezTo>
                    <a:pt x="408817" y="609500"/>
                    <a:pt x="450763" y="493004"/>
                    <a:pt x="537788" y="414054"/>
                  </a:cubicBezTo>
                  <a:cubicBezTo>
                    <a:pt x="624091" y="335768"/>
                    <a:pt x="728413" y="320580"/>
                    <a:pt x="838279" y="294183"/>
                  </a:cubicBezTo>
                  <a:cubicBezTo>
                    <a:pt x="852020" y="290929"/>
                    <a:pt x="858710" y="310516"/>
                    <a:pt x="848525" y="318411"/>
                  </a:cubicBezTo>
                  <a:cubicBezTo>
                    <a:pt x="798081" y="357645"/>
                    <a:pt x="741611" y="385186"/>
                    <a:pt x="694603" y="429543"/>
                  </a:cubicBezTo>
                  <a:cubicBezTo>
                    <a:pt x="650668" y="471007"/>
                    <a:pt x="610832" y="516448"/>
                    <a:pt x="568223" y="559298"/>
                  </a:cubicBezTo>
                  <a:cubicBezTo>
                    <a:pt x="507715" y="620107"/>
                    <a:pt x="441241" y="681459"/>
                    <a:pt x="357771" y="705023"/>
                  </a:cubicBezTo>
                  <a:cubicBezTo>
                    <a:pt x="374103" y="711894"/>
                    <a:pt x="390556" y="718583"/>
                    <a:pt x="407190" y="724730"/>
                  </a:cubicBezTo>
                  <a:cubicBezTo>
                    <a:pt x="416411" y="728166"/>
                    <a:pt x="425752" y="731300"/>
                    <a:pt x="435154" y="734253"/>
                  </a:cubicBezTo>
                  <a:cubicBezTo>
                    <a:pt x="483367" y="694476"/>
                    <a:pt x="535739" y="659823"/>
                    <a:pt x="585580" y="622096"/>
                  </a:cubicBezTo>
                  <a:cubicBezTo>
                    <a:pt x="629213" y="589070"/>
                    <a:pt x="673751" y="550680"/>
                    <a:pt x="724254" y="528381"/>
                  </a:cubicBezTo>
                  <a:cubicBezTo>
                    <a:pt x="769575" y="508372"/>
                    <a:pt x="813992" y="500357"/>
                    <a:pt x="863170" y="495535"/>
                  </a:cubicBezTo>
                  <a:cubicBezTo>
                    <a:pt x="923376" y="489629"/>
                    <a:pt x="982739" y="477636"/>
                    <a:pt x="1043006" y="472212"/>
                  </a:cubicBezTo>
                  <a:cubicBezTo>
                    <a:pt x="1054939" y="471127"/>
                    <a:pt x="1061026" y="485410"/>
                    <a:pt x="1051926" y="493245"/>
                  </a:cubicBezTo>
                  <a:cubicBezTo>
                    <a:pt x="1012270" y="527236"/>
                    <a:pt x="957608" y="531695"/>
                    <a:pt x="910720" y="552005"/>
                  </a:cubicBezTo>
                  <a:cubicBezTo>
                    <a:pt x="849790" y="578402"/>
                    <a:pt x="791392" y="609259"/>
                    <a:pt x="737031" y="647589"/>
                  </a:cubicBezTo>
                  <a:cubicBezTo>
                    <a:pt x="697737" y="675312"/>
                    <a:pt x="656695" y="706228"/>
                    <a:pt x="609265" y="718222"/>
                  </a:cubicBezTo>
                  <a:cubicBezTo>
                    <a:pt x="566234" y="729130"/>
                    <a:pt x="522420" y="737567"/>
                    <a:pt x="478908" y="746848"/>
                  </a:cubicBezTo>
                  <a:cubicBezTo>
                    <a:pt x="508137" y="754623"/>
                    <a:pt x="537608" y="761614"/>
                    <a:pt x="566717" y="769629"/>
                  </a:cubicBezTo>
                  <a:cubicBezTo>
                    <a:pt x="672244" y="710025"/>
                    <a:pt x="765597" y="675131"/>
                    <a:pt x="888783" y="672720"/>
                  </a:cubicBezTo>
                  <a:cubicBezTo>
                    <a:pt x="1017332" y="670189"/>
                    <a:pt x="1137264" y="726840"/>
                    <a:pt x="1265632" y="724068"/>
                  </a:cubicBezTo>
                  <a:cubicBezTo>
                    <a:pt x="1277686" y="723826"/>
                    <a:pt x="1284134" y="740098"/>
                    <a:pt x="1271599" y="745462"/>
                  </a:cubicBezTo>
                  <a:cubicBezTo>
                    <a:pt x="1173846" y="787167"/>
                    <a:pt x="1065666" y="812660"/>
                    <a:pt x="958934" y="804283"/>
                  </a:cubicBezTo>
                  <a:cubicBezTo>
                    <a:pt x="849007" y="795665"/>
                    <a:pt x="732993" y="774933"/>
                    <a:pt x="622283" y="787107"/>
                  </a:cubicBezTo>
                  <a:cubicBezTo>
                    <a:pt x="634035" y="791386"/>
                    <a:pt x="645606" y="796026"/>
                    <a:pt x="656996" y="801269"/>
                  </a:cubicBezTo>
                  <a:cubicBezTo>
                    <a:pt x="779097" y="837671"/>
                    <a:pt x="911022" y="836706"/>
                    <a:pt x="1032459" y="875639"/>
                  </a:cubicBezTo>
                  <a:cubicBezTo>
                    <a:pt x="1159924" y="916500"/>
                    <a:pt x="1253880" y="1012083"/>
                    <a:pt x="1370316" y="1074339"/>
                  </a:cubicBezTo>
                  <a:cubicBezTo>
                    <a:pt x="1381224" y="1080185"/>
                    <a:pt x="1378090" y="1096999"/>
                    <a:pt x="1364832" y="1095915"/>
                  </a:cubicBezTo>
                  <a:cubicBezTo>
                    <a:pt x="1225856" y="1084464"/>
                    <a:pt x="1096282" y="1073375"/>
                    <a:pt x="970505" y="1006780"/>
                  </a:cubicBezTo>
                  <a:cubicBezTo>
                    <a:pt x="850996" y="943499"/>
                    <a:pt x="735826" y="872505"/>
                    <a:pt x="616979" y="808140"/>
                  </a:cubicBezTo>
                  <a:cubicBezTo>
                    <a:pt x="614689" y="806874"/>
                    <a:pt x="613243" y="805127"/>
                    <a:pt x="612399" y="803258"/>
                  </a:cubicBezTo>
                  <a:cubicBezTo>
                    <a:pt x="604926" y="800848"/>
                    <a:pt x="597453" y="798497"/>
                    <a:pt x="589919" y="796267"/>
                  </a:cubicBezTo>
                  <a:cubicBezTo>
                    <a:pt x="682791" y="850990"/>
                    <a:pt x="758365" y="957783"/>
                    <a:pt x="817186" y="1040348"/>
                  </a:cubicBezTo>
                  <a:cubicBezTo>
                    <a:pt x="892941" y="1146780"/>
                    <a:pt x="956764" y="1269845"/>
                    <a:pt x="1044754" y="1366392"/>
                  </a:cubicBezTo>
                  <a:cubicBezTo>
                    <a:pt x="1052227" y="1374649"/>
                    <a:pt x="1039149" y="1387848"/>
                    <a:pt x="1030953" y="1380254"/>
                  </a:cubicBezTo>
                  <a:cubicBezTo>
                    <a:pt x="981233" y="1334451"/>
                    <a:pt x="908490" y="1328424"/>
                    <a:pt x="855576" y="1285635"/>
                  </a:cubicBezTo>
                  <a:cubicBezTo>
                    <a:pt x="811039" y="1249595"/>
                    <a:pt x="777410" y="1206444"/>
                    <a:pt x="745167" y="1159315"/>
                  </a:cubicBezTo>
                  <a:cubicBezTo>
                    <a:pt x="662722" y="1038962"/>
                    <a:pt x="598477" y="918428"/>
                    <a:pt x="540862" y="784877"/>
                  </a:cubicBezTo>
                  <a:cubicBezTo>
                    <a:pt x="540561" y="784274"/>
                    <a:pt x="540681" y="783732"/>
                    <a:pt x="540500" y="783129"/>
                  </a:cubicBezTo>
                  <a:cubicBezTo>
                    <a:pt x="518322" y="777585"/>
                    <a:pt x="496023" y="772402"/>
                    <a:pt x="473845" y="766736"/>
                  </a:cubicBezTo>
                  <a:cubicBezTo>
                    <a:pt x="504401" y="794640"/>
                    <a:pt x="522661" y="841889"/>
                    <a:pt x="538391" y="877266"/>
                  </a:cubicBezTo>
                  <a:cubicBezTo>
                    <a:pt x="566897" y="941209"/>
                    <a:pt x="591788" y="1006840"/>
                    <a:pt x="617823" y="1071808"/>
                  </a:cubicBezTo>
                  <a:cubicBezTo>
                    <a:pt x="644099" y="1137559"/>
                    <a:pt x="668628" y="1203250"/>
                    <a:pt x="680561" y="1273280"/>
                  </a:cubicBezTo>
                  <a:cubicBezTo>
                    <a:pt x="692674" y="1344455"/>
                    <a:pt x="699123" y="1416474"/>
                    <a:pt x="714129" y="1487167"/>
                  </a:cubicBezTo>
                  <a:cubicBezTo>
                    <a:pt x="716118" y="1496569"/>
                    <a:pt x="703281" y="1504524"/>
                    <a:pt x="695989" y="1497835"/>
                  </a:cubicBezTo>
                  <a:cubicBezTo>
                    <a:pt x="610651" y="1419126"/>
                    <a:pt x="550445" y="1286418"/>
                    <a:pt x="518563" y="1176672"/>
                  </a:cubicBezTo>
                  <a:cubicBezTo>
                    <a:pt x="498133" y="1106461"/>
                    <a:pt x="489274" y="1032453"/>
                    <a:pt x="476798" y="960555"/>
                  </a:cubicBezTo>
                  <a:cubicBezTo>
                    <a:pt x="467276" y="905592"/>
                    <a:pt x="452692" y="851231"/>
                    <a:pt x="438288" y="797232"/>
                  </a:cubicBezTo>
                  <a:cubicBezTo>
                    <a:pt x="436239" y="789578"/>
                    <a:pt x="434190" y="781864"/>
                    <a:pt x="432141" y="774210"/>
                  </a:cubicBezTo>
                  <a:cubicBezTo>
                    <a:pt x="430875" y="769328"/>
                    <a:pt x="430574" y="760288"/>
                    <a:pt x="428344" y="756069"/>
                  </a:cubicBezTo>
                  <a:cubicBezTo>
                    <a:pt x="425391" y="750645"/>
                    <a:pt x="412313" y="749139"/>
                    <a:pt x="406889" y="747330"/>
                  </a:cubicBezTo>
                  <a:cubicBezTo>
                    <a:pt x="397306" y="744136"/>
                    <a:pt x="387844" y="740701"/>
                    <a:pt x="378503" y="736965"/>
                  </a:cubicBezTo>
                  <a:cubicBezTo>
                    <a:pt x="374525" y="735337"/>
                    <a:pt x="370548" y="733650"/>
                    <a:pt x="366570" y="732023"/>
                  </a:cubicBezTo>
                  <a:cubicBezTo>
                    <a:pt x="382601" y="758118"/>
                    <a:pt x="386760" y="791446"/>
                    <a:pt x="393329" y="821338"/>
                  </a:cubicBezTo>
                  <a:cubicBezTo>
                    <a:pt x="406587" y="881485"/>
                    <a:pt x="412494" y="943078"/>
                    <a:pt x="409540" y="1004670"/>
                  </a:cubicBezTo>
                  <a:cubicBezTo>
                    <a:pt x="402128" y="1157568"/>
                    <a:pt x="383505" y="1304318"/>
                    <a:pt x="399114" y="1457215"/>
                  </a:cubicBezTo>
                  <a:cubicBezTo>
                    <a:pt x="399958" y="1465411"/>
                    <a:pt x="390315" y="1472402"/>
                    <a:pt x="383324" y="1466496"/>
                  </a:cubicBezTo>
                  <a:cubicBezTo>
                    <a:pt x="296540" y="1393513"/>
                    <a:pt x="263273" y="1288588"/>
                    <a:pt x="267431" y="1177094"/>
                  </a:cubicBezTo>
                  <a:cubicBezTo>
                    <a:pt x="273277" y="1020882"/>
                    <a:pt x="358133" y="882208"/>
                    <a:pt x="334568" y="724128"/>
                  </a:cubicBezTo>
                  <a:cubicBezTo>
                    <a:pt x="334267" y="722139"/>
                    <a:pt x="334388" y="720331"/>
                    <a:pt x="334870" y="718704"/>
                  </a:cubicBezTo>
                  <a:lnTo>
                    <a:pt x="334629" y="718885"/>
                  </a:lnTo>
                  <a:cubicBezTo>
                    <a:pt x="331676" y="717498"/>
                    <a:pt x="328783" y="716233"/>
                    <a:pt x="325890" y="714967"/>
                  </a:cubicBezTo>
                  <a:cubicBezTo>
                    <a:pt x="324082" y="714726"/>
                    <a:pt x="322515" y="713943"/>
                    <a:pt x="321069" y="712858"/>
                  </a:cubicBezTo>
                  <a:cubicBezTo>
                    <a:pt x="291538" y="699659"/>
                    <a:pt x="262549" y="685617"/>
                    <a:pt x="233923" y="670671"/>
                  </a:cubicBezTo>
                  <a:cubicBezTo>
                    <a:pt x="277978" y="741726"/>
                    <a:pt x="268877" y="862079"/>
                    <a:pt x="253389" y="932049"/>
                  </a:cubicBezTo>
                  <a:cubicBezTo>
                    <a:pt x="239467" y="994907"/>
                    <a:pt x="219097" y="1055716"/>
                    <a:pt x="201800" y="1117611"/>
                  </a:cubicBezTo>
                  <a:cubicBezTo>
                    <a:pt x="186613" y="1172092"/>
                    <a:pt x="161662" y="1246461"/>
                    <a:pt x="172691" y="1307331"/>
                  </a:cubicBezTo>
                  <a:cubicBezTo>
                    <a:pt x="176187" y="1319083"/>
                    <a:pt x="179923" y="1330835"/>
                    <a:pt x="184142" y="1342587"/>
                  </a:cubicBezTo>
                  <a:cubicBezTo>
                    <a:pt x="189446" y="1357292"/>
                    <a:pt x="168955" y="1365850"/>
                    <a:pt x="161904" y="1351989"/>
                  </a:cubicBezTo>
                  <a:cubicBezTo>
                    <a:pt x="156239" y="1340779"/>
                    <a:pt x="152201" y="1328967"/>
                    <a:pt x="149428" y="1316733"/>
                  </a:cubicBezTo>
                  <a:cubicBezTo>
                    <a:pt x="116944" y="1217051"/>
                    <a:pt x="110014" y="1110740"/>
                    <a:pt x="121766" y="1006418"/>
                  </a:cubicBezTo>
                  <a:cubicBezTo>
                    <a:pt x="128877" y="942897"/>
                    <a:pt x="140027" y="879918"/>
                    <a:pt x="154310" y="817602"/>
                  </a:cubicBezTo>
                  <a:cubicBezTo>
                    <a:pt x="157926" y="801993"/>
                    <a:pt x="191013" y="647890"/>
                    <a:pt x="192700" y="648553"/>
                  </a:cubicBezTo>
                  <a:cubicBezTo>
                    <a:pt x="183901" y="645299"/>
                    <a:pt x="176127" y="638910"/>
                    <a:pt x="168051" y="634210"/>
                  </a:cubicBezTo>
                  <a:cubicBezTo>
                    <a:pt x="159433" y="629147"/>
                    <a:pt x="150814" y="624024"/>
                    <a:pt x="142317" y="618781"/>
                  </a:cubicBezTo>
                  <a:cubicBezTo>
                    <a:pt x="135567" y="614683"/>
                    <a:pt x="128877" y="610525"/>
                    <a:pt x="122188" y="606366"/>
                  </a:cubicBezTo>
                  <a:cubicBezTo>
                    <a:pt x="133156" y="636379"/>
                    <a:pt x="134422" y="674166"/>
                    <a:pt x="133940" y="702311"/>
                  </a:cubicBezTo>
                  <a:cubicBezTo>
                    <a:pt x="132975" y="759324"/>
                    <a:pt x="119898" y="813443"/>
                    <a:pt x="98021" y="866056"/>
                  </a:cubicBezTo>
                  <a:cubicBezTo>
                    <a:pt x="69996" y="933495"/>
                    <a:pt x="32932" y="998041"/>
                    <a:pt x="10091" y="1067529"/>
                  </a:cubicBezTo>
                  <a:lnTo>
                    <a:pt x="0" y="1118340"/>
                  </a:lnTo>
                  <a:lnTo>
                    <a:pt x="0" y="773825"/>
                  </a:lnTo>
                  <a:lnTo>
                    <a:pt x="10573" y="749199"/>
                  </a:lnTo>
                  <a:cubicBezTo>
                    <a:pt x="33475" y="695200"/>
                    <a:pt x="46010" y="628183"/>
                    <a:pt x="83255" y="582259"/>
                  </a:cubicBezTo>
                  <a:cubicBezTo>
                    <a:pt x="69936" y="574003"/>
                    <a:pt x="56617" y="565867"/>
                    <a:pt x="43238" y="557791"/>
                  </a:cubicBezTo>
                  <a:cubicBezTo>
                    <a:pt x="49717" y="605613"/>
                    <a:pt x="34092" y="652139"/>
                    <a:pt x="10189" y="695667"/>
                  </a:cubicBezTo>
                  <a:lnTo>
                    <a:pt x="0" y="710433"/>
                  </a:lnTo>
                  <a:lnTo>
                    <a:pt x="0" y="561721"/>
                  </a:lnTo>
                  <a:lnTo>
                    <a:pt x="10814" y="538506"/>
                  </a:lnTo>
                  <a:lnTo>
                    <a:pt x="0" y="533069"/>
                  </a:lnTo>
                  <a:lnTo>
                    <a:pt x="0" y="508867"/>
                  </a:lnTo>
                  <a:lnTo>
                    <a:pt x="50771" y="536457"/>
                  </a:lnTo>
                  <a:cubicBezTo>
                    <a:pt x="119837" y="434605"/>
                    <a:pt x="127431" y="302802"/>
                    <a:pt x="187457" y="195526"/>
                  </a:cubicBezTo>
                  <a:cubicBezTo>
                    <a:pt x="233682" y="112840"/>
                    <a:pt x="306303" y="51669"/>
                    <a:pt x="385614" y="2190"/>
                  </a:cubicBezTo>
                  <a:cubicBezTo>
                    <a:pt x="390044" y="-552"/>
                    <a:pt x="395845" y="-642"/>
                    <a:pt x="400275" y="149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9692446" y="26291"/>
              <a:ext cx="2499554" cy="1309023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8948735" y="4782630"/>
              <a:ext cx="3240931" cy="2075370"/>
            </a:xfrm>
            <a:custGeom>
              <a:avLst/>
              <a:gdLst>
                <a:gd name="connsiteX0" fmla="*/ 1095917 w 3240931"/>
                <a:gd name="connsiteY0" fmla="*/ 707 h 2075370"/>
                <a:gd name="connsiteX1" fmla="*/ 2408409 w 3240931"/>
                <a:gd name="connsiteY1" fmla="*/ 368508 h 2075370"/>
                <a:gd name="connsiteX2" fmla="*/ 3000290 w 3240931"/>
                <a:gd name="connsiteY2" fmla="*/ 1112292 h 2075370"/>
                <a:gd name="connsiteX3" fmla="*/ 3238392 w 3240931"/>
                <a:gd name="connsiteY3" fmla="*/ 1896017 h 2075370"/>
                <a:gd name="connsiteX4" fmla="*/ 3240931 w 3240931"/>
                <a:gd name="connsiteY4" fmla="*/ 2075370 h 2075370"/>
                <a:gd name="connsiteX5" fmla="*/ 184065 w 3240931"/>
                <a:gd name="connsiteY5" fmla="*/ 2075370 h 2075370"/>
                <a:gd name="connsiteX6" fmla="*/ 178346 w 3240931"/>
                <a:gd name="connsiteY6" fmla="*/ 2049159 h 2075370"/>
                <a:gd name="connsiteX7" fmla="*/ 141885 w 3240931"/>
                <a:gd name="connsiteY7" fmla="*/ 1716090 h 2075370"/>
                <a:gd name="connsiteX8" fmla="*/ 16144 w 3240931"/>
                <a:gd name="connsiteY8" fmla="*/ 1209834 h 2075370"/>
                <a:gd name="connsiteX9" fmla="*/ 288297 w 3240931"/>
                <a:gd name="connsiteY9" fmla="*/ 525447 h 2075370"/>
                <a:gd name="connsiteX10" fmla="*/ 1095917 w 3240931"/>
                <a:gd name="connsiteY10" fmla="*/ 707 h 207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931" h="2075370">
                  <a:moveTo>
                    <a:pt x="1095917" y="707"/>
                  </a:moveTo>
                  <a:cubicBezTo>
                    <a:pt x="1583045" y="-9713"/>
                    <a:pt x="2016239" y="94188"/>
                    <a:pt x="2408409" y="368508"/>
                  </a:cubicBezTo>
                  <a:cubicBezTo>
                    <a:pt x="2648062" y="536102"/>
                    <a:pt x="2865645" y="868288"/>
                    <a:pt x="3000290" y="1112292"/>
                  </a:cubicBezTo>
                  <a:cubicBezTo>
                    <a:pt x="3130293" y="1347848"/>
                    <a:pt x="3217459" y="1621050"/>
                    <a:pt x="3238392" y="1896017"/>
                  </a:cubicBezTo>
                  <a:lnTo>
                    <a:pt x="3240931" y="2075370"/>
                  </a:lnTo>
                  <a:lnTo>
                    <a:pt x="184065" y="2075370"/>
                  </a:lnTo>
                  <a:lnTo>
                    <a:pt x="178346" y="2049159"/>
                  </a:lnTo>
                  <a:cubicBezTo>
                    <a:pt x="161125" y="1939373"/>
                    <a:pt x="154224" y="1827555"/>
                    <a:pt x="141885" y="1716090"/>
                  </a:cubicBezTo>
                  <a:cubicBezTo>
                    <a:pt x="122233" y="1539018"/>
                    <a:pt x="55832" y="1382020"/>
                    <a:pt x="16144" y="1209834"/>
                  </a:cubicBezTo>
                  <a:cubicBezTo>
                    <a:pt x="-60941" y="875235"/>
                    <a:pt x="155942" y="787228"/>
                    <a:pt x="288297" y="525447"/>
                  </a:cubicBezTo>
                  <a:cubicBezTo>
                    <a:pt x="468419" y="169125"/>
                    <a:pt x="664885" y="9890"/>
                    <a:pt x="1095917" y="70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753602" y="5302693"/>
              <a:ext cx="4035661" cy="1555308"/>
            </a:xfrm>
            <a:custGeom>
              <a:avLst/>
              <a:gdLst>
                <a:gd name="connsiteX0" fmla="*/ 1032399 w 3740437"/>
                <a:gd name="connsiteY0" fmla="*/ 391 h 1311620"/>
                <a:gd name="connsiteX1" fmla="*/ 1318141 w 3740437"/>
                <a:gd name="connsiteY1" fmla="*/ 93846 h 1311620"/>
                <a:gd name="connsiteX2" fmla="*/ 1591871 w 3740437"/>
                <a:gd name="connsiteY2" fmla="*/ 313336 h 1311620"/>
                <a:gd name="connsiteX3" fmla="*/ 1913755 w 3740437"/>
                <a:gd name="connsiteY3" fmla="*/ 419021 h 1311620"/>
                <a:gd name="connsiteX4" fmla="*/ 2249844 w 3740437"/>
                <a:gd name="connsiteY4" fmla="*/ 466901 h 1311620"/>
                <a:gd name="connsiteX5" fmla="*/ 2812497 w 3740437"/>
                <a:gd name="connsiteY5" fmla="*/ 770851 h 1311620"/>
                <a:gd name="connsiteX6" fmla="*/ 3462353 w 3740437"/>
                <a:gd name="connsiteY6" fmla="*/ 945312 h 1311620"/>
                <a:gd name="connsiteX7" fmla="*/ 3695753 w 3740437"/>
                <a:gd name="connsiteY7" fmla="*/ 1228867 h 1311620"/>
                <a:gd name="connsiteX8" fmla="*/ 3740437 w 3740437"/>
                <a:gd name="connsiteY8" fmla="*/ 1311620 h 1311620"/>
                <a:gd name="connsiteX9" fmla="*/ 3699924 w 3740437"/>
                <a:gd name="connsiteY9" fmla="*/ 1311620 h 1311620"/>
                <a:gd name="connsiteX10" fmla="*/ 3678387 w 3740437"/>
                <a:gd name="connsiteY10" fmla="*/ 1273229 h 1311620"/>
                <a:gd name="connsiteX11" fmla="*/ 3465973 w 3740437"/>
                <a:gd name="connsiteY11" fmla="*/ 987213 h 1311620"/>
                <a:gd name="connsiteX12" fmla="*/ 2841455 w 3740437"/>
                <a:gd name="connsiteY12" fmla="*/ 812752 h 1311620"/>
                <a:gd name="connsiteX13" fmla="*/ 2330850 w 3740437"/>
                <a:gd name="connsiteY13" fmla="*/ 534524 h 1311620"/>
                <a:gd name="connsiteX14" fmla="*/ 2024542 w 3740437"/>
                <a:gd name="connsiteY14" fmla="*/ 455274 h 1311620"/>
                <a:gd name="connsiteX15" fmla="*/ 1738800 w 3740437"/>
                <a:gd name="connsiteY15" fmla="*/ 420447 h 1311620"/>
                <a:gd name="connsiteX16" fmla="*/ 1155965 w 3740437"/>
                <a:gd name="connsiteY16" fmla="*/ 47338 h 1311620"/>
                <a:gd name="connsiteX17" fmla="*/ 571538 w 3740437"/>
                <a:gd name="connsiteY17" fmla="*/ 186644 h 1311620"/>
                <a:gd name="connsiteX18" fmla="*/ 29781 w 3740437"/>
                <a:gd name="connsiteY18" fmla="*/ 1271310 h 1311620"/>
                <a:gd name="connsiteX19" fmla="*/ 29672 w 3740437"/>
                <a:gd name="connsiteY19" fmla="*/ 1271310 h 1311620"/>
                <a:gd name="connsiteX20" fmla="*/ 8776 w 3740437"/>
                <a:gd name="connsiteY20" fmla="*/ 1273064 h 1311620"/>
                <a:gd name="connsiteX21" fmla="*/ 4333 w 3740437"/>
                <a:gd name="connsiteY21" fmla="*/ 1241529 h 1311620"/>
                <a:gd name="connsiteX22" fmla="*/ 123511 w 3740437"/>
                <a:gd name="connsiteY22" fmla="*/ 686554 h 1311620"/>
                <a:gd name="connsiteX23" fmla="*/ 505560 w 3740437"/>
                <a:gd name="connsiteY23" fmla="*/ 200739 h 1311620"/>
                <a:gd name="connsiteX24" fmla="*/ 1032399 w 3740437"/>
                <a:gd name="connsiteY24" fmla="*/ 391 h 131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40437" h="1311620">
                  <a:moveTo>
                    <a:pt x="1032399" y="391"/>
                  </a:moveTo>
                  <a:cubicBezTo>
                    <a:pt x="1136275" y="4175"/>
                    <a:pt x="1232089" y="34998"/>
                    <a:pt x="1318141" y="93846"/>
                  </a:cubicBezTo>
                  <a:cubicBezTo>
                    <a:pt x="1414942" y="159989"/>
                    <a:pt x="1495728" y="246315"/>
                    <a:pt x="1591871" y="313336"/>
                  </a:cubicBezTo>
                  <a:cubicBezTo>
                    <a:pt x="1690317" y="381946"/>
                    <a:pt x="1795181" y="411124"/>
                    <a:pt x="1913755" y="419021"/>
                  </a:cubicBezTo>
                  <a:cubicBezTo>
                    <a:pt x="2027832" y="426645"/>
                    <a:pt x="2141087" y="426974"/>
                    <a:pt x="2249844" y="466901"/>
                  </a:cubicBezTo>
                  <a:cubicBezTo>
                    <a:pt x="2451728" y="541106"/>
                    <a:pt x="2609681" y="699004"/>
                    <a:pt x="2812497" y="770851"/>
                  </a:cubicBezTo>
                  <a:cubicBezTo>
                    <a:pt x="3025185" y="846208"/>
                    <a:pt x="3271823" y="806829"/>
                    <a:pt x="3462353" y="945312"/>
                  </a:cubicBezTo>
                  <a:cubicBezTo>
                    <a:pt x="3562473" y="1018091"/>
                    <a:pt x="3633456" y="1120007"/>
                    <a:pt x="3695753" y="1228867"/>
                  </a:cubicBezTo>
                  <a:lnTo>
                    <a:pt x="3740437" y="1311620"/>
                  </a:lnTo>
                  <a:lnTo>
                    <a:pt x="3699924" y="1311620"/>
                  </a:lnTo>
                  <a:lnTo>
                    <a:pt x="3678387" y="1273229"/>
                  </a:lnTo>
                  <a:cubicBezTo>
                    <a:pt x="3621074" y="1172699"/>
                    <a:pt x="3559319" y="1059006"/>
                    <a:pt x="3465973" y="987213"/>
                  </a:cubicBezTo>
                  <a:cubicBezTo>
                    <a:pt x="3280871" y="844836"/>
                    <a:pt x="3052553" y="879663"/>
                    <a:pt x="2841455" y="812752"/>
                  </a:cubicBezTo>
                  <a:cubicBezTo>
                    <a:pt x="2652679" y="752916"/>
                    <a:pt x="2505915" y="621179"/>
                    <a:pt x="2330850" y="534524"/>
                  </a:cubicBezTo>
                  <a:cubicBezTo>
                    <a:pt x="2232459" y="485822"/>
                    <a:pt x="2133792" y="462129"/>
                    <a:pt x="2024542" y="455274"/>
                  </a:cubicBezTo>
                  <a:cubicBezTo>
                    <a:pt x="1928728" y="449296"/>
                    <a:pt x="1831433" y="448363"/>
                    <a:pt x="1738800" y="420447"/>
                  </a:cubicBezTo>
                  <a:cubicBezTo>
                    <a:pt x="1510646" y="351672"/>
                    <a:pt x="1385271" y="110574"/>
                    <a:pt x="1155965" y="47338"/>
                  </a:cubicBezTo>
                  <a:cubicBezTo>
                    <a:pt x="953258" y="-8549"/>
                    <a:pt x="736621" y="67466"/>
                    <a:pt x="571538" y="186644"/>
                  </a:cubicBezTo>
                  <a:cubicBezTo>
                    <a:pt x="245157" y="422257"/>
                    <a:pt x="-13217" y="858712"/>
                    <a:pt x="29781" y="1271310"/>
                  </a:cubicBezTo>
                  <a:lnTo>
                    <a:pt x="29672" y="1271310"/>
                  </a:lnTo>
                  <a:cubicBezTo>
                    <a:pt x="31098" y="1284856"/>
                    <a:pt x="10860" y="1286282"/>
                    <a:pt x="8776" y="1273064"/>
                  </a:cubicBezTo>
                  <a:cubicBezTo>
                    <a:pt x="7130" y="1262590"/>
                    <a:pt x="5485" y="1252114"/>
                    <a:pt x="4333" y="1241529"/>
                  </a:cubicBezTo>
                  <a:cubicBezTo>
                    <a:pt x="-16508" y="1051766"/>
                    <a:pt x="40202" y="855641"/>
                    <a:pt x="123511" y="686554"/>
                  </a:cubicBezTo>
                  <a:cubicBezTo>
                    <a:pt x="214773" y="501288"/>
                    <a:pt x="343055" y="329514"/>
                    <a:pt x="505560" y="200739"/>
                  </a:cubicBezTo>
                  <a:cubicBezTo>
                    <a:pt x="654025" y="83097"/>
                    <a:pt x="838742" y="-6684"/>
                    <a:pt x="1032399" y="391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0" y="1"/>
              <a:ext cx="2247308" cy="3316621"/>
            </a:xfrm>
            <a:custGeom>
              <a:avLst/>
              <a:gdLst>
                <a:gd name="connsiteX0" fmla="*/ 850720 w 2247308"/>
                <a:gd name="connsiteY0" fmla="*/ 120 h 3316621"/>
                <a:gd name="connsiteX1" fmla="*/ 859271 w 2247308"/>
                <a:gd name="connsiteY1" fmla="*/ 5282 h 3316621"/>
                <a:gd name="connsiteX2" fmla="*/ 1432418 w 2247308"/>
                <a:gd name="connsiteY2" fmla="*/ 416551 h 3316621"/>
                <a:gd name="connsiteX3" fmla="*/ 1756237 w 2247308"/>
                <a:gd name="connsiteY3" fmla="*/ 504605 h 3316621"/>
                <a:gd name="connsiteX4" fmla="*/ 2007768 w 2247308"/>
                <a:gd name="connsiteY4" fmla="*/ 567405 h 3316621"/>
                <a:gd name="connsiteX5" fmla="*/ 2203783 w 2247308"/>
                <a:gd name="connsiteY5" fmla="*/ 895365 h 3316621"/>
                <a:gd name="connsiteX6" fmla="*/ 2113927 w 2247308"/>
                <a:gd name="connsiteY6" fmla="*/ 1179099 h 3316621"/>
                <a:gd name="connsiteX7" fmla="*/ 2212068 w 2247308"/>
                <a:gd name="connsiteY7" fmla="*/ 1520688 h 3316621"/>
                <a:gd name="connsiteX8" fmla="*/ 2169644 w 2247308"/>
                <a:gd name="connsiteY8" fmla="*/ 1833818 h 3316621"/>
                <a:gd name="connsiteX9" fmla="*/ 1873752 w 2247308"/>
                <a:gd name="connsiteY9" fmla="*/ 2005113 h 3316621"/>
                <a:gd name="connsiteX10" fmla="*/ 1519669 w 2247308"/>
                <a:gd name="connsiteY10" fmla="*/ 2165854 h 3316621"/>
                <a:gd name="connsiteX11" fmla="*/ 1404625 w 2247308"/>
                <a:gd name="connsiteY11" fmla="*/ 2354787 h 3316621"/>
                <a:gd name="connsiteX12" fmla="*/ 1397210 w 2247308"/>
                <a:gd name="connsiteY12" fmla="*/ 2557348 h 3316621"/>
                <a:gd name="connsiteX13" fmla="*/ 830009 w 2247308"/>
                <a:gd name="connsiteY13" fmla="*/ 3062819 h 3316621"/>
                <a:gd name="connsiteX14" fmla="*/ 418714 w 2247308"/>
                <a:gd name="connsiteY14" fmla="*/ 3204510 h 3316621"/>
                <a:gd name="connsiteX15" fmla="*/ 0 w 2247308"/>
                <a:gd name="connsiteY15" fmla="*/ 3316621 h 3316621"/>
                <a:gd name="connsiteX16" fmla="*/ 0 w 2247308"/>
                <a:gd name="connsiteY16" fmla="*/ 3277921 h 3316621"/>
                <a:gd name="connsiteX17" fmla="*/ 129013 w 2247308"/>
                <a:gd name="connsiteY17" fmla="*/ 3232496 h 3316621"/>
                <a:gd name="connsiteX18" fmla="*/ 1105792 w 2247308"/>
                <a:gd name="connsiteY18" fmla="*/ 2870411 h 3316621"/>
                <a:gd name="connsiteX19" fmla="*/ 1326727 w 2247308"/>
                <a:gd name="connsiteY19" fmla="*/ 2655690 h 3316621"/>
                <a:gd name="connsiteX20" fmla="*/ 1355120 w 2247308"/>
                <a:gd name="connsiteY20" fmla="*/ 2376566 h 3316621"/>
                <a:gd name="connsiteX21" fmla="*/ 1647806 w 2247308"/>
                <a:gd name="connsiteY21" fmla="*/ 2044263 h 3316621"/>
                <a:gd name="connsiteX22" fmla="*/ 2009973 w 2247308"/>
                <a:gd name="connsiteY22" fmla="*/ 1903565 h 3316621"/>
                <a:gd name="connsiteX23" fmla="*/ 2188217 w 2247308"/>
                <a:gd name="connsiteY23" fmla="*/ 1553090 h 3316621"/>
                <a:gd name="connsiteX24" fmla="*/ 2086067 w 2247308"/>
                <a:gd name="connsiteY24" fmla="*/ 1171282 h 3316621"/>
                <a:gd name="connsiteX25" fmla="*/ 2182805 w 2247308"/>
                <a:gd name="connsiteY25" fmla="*/ 773574 h 3316621"/>
                <a:gd name="connsiteX26" fmla="*/ 1920249 w 2247308"/>
                <a:gd name="connsiteY26" fmla="*/ 568206 h 3316621"/>
                <a:gd name="connsiteX27" fmla="*/ 1528621 w 2247308"/>
                <a:gd name="connsiteY27" fmla="*/ 474609 h 3316621"/>
                <a:gd name="connsiteX28" fmla="*/ 838025 w 2247308"/>
                <a:gd name="connsiteY28" fmla="*/ 17574 h 3316621"/>
                <a:gd name="connsiteX29" fmla="*/ 838092 w 2247308"/>
                <a:gd name="connsiteY29" fmla="*/ 17641 h 3316621"/>
                <a:gd name="connsiteX30" fmla="*/ 850720 w 2247308"/>
                <a:gd name="connsiteY30" fmla="*/ 120 h 331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47308" h="3316621">
                  <a:moveTo>
                    <a:pt x="850720" y="120"/>
                  </a:moveTo>
                  <a:cubicBezTo>
                    <a:pt x="853876" y="547"/>
                    <a:pt x="856949" y="2142"/>
                    <a:pt x="859271" y="5282"/>
                  </a:cubicBezTo>
                  <a:cubicBezTo>
                    <a:pt x="1005180" y="202032"/>
                    <a:pt x="1201328" y="337719"/>
                    <a:pt x="1432418" y="416551"/>
                  </a:cubicBezTo>
                  <a:cubicBezTo>
                    <a:pt x="1538308" y="452628"/>
                    <a:pt x="1646805" y="481422"/>
                    <a:pt x="1756237" y="504605"/>
                  </a:cubicBezTo>
                  <a:cubicBezTo>
                    <a:pt x="1840347" y="522442"/>
                    <a:pt x="1926998" y="536940"/>
                    <a:pt x="2007768" y="567405"/>
                  </a:cubicBezTo>
                  <a:cubicBezTo>
                    <a:pt x="2155747" y="623323"/>
                    <a:pt x="2239994" y="732554"/>
                    <a:pt x="2203783" y="895365"/>
                  </a:cubicBezTo>
                  <a:cubicBezTo>
                    <a:pt x="2182338" y="991769"/>
                    <a:pt x="2128892" y="1082160"/>
                    <a:pt x="2113927" y="1179099"/>
                  </a:cubicBezTo>
                  <a:cubicBezTo>
                    <a:pt x="2094953" y="1301892"/>
                    <a:pt x="2159824" y="1414664"/>
                    <a:pt x="2212068" y="1520688"/>
                  </a:cubicBezTo>
                  <a:cubicBezTo>
                    <a:pt x="2268520" y="1635264"/>
                    <a:pt x="2259100" y="1736077"/>
                    <a:pt x="2169644" y="1833818"/>
                  </a:cubicBezTo>
                  <a:cubicBezTo>
                    <a:pt x="2090743" y="1920067"/>
                    <a:pt x="1981779" y="1966365"/>
                    <a:pt x="1873752" y="2005113"/>
                  </a:cubicBezTo>
                  <a:cubicBezTo>
                    <a:pt x="1754699" y="2047804"/>
                    <a:pt x="1617543" y="2081408"/>
                    <a:pt x="1519669" y="2165854"/>
                  </a:cubicBezTo>
                  <a:cubicBezTo>
                    <a:pt x="1462548" y="2215091"/>
                    <a:pt x="1418521" y="2279360"/>
                    <a:pt x="1404625" y="2354787"/>
                  </a:cubicBezTo>
                  <a:cubicBezTo>
                    <a:pt x="1392132" y="2422464"/>
                    <a:pt x="1402755" y="2489472"/>
                    <a:pt x="1397210" y="2557348"/>
                  </a:cubicBezTo>
                  <a:cubicBezTo>
                    <a:pt x="1375430" y="2825984"/>
                    <a:pt x="1047937" y="2974966"/>
                    <a:pt x="830009" y="3062819"/>
                  </a:cubicBezTo>
                  <a:cubicBezTo>
                    <a:pt x="695858" y="3116866"/>
                    <a:pt x="558050" y="3163114"/>
                    <a:pt x="418714" y="3204510"/>
                  </a:cubicBezTo>
                  <a:lnTo>
                    <a:pt x="0" y="3316621"/>
                  </a:lnTo>
                  <a:lnTo>
                    <a:pt x="0" y="3277921"/>
                  </a:lnTo>
                  <a:lnTo>
                    <a:pt x="129013" y="3232496"/>
                  </a:lnTo>
                  <a:cubicBezTo>
                    <a:pt x="459981" y="3125058"/>
                    <a:pt x="810175" y="3064664"/>
                    <a:pt x="1105792" y="2870411"/>
                  </a:cubicBezTo>
                  <a:cubicBezTo>
                    <a:pt x="1186965" y="2817099"/>
                    <a:pt x="1286041" y="2747217"/>
                    <a:pt x="1326727" y="2655690"/>
                  </a:cubicBezTo>
                  <a:cubicBezTo>
                    <a:pt x="1366812" y="2565499"/>
                    <a:pt x="1341959" y="2470832"/>
                    <a:pt x="1355120" y="2376566"/>
                  </a:cubicBezTo>
                  <a:cubicBezTo>
                    <a:pt x="1378570" y="2208811"/>
                    <a:pt x="1499092" y="2106862"/>
                    <a:pt x="1647806" y="2044263"/>
                  </a:cubicBezTo>
                  <a:cubicBezTo>
                    <a:pt x="1766859" y="1994156"/>
                    <a:pt x="1895798" y="1964829"/>
                    <a:pt x="2009973" y="1903565"/>
                  </a:cubicBezTo>
                  <a:cubicBezTo>
                    <a:pt x="2139914" y="1833818"/>
                    <a:pt x="2259368" y="1706549"/>
                    <a:pt x="2188217" y="1553090"/>
                  </a:cubicBezTo>
                  <a:cubicBezTo>
                    <a:pt x="2134636" y="1437579"/>
                    <a:pt x="2058876" y="1303429"/>
                    <a:pt x="2086067" y="1171282"/>
                  </a:cubicBezTo>
                  <a:cubicBezTo>
                    <a:pt x="2112790" y="1041140"/>
                    <a:pt x="2210732" y="911933"/>
                    <a:pt x="2182805" y="773574"/>
                  </a:cubicBezTo>
                  <a:cubicBezTo>
                    <a:pt x="2157151" y="646505"/>
                    <a:pt x="2033423" y="597268"/>
                    <a:pt x="1920249" y="568206"/>
                  </a:cubicBezTo>
                  <a:cubicBezTo>
                    <a:pt x="1790108" y="534803"/>
                    <a:pt x="1657694" y="512689"/>
                    <a:pt x="1528621" y="474609"/>
                  </a:cubicBezTo>
                  <a:cubicBezTo>
                    <a:pt x="1249630" y="392301"/>
                    <a:pt x="1012329" y="255011"/>
                    <a:pt x="838025" y="17574"/>
                  </a:cubicBezTo>
                  <a:lnTo>
                    <a:pt x="838092" y="17641"/>
                  </a:lnTo>
                  <a:cubicBezTo>
                    <a:pt x="831028" y="8071"/>
                    <a:pt x="841250" y="-1161"/>
                    <a:pt x="850720" y="12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507289" y="5330128"/>
              <a:ext cx="2606447" cy="1527873"/>
            </a:xfrm>
            <a:custGeom>
              <a:avLst/>
              <a:gdLst>
                <a:gd name="connsiteX0" fmla="*/ 1155106 w 2011611"/>
                <a:gd name="connsiteY0" fmla="*/ 196 h 1527873"/>
                <a:gd name="connsiteX1" fmla="*/ 1249989 w 2011611"/>
                <a:gd name="connsiteY1" fmla="*/ 6021 h 1527873"/>
                <a:gd name="connsiteX2" fmla="*/ 1501178 w 2011611"/>
                <a:gd name="connsiteY2" fmla="*/ 171872 h 1527873"/>
                <a:gd name="connsiteX3" fmla="*/ 1637577 w 2011611"/>
                <a:gd name="connsiteY3" fmla="*/ 361086 h 1527873"/>
                <a:gd name="connsiteX4" fmla="*/ 1783136 w 2011611"/>
                <a:gd name="connsiteY4" fmla="*/ 521891 h 1527873"/>
                <a:gd name="connsiteX5" fmla="*/ 2011180 w 2011611"/>
                <a:gd name="connsiteY5" fmla="*/ 851399 h 1527873"/>
                <a:gd name="connsiteX6" fmla="*/ 1993355 w 2011611"/>
                <a:gd name="connsiteY6" fmla="*/ 859845 h 1527873"/>
                <a:gd name="connsiteX7" fmla="*/ 1785603 w 2011611"/>
                <a:gd name="connsiteY7" fmla="*/ 570594 h 1527873"/>
                <a:gd name="connsiteX8" fmla="*/ 1572641 w 2011611"/>
                <a:gd name="connsiteY8" fmla="*/ 325711 h 1527873"/>
                <a:gd name="connsiteX9" fmla="*/ 1349807 w 2011611"/>
                <a:gd name="connsiteY9" fmla="*/ 70628 h 1527873"/>
                <a:gd name="connsiteX10" fmla="*/ 1044760 w 2011611"/>
                <a:gd name="connsiteY10" fmla="*/ 42767 h 1527873"/>
                <a:gd name="connsiteX11" fmla="*/ 662711 w 2011611"/>
                <a:gd name="connsiteY11" fmla="*/ 76990 h 1527873"/>
                <a:gd name="connsiteX12" fmla="*/ 271887 w 2011611"/>
                <a:gd name="connsiteY12" fmla="*/ 163536 h 1527873"/>
                <a:gd name="connsiteX13" fmla="*/ 33586 w 2011611"/>
                <a:gd name="connsiteY13" fmla="*/ 698382 h 1527873"/>
                <a:gd name="connsiteX14" fmla="*/ 99290 w 2011611"/>
                <a:gd name="connsiteY14" fmla="*/ 1421236 h 1527873"/>
                <a:gd name="connsiteX15" fmla="*/ 125120 w 2011611"/>
                <a:gd name="connsiteY15" fmla="*/ 1527873 h 1527873"/>
                <a:gd name="connsiteX16" fmla="*/ 96405 w 2011611"/>
                <a:gd name="connsiteY16" fmla="*/ 1527873 h 1527873"/>
                <a:gd name="connsiteX17" fmla="*/ 69290 w 2011611"/>
                <a:gd name="connsiteY17" fmla="*/ 1416191 h 1527873"/>
                <a:gd name="connsiteX18" fmla="*/ 3915 w 2011611"/>
                <a:gd name="connsiteY18" fmla="*/ 700192 h 1527873"/>
                <a:gd name="connsiteX19" fmla="*/ 186932 w 2011611"/>
                <a:gd name="connsiteY19" fmla="*/ 188161 h 1527873"/>
                <a:gd name="connsiteX20" fmla="*/ 468780 w 2011611"/>
                <a:gd name="connsiteY20" fmla="*/ 71012 h 1527873"/>
                <a:gd name="connsiteX21" fmla="*/ 868214 w 2011611"/>
                <a:gd name="connsiteY21" fmla="*/ 32511 h 1527873"/>
                <a:gd name="connsiteX22" fmla="*/ 1155106 w 2011611"/>
                <a:gd name="connsiteY22" fmla="*/ 196 h 1527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11611" h="1527873">
                  <a:moveTo>
                    <a:pt x="1155106" y="196"/>
                  </a:moveTo>
                  <a:cubicBezTo>
                    <a:pt x="1186993" y="-588"/>
                    <a:pt x="1218686" y="907"/>
                    <a:pt x="1249989" y="6021"/>
                  </a:cubicBezTo>
                  <a:cubicBezTo>
                    <a:pt x="1357540" y="23626"/>
                    <a:pt x="1435584" y="87520"/>
                    <a:pt x="1501178" y="171872"/>
                  </a:cubicBezTo>
                  <a:cubicBezTo>
                    <a:pt x="1548894" y="233298"/>
                    <a:pt x="1588436" y="300812"/>
                    <a:pt x="1637577" y="361086"/>
                  </a:cubicBezTo>
                  <a:cubicBezTo>
                    <a:pt x="1683318" y="417193"/>
                    <a:pt x="1733611" y="469186"/>
                    <a:pt x="1783136" y="521891"/>
                  </a:cubicBezTo>
                  <a:cubicBezTo>
                    <a:pt x="1874068" y="618638"/>
                    <a:pt x="1971033" y="721856"/>
                    <a:pt x="2011180" y="851399"/>
                  </a:cubicBezTo>
                  <a:cubicBezTo>
                    <a:pt x="2014416" y="861819"/>
                    <a:pt x="1998565" y="870211"/>
                    <a:pt x="1993355" y="859845"/>
                  </a:cubicBezTo>
                  <a:cubicBezTo>
                    <a:pt x="1939005" y="751581"/>
                    <a:pt x="1868089" y="658949"/>
                    <a:pt x="1785603" y="570594"/>
                  </a:cubicBezTo>
                  <a:cubicBezTo>
                    <a:pt x="1712221" y="491891"/>
                    <a:pt x="1632532" y="415712"/>
                    <a:pt x="1572641" y="325711"/>
                  </a:cubicBezTo>
                  <a:cubicBezTo>
                    <a:pt x="1512641" y="235601"/>
                    <a:pt x="1448363" y="123937"/>
                    <a:pt x="1349807" y="70628"/>
                  </a:cubicBezTo>
                  <a:cubicBezTo>
                    <a:pt x="1256077" y="19897"/>
                    <a:pt x="1146936" y="26698"/>
                    <a:pt x="1044760" y="42767"/>
                  </a:cubicBezTo>
                  <a:cubicBezTo>
                    <a:pt x="918178" y="62621"/>
                    <a:pt x="790225" y="66076"/>
                    <a:pt x="662711" y="76990"/>
                  </a:cubicBezTo>
                  <a:cubicBezTo>
                    <a:pt x="533332" y="88069"/>
                    <a:pt x="387719" y="98928"/>
                    <a:pt x="271887" y="163536"/>
                  </a:cubicBezTo>
                  <a:cubicBezTo>
                    <a:pt x="90625" y="264669"/>
                    <a:pt x="44775" y="508893"/>
                    <a:pt x="33586" y="698382"/>
                  </a:cubicBezTo>
                  <a:cubicBezTo>
                    <a:pt x="19327" y="940193"/>
                    <a:pt x="49765" y="1184746"/>
                    <a:pt x="99290" y="1421236"/>
                  </a:cubicBezTo>
                  <a:lnTo>
                    <a:pt x="125120" y="1527873"/>
                  </a:lnTo>
                  <a:lnTo>
                    <a:pt x="96405" y="1527873"/>
                  </a:lnTo>
                  <a:lnTo>
                    <a:pt x="69290" y="1416191"/>
                  </a:lnTo>
                  <a:cubicBezTo>
                    <a:pt x="21630" y="1182113"/>
                    <a:pt x="-11771" y="939535"/>
                    <a:pt x="3915" y="700192"/>
                  </a:cubicBezTo>
                  <a:cubicBezTo>
                    <a:pt x="15487" y="523701"/>
                    <a:pt x="50423" y="314907"/>
                    <a:pt x="186932" y="188161"/>
                  </a:cubicBezTo>
                  <a:cubicBezTo>
                    <a:pt x="262947" y="117576"/>
                    <a:pt x="368907" y="88508"/>
                    <a:pt x="468780" y="71012"/>
                  </a:cubicBezTo>
                  <a:cubicBezTo>
                    <a:pt x="600846" y="47868"/>
                    <a:pt x="734777" y="42657"/>
                    <a:pt x="868214" y="32511"/>
                  </a:cubicBezTo>
                  <a:cubicBezTo>
                    <a:pt x="962040" y="25395"/>
                    <a:pt x="1059444" y="2546"/>
                    <a:pt x="1155106" y="196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1074553" y="5051401"/>
              <a:ext cx="1117449" cy="1566848"/>
            </a:xfrm>
            <a:custGeom>
              <a:avLst/>
              <a:gdLst>
                <a:gd name="connsiteX0" fmla="*/ 722102 w 1015625"/>
                <a:gd name="connsiteY0" fmla="*/ 655 h 1424074"/>
                <a:gd name="connsiteX1" fmla="*/ 740807 w 1015625"/>
                <a:gd name="connsiteY1" fmla="*/ 9966 h 1424074"/>
                <a:gd name="connsiteX2" fmla="*/ 784681 w 1015625"/>
                <a:gd name="connsiteY2" fmla="*/ 197818 h 1424074"/>
                <a:gd name="connsiteX3" fmla="*/ 801977 w 1015625"/>
                <a:gd name="connsiteY3" fmla="*/ 373496 h 1424074"/>
                <a:gd name="connsiteX4" fmla="*/ 763045 w 1015625"/>
                <a:gd name="connsiteY4" fmla="*/ 568399 h 1424074"/>
                <a:gd name="connsiteX5" fmla="*/ 734237 w 1015625"/>
                <a:gd name="connsiteY5" fmla="*/ 751129 h 1424074"/>
                <a:gd name="connsiteX6" fmla="*/ 742735 w 1015625"/>
                <a:gd name="connsiteY6" fmla="*/ 757577 h 1424074"/>
                <a:gd name="connsiteX7" fmla="*/ 830665 w 1015625"/>
                <a:gd name="connsiteY7" fmla="*/ 845386 h 1424074"/>
                <a:gd name="connsiteX8" fmla="*/ 910639 w 1015625"/>
                <a:gd name="connsiteY8" fmla="*/ 985868 h 1424074"/>
                <a:gd name="connsiteX9" fmla="*/ 935831 w 1015625"/>
                <a:gd name="connsiteY9" fmla="*/ 777827 h 1424074"/>
                <a:gd name="connsiteX10" fmla="*/ 910699 w 1015625"/>
                <a:gd name="connsiteY10" fmla="*/ 534047 h 1424074"/>
                <a:gd name="connsiteX11" fmla="*/ 932094 w 1015625"/>
                <a:gd name="connsiteY11" fmla="*/ 323715 h 1424074"/>
                <a:gd name="connsiteX12" fmla="*/ 979374 w 1015625"/>
                <a:gd name="connsiteY12" fmla="*/ 219823 h 1424074"/>
                <a:gd name="connsiteX13" fmla="*/ 1015625 w 1015625"/>
                <a:gd name="connsiteY13" fmla="*/ 157325 h 1424074"/>
                <a:gd name="connsiteX14" fmla="*/ 1015625 w 1015625"/>
                <a:gd name="connsiteY14" fmla="*/ 897092 h 1424074"/>
                <a:gd name="connsiteX15" fmla="*/ 999307 w 1015625"/>
                <a:gd name="connsiteY15" fmla="*/ 917707 h 1424074"/>
                <a:gd name="connsiteX16" fmla="*/ 926670 w 1015625"/>
                <a:gd name="connsiteY16" fmla="*/ 1026790 h 1424074"/>
                <a:gd name="connsiteX17" fmla="*/ 943002 w 1015625"/>
                <a:gd name="connsiteY17" fmla="*/ 1074762 h 1424074"/>
                <a:gd name="connsiteX18" fmla="*/ 967169 w 1015625"/>
                <a:gd name="connsiteY18" fmla="*/ 1154616 h 1424074"/>
                <a:gd name="connsiteX19" fmla="*/ 998255 w 1015625"/>
                <a:gd name="connsiteY19" fmla="*/ 1065124 h 1424074"/>
                <a:gd name="connsiteX20" fmla="*/ 1015625 w 1015625"/>
                <a:gd name="connsiteY20" fmla="*/ 1027745 h 1424074"/>
                <a:gd name="connsiteX21" fmla="*/ 1015625 w 1015625"/>
                <a:gd name="connsiteY21" fmla="*/ 1159905 h 1424074"/>
                <a:gd name="connsiteX22" fmla="*/ 981875 w 1015625"/>
                <a:gd name="connsiteY22" fmla="*/ 1189450 h 1424074"/>
                <a:gd name="connsiteX23" fmla="*/ 978981 w 1015625"/>
                <a:gd name="connsiteY23" fmla="*/ 1191379 h 1424074"/>
                <a:gd name="connsiteX24" fmla="*/ 1008181 w 1015625"/>
                <a:gd name="connsiteY24" fmla="*/ 1266186 h 1424074"/>
                <a:gd name="connsiteX25" fmla="*/ 1015625 w 1015625"/>
                <a:gd name="connsiteY25" fmla="*/ 1278727 h 1424074"/>
                <a:gd name="connsiteX26" fmla="*/ 1015625 w 1015625"/>
                <a:gd name="connsiteY26" fmla="*/ 1324359 h 1424074"/>
                <a:gd name="connsiteX27" fmla="*/ 997929 w 1015625"/>
                <a:gd name="connsiteY27" fmla="*/ 1297389 h 1424074"/>
                <a:gd name="connsiteX28" fmla="*/ 962047 w 1015625"/>
                <a:gd name="connsiteY28" fmla="*/ 1214581 h 1424074"/>
                <a:gd name="connsiteX29" fmla="*/ 583209 w 1015625"/>
                <a:gd name="connsiteY29" fmla="*/ 1412377 h 1424074"/>
                <a:gd name="connsiteX30" fmla="*/ 226790 w 1015625"/>
                <a:gd name="connsiteY30" fmla="*/ 1421598 h 1424074"/>
                <a:gd name="connsiteX31" fmla="*/ 222270 w 1015625"/>
                <a:gd name="connsiteY31" fmla="*/ 1388271 h 1424074"/>
                <a:gd name="connsiteX32" fmla="*/ 592791 w 1015625"/>
                <a:gd name="connsiteY32" fmla="*/ 1159558 h 1424074"/>
                <a:gd name="connsiteX33" fmla="*/ 798061 w 1015625"/>
                <a:gd name="connsiteY33" fmla="*/ 1154797 h 1424074"/>
                <a:gd name="connsiteX34" fmla="*/ 949089 w 1015625"/>
                <a:gd name="connsiteY34" fmla="*/ 1176553 h 1424074"/>
                <a:gd name="connsiteX35" fmla="*/ 942581 w 1015625"/>
                <a:gd name="connsiteY35" fmla="*/ 1156122 h 1424074"/>
                <a:gd name="connsiteX36" fmla="*/ 913833 w 1015625"/>
                <a:gd name="connsiteY36" fmla="*/ 1063794 h 1424074"/>
                <a:gd name="connsiteX37" fmla="*/ 906782 w 1015625"/>
                <a:gd name="connsiteY37" fmla="*/ 1058490 h 1424074"/>
                <a:gd name="connsiteX38" fmla="*/ 784741 w 1015625"/>
                <a:gd name="connsiteY38" fmla="*/ 1014435 h 1424074"/>
                <a:gd name="connsiteX39" fmla="*/ 653842 w 1015625"/>
                <a:gd name="connsiteY39" fmla="*/ 1015219 h 1424074"/>
                <a:gd name="connsiteX40" fmla="*/ 417716 w 1015625"/>
                <a:gd name="connsiteY40" fmla="*/ 1009433 h 1424074"/>
                <a:gd name="connsiteX41" fmla="*/ 11034 w 1015625"/>
                <a:gd name="connsiteY41" fmla="*/ 763966 h 1424074"/>
                <a:gd name="connsiteX42" fmla="*/ 18688 w 1015625"/>
                <a:gd name="connsiteY42" fmla="*/ 734073 h 1424074"/>
                <a:gd name="connsiteX43" fmla="*/ 166644 w 1015625"/>
                <a:gd name="connsiteY43" fmla="*/ 751490 h 1424074"/>
                <a:gd name="connsiteX44" fmla="*/ 289890 w 1015625"/>
                <a:gd name="connsiteY44" fmla="*/ 746066 h 1424074"/>
                <a:gd name="connsiteX45" fmla="*/ 509201 w 1015625"/>
                <a:gd name="connsiteY45" fmla="*/ 780720 h 1424074"/>
                <a:gd name="connsiteX46" fmla="*/ 724474 w 1015625"/>
                <a:gd name="connsiteY46" fmla="*/ 909570 h 1424074"/>
                <a:gd name="connsiteX47" fmla="*/ 895391 w 1015625"/>
                <a:gd name="connsiteY47" fmla="*/ 1028055 h 1424074"/>
                <a:gd name="connsiteX48" fmla="*/ 902322 w 1015625"/>
                <a:gd name="connsiteY48" fmla="*/ 1030767 h 1424074"/>
                <a:gd name="connsiteX49" fmla="*/ 838560 w 1015625"/>
                <a:gd name="connsiteY49" fmla="*/ 897517 h 1424074"/>
                <a:gd name="connsiteX50" fmla="*/ 767988 w 1015625"/>
                <a:gd name="connsiteY50" fmla="*/ 811516 h 1424074"/>
                <a:gd name="connsiteX51" fmla="*/ 612017 w 1015625"/>
                <a:gd name="connsiteY51" fmla="*/ 688572 h 1424074"/>
                <a:gd name="connsiteX52" fmla="*/ 432662 w 1015625"/>
                <a:gd name="connsiteY52" fmla="*/ 581055 h 1424074"/>
                <a:gd name="connsiteX53" fmla="*/ 287901 w 1015625"/>
                <a:gd name="connsiteY53" fmla="*/ 447685 h 1424074"/>
                <a:gd name="connsiteX54" fmla="*/ 183458 w 1015625"/>
                <a:gd name="connsiteY54" fmla="*/ 272067 h 1424074"/>
                <a:gd name="connsiteX55" fmla="*/ 150252 w 1015625"/>
                <a:gd name="connsiteY55" fmla="*/ 166238 h 1424074"/>
                <a:gd name="connsiteX56" fmla="*/ 131568 w 1015625"/>
                <a:gd name="connsiteY56" fmla="*/ 60650 h 1424074"/>
                <a:gd name="connsiteX57" fmla="*/ 155916 w 1015625"/>
                <a:gd name="connsiteY57" fmla="*/ 50345 h 1424074"/>
                <a:gd name="connsiteX58" fmla="*/ 323097 w 1015625"/>
                <a:gd name="connsiteY58" fmla="*/ 186910 h 1424074"/>
                <a:gd name="connsiteX59" fmla="*/ 474126 w 1015625"/>
                <a:gd name="connsiteY59" fmla="*/ 328838 h 1424074"/>
                <a:gd name="connsiteX60" fmla="*/ 582667 w 1015625"/>
                <a:gd name="connsiteY60" fmla="*/ 503974 h 1424074"/>
                <a:gd name="connsiteX61" fmla="*/ 621720 w 1015625"/>
                <a:gd name="connsiteY61" fmla="*/ 604560 h 1424074"/>
                <a:gd name="connsiteX62" fmla="*/ 642632 w 1015625"/>
                <a:gd name="connsiteY62" fmla="*/ 653918 h 1424074"/>
                <a:gd name="connsiteX63" fmla="*/ 658784 w 1015625"/>
                <a:gd name="connsiteY63" fmla="*/ 689355 h 1424074"/>
                <a:gd name="connsiteX64" fmla="*/ 690906 w 1015625"/>
                <a:gd name="connsiteY64" fmla="*/ 719790 h 1424074"/>
                <a:gd name="connsiteX65" fmla="*/ 714952 w 1015625"/>
                <a:gd name="connsiteY65" fmla="*/ 737267 h 1424074"/>
                <a:gd name="connsiteX66" fmla="*/ 668125 w 1015625"/>
                <a:gd name="connsiteY66" fmla="*/ 570509 h 1424074"/>
                <a:gd name="connsiteX67" fmla="*/ 647454 w 1015625"/>
                <a:gd name="connsiteY67" fmla="*/ 386634 h 1424074"/>
                <a:gd name="connsiteX68" fmla="*/ 709589 w 1015625"/>
                <a:gd name="connsiteY68" fmla="*/ 18102 h 1424074"/>
                <a:gd name="connsiteX69" fmla="*/ 722102 w 1015625"/>
                <a:gd name="connsiteY69" fmla="*/ 655 h 142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15625" h="1424074">
                  <a:moveTo>
                    <a:pt x="722102" y="655"/>
                  </a:moveTo>
                  <a:cubicBezTo>
                    <a:pt x="729386" y="-1350"/>
                    <a:pt x="737703" y="1107"/>
                    <a:pt x="740807" y="9966"/>
                  </a:cubicBezTo>
                  <a:cubicBezTo>
                    <a:pt x="762262" y="71077"/>
                    <a:pt x="773471" y="134176"/>
                    <a:pt x="784681" y="197818"/>
                  </a:cubicBezTo>
                  <a:cubicBezTo>
                    <a:pt x="794806" y="255132"/>
                    <a:pt x="807583" y="314977"/>
                    <a:pt x="801977" y="373496"/>
                  </a:cubicBezTo>
                  <a:cubicBezTo>
                    <a:pt x="795710" y="439669"/>
                    <a:pt x="774496" y="503130"/>
                    <a:pt x="763045" y="568399"/>
                  </a:cubicBezTo>
                  <a:cubicBezTo>
                    <a:pt x="753824" y="621073"/>
                    <a:pt x="742554" y="733410"/>
                    <a:pt x="734237" y="751129"/>
                  </a:cubicBezTo>
                  <a:cubicBezTo>
                    <a:pt x="737071" y="753298"/>
                    <a:pt x="739963" y="755347"/>
                    <a:pt x="742735" y="757577"/>
                  </a:cubicBezTo>
                  <a:cubicBezTo>
                    <a:pt x="775219" y="783432"/>
                    <a:pt x="805292" y="812420"/>
                    <a:pt x="830665" y="845386"/>
                  </a:cubicBezTo>
                  <a:cubicBezTo>
                    <a:pt x="864173" y="888959"/>
                    <a:pt x="889787" y="936208"/>
                    <a:pt x="910639" y="985868"/>
                  </a:cubicBezTo>
                  <a:cubicBezTo>
                    <a:pt x="918534" y="916441"/>
                    <a:pt x="935529" y="848098"/>
                    <a:pt x="935831" y="777827"/>
                  </a:cubicBezTo>
                  <a:cubicBezTo>
                    <a:pt x="936252" y="695442"/>
                    <a:pt x="919619" y="615528"/>
                    <a:pt x="910699" y="534047"/>
                  </a:cubicBezTo>
                  <a:cubicBezTo>
                    <a:pt x="903045" y="463896"/>
                    <a:pt x="909012" y="390793"/>
                    <a:pt x="932094" y="323715"/>
                  </a:cubicBezTo>
                  <a:cubicBezTo>
                    <a:pt x="944479" y="287646"/>
                    <a:pt x="961083" y="253324"/>
                    <a:pt x="979374" y="219823"/>
                  </a:cubicBezTo>
                  <a:lnTo>
                    <a:pt x="1015625" y="157325"/>
                  </a:lnTo>
                  <a:lnTo>
                    <a:pt x="1015625" y="897092"/>
                  </a:lnTo>
                  <a:lnTo>
                    <a:pt x="999307" y="917707"/>
                  </a:lnTo>
                  <a:cubicBezTo>
                    <a:pt x="971358" y="951517"/>
                    <a:pt x="944931" y="986291"/>
                    <a:pt x="926670" y="1026790"/>
                  </a:cubicBezTo>
                  <a:cubicBezTo>
                    <a:pt x="932456" y="1042580"/>
                    <a:pt x="937880" y="1058610"/>
                    <a:pt x="943002" y="1074762"/>
                  </a:cubicBezTo>
                  <a:cubicBezTo>
                    <a:pt x="951319" y="1100858"/>
                    <a:pt x="959033" y="1127737"/>
                    <a:pt x="967169" y="1154616"/>
                  </a:cubicBezTo>
                  <a:cubicBezTo>
                    <a:pt x="976631" y="1124573"/>
                    <a:pt x="986730" y="1094500"/>
                    <a:pt x="998255" y="1065124"/>
                  </a:cubicBezTo>
                  <a:lnTo>
                    <a:pt x="1015625" y="1027745"/>
                  </a:lnTo>
                  <a:lnTo>
                    <a:pt x="1015625" y="1159905"/>
                  </a:lnTo>
                  <a:lnTo>
                    <a:pt x="981875" y="1189450"/>
                  </a:lnTo>
                  <a:cubicBezTo>
                    <a:pt x="980971" y="1190234"/>
                    <a:pt x="980006" y="1190836"/>
                    <a:pt x="978981" y="1191379"/>
                  </a:cubicBezTo>
                  <a:cubicBezTo>
                    <a:pt x="987479" y="1216902"/>
                    <a:pt x="996881" y="1242079"/>
                    <a:pt x="1008181" y="1266186"/>
                  </a:cubicBezTo>
                  <a:lnTo>
                    <a:pt x="1015625" y="1278727"/>
                  </a:lnTo>
                  <a:lnTo>
                    <a:pt x="1015625" y="1324359"/>
                  </a:lnTo>
                  <a:lnTo>
                    <a:pt x="997929" y="1297389"/>
                  </a:lnTo>
                  <a:cubicBezTo>
                    <a:pt x="983954" y="1270796"/>
                    <a:pt x="972383" y="1243178"/>
                    <a:pt x="962047" y="1214581"/>
                  </a:cubicBezTo>
                  <a:cubicBezTo>
                    <a:pt x="824216" y="1255503"/>
                    <a:pt x="727006" y="1383088"/>
                    <a:pt x="583209" y="1412377"/>
                  </a:cubicBezTo>
                  <a:cubicBezTo>
                    <a:pt x="465266" y="1436364"/>
                    <a:pt x="345817" y="1414909"/>
                    <a:pt x="226790" y="1421598"/>
                  </a:cubicBezTo>
                  <a:cubicBezTo>
                    <a:pt x="206179" y="1422744"/>
                    <a:pt x="205576" y="1394840"/>
                    <a:pt x="222270" y="1388271"/>
                  </a:cubicBezTo>
                  <a:cubicBezTo>
                    <a:pt x="359196" y="1334573"/>
                    <a:pt x="444535" y="1188546"/>
                    <a:pt x="592791" y="1159558"/>
                  </a:cubicBezTo>
                  <a:cubicBezTo>
                    <a:pt x="660712" y="1146299"/>
                    <a:pt x="729417" y="1148227"/>
                    <a:pt x="798061" y="1154797"/>
                  </a:cubicBezTo>
                  <a:cubicBezTo>
                    <a:pt x="845491" y="1159317"/>
                    <a:pt x="902805" y="1158714"/>
                    <a:pt x="949089" y="1176553"/>
                  </a:cubicBezTo>
                  <a:cubicBezTo>
                    <a:pt x="946859" y="1169803"/>
                    <a:pt x="944690" y="1162993"/>
                    <a:pt x="942581" y="1156122"/>
                  </a:cubicBezTo>
                  <a:cubicBezTo>
                    <a:pt x="933118" y="1125507"/>
                    <a:pt x="923898" y="1094530"/>
                    <a:pt x="913833" y="1063794"/>
                  </a:cubicBezTo>
                  <a:cubicBezTo>
                    <a:pt x="911543" y="1061985"/>
                    <a:pt x="909132" y="1060238"/>
                    <a:pt x="906782" y="1058490"/>
                  </a:cubicBezTo>
                  <a:cubicBezTo>
                    <a:pt x="865439" y="1045894"/>
                    <a:pt x="827471" y="1022028"/>
                    <a:pt x="784741" y="1014435"/>
                  </a:cubicBezTo>
                  <a:cubicBezTo>
                    <a:pt x="741108" y="1006721"/>
                    <a:pt x="697535" y="1009493"/>
                    <a:pt x="653842" y="1015219"/>
                  </a:cubicBezTo>
                  <a:cubicBezTo>
                    <a:pt x="574771" y="1025645"/>
                    <a:pt x="494857" y="1036553"/>
                    <a:pt x="417716" y="1009433"/>
                  </a:cubicBezTo>
                  <a:cubicBezTo>
                    <a:pt x="265422" y="955916"/>
                    <a:pt x="161521" y="820737"/>
                    <a:pt x="11034" y="763966"/>
                  </a:cubicBezTo>
                  <a:cubicBezTo>
                    <a:pt x="-7467" y="756975"/>
                    <a:pt x="-1199" y="730517"/>
                    <a:pt x="18688" y="734073"/>
                  </a:cubicBezTo>
                  <a:cubicBezTo>
                    <a:pt x="67685" y="742872"/>
                    <a:pt x="116501" y="753479"/>
                    <a:pt x="166644" y="751490"/>
                  </a:cubicBezTo>
                  <a:cubicBezTo>
                    <a:pt x="207685" y="749863"/>
                    <a:pt x="248788" y="746850"/>
                    <a:pt x="289890" y="746066"/>
                  </a:cubicBezTo>
                  <a:cubicBezTo>
                    <a:pt x="365223" y="744620"/>
                    <a:pt x="439110" y="751309"/>
                    <a:pt x="509201" y="780720"/>
                  </a:cubicBezTo>
                  <a:cubicBezTo>
                    <a:pt x="586945" y="813384"/>
                    <a:pt x="655107" y="862381"/>
                    <a:pt x="724474" y="909570"/>
                  </a:cubicBezTo>
                  <a:cubicBezTo>
                    <a:pt x="780462" y="947780"/>
                    <a:pt x="841573" y="985145"/>
                    <a:pt x="895391" y="1028055"/>
                  </a:cubicBezTo>
                  <a:cubicBezTo>
                    <a:pt x="897681" y="1028959"/>
                    <a:pt x="899972" y="1029924"/>
                    <a:pt x="902322" y="1030767"/>
                  </a:cubicBezTo>
                  <a:cubicBezTo>
                    <a:pt x="885628" y="984181"/>
                    <a:pt x="865861" y="938920"/>
                    <a:pt x="838560" y="897517"/>
                  </a:cubicBezTo>
                  <a:cubicBezTo>
                    <a:pt x="818310" y="866841"/>
                    <a:pt x="794023" y="837431"/>
                    <a:pt x="767988" y="811516"/>
                  </a:cubicBezTo>
                  <a:cubicBezTo>
                    <a:pt x="721461" y="765231"/>
                    <a:pt x="665955" y="725756"/>
                    <a:pt x="612017" y="688572"/>
                  </a:cubicBezTo>
                  <a:cubicBezTo>
                    <a:pt x="554522" y="648916"/>
                    <a:pt x="490639" y="619867"/>
                    <a:pt x="432662" y="581055"/>
                  </a:cubicBezTo>
                  <a:cubicBezTo>
                    <a:pt x="377458" y="544112"/>
                    <a:pt x="329847" y="499032"/>
                    <a:pt x="287901" y="447685"/>
                  </a:cubicBezTo>
                  <a:cubicBezTo>
                    <a:pt x="244991" y="395132"/>
                    <a:pt x="208710" y="335106"/>
                    <a:pt x="183458" y="272067"/>
                  </a:cubicBezTo>
                  <a:cubicBezTo>
                    <a:pt x="169778" y="237895"/>
                    <a:pt x="157302" y="202398"/>
                    <a:pt x="150252" y="166238"/>
                  </a:cubicBezTo>
                  <a:cubicBezTo>
                    <a:pt x="143682" y="132549"/>
                    <a:pt x="143923" y="92110"/>
                    <a:pt x="131568" y="60650"/>
                  </a:cubicBezTo>
                  <a:cubicBezTo>
                    <a:pt x="126084" y="46608"/>
                    <a:pt x="149227" y="37026"/>
                    <a:pt x="155916" y="50345"/>
                  </a:cubicBezTo>
                  <a:cubicBezTo>
                    <a:pt x="189545" y="117241"/>
                    <a:pt x="265783" y="144180"/>
                    <a:pt x="323097" y="186910"/>
                  </a:cubicBezTo>
                  <a:cubicBezTo>
                    <a:pt x="378362" y="228132"/>
                    <a:pt x="430794" y="274960"/>
                    <a:pt x="474126" y="328838"/>
                  </a:cubicBezTo>
                  <a:cubicBezTo>
                    <a:pt x="516976" y="382114"/>
                    <a:pt x="556571" y="440452"/>
                    <a:pt x="582667" y="503974"/>
                  </a:cubicBezTo>
                  <a:cubicBezTo>
                    <a:pt x="596347" y="537242"/>
                    <a:pt x="608460" y="571112"/>
                    <a:pt x="621720" y="604560"/>
                  </a:cubicBezTo>
                  <a:cubicBezTo>
                    <a:pt x="628288" y="621193"/>
                    <a:pt x="635159" y="637646"/>
                    <a:pt x="642632" y="653918"/>
                  </a:cubicBezTo>
                  <a:cubicBezTo>
                    <a:pt x="647634" y="664766"/>
                    <a:pt x="652094" y="679712"/>
                    <a:pt x="658784" y="689355"/>
                  </a:cubicBezTo>
                  <a:cubicBezTo>
                    <a:pt x="665955" y="699661"/>
                    <a:pt x="680781" y="711835"/>
                    <a:pt x="690906" y="719790"/>
                  </a:cubicBezTo>
                  <a:cubicBezTo>
                    <a:pt x="698681" y="725877"/>
                    <a:pt x="706816" y="731602"/>
                    <a:pt x="714952" y="737267"/>
                  </a:cubicBezTo>
                  <a:cubicBezTo>
                    <a:pt x="703863" y="681460"/>
                    <a:pt x="678491" y="627521"/>
                    <a:pt x="668125" y="570509"/>
                  </a:cubicBezTo>
                  <a:cubicBezTo>
                    <a:pt x="657036" y="509217"/>
                    <a:pt x="646731" y="449131"/>
                    <a:pt x="647454" y="386634"/>
                  </a:cubicBezTo>
                  <a:cubicBezTo>
                    <a:pt x="648900" y="260194"/>
                    <a:pt x="723751" y="145446"/>
                    <a:pt x="709589" y="18102"/>
                  </a:cubicBezTo>
                  <a:cubicBezTo>
                    <a:pt x="708565" y="9122"/>
                    <a:pt x="714817" y="2659"/>
                    <a:pt x="722102" y="655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943573" y="3966955"/>
              <a:ext cx="759433" cy="454609"/>
            </a:xfrm>
            <a:custGeom>
              <a:avLst/>
              <a:gdLst>
                <a:gd name="connsiteX0" fmla="*/ 44181 w 1151600"/>
                <a:gd name="connsiteY0" fmla="*/ 443919 h 689367"/>
                <a:gd name="connsiteX1" fmla="*/ 737410 w 1151600"/>
                <a:gd name="connsiteY1" fmla="*/ 661185 h 689367"/>
                <a:gd name="connsiteX2" fmla="*/ 977821 w 1151600"/>
                <a:gd name="connsiteY2" fmla="*/ 369624 h 689367"/>
                <a:gd name="connsiteX3" fmla="*/ 1018683 w 1151600"/>
                <a:gd name="connsiteY3" fmla="*/ 13961 h 689367"/>
                <a:gd name="connsiteX4" fmla="*/ 549482 w 1151600"/>
                <a:gd name="connsiteY4" fmla="*/ 115021 h 689367"/>
                <a:gd name="connsiteX5" fmla="*/ 108570 w 1151600"/>
                <a:gd name="connsiteY5" fmla="*/ 189507 h 689367"/>
                <a:gd name="connsiteX6" fmla="*/ 44276 w 1151600"/>
                <a:gd name="connsiteY6" fmla="*/ 443919 h 68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600" h="689367">
                  <a:moveTo>
                    <a:pt x="44181" y="443919"/>
                  </a:moveTo>
                  <a:cubicBezTo>
                    <a:pt x="168387" y="622418"/>
                    <a:pt x="532908" y="748053"/>
                    <a:pt x="737410" y="661185"/>
                  </a:cubicBezTo>
                  <a:cubicBezTo>
                    <a:pt x="871998" y="604035"/>
                    <a:pt x="863902" y="449634"/>
                    <a:pt x="977821" y="369624"/>
                  </a:cubicBezTo>
                  <a:cubicBezTo>
                    <a:pt x="1112314" y="275137"/>
                    <a:pt x="1269667" y="95685"/>
                    <a:pt x="1018683" y="13961"/>
                  </a:cubicBezTo>
                  <a:cubicBezTo>
                    <a:pt x="866855" y="-35474"/>
                    <a:pt x="687880" y="57871"/>
                    <a:pt x="549482" y="115021"/>
                  </a:cubicBezTo>
                  <a:cubicBezTo>
                    <a:pt x="408988" y="173029"/>
                    <a:pt x="249635" y="129023"/>
                    <a:pt x="108570" y="189507"/>
                  </a:cubicBezTo>
                  <a:cubicBezTo>
                    <a:pt x="-28971" y="248466"/>
                    <a:pt x="-18303" y="353908"/>
                    <a:pt x="44276" y="44391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47148" y="3107853"/>
              <a:ext cx="1112732" cy="1181069"/>
            </a:xfrm>
            <a:custGeom>
              <a:avLst/>
              <a:gdLst>
                <a:gd name="connsiteX0" fmla="*/ 1123585 w 2587621"/>
                <a:gd name="connsiteY0" fmla="*/ 53206 h 2746535"/>
                <a:gd name="connsiteX1" fmla="*/ 2547573 w 2587621"/>
                <a:gd name="connsiteY1" fmla="*/ 1219352 h 2746535"/>
                <a:gd name="connsiteX2" fmla="*/ 2273158 w 2587621"/>
                <a:gd name="connsiteY2" fmla="*/ 2362733 h 2746535"/>
                <a:gd name="connsiteX3" fmla="*/ 448930 w 2587621"/>
                <a:gd name="connsiteY3" fmla="*/ 1989734 h 2746535"/>
                <a:gd name="connsiteX4" fmla="*/ 264716 w 2587621"/>
                <a:gd name="connsiteY4" fmla="*/ 1031995 h 2746535"/>
                <a:gd name="connsiteX5" fmla="*/ 113078 w 2587621"/>
                <a:gd name="connsiteY5" fmla="*/ 239230 h 2746535"/>
                <a:gd name="connsiteX6" fmla="*/ 1123585 w 2587621"/>
                <a:gd name="connsiteY6" fmla="*/ 53302 h 274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21" h="2746535">
                  <a:moveTo>
                    <a:pt x="1123585" y="53206"/>
                  </a:moveTo>
                  <a:cubicBezTo>
                    <a:pt x="1753474" y="221799"/>
                    <a:pt x="2392792" y="759771"/>
                    <a:pt x="2547573" y="1219352"/>
                  </a:cubicBezTo>
                  <a:cubicBezTo>
                    <a:pt x="2656634" y="1543202"/>
                    <a:pt x="2535667" y="2124227"/>
                    <a:pt x="2273158" y="2362733"/>
                  </a:cubicBezTo>
                  <a:cubicBezTo>
                    <a:pt x="1752712" y="2835650"/>
                    <a:pt x="391970" y="3032436"/>
                    <a:pt x="448930" y="1989734"/>
                  </a:cubicBezTo>
                  <a:cubicBezTo>
                    <a:pt x="469694" y="1609115"/>
                    <a:pt x="453216" y="1375658"/>
                    <a:pt x="264716" y="1031995"/>
                  </a:cubicBezTo>
                  <a:cubicBezTo>
                    <a:pt x="121270" y="770534"/>
                    <a:pt x="-156098" y="500024"/>
                    <a:pt x="113078" y="239230"/>
                  </a:cubicBezTo>
                  <a:cubicBezTo>
                    <a:pt x="377111" y="-16612"/>
                    <a:pt x="748681" y="-47092"/>
                    <a:pt x="1123585" y="533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 flipH="1">
              <a:off x="1044358" y="5790108"/>
              <a:ext cx="1545850" cy="1067893"/>
            </a:xfrm>
            <a:custGeom>
              <a:avLst/>
              <a:gdLst>
                <a:gd name="connsiteX0" fmla="*/ 1535006 w 1545850"/>
                <a:gd name="connsiteY0" fmla="*/ 710294 h 1067893"/>
                <a:gd name="connsiteX1" fmla="*/ 1544191 w 1545850"/>
                <a:gd name="connsiteY1" fmla="*/ 730590 h 1067893"/>
                <a:gd name="connsiteX2" fmla="*/ 1290840 w 1545850"/>
                <a:gd name="connsiteY2" fmla="*/ 998411 h 1067893"/>
                <a:gd name="connsiteX3" fmla="*/ 1111092 w 1545850"/>
                <a:gd name="connsiteY3" fmla="*/ 1045418 h 1067893"/>
                <a:gd name="connsiteX4" fmla="*/ 1058929 w 1545850"/>
                <a:gd name="connsiteY4" fmla="*/ 1062610 h 1067893"/>
                <a:gd name="connsiteX5" fmla="*/ 1050368 w 1545850"/>
                <a:gd name="connsiteY5" fmla="*/ 1067893 h 1067893"/>
                <a:gd name="connsiteX6" fmla="*/ 940848 w 1545850"/>
                <a:gd name="connsiteY6" fmla="*/ 1067893 h 1067893"/>
                <a:gd name="connsiteX7" fmla="*/ 952629 w 1545850"/>
                <a:gd name="connsiteY7" fmla="*/ 1037535 h 1067893"/>
                <a:gd name="connsiteX8" fmla="*/ 1118356 w 1545850"/>
                <a:gd name="connsiteY8" fmla="*/ 825087 h 1067893"/>
                <a:gd name="connsiteX9" fmla="*/ 1314854 w 1545850"/>
                <a:gd name="connsiteY9" fmla="*/ 765231 h 1067893"/>
                <a:gd name="connsiteX10" fmla="*/ 1526300 w 1545850"/>
                <a:gd name="connsiteY10" fmla="*/ 712039 h 1067893"/>
                <a:gd name="connsiteX11" fmla="*/ 1526421 w 1545850"/>
                <a:gd name="connsiteY11" fmla="*/ 712039 h 1067893"/>
                <a:gd name="connsiteX12" fmla="*/ 1535006 w 1545850"/>
                <a:gd name="connsiteY12" fmla="*/ 710294 h 1067893"/>
                <a:gd name="connsiteX13" fmla="*/ 722989 w 1545850"/>
                <a:gd name="connsiteY13" fmla="*/ 478 h 1067893"/>
                <a:gd name="connsiteX14" fmla="*/ 740730 w 1545850"/>
                <a:gd name="connsiteY14" fmla="*/ 10098 h 1067893"/>
                <a:gd name="connsiteX15" fmla="*/ 776571 w 1545850"/>
                <a:gd name="connsiteY15" fmla="*/ 192968 h 1067893"/>
                <a:gd name="connsiteX16" fmla="*/ 787198 w 1545850"/>
                <a:gd name="connsiteY16" fmla="*/ 363170 h 1067893"/>
                <a:gd name="connsiteX17" fmla="*/ 742831 w 1545850"/>
                <a:gd name="connsiteY17" fmla="*/ 549942 h 1067893"/>
                <a:gd name="connsiteX18" fmla="*/ 708670 w 1545850"/>
                <a:gd name="connsiteY18" fmla="*/ 725307 h 1067893"/>
                <a:gd name="connsiteX19" fmla="*/ 716656 w 1545850"/>
                <a:gd name="connsiteY19" fmla="*/ 731791 h 1067893"/>
                <a:gd name="connsiteX20" fmla="*/ 798484 w 1545850"/>
                <a:gd name="connsiteY20" fmla="*/ 819623 h 1067893"/>
                <a:gd name="connsiteX21" fmla="*/ 870828 w 1545850"/>
                <a:gd name="connsiteY21" fmla="*/ 958006 h 1067893"/>
                <a:gd name="connsiteX22" fmla="*/ 902347 w 1545850"/>
                <a:gd name="connsiteY22" fmla="*/ 758026 h 1067893"/>
                <a:gd name="connsiteX23" fmla="*/ 886497 w 1545850"/>
                <a:gd name="connsiteY23" fmla="*/ 521845 h 1067893"/>
                <a:gd name="connsiteX24" fmla="*/ 914414 w 1545850"/>
                <a:gd name="connsiteY24" fmla="*/ 319523 h 1067893"/>
                <a:gd name="connsiteX25" fmla="*/ 1022479 w 1545850"/>
                <a:gd name="connsiteY25" fmla="*/ 127288 h 1067893"/>
                <a:gd name="connsiteX26" fmla="*/ 1045292 w 1545850"/>
                <a:gd name="connsiteY26" fmla="*/ 130891 h 1067893"/>
                <a:gd name="connsiteX27" fmla="*/ 1137628 w 1545850"/>
                <a:gd name="connsiteY27" fmla="*/ 376437 h 1067893"/>
                <a:gd name="connsiteX28" fmla="*/ 1123940 w 1545850"/>
                <a:gd name="connsiteY28" fmla="*/ 578819 h 1067893"/>
                <a:gd name="connsiteX29" fmla="*/ 1041270 w 1545850"/>
                <a:gd name="connsiteY29" fmla="*/ 798370 h 1067893"/>
                <a:gd name="connsiteX30" fmla="*/ 884876 w 1545850"/>
                <a:gd name="connsiteY30" fmla="*/ 998050 h 1067893"/>
                <a:gd name="connsiteX31" fmla="*/ 898985 w 1545850"/>
                <a:gd name="connsiteY31" fmla="*/ 1044938 h 1067893"/>
                <a:gd name="connsiteX32" fmla="*/ 905033 w 1545850"/>
                <a:gd name="connsiteY32" fmla="*/ 1067893 h 1067893"/>
                <a:gd name="connsiteX33" fmla="*/ 880660 w 1545850"/>
                <a:gd name="connsiteY33" fmla="*/ 1067893 h 1067893"/>
                <a:gd name="connsiteX34" fmla="*/ 871248 w 1545850"/>
                <a:gd name="connsiteY34" fmla="*/ 1033351 h 1067893"/>
                <a:gd name="connsiteX35" fmla="*/ 864584 w 1545850"/>
                <a:gd name="connsiteY35" fmla="*/ 1027948 h 1067893"/>
                <a:gd name="connsiteX36" fmla="*/ 748294 w 1545850"/>
                <a:gd name="connsiteY36" fmla="*/ 981180 h 1067893"/>
                <a:gd name="connsiteX37" fmla="*/ 621919 w 1545850"/>
                <a:gd name="connsiteY37" fmla="*/ 977398 h 1067893"/>
                <a:gd name="connsiteX38" fmla="*/ 394202 w 1545850"/>
                <a:gd name="connsiteY38" fmla="*/ 963650 h 1067893"/>
                <a:gd name="connsiteX39" fmla="*/ 10092 w 1545850"/>
                <a:gd name="connsiteY39" fmla="*/ 712639 h 1067893"/>
                <a:gd name="connsiteX40" fmla="*/ 18557 w 1545850"/>
                <a:gd name="connsiteY40" fmla="*/ 684002 h 1067893"/>
                <a:gd name="connsiteX41" fmla="*/ 160782 w 1545850"/>
                <a:gd name="connsiteY41" fmla="*/ 705975 h 1067893"/>
                <a:gd name="connsiteX42" fmla="*/ 279954 w 1545850"/>
                <a:gd name="connsiteY42" fmla="*/ 705015 h 1067893"/>
                <a:gd name="connsiteX43" fmla="*/ 490500 w 1545850"/>
                <a:gd name="connsiteY43" fmla="*/ 746079 h 1067893"/>
                <a:gd name="connsiteX44" fmla="*/ 693902 w 1545850"/>
                <a:gd name="connsiteY44" fmla="*/ 877918 h 1067893"/>
                <a:gd name="connsiteX45" fmla="*/ 854798 w 1545850"/>
                <a:gd name="connsiteY45" fmla="*/ 998170 h 1067893"/>
                <a:gd name="connsiteX46" fmla="*/ 861402 w 1545850"/>
                <a:gd name="connsiteY46" fmla="*/ 1001052 h 1067893"/>
                <a:gd name="connsiteX47" fmla="*/ 804428 w 1545850"/>
                <a:gd name="connsiteY47" fmla="*/ 870234 h 1067893"/>
                <a:gd name="connsiteX48" fmla="*/ 739289 w 1545850"/>
                <a:gd name="connsiteY48" fmla="*/ 784743 h 1067893"/>
                <a:gd name="connsiteX49" fmla="*/ 592982 w 1545850"/>
                <a:gd name="connsiteY49" fmla="*/ 660708 h 1067893"/>
                <a:gd name="connsiteX50" fmla="*/ 423560 w 1545850"/>
                <a:gd name="connsiteY50" fmla="*/ 550722 h 1067893"/>
                <a:gd name="connsiteX51" fmla="*/ 288419 w 1545850"/>
                <a:gd name="connsiteY51" fmla="*/ 416962 h 1067893"/>
                <a:gd name="connsiteX52" fmla="*/ 193622 w 1545850"/>
                <a:gd name="connsiteY52" fmla="*/ 243818 h 1067893"/>
                <a:gd name="connsiteX53" fmla="*/ 165225 w 1545850"/>
                <a:gd name="connsiteY53" fmla="*/ 140496 h 1067893"/>
                <a:gd name="connsiteX54" fmla="*/ 150816 w 1545850"/>
                <a:gd name="connsiteY54" fmla="*/ 37895 h 1067893"/>
                <a:gd name="connsiteX55" fmla="*/ 174651 w 1545850"/>
                <a:gd name="connsiteY55" fmla="*/ 28829 h 1067893"/>
                <a:gd name="connsiteX56" fmla="*/ 331285 w 1545850"/>
                <a:gd name="connsiteY56" fmla="*/ 166492 h 1067893"/>
                <a:gd name="connsiteX57" fmla="*/ 472189 w 1545850"/>
                <a:gd name="connsiteY57" fmla="*/ 308717 h 1067893"/>
                <a:gd name="connsiteX58" fmla="*/ 570948 w 1545850"/>
                <a:gd name="connsiteY58" fmla="*/ 481501 h 1067893"/>
                <a:gd name="connsiteX59" fmla="*/ 605168 w 1545850"/>
                <a:gd name="connsiteY59" fmla="*/ 579960 h 1067893"/>
                <a:gd name="connsiteX60" fmla="*/ 623660 w 1545850"/>
                <a:gd name="connsiteY60" fmla="*/ 628348 h 1067893"/>
                <a:gd name="connsiteX61" fmla="*/ 638008 w 1545850"/>
                <a:gd name="connsiteY61" fmla="*/ 663109 h 1067893"/>
                <a:gd name="connsiteX62" fmla="*/ 667966 w 1545850"/>
                <a:gd name="connsiteY62" fmla="*/ 693608 h 1067893"/>
                <a:gd name="connsiteX63" fmla="*/ 690600 w 1545850"/>
                <a:gd name="connsiteY63" fmla="*/ 711318 h 1067893"/>
                <a:gd name="connsiteX64" fmla="*/ 651156 w 1545850"/>
                <a:gd name="connsiteY64" fmla="*/ 548681 h 1067893"/>
                <a:gd name="connsiteX65" fmla="*/ 637528 w 1545850"/>
                <a:gd name="connsiteY65" fmla="*/ 370494 h 1067893"/>
                <a:gd name="connsiteX66" fmla="*/ 710291 w 1545850"/>
                <a:gd name="connsiteY66" fmla="*/ 16882 h 1067893"/>
                <a:gd name="connsiteX67" fmla="*/ 722989 w 1545850"/>
                <a:gd name="connsiteY67" fmla="*/ 478 h 106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545850" h="1067893">
                  <a:moveTo>
                    <a:pt x="1535006" y="710294"/>
                  </a:moveTo>
                  <a:cubicBezTo>
                    <a:pt x="1543099" y="711926"/>
                    <a:pt x="1548829" y="722440"/>
                    <a:pt x="1544191" y="730590"/>
                  </a:cubicBezTo>
                  <a:cubicBezTo>
                    <a:pt x="1483195" y="837334"/>
                    <a:pt x="1404188" y="943177"/>
                    <a:pt x="1290840" y="998411"/>
                  </a:cubicBezTo>
                  <a:cubicBezTo>
                    <a:pt x="1231944" y="1027167"/>
                    <a:pt x="1174549" y="1033472"/>
                    <a:pt x="1111092" y="1045418"/>
                  </a:cubicBezTo>
                  <a:cubicBezTo>
                    <a:pt x="1091760" y="1049050"/>
                    <a:pt x="1074650" y="1055009"/>
                    <a:pt x="1058929" y="1062610"/>
                  </a:cubicBezTo>
                  <a:lnTo>
                    <a:pt x="1050368" y="1067893"/>
                  </a:lnTo>
                  <a:lnTo>
                    <a:pt x="940848" y="1067893"/>
                  </a:lnTo>
                  <a:lnTo>
                    <a:pt x="952629" y="1037535"/>
                  </a:lnTo>
                  <a:cubicBezTo>
                    <a:pt x="989061" y="953650"/>
                    <a:pt x="1037667" y="876282"/>
                    <a:pt x="1118356" y="825087"/>
                  </a:cubicBezTo>
                  <a:cubicBezTo>
                    <a:pt x="1178152" y="787204"/>
                    <a:pt x="1245152" y="772555"/>
                    <a:pt x="1314854" y="765231"/>
                  </a:cubicBezTo>
                  <a:cubicBezTo>
                    <a:pt x="1388458" y="757486"/>
                    <a:pt x="1462182" y="752863"/>
                    <a:pt x="1526300" y="712039"/>
                  </a:cubicBezTo>
                  <a:lnTo>
                    <a:pt x="1526421" y="712039"/>
                  </a:lnTo>
                  <a:cubicBezTo>
                    <a:pt x="1529348" y="710193"/>
                    <a:pt x="1532308" y="709750"/>
                    <a:pt x="1535006" y="710294"/>
                  </a:cubicBezTo>
                  <a:close/>
                  <a:moveTo>
                    <a:pt x="722989" y="478"/>
                  </a:moveTo>
                  <a:cubicBezTo>
                    <a:pt x="730088" y="-1204"/>
                    <a:pt x="738028" y="1453"/>
                    <a:pt x="740730" y="10098"/>
                  </a:cubicBezTo>
                  <a:cubicBezTo>
                    <a:pt x="759281" y="69834"/>
                    <a:pt x="767926" y="131131"/>
                    <a:pt x="776571" y="192968"/>
                  </a:cubicBezTo>
                  <a:cubicBezTo>
                    <a:pt x="784376" y="248681"/>
                    <a:pt x="794642" y="306856"/>
                    <a:pt x="787198" y="363170"/>
                  </a:cubicBezTo>
                  <a:cubicBezTo>
                    <a:pt x="778792" y="426808"/>
                    <a:pt x="756159" y="487324"/>
                    <a:pt x="742831" y="549942"/>
                  </a:cubicBezTo>
                  <a:cubicBezTo>
                    <a:pt x="732085" y="600432"/>
                    <a:pt x="717316" y="708497"/>
                    <a:pt x="708670" y="725307"/>
                  </a:cubicBezTo>
                  <a:cubicBezTo>
                    <a:pt x="711373" y="727468"/>
                    <a:pt x="714074" y="729569"/>
                    <a:pt x="716656" y="731791"/>
                  </a:cubicBezTo>
                  <a:cubicBezTo>
                    <a:pt x="747093" y="757906"/>
                    <a:pt x="775130" y="786904"/>
                    <a:pt x="798484" y="819623"/>
                  </a:cubicBezTo>
                  <a:cubicBezTo>
                    <a:pt x="829343" y="862849"/>
                    <a:pt x="852397" y="909317"/>
                    <a:pt x="870828" y="958006"/>
                  </a:cubicBezTo>
                  <a:cubicBezTo>
                    <a:pt x="880853" y="891246"/>
                    <a:pt x="899585" y="825867"/>
                    <a:pt x="902347" y="758026"/>
                  </a:cubicBezTo>
                  <a:cubicBezTo>
                    <a:pt x="905588" y="678538"/>
                    <a:pt x="892261" y="600852"/>
                    <a:pt x="886497" y="521845"/>
                  </a:cubicBezTo>
                  <a:cubicBezTo>
                    <a:pt x="881514" y="453884"/>
                    <a:pt x="889859" y="383462"/>
                    <a:pt x="914414" y="319523"/>
                  </a:cubicBezTo>
                  <a:cubicBezTo>
                    <a:pt x="940830" y="250722"/>
                    <a:pt x="983275" y="189246"/>
                    <a:pt x="1022479" y="127288"/>
                  </a:cubicBezTo>
                  <a:cubicBezTo>
                    <a:pt x="1028122" y="118343"/>
                    <a:pt x="1043071" y="119844"/>
                    <a:pt x="1045292" y="130891"/>
                  </a:cubicBezTo>
                  <a:cubicBezTo>
                    <a:pt x="1062823" y="217823"/>
                    <a:pt x="1123399" y="289265"/>
                    <a:pt x="1137628" y="376437"/>
                  </a:cubicBezTo>
                  <a:cubicBezTo>
                    <a:pt x="1148794" y="445059"/>
                    <a:pt x="1139069" y="511638"/>
                    <a:pt x="1123940" y="578819"/>
                  </a:cubicBezTo>
                  <a:cubicBezTo>
                    <a:pt x="1107009" y="654164"/>
                    <a:pt x="1087077" y="734552"/>
                    <a:pt x="1041270" y="798370"/>
                  </a:cubicBezTo>
                  <a:cubicBezTo>
                    <a:pt x="991740" y="867412"/>
                    <a:pt x="922939" y="921144"/>
                    <a:pt x="884876" y="998050"/>
                  </a:cubicBezTo>
                  <a:cubicBezTo>
                    <a:pt x="889919" y="1013539"/>
                    <a:pt x="894602" y="1029149"/>
                    <a:pt x="898985" y="1044938"/>
                  </a:cubicBezTo>
                  <a:lnTo>
                    <a:pt x="905033" y="1067893"/>
                  </a:lnTo>
                  <a:lnTo>
                    <a:pt x="880660" y="1067893"/>
                  </a:lnTo>
                  <a:lnTo>
                    <a:pt x="871248" y="1033351"/>
                  </a:lnTo>
                  <a:cubicBezTo>
                    <a:pt x="869026" y="1031490"/>
                    <a:pt x="866805" y="1029689"/>
                    <a:pt x="864584" y="1027948"/>
                  </a:cubicBezTo>
                  <a:cubicBezTo>
                    <a:pt x="825080" y="1014320"/>
                    <a:pt x="789239" y="989945"/>
                    <a:pt x="748294" y="981180"/>
                  </a:cubicBezTo>
                  <a:cubicBezTo>
                    <a:pt x="706449" y="972235"/>
                    <a:pt x="664304" y="973375"/>
                    <a:pt x="621919" y="977398"/>
                  </a:cubicBezTo>
                  <a:cubicBezTo>
                    <a:pt x="545253" y="984722"/>
                    <a:pt x="467746" y="992527"/>
                    <a:pt x="394202" y="963650"/>
                  </a:cubicBezTo>
                  <a:cubicBezTo>
                    <a:pt x="249035" y="906736"/>
                    <a:pt x="153398" y="772675"/>
                    <a:pt x="10092" y="712639"/>
                  </a:cubicBezTo>
                  <a:cubicBezTo>
                    <a:pt x="-7439" y="705255"/>
                    <a:pt x="-534" y="679860"/>
                    <a:pt x="18557" y="684002"/>
                  </a:cubicBezTo>
                  <a:cubicBezTo>
                    <a:pt x="65565" y="694208"/>
                    <a:pt x="112333" y="706155"/>
                    <a:pt x="160782" y="705975"/>
                  </a:cubicBezTo>
                  <a:cubicBezTo>
                    <a:pt x="200466" y="705855"/>
                    <a:pt x="240270" y="704354"/>
                    <a:pt x="279954" y="705015"/>
                  </a:cubicBezTo>
                  <a:cubicBezTo>
                    <a:pt x="352717" y="706215"/>
                    <a:pt x="423800" y="715281"/>
                    <a:pt x="490500" y="746079"/>
                  </a:cubicBezTo>
                  <a:cubicBezTo>
                    <a:pt x="564464" y="780240"/>
                    <a:pt x="628583" y="829949"/>
                    <a:pt x="693902" y="877918"/>
                  </a:cubicBezTo>
                  <a:cubicBezTo>
                    <a:pt x="746674" y="916701"/>
                    <a:pt x="804368" y="954884"/>
                    <a:pt x="854798" y="998170"/>
                  </a:cubicBezTo>
                  <a:cubicBezTo>
                    <a:pt x="857019" y="999131"/>
                    <a:pt x="859181" y="1000152"/>
                    <a:pt x="861402" y="1001052"/>
                  </a:cubicBezTo>
                  <a:cubicBezTo>
                    <a:pt x="846874" y="955545"/>
                    <a:pt x="829343" y="911118"/>
                    <a:pt x="804428" y="870234"/>
                  </a:cubicBezTo>
                  <a:cubicBezTo>
                    <a:pt x="785937" y="839915"/>
                    <a:pt x="763543" y="810678"/>
                    <a:pt x="739289" y="784743"/>
                  </a:cubicBezTo>
                  <a:cubicBezTo>
                    <a:pt x="696003" y="738455"/>
                    <a:pt x="643772" y="698470"/>
                    <a:pt x="592982" y="660708"/>
                  </a:cubicBezTo>
                  <a:cubicBezTo>
                    <a:pt x="538829" y="620424"/>
                    <a:pt x="478132" y="590226"/>
                    <a:pt x="423560" y="550722"/>
                  </a:cubicBezTo>
                  <a:cubicBezTo>
                    <a:pt x="371569" y="513140"/>
                    <a:pt x="327142" y="467993"/>
                    <a:pt x="288419" y="416962"/>
                  </a:cubicBezTo>
                  <a:cubicBezTo>
                    <a:pt x="248795" y="364731"/>
                    <a:pt x="215775" y="305595"/>
                    <a:pt x="193622" y="243818"/>
                  </a:cubicBezTo>
                  <a:cubicBezTo>
                    <a:pt x="181615" y="210378"/>
                    <a:pt x="170809" y="175677"/>
                    <a:pt x="165225" y="140496"/>
                  </a:cubicBezTo>
                  <a:cubicBezTo>
                    <a:pt x="160062" y="107777"/>
                    <a:pt x="161683" y="68693"/>
                    <a:pt x="150816" y="37895"/>
                  </a:cubicBezTo>
                  <a:cubicBezTo>
                    <a:pt x="145954" y="24207"/>
                    <a:pt x="168647" y="15741"/>
                    <a:pt x="174651" y="28829"/>
                  </a:cubicBezTo>
                  <a:cubicBezTo>
                    <a:pt x="204729" y="94629"/>
                    <a:pt x="277432" y="123266"/>
                    <a:pt x="331285" y="166492"/>
                  </a:cubicBezTo>
                  <a:cubicBezTo>
                    <a:pt x="383216" y="208217"/>
                    <a:pt x="432205" y="255225"/>
                    <a:pt x="472189" y="308717"/>
                  </a:cubicBezTo>
                  <a:cubicBezTo>
                    <a:pt x="511752" y="361609"/>
                    <a:pt x="547954" y="419303"/>
                    <a:pt x="570948" y="481501"/>
                  </a:cubicBezTo>
                  <a:cubicBezTo>
                    <a:pt x="583015" y="514100"/>
                    <a:pt x="593522" y="547240"/>
                    <a:pt x="605168" y="579960"/>
                  </a:cubicBezTo>
                  <a:cubicBezTo>
                    <a:pt x="610932" y="596230"/>
                    <a:pt x="616996" y="612439"/>
                    <a:pt x="623660" y="628348"/>
                  </a:cubicBezTo>
                  <a:cubicBezTo>
                    <a:pt x="628103" y="638975"/>
                    <a:pt x="631885" y="653563"/>
                    <a:pt x="638008" y="663109"/>
                  </a:cubicBezTo>
                  <a:cubicBezTo>
                    <a:pt x="644612" y="673316"/>
                    <a:pt x="658480" y="685623"/>
                    <a:pt x="667966" y="693608"/>
                  </a:cubicBezTo>
                  <a:cubicBezTo>
                    <a:pt x="675290" y="699791"/>
                    <a:pt x="682915" y="705555"/>
                    <a:pt x="690600" y="711318"/>
                  </a:cubicBezTo>
                  <a:cubicBezTo>
                    <a:pt x="681835" y="657046"/>
                    <a:pt x="659201" y="604094"/>
                    <a:pt x="651156" y="548681"/>
                  </a:cubicBezTo>
                  <a:cubicBezTo>
                    <a:pt x="642511" y="489185"/>
                    <a:pt x="634646" y="430830"/>
                    <a:pt x="637528" y="370494"/>
                  </a:cubicBezTo>
                  <a:cubicBezTo>
                    <a:pt x="643351" y="248501"/>
                    <a:pt x="719537" y="140316"/>
                    <a:pt x="710291" y="16882"/>
                  </a:cubicBezTo>
                  <a:cubicBezTo>
                    <a:pt x="709631" y="8177"/>
                    <a:pt x="715890" y="2159"/>
                    <a:pt x="722989" y="47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43265" y="1130301"/>
            <a:ext cx="5705470" cy="2785402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243265" y="5648175"/>
            <a:ext cx="5705470" cy="342899"/>
          </a:xfrm>
          <a:prstGeom prst="rect">
            <a:avLst/>
          </a:prstGeom>
          <a:noFill/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3265" y="5305276"/>
            <a:ext cx="5705470" cy="3428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Pr>
        <a:solidFill>
          <a:schemeClr val="accent1">
            <a:lumMod val="20000"/>
            <a:lumOff val="80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0" y="26291"/>
            <a:ext cx="12191999" cy="6831709"/>
            <a:chOff x="0" y="26291"/>
            <a:chExt cx="12191999" cy="6831709"/>
          </a:xfrm>
        </p:grpSpPr>
        <p:sp>
          <p:nvSpPr>
            <p:cNvPr id="20" name="任意多边形: 形状 19"/>
            <p:cNvSpPr/>
            <p:nvPr/>
          </p:nvSpPr>
          <p:spPr>
            <a:xfrm flipV="1">
              <a:off x="10765699" y="5219699"/>
              <a:ext cx="1426300" cy="1638299"/>
            </a:xfrm>
            <a:custGeom>
              <a:avLst/>
              <a:gdLst>
                <a:gd name="connsiteX0" fmla="*/ 1307581 w 1413600"/>
                <a:gd name="connsiteY0" fmla="*/ 1638010 h 1638300"/>
                <a:gd name="connsiteX1" fmla="*/ 1387184 w 1413600"/>
                <a:gd name="connsiteY1" fmla="*/ 1629077 h 1638300"/>
                <a:gd name="connsiteX2" fmla="*/ 1413600 w 1413600"/>
                <a:gd name="connsiteY2" fmla="*/ 1622665 h 1638300"/>
                <a:gd name="connsiteX3" fmla="*/ 1413600 w 1413600"/>
                <a:gd name="connsiteY3" fmla="*/ 0 h 1638300"/>
                <a:gd name="connsiteX4" fmla="*/ 0 w 1413600"/>
                <a:gd name="connsiteY4" fmla="*/ 0 h 1638300"/>
                <a:gd name="connsiteX5" fmla="*/ 45049 w 1413600"/>
                <a:gd name="connsiteY5" fmla="*/ 37022 h 1638300"/>
                <a:gd name="connsiteX6" fmla="*/ 319157 w 1413600"/>
                <a:gd name="connsiteY6" fmla="*/ 136752 h 1638300"/>
                <a:gd name="connsiteX7" fmla="*/ 688943 w 1413600"/>
                <a:gd name="connsiteY7" fmla="*/ 326478 h 1638300"/>
                <a:gd name="connsiteX8" fmla="*/ 699962 w 1413600"/>
                <a:gd name="connsiteY8" fmla="*/ 705787 h 1638300"/>
                <a:gd name="connsiteX9" fmla="*/ 992210 w 1413600"/>
                <a:gd name="connsiteY9" fmla="*/ 910997 h 1638300"/>
                <a:gd name="connsiteX10" fmla="*/ 932815 w 1413600"/>
                <a:gd name="connsiteY10" fmla="*/ 1332198 h 1638300"/>
                <a:gd name="connsiteX11" fmla="*/ 1307581 w 1413600"/>
                <a:gd name="connsiteY11" fmla="*/ 1638010 h 163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600" h="1638300">
                  <a:moveTo>
                    <a:pt x="1307581" y="1638010"/>
                  </a:moveTo>
                  <a:cubicBezTo>
                    <a:pt x="1334228" y="1637108"/>
                    <a:pt x="1360934" y="1634114"/>
                    <a:pt x="1387184" y="1629077"/>
                  </a:cubicBezTo>
                  <a:lnTo>
                    <a:pt x="1413600" y="1622665"/>
                  </a:lnTo>
                  <a:lnTo>
                    <a:pt x="1413600" y="0"/>
                  </a:lnTo>
                  <a:lnTo>
                    <a:pt x="0" y="0"/>
                  </a:lnTo>
                  <a:lnTo>
                    <a:pt x="45049" y="37022"/>
                  </a:lnTo>
                  <a:cubicBezTo>
                    <a:pt x="126243" y="88549"/>
                    <a:pt x="227652" y="115833"/>
                    <a:pt x="319157" y="136752"/>
                  </a:cubicBezTo>
                  <a:cubicBezTo>
                    <a:pt x="441461" y="164728"/>
                    <a:pt x="656787" y="173800"/>
                    <a:pt x="688943" y="326478"/>
                  </a:cubicBezTo>
                  <a:cubicBezTo>
                    <a:pt x="715636" y="453318"/>
                    <a:pt x="627886" y="583174"/>
                    <a:pt x="699962" y="705787"/>
                  </a:cubicBezTo>
                  <a:cubicBezTo>
                    <a:pt x="765745" y="817666"/>
                    <a:pt x="927282" y="810755"/>
                    <a:pt x="992210" y="910997"/>
                  </a:cubicBezTo>
                  <a:cubicBezTo>
                    <a:pt x="1060700" y="1016725"/>
                    <a:pt x="930321" y="1213837"/>
                    <a:pt x="932815" y="1332198"/>
                  </a:cubicBezTo>
                  <a:cubicBezTo>
                    <a:pt x="937356" y="1548089"/>
                    <a:pt x="1121046" y="1644320"/>
                    <a:pt x="1307581" y="163801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0" y="6262032"/>
              <a:ext cx="1155700" cy="595967"/>
            </a:xfrm>
            <a:custGeom>
              <a:avLst/>
              <a:gdLst>
                <a:gd name="connsiteX0" fmla="*/ 1376466 w 3659048"/>
                <a:gd name="connsiteY0" fmla="*/ 157 h 1886883"/>
                <a:gd name="connsiteX1" fmla="*/ 1824758 w 3659048"/>
                <a:gd name="connsiteY1" fmla="*/ 179124 h 1886883"/>
                <a:gd name="connsiteX2" fmla="*/ 2386297 w 3659048"/>
                <a:gd name="connsiteY2" fmla="*/ 509232 h 1886883"/>
                <a:gd name="connsiteX3" fmla="*/ 3234326 w 3659048"/>
                <a:gd name="connsiteY3" fmla="*/ 746089 h 1886883"/>
                <a:gd name="connsiteX4" fmla="*/ 3596347 w 3659048"/>
                <a:gd name="connsiteY4" fmla="*/ 1755512 h 1886883"/>
                <a:gd name="connsiteX5" fmla="*/ 3526032 w 3659048"/>
                <a:gd name="connsiteY5" fmla="*/ 1886883 h 1886883"/>
                <a:gd name="connsiteX6" fmla="*/ 0 w 3659048"/>
                <a:gd name="connsiteY6" fmla="*/ 1886883 h 1886883"/>
                <a:gd name="connsiteX7" fmla="*/ 0 w 3659048"/>
                <a:gd name="connsiteY7" fmla="*/ 374471 h 1886883"/>
                <a:gd name="connsiteX8" fmla="*/ 22041 w 3659048"/>
                <a:gd name="connsiteY8" fmla="*/ 377578 h 1886883"/>
                <a:gd name="connsiteX9" fmla="*/ 436377 w 3659048"/>
                <a:gd name="connsiteY9" fmla="*/ 334107 h 1886883"/>
                <a:gd name="connsiteX10" fmla="*/ 1376466 w 3659048"/>
                <a:gd name="connsiteY10" fmla="*/ 157 h 188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9048" h="1886883">
                  <a:moveTo>
                    <a:pt x="1376466" y="157"/>
                  </a:moveTo>
                  <a:cubicBezTo>
                    <a:pt x="1516226" y="3261"/>
                    <a:pt x="1662254" y="52873"/>
                    <a:pt x="1824758" y="179124"/>
                  </a:cubicBezTo>
                  <a:cubicBezTo>
                    <a:pt x="2008711" y="322075"/>
                    <a:pt x="2154606" y="450443"/>
                    <a:pt x="2386297" y="509232"/>
                  </a:cubicBezTo>
                  <a:cubicBezTo>
                    <a:pt x="2675599" y="582604"/>
                    <a:pt x="2970788" y="586790"/>
                    <a:pt x="3234326" y="746089"/>
                  </a:cubicBezTo>
                  <a:cubicBezTo>
                    <a:pt x="3586212" y="958816"/>
                    <a:pt x="3761599" y="1364783"/>
                    <a:pt x="3596347" y="1755512"/>
                  </a:cubicBezTo>
                  <a:lnTo>
                    <a:pt x="3526032" y="1886883"/>
                  </a:lnTo>
                  <a:lnTo>
                    <a:pt x="0" y="1886883"/>
                  </a:lnTo>
                  <a:lnTo>
                    <a:pt x="0" y="374471"/>
                  </a:lnTo>
                  <a:lnTo>
                    <a:pt x="22041" y="377578"/>
                  </a:lnTo>
                  <a:cubicBezTo>
                    <a:pt x="157561" y="389377"/>
                    <a:pt x="294995" y="382826"/>
                    <a:pt x="436377" y="334107"/>
                  </a:cubicBezTo>
                  <a:cubicBezTo>
                    <a:pt x="791863" y="211596"/>
                    <a:pt x="1068996" y="-6672"/>
                    <a:pt x="1376466" y="15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277918" y="26291"/>
              <a:ext cx="1914081" cy="1002409"/>
            </a:xfrm>
            <a:custGeom>
              <a:avLst/>
              <a:gdLst>
                <a:gd name="connsiteX0" fmla="*/ 2327548 w 2327548"/>
                <a:gd name="connsiteY0" fmla="*/ 379583 h 1218943"/>
                <a:gd name="connsiteX1" fmla="*/ 2327548 w 2327548"/>
                <a:gd name="connsiteY1" fmla="*/ 493956 h 1218943"/>
                <a:gd name="connsiteX2" fmla="*/ 2297176 w 2327548"/>
                <a:gd name="connsiteY2" fmla="*/ 550647 h 1218943"/>
                <a:gd name="connsiteX3" fmla="*/ 2265717 w 2327548"/>
                <a:gd name="connsiteY3" fmla="*/ 664310 h 1218943"/>
                <a:gd name="connsiteX4" fmla="*/ 2283857 w 2327548"/>
                <a:gd name="connsiteY4" fmla="*/ 713006 h 1218943"/>
                <a:gd name="connsiteX5" fmla="*/ 2294042 w 2327548"/>
                <a:gd name="connsiteY5" fmla="*/ 789424 h 1218943"/>
                <a:gd name="connsiteX6" fmla="*/ 2209186 w 2327548"/>
                <a:gd name="connsiteY6" fmla="*/ 968297 h 1218943"/>
                <a:gd name="connsiteX7" fmla="*/ 2062918 w 2327548"/>
                <a:gd name="connsiteY7" fmla="*/ 1073041 h 1218943"/>
                <a:gd name="connsiteX8" fmla="*/ 2045380 w 2327548"/>
                <a:gd name="connsiteY8" fmla="*/ 1053996 h 1218943"/>
                <a:gd name="connsiteX9" fmla="*/ 2127042 w 2327548"/>
                <a:gd name="connsiteY9" fmla="*/ 828297 h 1218943"/>
                <a:gd name="connsiteX10" fmla="*/ 2155669 w 2327548"/>
                <a:gd name="connsiteY10" fmla="*/ 618990 h 1218943"/>
                <a:gd name="connsiteX11" fmla="*/ 2279108 w 2327548"/>
                <a:gd name="connsiteY11" fmla="*/ 426479 h 1218943"/>
                <a:gd name="connsiteX12" fmla="*/ 1387046 w 2327548"/>
                <a:gd name="connsiteY12" fmla="*/ 47461 h 1218943"/>
                <a:gd name="connsiteX13" fmla="*/ 1706801 w 2327548"/>
                <a:gd name="connsiteY13" fmla="*/ 219721 h 1218943"/>
                <a:gd name="connsiteX14" fmla="*/ 1828781 w 2327548"/>
                <a:gd name="connsiteY14" fmla="*/ 297707 h 1218943"/>
                <a:gd name="connsiteX15" fmla="*/ 1955463 w 2327548"/>
                <a:gd name="connsiteY15" fmla="*/ 301744 h 1218943"/>
                <a:gd name="connsiteX16" fmla="*/ 2057374 w 2327548"/>
                <a:gd name="connsiteY16" fmla="*/ 337965 h 1218943"/>
                <a:gd name="connsiteX17" fmla="*/ 2057494 w 2327548"/>
                <a:gd name="connsiteY17" fmla="*/ 338206 h 1218943"/>
                <a:gd name="connsiteX18" fmla="*/ 2167662 w 2327548"/>
                <a:gd name="connsiteY18" fmla="*/ 402571 h 1218943"/>
                <a:gd name="connsiteX19" fmla="*/ 2171338 w 2327548"/>
                <a:gd name="connsiteY19" fmla="*/ 404319 h 1218943"/>
                <a:gd name="connsiteX20" fmla="*/ 2185561 w 2327548"/>
                <a:gd name="connsiteY20" fmla="*/ 399980 h 1218943"/>
                <a:gd name="connsiteX21" fmla="*/ 2191046 w 2327548"/>
                <a:gd name="connsiteY21" fmla="*/ 399919 h 1218943"/>
                <a:gd name="connsiteX22" fmla="*/ 2327548 w 2327548"/>
                <a:gd name="connsiteY22" fmla="*/ 350872 h 1218943"/>
                <a:gd name="connsiteX23" fmla="*/ 2327548 w 2327548"/>
                <a:gd name="connsiteY23" fmla="*/ 373761 h 1218943"/>
                <a:gd name="connsiteX24" fmla="*/ 2130598 w 2327548"/>
                <a:gd name="connsiteY24" fmla="*/ 443553 h 1218943"/>
                <a:gd name="connsiteX25" fmla="*/ 2088471 w 2327548"/>
                <a:gd name="connsiteY25" fmla="*/ 554986 h 1218943"/>
                <a:gd name="connsiteX26" fmla="*/ 2016573 w 2327548"/>
                <a:gd name="connsiteY26" fmla="*/ 656897 h 1218943"/>
                <a:gd name="connsiteX27" fmla="*/ 1956969 w 2327548"/>
                <a:gd name="connsiteY27" fmla="*/ 862347 h 1218943"/>
                <a:gd name="connsiteX28" fmla="*/ 1940275 w 2327548"/>
                <a:gd name="connsiteY28" fmla="*/ 987823 h 1218943"/>
                <a:gd name="connsiteX29" fmla="*/ 1555772 w 2327548"/>
                <a:gd name="connsiteY29" fmla="*/ 1218103 h 1218943"/>
                <a:gd name="connsiteX30" fmla="*/ 1540284 w 2327548"/>
                <a:gd name="connsiteY30" fmla="*/ 1196166 h 1218943"/>
                <a:gd name="connsiteX31" fmla="*/ 1591571 w 2327548"/>
                <a:gd name="connsiteY31" fmla="*/ 1150182 h 1218943"/>
                <a:gd name="connsiteX32" fmla="*/ 1638097 w 2327548"/>
                <a:gd name="connsiteY32" fmla="*/ 1073824 h 1218943"/>
                <a:gd name="connsiteX33" fmla="*/ 1713732 w 2327548"/>
                <a:gd name="connsiteY33" fmla="*/ 985654 h 1218943"/>
                <a:gd name="connsiteX34" fmla="*/ 1793706 w 2327548"/>
                <a:gd name="connsiteY34" fmla="*/ 841495 h 1218943"/>
                <a:gd name="connsiteX35" fmla="*/ 1820344 w 2327548"/>
                <a:gd name="connsiteY35" fmla="*/ 722528 h 1218943"/>
                <a:gd name="connsiteX36" fmla="*/ 1987705 w 2327548"/>
                <a:gd name="connsiteY36" fmla="*/ 523949 h 1218943"/>
                <a:gd name="connsiteX37" fmla="*/ 2060628 w 2327548"/>
                <a:gd name="connsiteY37" fmla="*/ 467780 h 1218943"/>
                <a:gd name="connsiteX38" fmla="*/ 1803530 w 2327548"/>
                <a:gd name="connsiteY38" fmla="*/ 551008 h 1218943"/>
                <a:gd name="connsiteX39" fmla="*/ 1802565 w 2327548"/>
                <a:gd name="connsiteY39" fmla="*/ 556372 h 1218943"/>
                <a:gd name="connsiteX40" fmla="*/ 1655514 w 2327548"/>
                <a:gd name="connsiteY40" fmla="*/ 827212 h 1218943"/>
                <a:gd name="connsiteX41" fmla="*/ 1509065 w 2327548"/>
                <a:gd name="connsiteY41" fmla="*/ 913213 h 1218943"/>
                <a:gd name="connsiteX42" fmla="*/ 1382806 w 2327548"/>
                <a:gd name="connsiteY42" fmla="*/ 1027961 h 1218943"/>
                <a:gd name="connsiteX43" fmla="*/ 1102806 w 2327548"/>
                <a:gd name="connsiteY43" fmla="*/ 1146144 h 1218943"/>
                <a:gd name="connsiteX44" fmla="*/ 717278 w 2327548"/>
                <a:gd name="connsiteY44" fmla="*/ 1209304 h 1218943"/>
                <a:gd name="connsiteX45" fmla="*/ 711855 w 2327548"/>
                <a:gd name="connsiteY45" fmla="*/ 1185378 h 1218943"/>
                <a:gd name="connsiteX46" fmla="*/ 1005475 w 2327548"/>
                <a:gd name="connsiteY46" fmla="*/ 1007952 h 1218943"/>
                <a:gd name="connsiteX47" fmla="*/ 1238949 w 2327548"/>
                <a:gd name="connsiteY47" fmla="*/ 846437 h 1218943"/>
                <a:gd name="connsiteX48" fmla="*/ 1545045 w 2327548"/>
                <a:gd name="connsiteY48" fmla="*/ 731809 h 1218943"/>
                <a:gd name="connsiteX49" fmla="*/ 1745251 w 2327548"/>
                <a:gd name="connsiteY49" fmla="*/ 567823 h 1218943"/>
                <a:gd name="connsiteX50" fmla="*/ 1307593 w 2327548"/>
                <a:gd name="connsiteY50" fmla="*/ 647857 h 1218943"/>
                <a:gd name="connsiteX51" fmla="*/ 1274988 w 2327548"/>
                <a:gd name="connsiteY51" fmla="*/ 649726 h 1218943"/>
                <a:gd name="connsiteX52" fmla="*/ 1262574 w 2327548"/>
                <a:gd name="connsiteY52" fmla="*/ 650630 h 1218943"/>
                <a:gd name="connsiteX53" fmla="*/ 1261910 w 2327548"/>
                <a:gd name="connsiteY53" fmla="*/ 650328 h 1218943"/>
                <a:gd name="connsiteX54" fmla="*/ 1212552 w 2327548"/>
                <a:gd name="connsiteY54" fmla="*/ 651775 h 1218943"/>
                <a:gd name="connsiteX55" fmla="*/ 1131131 w 2327548"/>
                <a:gd name="connsiteY55" fmla="*/ 716803 h 1218943"/>
                <a:gd name="connsiteX56" fmla="*/ 1030907 w 2327548"/>
                <a:gd name="connsiteY56" fmla="*/ 784724 h 1218943"/>
                <a:gd name="connsiteX57" fmla="*/ 850046 w 2327548"/>
                <a:gd name="connsiteY57" fmla="*/ 911887 h 1218943"/>
                <a:gd name="connsiteX58" fmla="*/ 630132 w 2327548"/>
                <a:gd name="connsiteY58" fmla="*/ 922313 h 1218943"/>
                <a:gd name="connsiteX59" fmla="*/ 489951 w 2327548"/>
                <a:gd name="connsiteY59" fmla="*/ 910079 h 1218943"/>
                <a:gd name="connsiteX60" fmla="*/ 375263 w 2327548"/>
                <a:gd name="connsiteY60" fmla="*/ 937380 h 1218943"/>
                <a:gd name="connsiteX61" fmla="*/ 368031 w 2327548"/>
                <a:gd name="connsiteY61" fmla="*/ 917673 h 1218943"/>
                <a:gd name="connsiteX62" fmla="*/ 558535 w 2327548"/>
                <a:gd name="connsiteY62" fmla="*/ 815701 h 1218943"/>
                <a:gd name="connsiteX63" fmla="*/ 746568 w 2327548"/>
                <a:gd name="connsiteY63" fmla="*/ 745128 h 1218943"/>
                <a:gd name="connsiteX64" fmla="*/ 870899 w 2327548"/>
                <a:gd name="connsiteY64" fmla="*/ 739945 h 1218943"/>
                <a:gd name="connsiteX65" fmla="*/ 999328 w 2327548"/>
                <a:gd name="connsiteY65" fmla="*/ 692576 h 1218943"/>
                <a:gd name="connsiteX66" fmla="*/ 1100576 w 2327548"/>
                <a:gd name="connsiteY66" fmla="*/ 647677 h 1218943"/>
                <a:gd name="connsiteX67" fmla="*/ 929177 w 2327548"/>
                <a:gd name="connsiteY67" fmla="*/ 608262 h 1218943"/>
                <a:gd name="connsiteX68" fmla="*/ 923994 w 2327548"/>
                <a:gd name="connsiteY68" fmla="*/ 606996 h 1218943"/>
                <a:gd name="connsiteX69" fmla="*/ 918027 w 2327548"/>
                <a:gd name="connsiteY69" fmla="*/ 603863 h 1218943"/>
                <a:gd name="connsiteX70" fmla="*/ 902840 w 2327548"/>
                <a:gd name="connsiteY70" fmla="*/ 596872 h 1218943"/>
                <a:gd name="connsiteX71" fmla="*/ 694256 w 2327548"/>
                <a:gd name="connsiteY71" fmla="*/ 596751 h 1218943"/>
                <a:gd name="connsiteX72" fmla="*/ 476512 w 2327548"/>
                <a:gd name="connsiteY72" fmla="*/ 578008 h 1218943"/>
                <a:gd name="connsiteX73" fmla="*/ 225922 w 2327548"/>
                <a:gd name="connsiteY73" fmla="*/ 487306 h 1218943"/>
                <a:gd name="connsiteX74" fmla="*/ 16977 w 2327548"/>
                <a:gd name="connsiteY74" fmla="*/ 417276 h 1218943"/>
                <a:gd name="connsiteX75" fmla="*/ 12095 w 2327548"/>
                <a:gd name="connsiteY75" fmla="*/ 419506 h 1218943"/>
                <a:gd name="connsiteX76" fmla="*/ 3778 w 2327548"/>
                <a:gd name="connsiteY76" fmla="*/ 403776 h 1218943"/>
                <a:gd name="connsiteX77" fmla="*/ 301316 w 2327548"/>
                <a:gd name="connsiteY77" fmla="*/ 357853 h 1218943"/>
                <a:gd name="connsiteX78" fmla="*/ 652069 w 2327548"/>
                <a:gd name="connsiteY78" fmla="*/ 378404 h 1218943"/>
                <a:gd name="connsiteX79" fmla="*/ 974979 w 2327548"/>
                <a:gd name="connsiteY79" fmla="*/ 481159 h 1218943"/>
                <a:gd name="connsiteX80" fmla="*/ 1146680 w 2327548"/>
                <a:gd name="connsiteY80" fmla="*/ 554745 h 1218943"/>
                <a:gd name="connsiteX81" fmla="*/ 1273663 w 2327548"/>
                <a:gd name="connsiteY81" fmla="*/ 627186 h 1218943"/>
                <a:gd name="connsiteX82" fmla="*/ 1277279 w 2327548"/>
                <a:gd name="connsiteY82" fmla="*/ 629657 h 1218943"/>
                <a:gd name="connsiteX83" fmla="*/ 1358398 w 2327548"/>
                <a:gd name="connsiteY83" fmla="*/ 622485 h 1218943"/>
                <a:gd name="connsiteX84" fmla="*/ 1641833 w 2327548"/>
                <a:gd name="connsiteY84" fmla="*/ 572283 h 1218943"/>
                <a:gd name="connsiteX85" fmla="*/ 1477245 w 2327548"/>
                <a:gd name="connsiteY85" fmla="*/ 547814 h 1218943"/>
                <a:gd name="connsiteX86" fmla="*/ 1290357 w 2327548"/>
                <a:gd name="connsiteY86" fmla="*/ 457715 h 1218943"/>
                <a:gd name="connsiteX87" fmla="*/ 1026810 w 2327548"/>
                <a:gd name="connsiteY87" fmla="*/ 360685 h 1218943"/>
                <a:gd name="connsiteX88" fmla="*/ 769892 w 2327548"/>
                <a:gd name="connsiteY88" fmla="*/ 264078 h 1218943"/>
                <a:gd name="connsiteX89" fmla="*/ 770916 w 2327548"/>
                <a:gd name="connsiteY89" fmla="*/ 242683 h 1218943"/>
                <a:gd name="connsiteX90" fmla="*/ 1069478 w 2327548"/>
                <a:gd name="connsiteY90" fmla="*/ 210380 h 1218943"/>
                <a:gd name="connsiteX91" fmla="*/ 1293189 w 2327548"/>
                <a:gd name="connsiteY91" fmla="*/ 289450 h 1218943"/>
                <a:gd name="connsiteX92" fmla="*/ 1546792 w 2327548"/>
                <a:gd name="connsiteY92" fmla="*/ 435356 h 1218943"/>
                <a:gd name="connsiteX93" fmla="*/ 1725665 w 2327548"/>
                <a:gd name="connsiteY93" fmla="*/ 550828 h 1218943"/>
                <a:gd name="connsiteX94" fmla="*/ 1845957 w 2327548"/>
                <a:gd name="connsiteY94" fmla="*/ 514969 h 1218943"/>
                <a:gd name="connsiteX95" fmla="*/ 2106853 w 2327548"/>
                <a:gd name="connsiteY95" fmla="*/ 428847 h 1218943"/>
                <a:gd name="connsiteX96" fmla="*/ 2078045 w 2327548"/>
                <a:gd name="connsiteY96" fmla="*/ 431198 h 1218943"/>
                <a:gd name="connsiteX97" fmla="*/ 1930090 w 2327548"/>
                <a:gd name="connsiteY97" fmla="*/ 453677 h 1218943"/>
                <a:gd name="connsiteX98" fmla="*/ 1681851 w 2327548"/>
                <a:gd name="connsiteY98" fmla="*/ 417397 h 1218943"/>
                <a:gd name="connsiteX99" fmla="*/ 1519250 w 2327548"/>
                <a:gd name="connsiteY99" fmla="*/ 272093 h 1218943"/>
                <a:gd name="connsiteX100" fmla="*/ 1452113 w 2327548"/>
                <a:gd name="connsiteY100" fmla="*/ 166566 h 1218943"/>
                <a:gd name="connsiteX101" fmla="*/ 1332363 w 2327548"/>
                <a:gd name="connsiteY101" fmla="*/ 74418 h 1218943"/>
                <a:gd name="connsiteX102" fmla="*/ 1333146 w 2327548"/>
                <a:gd name="connsiteY102" fmla="*/ 56518 h 1218943"/>
                <a:gd name="connsiteX103" fmla="*/ 1387046 w 2327548"/>
                <a:gd name="connsiteY103" fmla="*/ 47461 h 1218943"/>
                <a:gd name="connsiteX104" fmla="*/ 1945518 w 2327548"/>
                <a:gd name="connsiteY104" fmla="*/ 349 h 1218943"/>
                <a:gd name="connsiteX105" fmla="*/ 2098416 w 2327548"/>
                <a:gd name="connsiteY105" fmla="*/ 45068 h 1218943"/>
                <a:gd name="connsiteX106" fmla="*/ 2212200 w 2327548"/>
                <a:gd name="connsiteY106" fmla="*/ 197001 h 1218943"/>
                <a:gd name="connsiteX107" fmla="*/ 2291518 w 2327548"/>
                <a:gd name="connsiteY107" fmla="*/ 273720 h 1218943"/>
                <a:gd name="connsiteX108" fmla="*/ 2327548 w 2327548"/>
                <a:gd name="connsiteY108" fmla="*/ 295960 h 1218943"/>
                <a:gd name="connsiteX109" fmla="*/ 2327548 w 2327548"/>
                <a:gd name="connsiteY109" fmla="*/ 342551 h 1218943"/>
                <a:gd name="connsiteX110" fmla="*/ 2273737 w 2327548"/>
                <a:gd name="connsiteY110" fmla="*/ 339100 h 1218943"/>
                <a:gd name="connsiteX111" fmla="*/ 2067921 w 2327548"/>
                <a:gd name="connsiteY111" fmla="*/ 269562 h 1218943"/>
                <a:gd name="connsiteX112" fmla="*/ 1948351 w 2327548"/>
                <a:gd name="connsiteY112" fmla="*/ 140892 h 1218943"/>
                <a:gd name="connsiteX113" fmla="*/ 1775023 w 2327548"/>
                <a:gd name="connsiteY113" fmla="*/ 37233 h 1218943"/>
                <a:gd name="connsiteX114" fmla="*/ 1781050 w 2327548"/>
                <a:gd name="connsiteY114" fmla="*/ 18188 h 1218943"/>
                <a:gd name="connsiteX115" fmla="*/ 1945518 w 2327548"/>
                <a:gd name="connsiteY115" fmla="*/ 349 h 121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327548" h="1218943">
                  <a:moveTo>
                    <a:pt x="2327548" y="379583"/>
                  </a:moveTo>
                  <a:lnTo>
                    <a:pt x="2327548" y="493956"/>
                  </a:lnTo>
                  <a:lnTo>
                    <a:pt x="2297176" y="550647"/>
                  </a:lnTo>
                  <a:cubicBezTo>
                    <a:pt x="2274154" y="585602"/>
                    <a:pt x="2250168" y="619833"/>
                    <a:pt x="2265717" y="664310"/>
                  </a:cubicBezTo>
                  <a:cubicBezTo>
                    <a:pt x="2271442" y="680582"/>
                    <a:pt x="2278674" y="696553"/>
                    <a:pt x="2283857" y="713006"/>
                  </a:cubicBezTo>
                  <a:cubicBezTo>
                    <a:pt x="2291692" y="738077"/>
                    <a:pt x="2296392" y="762847"/>
                    <a:pt x="2294042" y="789424"/>
                  </a:cubicBezTo>
                  <a:cubicBezTo>
                    <a:pt x="2287895" y="859515"/>
                    <a:pt x="2258545" y="918456"/>
                    <a:pt x="2209186" y="968297"/>
                  </a:cubicBezTo>
                  <a:cubicBezTo>
                    <a:pt x="2167542" y="1010363"/>
                    <a:pt x="2122281" y="1058516"/>
                    <a:pt x="2062918" y="1073041"/>
                  </a:cubicBezTo>
                  <a:cubicBezTo>
                    <a:pt x="2050564" y="1076054"/>
                    <a:pt x="2041102" y="1066170"/>
                    <a:pt x="2045380" y="1053996"/>
                  </a:cubicBezTo>
                  <a:cubicBezTo>
                    <a:pt x="2072802" y="976372"/>
                    <a:pt x="2118364" y="912610"/>
                    <a:pt x="2127042" y="828297"/>
                  </a:cubicBezTo>
                  <a:cubicBezTo>
                    <a:pt x="2134154" y="759170"/>
                    <a:pt x="2126018" y="683716"/>
                    <a:pt x="2155669" y="618990"/>
                  </a:cubicBezTo>
                  <a:cubicBezTo>
                    <a:pt x="2185773" y="553268"/>
                    <a:pt x="2227402" y="484123"/>
                    <a:pt x="2279108" y="426479"/>
                  </a:cubicBezTo>
                  <a:close/>
                  <a:moveTo>
                    <a:pt x="1387046" y="47461"/>
                  </a:moveTo>
                  <a:cubicBezTo>
                    <a:pt x="1512280" y="40348"/>
                    <a:pt x="1631919" y="127174"/>
                    <a:pt x="1706801" y="219721"/>
                  </a:cubicBezTo>
                  <a:cubicBezTo>
                    <a:pt x="1737899" y="258111"/>
                    <a:pt x="1777554" y="292041"/>
                    <a:pt x="1828781" y="297707"/>
                  </a:cubicBezTo>
                  <a:cubicBezTo>
                    <a:pt x="1870848" y="302407"/>
                    <a:pt x="1913457" y="295899"/>
                    <a:pt x="1955463" y="301744"/>
                  </a:cubicBezTo>
                  <a:cubicBezTo>
                    <a:pt x="1993672" y="307108"/>
                    <a:pt x="2024770" y="317414"/>
                    <a:pt x="2057374" y="337965"/>
                  </a:cubicBezTo>
                  <a:lnTo>
                    <a:pt x="2057494" y="338206"/>
                  </a:lnTo>
                  <a:cubicBezTo>
                    <a:pt x="2094197" y="361348"/>
                    <a:pt x="2124210" y="391783"/>
                    <a:pt x="2167662" y="402571"/>
                  </a:cubicBezTo>
                  <a:cubicBezTo>
                    <a:pt x="2169109" y="402933"/>
                    <a:pt x="2170254" y="403596"/>
                    <a:pt x="2171338" y="404319"/>
                  </a:cubicBezTo>
                  <a:cubicBezTo>
                    <a:pt x="2176100" y="403113"/>
                    <a:pt x="2180861" y="401667"/>
                    <a:pt x="2185561" y="399980"/>
                  </a:cubicBezTo>
                  <a:cubicBezTo>
                    <a:pt x="2187611" y="399256"/>
                    <a:pt x="2189419" y="399437"/>
                    <a:pt x="2191046" y="399919"/>
                  </a:cubicBezTo>
                  <a:lnTo>
                    <a:pt x="2327548" y="350872"/>
                  </a:lnTo>
                  <a:lnTo>
                    <a:pt x="2327548" y="373761"/>
                  </a:lnTo>
                  <a:lnTo>
                    <a:pt x="2130598" y="443553"/>
                  </a:lnTo>
                  <a:cubicBezTo>
                    <a:pt x="2105647" y="474289"/>
                    <a:pt x="2103960" y="518766"/>
                    <a:pt x="2088471" y="554986"/>
                  </a:cubicBezTo>
                  <a:cubicBezTo>
                    <a:pt x="2071838" y="594039"/>
                    <a:pt x="2041162" y="622967"/>
                    <a:pt x="2016573" y="656897"/>
                  </a:cubicBezTo>
                  <a:cubicBezTo>
                    <a:pt x="1974085" y="715417"/>
                    <a:pt x="1958837" y="791052"/>
                    <a:pt x="1956969" y="862347"/>
                  </a:cubicBezTo>
                  <a:cubicBezTo>
                    <a:pt x="1955884" y="904354"/>
                    <a:pt x="1956005" y="948107"/>
                    <a:pt x="1940275" y="987823"/>
                  </a:cubicBezTo>
                  <a:cubicBezTo>
                    <a:pt x="1877839" y="1145421"/>
                    <a:pt x="1695290" y="1164405"/>
                    <a:pt x="1555772" y="1218103"/>
                  </a:cubicBezTo>
                  <a:cubicBezTo>
                    <a:pt x="1543297" y="1222864"/>
                    <a:pt x="1530279" y="1206291"/>
                    <a:pt x="1540284" y="1196166"/>
                  </a:cubicBezTo>
                  <a:cubicBezTo>
                    <a:pt x="1555531" y="1180677"/>
                    <a:pt x="1578975" y="1166876"/>
                    <a:pt x="1591571" y="1150182"/>
                  </a:cubicBezTo>
                  <a:cubicBezTo>
                    <a:pt x="1610072" y="1125835"/>
                    <a:pt x="1622367" y="1099679"/>
                    <a:pt x="1638097" y="1073824"/>
                  </a:cubicBezTo>
                  <a:cubicBezTo>
                    <a:pt x="1658769" y="1039834"/>
                    <a:pt x="1685647" y="1013497"/>
                    <a:pt x="1713732" y="985654"/>
                  </a:cubicBezTo>
                  <a:cubicBezTo>
                    <a:pt x="1756220" y="943406"/>
                    <a:pt x="1781653" y="901400"/>
                    <a:pt x="1793706" y="841495"/>
                  </a:cubicBezTo>
                  <a:cubicBezTo>
                    <a:pt x="1801661" y="801900"/>
                    <a:pt x="1806965" y="760798"/>
                    <a:pt x="1820344" y="722528"/>
                  </a:cubicBezTo>
                  <a:cubicBezTo>
                    <a:pt x="1850296" y="636588"/>
                    <a:pt x="1913939" y="574693"/>
                    <a:pt x="1987705" y="523949"/>
                  </a:cubicBezTo>
                  <a:cubicBezTo>
                    <a:pt x="2011631" y="507496"/>
                    <a:pt x="2035677" y="487005"/>
                    <a:pt x="2060628" y="467780"/>
                  </a:cubicBezTo>
                  <a:cubicBezTo>
                    <a:pt x="1975411" y="497190"/>
                    <a:pt x="1889771" y="525395"/>
                    <a:pt x="1803530" y="551008"/>
                  </a:cubicBezTo>
                  <a:cubicBezTo>
                    <a:pt x="1803650" y="552696"/>
                    <a:pt x="1803409" y="554444"/>
                    <a:pt x="1802565" y="556372"/>
                  </a:cubicBezTo>
                  <a:cubicBezTo>
                    <a:pt x="1759414" y="652558"/>
                    <a:pt x="1741636" y="757001"/>
                    <a:pt x="1655514" y="827212"/>
                  </a:cubicBezTo>
                  <a:cubicBezTo>
                    <a:pt x="1610193" y="864216"/>
                    <a:pt x="1556254" y="880247"/>
                    <a:pt x="1509065" y="913213"/>
                  </a:cubicBezTo>
                  <a:cubicBezTo>
                    <a:pt x="1461816" y="946239"/>
                    <a:pt x="1424571" y="988787"/>
                    <a:pt x="1382806" y="1027961"/>
                  </a:cubicBezTo>
                  <a:cubicBezTo>
                    <a:pt x="1300843" y="1104862"/>
                    <a:pt x="1212552" y="1131982"/>
                    <a:pt x="1102806" y="1146144"/>
                  </a:cubicBezTo>
                  <a:cubicBezTo>
                    <a:pt x="973593" y="1162778"/>
                    <a:pt x="845767" y="1187909"/>
                    <a:pt x="717278" y="1209304"/>
                  </a:cubicBezTo>
                  <a:cubicBezTo>
                    <a:pt x="702453" y="1211775"/>
                    <a:pt x="700223" y="1191104"/>
                    <a:pt x="711855" y="1185378"/>
                  </a:cubicBezTo>
                  <a:cubicBezTo>
                    <a:pt x="815393" y="1134694"/>
                    <a:pt x="917063" y="1082744"/>
                    <a:pt x="1005475" y="1007952"/>
                  </a:cubicBezTo>
                  <a:cubicBezTo>
                    <a:pt x="1076710" y="947685"/>
                    <a:pt x="1148669" y="877113"/>
                    <a:pt x="1238949" y="846437"/>
                  </a:cubicBezTo>
                  <a:cubicBezTo>
                    <a:pt x="1343391" y="810940"/>
                    <a:pt x="1458441" y="807083"/>
                    <a:pt x="1545045" y="731809"/>
                  </a:cubicBezTo>
                  <a:cubicBezTo>
                    <a:pt x="1610193" y="675158"/>
                    <a:pt x="1677993" y="621943"/>
                    <a:pt x="1745251" y="567823"/>
                  </a:cubicBezTo>
                  <a:cubicBezTo>
                    <a:pt x="1602238" y="607780"/>
                    <a:pt x="1456031" y="638215"/>
                    <a:pt x="1307593" y="647857"/>
                  </a:cubicBezTo>
                  <a:cubicBezTo>
                    <a:pt x="1296745" y="648581"/>
                    <a:pt x="1285897" y="649183"/>
                    <a:pt x="1274988" y="649726"/>
                  </a:cubicBezTo>
                  <a:cubicBezTo>
                    <a:pt x="1271734" y="652016"/>
                    <a:pt x="1267334" y="652860"/>
                    <a:pt x="1262574" y="650630"/>
                  </a:cubicBezTo>
                  <a:cubicBezTo>
                    <a:pt x="1262333" y="650509"/>
                    <a:pt x="1262152" y="650449"/>
                    <a:pt x="1261910" y="650328"/>
                  </a:cubicBezTo>
                  <a:cubicBezTo>
                    <a:pt x="1245518" y="651112"/>
                    <a:pt x="1229065" y="651534"/>
                    <a:pt x="1212552" y="651775"/>
                  </a:cubicBezTo>
                  <a:cubicBezTo>
                    <a:pt x="1179465" y="665335"/>
                    <a:pt x="1160843" y="697096"/>
                    <a:pt x="1131131" y="716803"/>
                  </a:cubicBezTo>
                  <a:cubicBezTo>
                    <a:pt x="1097442" y="739102"/>
                    <a:pt x="1063271" y="760376"/>
                    <a:pt x="1030907" y="784724"/>
                  </a:cubicBezTo>
                  <a:cubicBezTo>
                    <a:pt x="973714" y="827694"/>
                    <a:pt x="917123" y="884465"/>
                    <a:pt x="850046" y="911887"/>
                  </a:cubicBezTo>
                  <a:cubicBezTo>
                    <a:pt x="779172" y="940875"/>
                    <a:pt x="704201" y="932920"/>
                    <a:pt x="630132" y="922313"/>
                  </a:cubicBezTo>
                  <a:cubicBezTo>
                    <a:pt x="585836" y="915925"/>
                    <a:pt x="534489" y="903208"/>
                    <a:pt x="489951" y="910079"/>
                  </a:cubicBezTo>
                  <a:cubicBezTo>
                    <a:pt x="450898" y="916166"/>
                    <a:pt x="414075" y="930268"/>
                    <a:pt x="375263" y="937380"/>
                  </a:cubicBezTo>
                  <a:cubicBezTo>
                    <a:pt x="363873" y="939429"/>
                    <a:pt x="360257" y="923820"/>
                    <a:pt x="368031" y="917673"/>
                  </a:cubicBezTo>
                  <a:cubicBezTo>
                    <a:pt x="425647" y="872412"/>
                    <a:pt x="495978" y="852464"/>
                    <a:pt x="558535" y="815701"/>
                  </a:cubicBezTo>
                  <a:cubicBezTo>
                    <a:pt x="616211" y="781771"/>
                    <a:pt x="679792" y="754530"/>
                    <a:pt x="746568" y="745128"/>
                  </a:cubicBezTo>
                  <a:cubicBezTo>
                    <a:pt x="788092" y="739282"/>
                    <a:pt x="829495" y="744465"/>
                    <a:pt x="870899" y="739945"/>
                  </a:cubicBezTo>
                  <a:cubicBezTo>
                    <a:pt x="918449" y="734762"/>
                    <a:pt x="957804" y="714452"/>
                    <a:pt x="999328" y="692576"/>
                  </a:cubicBezTo>
                  <a:cubicBezTo>
                    <a:pt x="1032776" y="674917"/>
                    <a:pt x="1066043" y="659368"/>
                    <a:pt x="1100576" y="647677"/>
                  </a:cubicBezTo>
                  <a:cubicBezTo>
                    <a:pt x="1041695" y="642072"/>
                    <a:pt x="983900" y="630139"/>
                    <a:pt x="929177" y="608262"/>
                  </a:cubicBezTo>
                  <a:cubicBezTo>
                    <a:pt x="927549" y="608322"/>
                    <a:pt x="925802" y="608081"/>
                    <a:pt x="923994" y="606996"/>
                  </a:cubicBezTo>
                  <a:cubicBezTo>
                    <a:pt x="922066" y="605851"/>
                    <a:pt x="920016" y="604947"/>
                    <a:pt x="918027" y="603863"/>
                  </a:cubicBezTo>
                  <a:cubicBezTo>
                    <a:pt x="912905" y="601693"/>
                    <a:pt x="907902" y="599282"/>
                    <a:pt x="902840" y="596872"/>
                  </a:cubicBezTo>
                  <a:cubicBezTo>
                    <a:pt x="839379" y="572102"/>
                    <a:pt x="758561" y="590544"/>
                    <a:pt x="694256" y="596751"/>
                  </a:cubicBezTo>
                  <a:cubicBezTo>
                    <a:pt x="617114" y="604224"/>
                    <a:pt x="550339" y="603863"/>
                    <a:pt x="476512" y="578008"/>
                  </a:cubicBezTo>
                  <a:cubicBezTo>
                    <a:pt x="392680" y="548658"/>
                    <a:pt x="309934" y="515993"/>
                    <a:pt x="225922" y="487306"/>
                  </a:cubicBezTo>
                  <a:cubicBezTo>
                    <a:pt x="156495" y="463621"/>
                    <a:pt x="85078" y="444637"/>
                    <a:pt x="16977" y="417276"/>
                  </a:cubicBezTo>
                  <a:cubicBezTo>
                    <a:pt x="15349" y="418060"/>
                    <a:pt x="13722" y="418723"/>
                    <a:pt x="12095" y="419506"/>
                  </a:cubicBezTo>
                  <a:cubicBezTo>
                    <a:pt x="2995" y="424026"/>
                    <a:pt x="-4961" y="408839"/>
                    <a:pt x="3778" y="403776"/>
                  </a:cubicBezTo>
                  <a:cubicBezTo>
                    <a:pt x="96107" y="350320"/>
                    <a:pt x="198380" y="361228"/>
                    <a:pt x="301316" y="357853"/>
                  </a:cubicBezTo>
                  <a:cubicBezTo>
                    <a:pt x="418173" y="354056"/>
                    <a:pt x="537864" y="348150"/>
                    <a:pt x="652069" y="378404"/>
                  </a:cubicBezTo>
                  <a:cubicBezTo>
                    <a:pt x="760671" y="407212"/>
                    <a:pt x="868729" y="444698"/>
                    <a:pt x="974979" y="481159"/>
                  </a:cubicBezTo>
                  <a:cubicBezTo>
                    <a:pt x="1033499" y="501228"/>
                    <a:pt x="1094308" y="521176"/>
                    <a:pt x="1146680" y="554745"/>
                  </a:cubicBezTo>
                  <a:cubicBezTo>
                    <a:pt x="1188867" y="581745"/>
                    <a:pt x="1228040" y="606092"/>
                    <a:pt x="1273663" y="627186"/>
                  </a:cubicBezTo>
                  <a:cubicBezTo>
                    <a:pt x="1275109" y="627849"/>
                    <a:pt x="1276254" y="628693"/>
                    <a:pt x="1277279" y="629657"/>
                  </a:cubicBezTo>
                  <a:cubicBezTo>
                    <a:pt x="1304580" y="627849"/>
                    <a:pt x="1331700" y="625378"/>
                    <a:pt x="1358398" y="622485"/>
                  </a:cubicBezTo>
                  <a:cubicBezTo>
                    <a:pt x="1454222" y="612059"/>
                    <a:pt x="1548540" y="594702"/>
                    <a:pt x="1641833" y="572283"/>
                  </a:cubicBezTo>
                  <a:cubicBezTo>
                    <a:pt x="1586448" y="570595"/>
                    <a:pt x="1531123" y="560531"/>
                    <a:pt x="1477245" y="547814"/>
                  </a:cubicBezTo>
                  <a:cubicBezTo>
                    <a:pt x="1405527" y="530879"/>
                    <a:pt x="1353154" y="493454"/>
                    <a:pt x="1290357" y="457715"/>
                  </a:cubicBezTo>
                  <a:cubicBezTo>
                    <a:pt x="1210141" y="412033"/>
                    <a:pt x="1113112" y="393230"/>
                    <a:pt x="1026810" y="360685"/>
                  </a:cubicBezTo>
                  <a:cubicBezTo>
                    <a:pt x="941351" y="328443"/>
                    <a:pt x="858303" y="287823"/>
                    <a:pt x="769892" y="264078"/>
                  </a:cubicBezTo>
                  <a:cubicBezTo>
                    <a:pt x="758802" y="261064"/>
                    <a:pt x="758018" y="243044"/>
                    <a:pt x="770916" y="242683"/>
                  </a:cubicBezTo>
                  <a:cubicBezTo>
                    <a:pt x="872104" y="240091"/>
                    <a:pt x="966964" y="206221"/>
                    <a:pt x="1069478" y="210380"/>
                  </a:cubicBezTo>
                  <a:cubicBezTo>
                    <a:pt x="1153550" y="213755"/>
                    <a:pt x="1223943" y="243768"/>
                    <a:pt x="1293189" y="289450"/>
                  </a:cubicBezTo>
                  <a:cubicBezTo>
                    <a:pt x="1374007" y="342786"/>
                    <a:pt x="1453982" y="404198"/>
                    <a:pt x="1546792" y="435356"/>
                  </a:cubicBezTo>
                  <a:cubicBezTo>
                    <a:pt x="1622307" y="460668"/>
                    <a:pt x="1675884" y="487547"/>
                    <a:pt x="1725665" y="550828"/>
                  </a:cubicBezTo>
                  <a:cubicBezTo>
                    <a:pt x="1765923" y="539739"/>
                    <a:pt x="1806061" y="527745"/>
                    <a:pt x="1845957" y="514969"/>
                  </a:cubicBezTo>
                  <a:cubicBezTo>
                    <a:pt x="1932923" y="487065"/>
                    <a:pt x="2020008" y="458438"/>
                    <a:pt x="2106853" y="428847"/>
                  </a:cubicBezTo>
                  <a:cubicBezTo>
                    <a:pt x="2097331" y="429330"/>
                    <a:pt x="2087748" y="429992"/>
                    <a:pt x="2078045" y="431198"/>
                  </a:cubicBezTo>
                  <a:cubicBezTo>
                    <a:pt x="2028566" y="437466"/>
                    <a:pt x="1979630" y="447771"/>
                    <a:pt x="1930090" y="453677"/>
                  </a:cubicBezTo>
                  <a:cubicBezTo>
                    <a:pt x="1842884" y="464164"/>
                    <a:pt x="1761765" y="456209"/>
                    <a:pt x="1681851" y="417397"/>
                  </a:cubicBezTo>
                  <a:cubicBezTo>
                    <a:pt x="1609952" y="382502"/>
                    <a:pt x="1559750" y="341641"/>
                    <a:pt x="1519250" y="272093"/>
                  </a:cubicBezTo>
                  <a:cubicBezTo>
                    <a:pt x="1498518" y="236536"/>
                    <a:pt x="1480258" y="197061"/>
                    <a:pt x="1452113" y="166566"/>
                  </a:cubicBezTo>
                  <a:cubicBezTo>
                    <a:pt x="1417218" y="128718"/>
                    <a:pt x="1376117" y="101056"/>
                    <a:pt x="1332363" y="74418"/>
                  </a:cubicBezTo>
                  <a:cubicBezTo>
                    <a:pt x="1325974" y="70500"/>
                    <a:pt x="1324166" y="59049"/>
                    <a:pt x="1333146" y="56518"/>
                  </a:cubicBezTo>
                  <a:cubicBezTo>
                    <a:pt x="1351151" y="51410"/>
                    <a:pt x="1369155" y="48477"/>
                    <a:pt x="1387046" y="47461"/>
                  </a:cubicBezTo>
                  <a:close/>
                  <a:moveTo>
                    <a:pt x="1945518" y="349"/>
                  </a:moveTo>
                  <a:cubicBezTo>
                    <a:pt x="2001989" y="-1926"/>
                    <a:pt x="2056530" y="6226"/>
                    <a:pt x="2098416" y="45068"/>
                  </a:cubicBezTo>
                  <a:cubicBezTo>
                    <a:pt x="2146087" y="89243"/>
                    <a:pt x="2172062" y="147160"/>
                    <a:pt x="2212200" y="197001"/>
                  </a:cubicBezTo>
                  <a:cubicBezTo>
                    <a:pt x="2231545" y="221017"/>
                    <a:pt x="2259976" y="250051"/>
                    <a:pt x="2291518" y="273720"/>
                  </a:cubicBezTo>
                  <a:lnTo>
                    <a:pt x="2327548" y="295960"/>
                  </a:lnTo>
                  <a:lnTo>
                    <a:pt x="2327548" y="342551"/>
                  </a:lnTo>
                  <a:lnTo>
                    <a:pt x="2273737" y="339100"/>
                  </a:lnTo>
                  <a:cubicBezTo>
                    <a:pt x="2199657" y="329972"/>
                    <a:pt x="2125551" y="307394"/>
                    <a:pt x="2067921" y="269562"/>
                  </a:cubicBezTo>
                  <a:cubicBezTo>
                    <a:pt x="2016030" y="235511"/>
                    <a:pt x="1994877" y="179041"/>
                    <a:pt x="1948351" y="140892"/>
                  </a:cubicBezTo>
                  <a:cubicBezTo>
                    <a:pt x="1896039" y="97982"/>
                    <a:pt x="1828118" y="80022"/>
                    <a:pt x="1775023" y="37233"/>
                  </a:cubicBezTo>
                  <a:cubicBezTo>
                    <a:pt x="1767791" y="31447"/>
                    <a:pt x="1771648" y="18731"/>
                    <a:pt x="1781050" y="18188"/>
                  </a:cubicBezTo>
                  <a:cubicBezTo>
                    <a:pt x="1830650" y="15326"/>
                    <a:pt x="1889049" y="2624"/>
                    <a:pt x="1945518" y="349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 flipH="1">
              <a:off x="0" y="6118888"/>
              <a:ext cx="1015999" cy="739112"/>
            </a:xfrm>
            <a:custGeom>
              <a:avLst/>
              <a:gdLst>
                <a:gd name="connsiteX0" fmla="*/ 1015999 w 1015999"/>
                <a:gd name="connsiteY0" fmla="*/ 511394 h 739112"/>
                <a:gd name="connsiteX1" fmla="*/ 985677 w 1015999"/>
                <a:gd name="connsiteY1" fmla="*/ 519813 h 739112"/>
                <a:gd name="connsiteX2" fmla="*/ 910041 w 1015999"/>
                <a:gd name="connsiteY2" fmla="*/ 529635 h 739112"/>
                <a:gd name="connsiteX3" fmla="*/ 774040 w 1015999"/>
                <a:gd name="connsiteY3" fmla="*/ 571062 h 739112"/>
                <a:gd name="connsiteX4" fmla="*/ 659337 w 1015999"/>
                <a:gd name="connsiteY4" fmla="*/ 718103 h 739112"/>
                <a:gd name="connsiteX5" fmla="*/ 651184 w 1015999"/>
                <a:gd name="connsiteY5" fmla="*/ 739112 h 739112"/>
                <a:gd name="connsiteX6" fmla="*/ 726988 w 1015999"/>
                <a:gd name="connsiteY6" fmla="*/ 739112 h 739112"/>
                <a:gd name="connsiteX7" fmla="*/ 732909 w 1015999"/>
                <a:gd name="connsiteY7" fmla="*/ 735458 h 739112"/>
                <a:gd name="connsiteX8" fmla="*/ 769013 w 1015999"/>
                <a:gd name="connsiteY8" fmla="*/ 723559 h 739112"/>
                <a:gd name="connsiteX9" fmla="*/ 893420 w 1015999"/>
                <a:gd name="connsiteY9" fmla="*/ 691024 h 739112"/>
                <a:gd name="connsiteX10" fmla="*/ 994683 w 1015999"/>
                <a:gd name="connsiteY10" fmla="*/ 611711 h 739112"/>
                <a:gd name="connsiteX11" fmla="*/ 1015999 w 1015999"/>
                <a:gd name="connsiteY11" fmla="*/ 581199 h 739112"/>
                <a:gd name="connsiteX12" fmla="*/ 500397 w 1015999"/>
                <a:gd name="connsiteY12" fmla="*/ 331 h 739112"/>
                <a:gd name="connsiteX13" fmla="*/ 491609 w 1015999"/>
                <a:gd name="connsiteY13" fmla="*/ 11685 h 739112"/>
                <a:gd name="connsiteX14" fmla="*/ 441248 w 1015999"/>
                <a:gd name="connsiteY14" fmla="*/ 256428 h 739112"/>
                <a:gd name="connsiteX15" fmla="*/ 450680 w 1015999"/>
                <a:gd name="connsiteY15" fmla="*/ 379755 h 739112"/>
                <a:gd name="connsiteX16" fmla="*/ 477980 w 1015999"/>
                <a:gd name="connsiteY16" fmla="*/ 492320 h 739112"/>
                <a:gd name="connsiteX17" fmla="*/ 462315 w 1015999"/>
                <a:gd name="connsiteY17" fmla="*/ 480063 h 739112"/>
                <a:gd name="connsiteX18" fmla="*/ 441580 w 1015999"/>
                <a:gd name="connsiteY18" fmla="*/ 458954 h 739112"/>
                <a:gd name="connsiteX19" fmla="*/ 431650 w 1015999"/>
                <a:gd name="connsiteY19" fmla="*/ 434895 h 739112"/>
                <a:gd name="connsiteX20" fmla="*/ 418851 w 1015999"/>
                <a:gd name="connsiteY20" fmla="*/ 401404 h 739112"/>
                <a:gd name="connsiteX21" fmla="*/ 395166 w 1015999"/>
                <a:gd name="connsiteY21" fmla="*/ 333258 h 739112"/>
                <a:gd name="connsiteX22" fmla="*/ 326813 w 1015999"/>
                <a:gd name="connsiteY22" fmla="*/ 213671 h 739112"/>
                <a:gd name="connsiteX23" fmla="*/ 229290 w 1015999"/>
                <a:gd name="connsiteY23" fmla="*/ 115233 h 739112"/>
                <a:gd name="connsiteX24" fmla="*/ 120880 w 1015999"/>
                <a:gd name="connsiteY24" fmla="*/ 19953 h 739112"/>
                <a:gd name="connsiteX25" fmla="*/ 104383 w 1015999"/>
                <a:gd name="connsiteY25" fmla="*/ 26228 h 739112"/>
                <a:gd name="connsiteX26" fmla="*/ 114356 w 1015999"/>
                <a:gd name="connsiteY26" fmla="*/ 97241 h 739112"/>
                <a:gd name="connsiteX27" fmla="*/ 134010 w 1015999"/>
                <a:gd name="connsiteY27" fmla="*/ 168752 h 739112"/>
                <a:gd name="connsiteX28" fmla="*/ 199621 w 1015999"/>
                <a:gd name="connsiteY28" fmla="*/ 288589 h 739112"/>
                <a:gd name="connsiteX29" fmla="*/ 293156 w 1015999"/>
                <a:gd name="connsiteY29" fmla="*/ 381168 h 739112"/>
                <a:gd name="connsiteX30" fmla="*/ 410417 w 1015999"/>
                <a:gd name="connsiteY30" fmla="*/ 457292 h 739112"/>
                <a:gd name="connsiteX31" fmla="*/ 511679 w 1015999"/>
                <a:gd name="connsiteY31" fmla="*/ 543139 h 739112"/>
                <a:gd name="connsiteX32" fmla="*/ 556763 w 1015999"/>
                <a:gd name="connsiteY32" fmla="*/ 602310 h 739112"/>
                <a:gd name="connsiteX33" fmla="*/ 596196 w 1015999"/>
                <a:gd name="connsiteY33" fmla="*/ 692852 h 739112"/>
                <a:gd name="connsiteX34" fmla="*/ 591626 w 1015999"/>
                <a:gd name="connsiteY34" fmla="*/ 690857 h 739112"/>
                <a:gd name="connsiteX35" fmla="*/ 480266 w 1015999"/>
                <a:gd name="connsiteY35" fmla="*/ 607628 h 739112"/>
                <a:gd name="connsiteX36" fmla="*/ 339486 w 1015999"/>
                <a:gd name="connsiteY36" fmla="*/ 516379 h 739112"/>
                <a:gd name="connsiteX37" fmla="*/ 193763 w 1015999"/>
                <a:gd name="connsiteY37" fmla="*/ 487958 h 739112"/>
                <a:gd name="connsiteX38" fmla="*/ 111281 w 1015999"/>
                <a:gd name="connsiteY38" fmla="*/ 488622 h 739112"/>
                <a:gd name="connsiteX39" fmla="*/ 12844 w 1015999"/>
                <a:gd name="connsiteY39" fmla="*/ 473414 h 739112"/>
                <a:gd name="connsiteX40" fmla="*/ 6985 w 1015999"/>
                <a:gd name="connsiteY40" fmla="*/ 493235 h 739112"/>
                <a:gd name="connsiteX41" fmla="*/ 272836 w 1015999"/>
                <a:gd name="connsiteY41" fmla="*/ 666965 h 739112"/>
                <a:gd name="connsiteX42" fmla="*/ 430445 w 1015999"/>
                <a:gd name="connsiteY42" fmla="*/ 676480 h 739112"/>
                <a:gd name="connsiteX43" fmla="*/ 517912 w 1015999"/>
                <a:gd name="connsiteY43" fmla="*/ 679098 h 739112"/>
                <a:gd name="connsiteX44" fmla="*/ 598399 w 1015999"/>
                <a:gd name="connsiteY44" fmla="*/ 711467 h 739112"/>
                <a:gd name="connsiteX45" fmla="*/ 603011 w 1015999"/>
                <a:gd name="connsiteY45" fmla="*/ 715207 h 739112"/>
                <a:gd name="connsiteX46" fmla="*/ 609525 w 1015999"/>
                <a:gd name="connsiteY46" fmla="*/ 739112 h 739112"/>
                <a:gd name="connsiteX47" fmla="*/ 626394 w 1015999"/>
                <a:gd name="connsiteY47" fmla="*/ 739112 h 739112"/>
                <a:gd name="connsiteX48" fmla="*/ 622208 w 1015999"/>
                <a:gd name="connsiteY48" fmla="*/ 723227 h 739112"/>
                <a:gd name="connsiteX49" fmla="*/ 612443 w 1015999"/>
                <a:gd name="connsiteY49" fmla="*/ 690774 h 739112"/>
                <a:gd name="connsiteX50" fmla="*/ 720687 w 1015999"/>
                <a:gd name="connsiteY50" fmla="*/ 552571 h 739112"/>
                <a:gd name="connsiteX51" fmla="*/ 777905 w 1015999"/>
                <a:gd name="connsiteY51" fmla="*/ 400615 h 739112"/>
                <a:gd name="connsiteX52" fmla="*/ 787379 w 1015999"/>
                <a:gd name="connsiteY52" fmla="*/ 260541 h 739112"/>
                <a:gd name="connsiteX53" fmla="*/ 723471 w 1015999"/>
                <a:gd name="connsiteY53" fmla="*/ 90593 h 739112"/>
                <a:gd name="connsiteX54" fmla="*/ 707681 w 1015999"/>
                <a:gd name="connsiteY54" fmla="*/ 88099 h 739112"/>
                <a:gd name="connsiteX55" fmla="*/ 632887 w 1015999"/>
                <a:gd name="connsiteY55" fmla="*/ 221150 h 739112"/>
                <a:gd name="connsiteX56" fmla="*/ 613565 w 1015999"/>
                <a:gd name="connsiteY56" fmla="*/ 361182 h 739112"/>
                <a:gd name="connsiteX57" fmla="*/ 624535 w 1015999"/>
                <a:gd name="connsiteY57" fmla="*/ 524648 h 739112"/>
                <a:gd name="connsiteX58" fmla="*/ 602720 w 1015999"/>
                <a:gd name="connsiteY58" fmla="*/ 663059 h 739112"/>
                <a:gd name="connsiteX59" fmla="*/ 552649 w 1015999"/>
                <a:gd name="connsiteY59" fmla="*/ 567281 h 739112"/>
                <a:gd name="connsiteX60" fmla="*/ 496014 w 1015999"/>
                <a:gd name="connsiteY60" fmla="*/ 506490 h 739112"/>
                <a:gd name="connsiteX61" fmla="*/ 490487 w 1015999"/>
                <a:gd name="connsiteY61" fmla="*/ 502002 h 739112"/>
                <a:gd name="connsiteX62" fmla="*/ 514131 w 1015999"/>
                <a:gd name="connsiteY62" fmla="*/ 380628 h 739112"/>
                <a:gd name="connsiteX63" fmla="*/ 544838 w 1015999"/>
                <a:gd name="connsiteY63" fmla="*/ 251359 h 739112"/>
                <a:gd name="connsiteX64" fmla="*/ 537483 w 1015999"/>
                <a:gd name="connsiteY64" fmla="*/ 133558 h 739112"/>
                <a:gd name="connsiteX65" fmla="*/ 512676 w 1015999"/>
                <a:gd name="connsiteY65" fmla="*/ 6989 h 739112"/>
                <a:gd name="connsiteX66" fmla="*/ 500397 w 1015999"/>
                <a:gd name="connsiteY66" fmla="*/ 331 h 73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015999" h="739112">
                  <a:moveTo>
                    <a:pt x="1015999" y="511394"/>
                  </a:moveTo>
                  <a:lnTo>
                    <a:pt x="985677" y="519813"/>
                  </a:lnTo>
                  <a:cubicBezTo>
                    <a:pt x="961005" y="524815"/>
                    <a:pt x="935513" y="526955"/>
                    <a:pt x="910041" y="529635"/>
                  </a:cubicBezTo>
                  <a:cubicBezTo>
                    <a:pt x="861799" y="534704"/>
                    <a:pt x="815426" y="544843"/>
                    <a:pt x="774040" y="571062"/>
                  </a:cubicBezTo>
                  <a:cubicBezTo>
                    <a:pt x="718193" y="606496"/>
                    <a:pt x="684552" y="660044"/>
                    <a:pt x="659337" y="718103"/>
                  </a:cubicBezTo>
                  <a:lnTo>
                    <a:pt x="651184" y="739112"/>
                  </a:lnTo>
                  <a:lnTo>
                    <a:pt x="726988" y="739112"/>
                  </a:lnTo>
                  <a:lnTo>
                    <a:pt x="732909" y="735458"/>
                  </a:lnTo>
                  <a:cubicBezTo>
                    <a:pt x="743790" y="730197"/>
                    <a:pt x="755633" y="726073"/>
                    <a:pt x="769013" y="723559"/>
                  </a:cubicBezTo>
                  <a:cubicBezTo>
                    <a:pt x="812933" y="715291"/>
                    <a:pt x="852657" y="710927"/>
                    <a:pt x="893420" y="691024"/>
                  </a:cubicBezTo>
                  <a:cubicBezTo>
                    <a:pt x="932646" y="671910"/>
                    <a:pt x="965929" y="644038"/>
                    <a:pt x="994683" y="611711"/>
                  </a:cubicBezTo>
                  <a:lnTo>
                    <a:pt x="1015999" y="581199"/>
                  </a:lnTo>
                  <a:close/>
                  <a:moveTo>
                    <a:pt x="500397" y="331"/>
                  </a:moveTo>
                  <a:cubicBezTo>
                    <a:pt x="495484" y="1495"/>
                    <a:pt x="491152" y="5660"/>
                    <a:pt x="491609" y="11685"/>
                  </a:cubicBezTo>
                  <a:cubicBezTo>
                    <a:pt x="498008" y="97116"/>
                    <a:pt x="445278" y="171994"/>
                    <a:pt x="441248" y="256428"/>
                  </a:cubicBezTo>
                  <a:cubicBezTo>
                    <a:pt x="439253" y="298188"/>
                    <a:pt x="444697" y="338577"/>
                    <a:pt x="450680" y="379755"/>
                  </a:cubicBezTo>
                  <a:cubicBezTo>
                    <a:pt x="456248" y="418108"/>
                    <a:pt x="471914" y="454757"/>
                    <a:pt x="477980" y="492320"/>
                  </a:cubicBezTo>
                  <a:cubicBezTo>
                    <a:pt x="472661" y="488332"/>
                    <a:pt x="467384" y="484342"/>
                    <a:pt x="462315" y="480063"/>
                  </a:cubicBezTo>
                  <a:cubicBezTo>
                    <a:pt x="455749" y="474536"/>
                    <a:pt x="446151" y="466018"/>
                    <a:pt x="441580" y="458954"/>
                  </a:cubicBezTo>
                  <a:cubicBezTo>
                    <a:pt x="437342" y="452347"/>
                    <a:pt x="434725" y="442250"/>
                    <a:pt x="431650" y="434895"/>
                  </a:cubicBezTo>
                  <a:cubicBezTo>
                    <a:pt x="427037" y="423884"/>
                    <a:pt x="422840" y="412665"/>
                    <a:pt x="418851" y="401404"/>
                  </a:cubicBezTo>
                  <a:cubicBezTo>
                    <a:pt x="410790" y="378758"/>
                    <a:pt x="403518" y="355821"/>
                    <a:pt x="395166" y="333258"/>
                  </a:cubicBezTo>
                  <a:cubicBezTo>
                    <a:pt x="379252" y="290210"/>
                    <a:pt x="354195" y="250278"/>
                    <a:pt x="326813" y="213671"/>
                  </a:cubicBezTo>
                  <a:cubicBezTo>
                    <a:pt x="299139" y="176648"/>
                    <a:pt x="265233" y="144112"/>
                    <a:pt x="229290" y="115233"/>
                  </a:cubicBezTo>
                  <a:cubicBezTo>
                    <a:pt x="192017" y="85316"/>
                    <a:pt x="141698" y="65495"/>
                    <a:pt x="120880" y="19953"/>
                  </a:cubicBezTo>
                  <a:cubicBezTo>
                    <a:pt x="116724" y="10895"/>
                    <a:pt x="101018" y="16754"/>
                    <a:pt x="104383" y="26228"/>
                  </a:cubicBezTo>
                  <a:cubicBezTo>
                    <a:pt x="111905" y="47544"/>
                    <a:pt x="110782" y="74595"/>
                    <a:pt x="114356" y="97241"/>
                  </a:cubicBezTo>
                  <a:cubicBezTo>
                    <a:pt x="118221" y="121590"/>
                    <a:pt x="125700" y="145608"/>
                    <a:pt x="134010" y="168752"/>
                  </a:cubicBezTo>
                  <a:cubicBezTo>
                    <a:pt x="149343" y="211510"/>
                    <a:pt x="172197" y="252439"/>
                    <a:pt x="199621" y="288589"/>
                  </a:cubicBezTo>
                  <a:cubicBezTo>
                    <a:pt x="226423" y="323909"/>
                    <a:pt x="257171" y="355157"/>
                    <a:pt x="293156" y="381168"/>
                  </a:cubicBezTo>
                  <a:cubicBezTo>
                    <a:pt x="330926" y="408510"/>
                    <a:pt x="372936" y="429410"/>
                    <a:pt x="410417" y="457292"/>
                  </a:cubicBezTo>
                  <a:cubicBezTo>
                    <a:pt x="445570" y="483428"/>
                    <a:pt x="481720" y="511102"/>
                    <a:pt x="511679" y="543139"/>
                  </a:cubicBezTo>
                  <a:cubicBezTo>
                    <a:pt x="528466" y="561090"/>
                    <a:pt x="543965" y="581325"/>
                    <a:pt x="556763" y="602310"/>
                  </a:cubicBezTo>
                  <a:cubicBezTo>
                    <a:pt x="574008" y="630607"/>
                    <a:pt x="586141" y="661356"/>
                    <a:pt x="596196" y="692852"/>
                  </a:cubicBezTo>
                  <a:cubicBezTo>
                    <a:pt x="594659" y="692229"/>
                    <a:pt x="593163" y="691522"/>
                    <a:pt x="591626" y="690857"/>
                  </a:cubicBezTo>
                  <a:cubicBezTo>
                    <a:pt x="556722" y="660898"/>
                    <a:pt x="516790" y="634471"/>
                    <a:pt x="480266" y="607628"/>
                  </a:cubicBezTo>
                  <a:cubicBezTo>
                    <a:pt x="435057" y="574428"/>
                    <a:pt x="390679" y="540023"/>
                    <a:pt x="339486" y="516379"/>
                  </a:cubicBezTo>
                  <a:cubicBezTo>
                    <a:pt x="293322" y="495063"/>
                    <a:pt x="244123" y="488788"/>
                    <a:pt x="193763" y="487958"/>
                  </a:cubicBezTo>
                  <a:cubicBezTo>
                    <a:pt x="166296" y="487500"/>
                    <a:pt x="138747" y="488539"/>
                    <a:pt x="111281" y="488622"/>
                  </a:cubicBezTo>
                  <a:cubicBezTo>
                    <a:pt x="77748" y="488747"/>
                    <a:pt x="45379" y="480478"/>
                    <a:pt x="12844" y="473414"/>
                  </a:cubicBezTo>
                  <a:cubicBezTo>
                    <a:pt x="-370" y="470547"/>
                    <a:pt x="-5149" y="488124"/>
                    <a:pt x="6985" y="493235"/>
                  </a:cubicBezTo>
                  <a:cubicBezTo>
                    <a:pt x="106170" y="534787"/>
                    <a:pt x="172363" y="627574"/>
                    <a:pt x="272836" y="666965"/>
                  </a:cubicBezTo>
                  <a:cubicBezTo>
                    <a:pt x="323738" y="686952"/>
                    <a:pt x="377382" y="681550"/>
                    <a:pt x="430445" y="676480"/>
                  </a:cubicBezTo>
                  <a:cubicBezTo>
                    <a:pt x="459780" y="673696"/>
                    <a:pt x="488950" y="672907"/>
                    <a:pt x="517912" y="679098"/>
                  </a:cubicBezTo>
                  <a:cubicBezTo>
                    <a:pt x="546251" y="685165"/>
                    <a:pt x="571057" y="702035"/>
                    <a:pt x="598399" y="711467"/>
                  </a:cubicBezTo>
                  <a:cubicBezTo>
                    <a:pt x="599936" y="712672"/>
                    <a:pt x="601473" y="713919"/>
                    <a:pt x="603011" y="715207"/>
                  </a:cubicBezTo>
                  <a:lnTo>
                    <a:pt x="609525" y="739112"/>
                  </a:lnTo>
                  <a:lnTo>
                    <a:pt x="626394" y="739112"/>
                  </a:lnTo>
                  <a:lnTo>
                    <a:pt x="622208" y="723227"/>
                  </a:lnTo>
                  <a:cubicBezTo>
                    <a:pt x="619175" y="712299"/>
                    <a:pt x="615934" y="701495"/>
                    <a:pt x="612443" y="690774"/>
                  </a:cubicBezTo>
                  <a:cubicBezTo>
                    <a:pt x="638787" y="637546"/>
                    <a:pt x="686406" y="600357"/>
                    <a:pt x="720687" y="552571"/>
                  </a:cubicBezTo>
                  <a:cubicBezTo>
                    <a:pt x="752391" y="508401"/>
                    <a:pt x="766187" y="452763"/>
                    <a:pt x="777905" y="400615"/>
                  </a:cubicBezTo>
                  <a:cubicBezTo>
                    <a:pt x="788376" y="354117"/>
                    <a:pt x="795107" y="308036"/>
                    <a:pt x="787379" y="260541"/>
                  </a:cubicBezTo>
                  <a:cubicBezTo>
                    <a:pt x="777531" y="200207"/>
                    <a:pt x="735604" y="150761"/>
                    <a:pt x="723471" y="90593"/>
                  </a:cubicBezTo>
                  <a:cubicBezTo>
                    <a:pt x="721934" y="82947"/>
                    <a:pt x="711587" y="81908"/>
                    <a:pt x="707681" y="88099"/>
                  </a:cubicBezTo>
                  <a:cubicBezTo>
                    <a:pt x="680547" y="130982"/>
                    <a:pt x="651170" y="173531"/>
                    <a:pt x="632887" y="221150"/>
                  </a:cubicBezTo>
                  <a:cubicBezTo>
                    <a:pt x="615892" y="265403"/>
                    <a:pt x="610116" y="314144"/>
                    <a:pt x="613565" y="361182"/>
                  </a:cubicBezTo>
                  <a:cubicBezTo>
                    <a:pt x="617555" y="415864"/>
                    <a:pt x="626779" y="469632"/>
                    <a:pt x="624535" y="524648"/>
                  </a:cubicBezTo>
                  <a:cubicBezTo>
                    <a:pt x="622624" y="571602"/>
                    <a:pt x="609659" y="616853"/>
                    <a:pt x="602720" y="663059"/>
                  </a:cubicBezTo>
                  <a:cubicBezTo>
                    <a:pt x="589964" y="629360"/>
                    <a:pt x="574008" y="597198"/>
                    <a:pt x="552649" y="567281"/>
                  </a:cubicBezTo>
                  <a:cubicBezTo>
                    <a:pt x="536485" y="544635"/>
                    <a:pt x="517080" y="524565"/>
                    <a:pt x="496014" y="506490"/>
                  </a:cubicBezTo>
                  <a:cubicBezTo>
                    <a:pt x="494227" y="504952"/>
                    <a:pt x="492358" y="503498"/>
                    <a:pt x="490487" y="502002"/>
                  </a:cubicBezTo>
                  <a:cubicBezTo>
                    <a:pt x="496471" y="490368"/>
                    <a:pt x="506693" y="415573"/>
                    <a:pt x="514131" y="380628"/>
                  </a:cubicBezTo>
                  <a:cubicBezTo>
                    <a:pt x="523355" y="337289"/>
                    <a:pt x="539020" y="295404"/>
                    <a:pt x="544838" y="251359"/>
                  </a:cubicBezTo>
                  <a:cubicBezTo>
                    <a:pt x="549990" y="212383"/>
                    <a:pt x="542885" y="172118"/>
                    <a:pt x="537483" y="133558"/>
                  </a:cubicBezTo>
                  <a:cubicBezTo>
                    <a:pt x="531499" y="90759"/>
                    <a:pt x="525516" y="48334"/>
                    <a:pt x="512676" y="6989"/>
                  </a:cubicBezTo>
                  <a:cubicBezTo>
                    <a:pt x="510806" y="1006"/>
                    <a:pt x="505311" y="-834"/>
                    <a:pt x="500397" y="331"/>
                  </a:cubicBez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7FB5-E6F8-13AA-B6AC-E17F4592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607450D9-0F63-0746-C953-F7F7155191C6}"/>
              </a:ext>
            </a:extLst>
          </p:cNvPr>
          <p:cNvSpPr>
            <a:spLocks/>
          </p:cNvSpPr>
          <p:nvPr/>
        </p:nvSpPr>
        <p:spPr>
          <a:xfrm>
            <a:off x="682340" y="1130300"/>
            <a:ext cx="10827317" cy="100905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rmAutofit/>
          </a:bodyPr>
          <a:lstStyle/>
          <a:p>
            <a:pPr algn="ctr">
              <a:buSzPct val="25000"/>
            </a:pPr>
            <a:r>
              <a:rPr lang="en-US" altLang="zh-CN" sz="2400" b="1" dirty="0">
                <a:solidFill>
                  <a:schemeClr val="tx1"/>
                </a:solidFill>
              </a:rPr>
              <a:t>{</a:t>
            </a:r>
            <a:r>
              <a:rPr lang="en-US" altLang="zh-CN" sz="2400" b="1" dirty="0" err="1">
                <a:solidFill>
                  <a:schemeClr val="tx1"/>
                </a:solidFill>
              </a:rPr>
              <a:t>sliderSubTitle</a:t>
            </a:r>
            <a:r>
              <a:rPr lang="en-US" altLang="zh-CN" sz="2400" b="1" dirty="0">
                <a:solidFill>
                  <a:schemeClr val="tx1"/>
                </a:solidFill>
              </a:rPr>
              <a:t>}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FBB156A-8040-9138-AE33-556D74A6E40E}"/>
              </a:ext>
            </a:extLst>
          </p:cNvPr>
          <p:cNvGrpSpPr/>
          <p:nvPr/>
        </p:nvGrpSpPr>
        <p:grpSpPr>
          <a:xfrm>
            <a:off x="9224104" y="2099559"/>
            <a:ext cx="2123827" cy="3242455"/>
            <a:chOff x="7204473" y="2637645"/>
            <a:chExt cx="2123827" cy="3242455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C4768E91-1903-9B7F-AB5F-B569CE79C93B}"/>
                </a:ext>
              </a:extLst>
            </p:cNvPr>
            <p:cNvSpPr>
              <a:spLocks/>
            </p:cNvSpPr>
            <p:nvPr/>
          </p:nvSpPr>
          <p:spPr>
            <a:xfrm flipH="1">
              <a:off x="7204473" y="3396977"/>
              <a:ext cx="2123827" cy="2483123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8C3006B-3758-A7CC-7FB4-6B1EA8249449}"/>
                </a:ext>
              </a:extLst>
            </p:cNvPr>
            <p:cNvSpPr txBox="1"/>
            <p:nvPr/>
          </p:nvSpPr>
          <p:spPr>
            <a:xfrm>
              <a:off x="7226416" y="3668606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{item4.desc}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2BA0587-3687-0E45-DF12-95B0C41F788D}"/>
                </a:ext>
              </a:extLst>
            </p:cNvPr>
            <p:cNvSpPr txBox="1"/>
            <p:nvPr/>
          </p:nvSpPr>
          <p:spPr>
            <a:xfrm>
              <a:off x="7226416" y="4300990"/>
              <a:ext cx="2101881" cy="83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{item4.desc}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B80E4B48-7FAF-8F85-D740-8AD1474A80C6}"/>
                </a:ext>
              </a:extLst>
            </p:cNvPr>
            <p:cNvSpPr/>
            <p:nvPr/>
          </p:nvSpPr>
          <p:spPr>
            <a:xfrm>
              <a:off x="7480751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04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AC1AABDB-927C-7676-73AD-A418457AEA0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036600" y="2637645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0CFED432-F228-36D9-5962-E7E7B53F9B7E}"/>
                </a:ext>
              </a:extLst>
            </p:cNvPr>
            <p:cNvSpPr/>
            <p:nvPr/>
          </p:nvSpPr>
          <p:spPr>
            <a:xfrm>
              <a:off x="8170121" y="2786726"/>
              <a:ext cx="192536" cy="161414"/>
            </a:xfrm>
            <a:custGeom>
              <a:avLst/>
              <a:gdLst>
                <a:gd name="T0" fmla="*/ 2623 w 2768"/>
                <a:gd name="T1" fmla="*/ 1207 h 2324"/>
                <a:gd name="T2" fmla="*/ 2529 w 2768"/>
                <a:gd name="T3" fmla="*/ 2116 h 2324"/>
                <a:gd name="T4" fmla="*/ 2298 w 2768"/>
                <a:gd name="T5" fmla="*/ 2324 h 2324"/>
                <a:gd name="T6" fmla="*/ 470 w 2768"/>
                <a:gd name="T7" fmla="*/ 2324 h 2324"/>
                <a:gd name="T8" fmla="*/ 239 w 2768"/>
                <a:gd name="T9" fmla="*/ 2116 h 2324"/>
                <a:gd name="T10" fmla="*/ 145 w 2768"/>
                <a:gd name="T11" fmla="*/ 1207 h 2324"/>
                <a:gd name="T12" fmla="*/ 170 w 2768"/>
                <a:gd name="T13" fmla="*/ 1130 h 2324"/>
                <a:gd name="T14" fmla="*/ 244 w 2768"/>
                <a:gd name="T15" fmla="*/ 1097 h 2324"/>
                <a:gd name="T16" fmla="*/ 2524 w 2768"/>
                <a:gd name="T17" fmla="*/ 1097 h 2324"/>
                <a:gd name="T18" fmla="*/ 2598 w 2768"/>
                <a:gd name="T19" fmla="*/ 1130 h 2324"/>
                <a:gd name="T20" fmla="*/ 2623 w 2768"/>
                <a:gd name="T21" fmla="*/ 1207 h 2324"/>
                <a:gd name="T22" fmla="*/ 2762 w 2768"/>
                <a:gd name="T23" fmla="*/ 588 h 2324"/>
                <a:gd name="T24" fmla="*/ 2722 w 2768"/>
                <a:gd name="T25" fmla="*/ 814 h 2324"/>
                <a:gd name="T26" fmla="*/ 2624 w 2768"/>
                <a:gd name="T27" fmla="*/ 897 h 2324"/>
                <a:gd name="T28" fmla="*/ 157 w 2768"/>
                <a:gd name="T29" fmla="*/ 897 h 2324"/>
                <a:gd name="T30" fmla="*/ 60 w 2768"/>
                <a:gd name="T31" fmla="*/ 820 h 2324"/>
                <a:gd name="T32" fmla="*/ 7 w 2768"/>
                <a:gd name="T33" fmla="*/ 593 h 2324"/>
                <a:gd name="T34" fmla="*/ 26 w 2768"/>
                <a:gd name="T35" fmla="*/ 508 h 2324"/>
                <a:gd name="T36" fmla="*/ 104 w 2768"/>
                <a:gd name="T37" fmla="*/ 470 h 2324"/>
                <a:gd name="T38" fmla="*/ 904 w 2768"/>
                <a:gd name="T39" fmla="*/ 470 h 2324"/>
                <a:gd name="T40" fmla="*/ 904 w 2768"/>
                <a:gd name="T41" fmla="*/ 100 h 2324"/>
                <a:gd name="T42" fmla="*/ 1004 w 2768"/>
                <a:gd name="T43" fmla="*/ 0 h 2324"/>
                <a:gd name="T44" fmla="*/ 1764 w 2768"/>
                <a:gd name="T45" fmla="*/ 0 h 2324"/>
                <a:gd name="T46" fmla="*/ 1864 w 2768"/>
                <a:gd name="T47" fmla="*/ 100 h 2324"/>
                <a:gd name="T48" fmla="*/ 1864 w 2768"/>
                <a:gd name="T49" fmla="*/ 470 h 2324"/>
                <a:gd name="T50" fmla="*/ 2664 w 2768"/>
                <a:gd name="T51" fmla="*/ 470 h 2324"/>
                <a:gd name="T52" fmla="*/ 2741 w 2768"/>
                <a:gd name="T53" fmla="*/ 506 h 2324"/>
                <a:gd name="T54" fmla="*/ 2762 w 2768"/>
                <a:gd name="T55" fmla="*/ 588 h 2324"/>
                <a:gd name="T56" fmla="*/ 1104 w 2768"/>
                <a:gd name="T57" fmla="*/ 470 h 2324"/>
                <a:gd name="T58" fmla="*/ 1664 w 2768"/>
                <a:gd name="T59" fmla="*/ 470 h 2324"/>
                <a:gd name="T60" fmla="*/ 1664 w 2768"/>
                <a:gd name="T61" fmla="*/ 200 h 2324"/>
                <a:gd name="T62" fmla="*/ 1104 w 2768"/>
                <a:gd name="T63" fmla="*/ 200 h 2324"/>
                <a:gd name="T64" fmla="*/ 1104 w 2768"/>
                <a:gd name="T65" fmla="*/ 470 h 2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68" h="2324">
                  <a:moveTo>
                    <a:pt x="2623" y="1207"/>
                  </a:moveTo>
                  <a:lnTo>
                    <a:pt x="2529" y="2116"/>
                  </a:lnTo>
                  <a:cubicBezTo>
                    <a:pt x="2517" y="2234"/>
                    <a:pt x="2418" y="2324"/>
                    <a:pt x="2298" y="2324"/>
                  </a:cubicBezTo>
                  <a:lnTo>
                    <a:pt x="470" y="2324"/>
                  </a:lnTo>
                  <a:cubicBezTo>
                    <a:pt x="350" y="2324"/>
                    <a:pt x="251" y="2234"/>
                    <a:pt x="239" y="2116"/>
                  </a:cubicBezTo>
                  <a:lnTo>
                    <a:pt x="145" y="1207"/>
                  </a:lnTo>
                  <a:cubicBezTo>
                    <a:pt x="142" y="1179"/>
                    <a:pt x="151" y="1151"/>
                    <a:pt x="170" y="1130"/>
                  </a:cubicBezTo>
                  <a:cubicBezTo>
                    <a:pt x="189" y="1109"/>
                    <a:pt x="216" y="1097"/>
                    <a:pt x="244" y="1097"/>
                  </a:cubicBezTo>
                  <a:lnTo>
                    <a:pt x="2524" y="1097"/>
                  </a:lnTo>
                  <a:cubicBezTo>
                    <a:pt x="2552" y="1097"/>
                    <a:pt x="2579" y="1109"/>
                    <a:pt x="2598" y="1130"/>
                  </a:cubicBezTo>
                  <a:cubicBezTo>
                    <a:pt x="2617" y="1151"/>
                    <a:pt x="2626" y="1179"/>
                    <a:pt x="2623" y="1207"/>
                  </a:cubicBezTo>
                  <a:close/>
                  <a:moveTo>
                    <a:pt x="2762" y="588"/>
                  </a:moveTo>
                  <a:lnTo>
                    <a:pt x="2722" y="814"/>
                  </a:lnTo>
                  <a:cubicBezTo>
                    <a:pt x="2714" y="862"/>
                    <a:pt x="2673" y="897"/>
                    <a:pt x="2624" y="897"/>
                  </a:cubicBezTo>
                  <a:lnTo>
                    <a:pt x="157" y="897"/>
                  </a:lnTo>
                  <a:cubicBezTo>
                    <a:pt x="111" y="897"/>
                    <a:pt x="71" y="865"/>
                    <a:pt x="60" y="820"/>
                  </a:cubicBezTo>
                  <a:lnTo>
                    <a:pt x="7" y="593"/>
                  </a:lnTo>
                  <a:cubicBezTo>
                    <a:pt x="0" y="564"/>
                    <a:pt x="7" y="532"/>
                    <a:pt x="26" y="508"/>
                  </a:cubicBezTo>
                  <a:cubicBezTo>
                    <a:pt x="45" y="484"/>
                    <a:pt x="73" y="470"/>
                    <a:pt x="104" y="470"/>
                  </a:cubicBezTo>
                  <a:lnTo>
                    <a:pt x="904" y="470"/>
                  </a:lnTo>
                  <a:lnTo>
                    <a:pt x="904" y="100"/>
                  </a:lnTo>
                  <a:cubicBezTo>
                    <a:pt x="904" y="45"/>
                    <a:pt x="949" y="0"/>
                    <a:pt x="1004" y="0"/>
                  </a:cubicBezTo>
                  <a:lnTo>
                    <a:pt x="1764" y="0"/>
                  </a:lnTo>
                  <a:cubicBezTo>
                    <a:pt x="1819" y="0"/>
                    <a:pt x="1864" y="45"/>
                    <a:pt x="1864" y="100"/>
                  </a:cubicBezTo>
                  <a:lnTo>
                    <a:pt x="1864" y="470"/>
                  </a:lnTo>
                  <a:lnTo>
                    <a:pt x="2664" y="470"/>
                  </a:lnTo>
                  <a:cubicBezTo>
                    <a:pt x="2694" y="470"/>
                    <a:pt x="2722" y="483"/>
                    <a:pt x="2741" y="506"/>
                  </a:cubicBezTo>
                  <a:cubicBezTo>
                    <a:pt x="2760" y="529"/>
                    <a:pt x="2768" y="559"/>
                    <a:pt x="2762" y="588"/>
                  </a:cubicBezTo>
                  <a:close/>
                  <a:moveTo>
                    <a:pt x="1104" y="470"/>
                  </a:moveTo>
                  <a:lnTo>
                    <a:pt x="1664" y="470"/>
                  </a:lnTo>
                  <a:lnTo>
                    <a:pt x="1664" y="200"/>
                  </a:lnTo>
                  <a:lnTo>
                    <a:pt x="1104" y="200"/>
                  </a:lnTo>
                  <a:lnTo>
                    <a:pt x="1104" y="47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A03D31B-8ADD-2AAB-4BDD-3BA9FAD6D597}"/>
              </a:ext>
            </a:extLst>
          </p:cNvPr>
          <p:cNvGrpSpPr/>
          <p:nvPr/>
        </p:nvGrpSpPr>
        <p:grpSpPr>
          <a:xfrm>
            <a:off x="914841" y="2099559"/>
            <a:ext cx="2123827" cy="3242457"/>
            <a:chOff x="660399" y="2637644"/>
            <a:chExt cx="2123827" cy="3242457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D2F955D9-BA0B-359E-C4D0-5179E8113ED6}"/>
                </a:ext>
              </a:extLst>
            </p:cNvPr>
            <p:cNvSpPr>
              <a:spLocks/>
            </p:cNvSpPr>
            <p:nvPr/>
          </p:nvSpPr>
          <p:spPr>
            <a:xfrm flipH="1">
              <a:off x="660399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5EFA319-BF2A-0C81-728D-20CE1F4EA408}"/>
                </a:ext>
              </a:extLst>
            </p:cNvPr>
            <p:cNvSpPr txBox="1"/>
            <p:nvPr/>
          </p:nvSpPr>
          <p:spPr>
            <a:xfrm>
              <a:off x="68234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{item1}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AFCCAA5-F190-76C4-E6E5-7CE7150AA124}"/>
                </a:ext>
              </a:extLst>
            </p:cNvPr>
            <p:cNvSpPr txBox="1"/>
            <p:nvPr/>
          </p:nvSpPr>
          <p:spPr>
            <a:xfrm>
              <a:off x="682342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hezeling1 desc...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BBC5460E-01C1-163B-E76A-E68D504D5893}"/>
                </a:ext>
              </a:extLst>
            </p:cNvPr>
            <p:cNvSpPr/>
            <p:nvPr/>
          </p:nvSpPr>
          <p:spPr>
            <a:xfrm>
              <a:off x="936677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1328269-742F-6329-F215-8703632EB5F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92525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064F55D6-B2F1-60CB-824D-B167A9FEC9C0}"/>
                </a:ext>
              </a:extLst>
            </p:cNvPr>
            <p:cNvSpPr/>
            <p:nvPr/>
          </p:nvSpPr>
          <p:spPr>
            <a:xfrm>
              <a:off x="1626045" y="2761909"/>
              <a:ext cx="192536" cy="211046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573 w 495300"/>
                <a:gd name="connsiteY12" fmla="*/ 489254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967 w 495300"/>
                <a:gd name="connsiteY15" fmla="*/ 489254 h 542925"/>
                <a:gd name="connsiteX16" fmla="*/ 248770 w 495300"/>
                <a:gd name="connsiteY16" fmla="*/ 495921 h 542925"/>
                <a:gd name="connsiteX17" fmla="*/ 192573 w 495300"/>
                <a:gd name="connsiteY17" fmla="*/ 489254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3510" y="453059"/>
                    <a:pt x="1120" y="358761"/>
                    <a:pt x="1120" y="248271"/>
                  </a:cubicBez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192573" y="489254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4"/>
                  </a:lnTo>
                  <a:cubicBezTo>
                    <a:pt x="286870" y="493064"/>
                    <a:pt x="267820" y="495921"/>
                    <a:pt x="248770" y="495921"/>
                  </a:cubicBezTo>
                  <a:cubicBezTo>
                    <a:pt x="229720" y="495921"/>
                    <a:pt x="210670" y="493064"/>
                    <a:pt x="192573" y="489254"/>
                  </a:cubicBezTo>
                  <a:close/>
                  <a:moveTo>
                    <a:pt x="248770" y="143496"/>
                  </a:moveTo>
                  <a:cubicBezTo>
                    <a:pt x="190667" y="143496"/>
                    <a:pt x="143995" y="190169"/>
                    <a:pt x="143995" y="248271"/>
                  </a:cubicBezTo>
                  <a:cubicBezTo>
                    <a:pt x="143995" y="306374"/>
                    <a:pt x="190667" y="353046"/>
                    <a:pt x="248770" y="353046"/>
                  </a:cubicBezTo>
                  <a:cubicBezTo>
                    <a:pt x="306873" y="353046"/>
                    <a:pt x="353545" y="306374"/>
                    <a:pt x="353545" y="248271"/>
                  </a:cubicBezTo>
                  <a:cubicBezTo>
                    <a:pt x="353545" y="190169"/>
                    <a:pt x="306873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60213" y="114921"/>
                    <a:pt x="353545" y="121589"/>
                    <a:pt x="353545" y="129209"/>
                  </a:cubicBezTo>
                  <a:cubicBezTo>
                    <a:pt x="353545" y="136829"/>
                    <a:pt x="360213" y="143496"/>
                    <a:pt x="367833" y="143496"/>
                  </a:cubicBezTo>
                  <a:cubicBezTo>
                    <a:pt x="375452" y="143496"/>
                    <a:pt x="382120" y="136829"/>
                    <a:pt x="382120" y="129209"/>
                  </a:cubicBezTo>
                  <a:cubicBezTo>
                    <a:pt x="382120" y="121589"/>
                    <a:pt x="375452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4428A21-4A72-AE6C-AD04-48F943DDF2CE}"/>
              </a:ext>
            </a:extLst>
          </p:cNvPr>
          <p:cNvGrpSpPr/>
          <p:nvPr/>
        </p:nvGrpSpPr>
        <p:grpSpPr>
          <a:xfrm>
            <a:off x="3684595" y="2099559"/>
            <a:ext cx="2123827" cy="3242457"/>
            <a:chOff x="2841757" y="2637644"/>
            <a:chExt cx="2123827" cy="3242457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DDCB2C03-BC96-F325-5AD2-72D5E1861157}"/>
                </a:ext>
              </a:extLst>
            </p:cNvPr>
            <p:cNvSpPr>
              <a:spLocks/>
            </p:cNvSpPr>
            <p:nvPr/>
          </p:nvSpPr>
          <p:spPr>
            <a:xfrm flipH="1">
              <a:off x="2841757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472AC13-FECF-21D4-B71C-8B4973160FE8}"/>
                </a:ext>
              </a:extLst>
            </p:cNvPr>
            <p:cNvSpPr txBox="1"/>
            <p:nvPr/>
          </p:nvSpPr>
          <p:spPr>
            <a:xfrm>
              <a:off x="2863700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{item2.desc}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D89250B-9936-F6AD-9486-9A07CE283204}"/>
                </a:ext>
              </a:extLst>
            </p:cNvPr>
            <p:cNvSpPr txBox="1"/>
            <p:nvPr/>
          </p:nvSpPr>
          <p:spPr>
            <a:xfrm>
              <a:off x="2863700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{item2.desc}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7A817685-4E8E-A9FB-E644-24617B5CC0CC}"/>
                </a:ext>
              </a:extLst>
            </p:cNvPr>
            <p:cNvSpPr/>
            <p:nvPr/>
          </p:nvSpPr>
          <p:spPr>
            <a:xfrm>
              <a:off x="3118035" y="5297427"/>
              <a:ext cx="1571274" cy="43027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8AC517D-6CA6-D85D-99F6-217BA448F86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673883" y="2637644"/>
              <a:ext cx="459577" cy="4595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87000">
                  <a:schemeClr val="accent2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7CB7AEA1-31BD-60CE-39A6-8CADE20B3796}"/>
                </a:ext>
              </a:extLst>
            </p:cNvPr>
            <p:cNvSpPr/>
            <p:nvPr/>
          </p:nvSpPr>
          <p:spPr>
            <a:xfrm>
              <a:off x="3807403" y="2765612"/>
              <a:ext cx="192536" cy="203643"/>
            </a:xfrm>
            <a:custGeom>
              <a:avLst/>
              <a:gdLst>
                <a:gd name="connsiteX0" fmla="*/ 371955 w 495300"/>
                <a:gd name="connsiteY0" fmla="*/ 621 h 523875"/>
                <a:gd name="connsiteX1" fmla="*/ 400530 w 495300"/>
                <a:gd name="connsiteY1" fmla="*/ 29196 h 523875"/>
                <a:gd name="connsiteX2" fmla="*/ 400530 w 495300"/>
                <a:gd name="connsiteY2" fmla="*/ 133971 h 523875"/>
                <a:gd name="connsiteX3" fmla="*/ 371955 w 495300"/>
                <a:gd name="connsiteY3" fmla="*/ 162546 h 523875"/>
                <a:gd name="connsiteX4" fmla="*/ 257655 w 495300"/>
                <a:gd name="connsiteY4" fmla="*/ 162546 h 523875"/>
                <a:gd name="connsiteX5" fmla="*/ 257655 w 495300"/>
                <a:gd name="connsiteY5" fmla="*/ 286371 h 523875"/>
                <a:gd name="connsiteX6" fmla="*/ 419580 w 495300"/>
                <a:gd name="connsiteY6" fmla="*/ 286371 h 523875"/>
                <a:gd name="connsiteX7" fmla="*/ 457680 w 495300"/>
                <a:gd name="connsiteY7" fmla="*/ 322566 h 523875"/>
                <a:gd name="connsiteX8" fmla="*/ 457680 w 495300"/>
                <a:gd name="connsiteY8" fmla="*/ 324471 h 523875"/>
                <a:gd name="connsiteX9" fmla="*/ 457680 w 495300"/>
                <a:gd name="connsiteY9" fmla="*/ 429246 h 523875"/>
                <a:gd name="connsiteX10" fmla="*/ 476730 w 495300"/>
                <a:gd name="connsiteY10" fmla="*/ 429246 h 523875"/>
                <a:gd name="connsiteX11" fmla="*/ 495780 w 495300"/>
                <a:gd name="connsiteY11" fmla="*/ 448296 h 523875"/>
                <a:gd name="connsiteX12" fmla="*/ 495780 w 495300"/>
                <a:gd name="connsiteY12" fmla="*/ 505446 h 523875"/>
                <a:gd name="connsiteX13" fmla="*/ 476730 w 495300"/>
                <a:gd name="connsiteY13" fmla="*/ 524496 h 523875"/>
                <a:gd name="connsiteX14" fmla="*/ 419580 w 495300"/>
                <a:gd name="connsiteY14" fmla="*/ 524496 h 523875"/>
                <a:gd name="connsiteX15" fmla="*/ 400530 w 495300"/>
                <a:gd name="connsiteY15" fmla="*/ 505446 h 523875"/>
                <a:gd name="connsiteX16" fmla="*/ 400530 w 495300"/>
                <a:gd name="connsiteY16" fmla="*/ 448296 h 523875"/>
                <a:gd name="connsiteX17" fmla="*/ 419580 w 495300"/>
                <a:gd name="connsiteY17" fmla="*/ 429246 h 523875"/>
                <a:gd name="connsiteX18" fmla="*/ 438630 w 495300"/>
                <a:gd name="connsiteY18" fmla="*/ 429246 h 523875"/>
                <a:gd name="connsiteX19" fmla="*/ 438630 w 495300"/>
                <a:gd name="connsiteY19" fmla="*/ 324471 h 523875"/>
                <a:gd name="connsiteX20" fmla="*/ 420533 w 495300"/>
                <a:gd name="connsiteY20" fmla="*/ 305421 h 523875"/>
                <a:gd name="connsiteX21" fmla="*/ 419580 w 495300"/>
                <a:gd name="connsiteY21" fmla="*/ 305421 h 523875"/>
                <a:gd name="connsiteX22" fmla="*/ 257655 w 495300"/>
                <a:gd name="connsiteY22" fmla="*/ 305421 h 523875"/>
                <a:gd name="connsiteX23" fmla="*/ 257655 w 495300"/>
                <a:gd name="connsiteY23" fmla="*/ 429246 h 523875"/>
                <a:gd name="connsiteX24" fmla="*/ 276705 w 495300"/>
                <a:gd name="connsiteY24" fmla="*/ 429246 h 523875"/>
                <a:gd name="connsiteX25" fmla="*/ 295755 w 495300"/>
                <a:gd name="connsiteY25" fmla="*/ 448296 h 523875"/>
                <a:gd name="connsiteX26" fmla="*/ 295755 w 495300"/>
                <a:gd name="connsiteY26" fmla="*/ 505446 h 523875"/>
                <a:gd name="connsiteX27" fmla="*/ 276705 w 495300"/>
                <a:gd name="connsiteY27" fmla="*/ 524496 h 523875"/>
                <a:gd name="connsiteX28" fmla="*/ 219555 w 495300"/>
                <a:gd name="connsiteY28" fmla="*/ 524496 h 523875"/>
                <a:gd name="connsiteX29" fmla="*/ 200505 w 495300"/>
                <a:gd name="connsiteY29" fmla="*/ 505446 h 523875"/>
                <a:gd name="connsiteX30" fmla="*/ 200505 w 495300"/>
                <a:gd name="connsiteY30" fmla="*/ 448296 h 523875"/>
                <a:gd name="connsiteX31" fmla="*/ 219555 w 495300"/>
                <a:gd name="connsiteY31" fmla="*/ 429246 h 523875"/>
                <a:gd name="connsiteX32" fmla="*/ 238605 w 495300"/>
                <a:gd name="connsiteY32" fmla="*/ 429246 h 523875"/>
                <a:gd name="connsiteX33" fmla="*/ 238605 w 495300"/>
                <a:gd name="connsiteY33" fmla="*/ 305421 h 523875"/>
                <a:gd name="connsiteX34" fmla="*/ 76680 w 495300"/>
                <a:gd name="connsiteY34" fmla="*/ 305421 h 523875"/>
                <a:gd name="connsiteX35" fmla="*/ 57630 w 495300"/>
                <a:gd name="connsiteY35" fmla="*/ 323519 h 523875"/>
                <a:gd name="connsiteX36" fmla="*/ 57630 w 495300"/>
                <a:gd name="connsiteY36" fmla="*/ 324471 h 523875"/>
                <a:gd name="connsiteX37" fmla="*/ 57630 w 495300"/>
                <a:gd name="connsiteY37" fmla="*/ 429246 h 523875"/>
                <a:gd name="connsiteX38" fmla="*/ 76680 w 495300"/>
                <a:gd name="connsiteY38" fmla="*/ 429246 h 523875"/>
                <a:gd name="connsiteX39" fmla="*/ 95730 w 495300"/>
                <a:gd name="connsiteY39" fmla="*/ 448296 h 523875"/>
                <a:gd name="connsiteX40" fmla="*/ 95730 w 495300"/>
                <a:gd name="connsiteY40" fmla="*/ 505446 h 523875"/>
                <a:gd name="connsiteX41" fmla="*/ 76680 w 495300"/>
                <a:gd name="connsiteY41" fmla="*/ 524496 h 523875"/>
                <a:gd name="connsiteX42" fmla="*/ 19530 w 495300"/>
                <a:gd name="connsiteY42" fmla="*/ 524496 h 523875"/>
                <a:gd name="connsiteX43" fmla="*/ 480 w 495300"/>
                <a:gd name="connsiteY43" fmla="*/ 505446 h 523875"/>
                <a:gd name="connsiteX44" fmla="*/ 480 w 495300"/>
                <a:gd name="connsiteY44" fmla="*/ 448296 h 523875"/>
                <a:gd name="connsiteX45" fmla="*/ 19530 w 495300"/>
                <a:gd name="connsiteY45" fmla="*/ 429246 h 523875"/>
                <a:gd name="connsiteX46" fmla="*/ 38580 w 495300"/>
                <a:gd name="connsiteY46" fmla="*/ 429246 h 523875"/>
                <a:gd name="connsiteX47" fmla="*/ 38580 w 495300"/>
                <a:gd name="connsiteY47" fmla="*/ 324471 h 523875"/>
                <a:gd name="connsiteX48" fmla="*/ 74775 w 495300"/>
                <a:gd name="connsiteY48" fmla="*/ 286371 h 523875"/>
                <a:gd name="connsiteX49" fmla="*/ 76680 w 495300"/>
                <a:gd name="connsiteY49" fmla="*/ 286371 h 523875"/>
                <a:gd name="connsiteX50" fmla="*/ 238605 w 495300"/>
                <a:gd name="connsiteY50" fmla="*/ 286371 h 523875"/>
                <a:gd name="connsiteX51" fmla="*/ 238605 w 495300"/>
                <a:gd name="connsiteY51" fmla="*/ 162546 h 523875"/>
                <a:gd name="connsiteX52" fmla="*/ 124305 w 495300"/>
                <a:gd name="connsiteY52" fmla="*/ 162546 h 523875"/>
                <a:gd name="connsiteX53" fmla="*/ 95730 w 495300"/>
                <a:gd name="connsiteY53" fmla="*/ 133971 h 523875"/>
                <a:gd name="connsiteX54" fmla="*/ 95730 w 495300"/>
                <a:gd name="connsiteY54" fmla="*/ 29196 h 523875"/>
                <a:gd name="connsiteX55" fmla="*/ 124305 w 495300"/>
                <a:gd name="connsiteY55" fmla="*/ 621 h 523875"/>
                <a:gd name="connsiteX56" fmla="*/ 371955 w 495300"/>
                <a:gd name="connsiteY56" fmla="*/ 621 h 523875"/>
                <a:gd name="connsiteX57" fmla="*/ 148118 w 495300"/>
                <a:gd name="connsiteY57" fmla="*/ 95871 h 523875"/>
                <a:gd name="connsiteX58" fmla="*/ 133830 w 495300"/>
                <a:gd name="connsiteY58" fmla="*/ 110159 h 523875"/>
                <a:gd name="connsiteX59" fmla="*/ 148118 w 495300"/>
                <a:gd name="connsiteY59" fmla="*/ 124446 h 523875"/>
                <a:gd name="connsiteX60" fmla="*/ 162405 w 495300"/>
                <a:gd name="connsiteY60" fmla="*/ 110159 h 523875"/>
                <a:gd name="connsiteX61" fmla="*/ 148118 w 495300"/>
                <a:gd name="connsiteY61" fmla="*/ 9587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DC89875-BA33-C7D2-3FB4-F511601E021C}"/>
              </a:ext>
            </a:extLst>
          </p:cNvPr>
          <p:cNvGrpSpPr/>
          <p:nvPr/>
        </p:nvGrpSpPr>
        <p:grpSpPr>
          <a:xfrm>
            <a:off x="6454349" y="2099559"/>
            <a:ext cx="2123827" cy="3242457"/>
            <a:chOff x="5023115" y="2637644"/>
            <a:chExt cx="2123827" cy="3242457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A450E28B-A1FF-AFFC-9DBC-4390F82A5C02}"/>
                </a:ext>
              </a:extLst>
            </p:cNvPr>
            <p:cNvSpPr>
              <a:spLocks/>
            </p:cNvSpPr>
            <p:nvPr/>
          </p:nvSpPr>
          <p:spPr>
            <a:xfrm flipH="1">
              <a:off x="5023115" y="3396977"/>
              <a:ext cx="2123827" cy="2483124"/>
            </a:xfrm>
            <a:prstGeom prst="round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381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A36E518-1FF0-0004-C83E-AD2A03CC8B3E}"/>
                </a:ext>
              </a:extLst>
            </p:cNvPr>
            <p:cNvSpPr txBox="1"/>
            <p:nvPr/>
          </p:nvSpPr>
          <p:spPr>
            <a:xfrm>
              <a:off x="5045058" y="3668605"/>
              <a:ext cx="2101881" cy="63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{item3.desc}</a:t>
              </a:r>
              <a:endParaRPr kumimoji="0" lang="de-DE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3607648-A4AC-952F-A48C-BE1AE408F662}"/>
                </a:ext>
              </a:extLst>
            </p:cNvPr>
            <p:cNvSpPr txBox="1"/>
            <p:nvPr/>
          </p:nvSpPr>
          <p:spPr>
            <a:xfrm>
              <a:off x="5045058" y="4300989"/>
              <a:ext cx="2101881" cy="835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{item3.desc}</a:t>
              </a:r>
              <a:endParaRPr kumimoji="0" lang="de-DE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1EB8CFDA-7D73-6255-9691-2B9AB989F7A4}"/>
                </a:ext>
              </a:extLst>
            </p:cNvPr>
            <p:cNvSpPr/>
            <p:nvPr/>
          </p:nvSpPr>
          <p:spPr>
            <a:xfrm>
              <a:off x="5299393" y="5297427"/>
              <a:ext cx="1571274" cy="4302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D4416B2-2A44-1A0E-4F4A-240288D47BC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855242" y="2637644"/>
              <a:ext cx="459577" cy="459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87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CECCB8BB-CE73-D357-227F-7395AB98C0EE}"/>
                </a:ext>
              </a:extLst>
            </p:cNvPr>
            <p:cNvSpPr/>
            <p:nvPr/>
          </p:nvSpPr>
          <p:spPr>
            <a:xfrm>
              <a:off x="5988763" y="2772885"/>
              <a:ext cx="192536" cy="189096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599 h 523875"/>
                <a:gd name="connsiteX30" fmla="*/ 11342 w 533400"/>
                <a:gd name="connsiteY30" fmla="*/ 175881 h 523875"/>
                <a:gd name="connsiteX31" fmla="*/ 56109 w 533400"/>
                <a:gd name="connsiteY31" fmla="*/ 127304 h 523875"/>
                <a:gd name="connsiteX32" fmla="*/ 8373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957" y="276846"/>
                    <a:pt x="372339" y="289229"/>
                    <a:pt x="372339" y="305421"/>
                  </a:cubicBezTo>
                  <a:lnTo>
                    <a:pt x="372339" y="495921"/>
                  </a:lnTo>
                  <a:cubicBezTo>
                    <a:pt x="372339" y="512114"/>
                    <a:pt x="359957" y="524496"/>
                    <a:pt x="343764" y="524496"/>
                  </a:cubicBezTo>
                  <a:lnTo>
                    <a:pt x="191364" y="524496"/>
                  </a:lnTo>
                  <a:cubicBezTo>
                    <a:pt x="175171" y="524496"/>
                    <a:pt x="162789" y="512114"/>
                    <a:pt x="162789" y="495921"/>
                  </a:cubicBezTo>
                  <a:lnTo>
                    <a:pt x="162789" y="305421"/>
                  </a:lnTo>
                  <a:cubicBezTo>
                    <a:pt x="162789" y="289229"/>
                    <a:pt x="175171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4924"/>
                    <a:pt x="159932" y="152069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292" y="153021"/>
                    <a:pt x="390436" y="13682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882" y="114921"/>
                    <a:pt x="534264" y="127304"/>
                    <a:pt x="534264" y="143496"/>
                  </a:cubicBezTo>
                  <a:lnTo>
                    <a:pt x="534264" y="381621"/>
                  </a:lnTo>
                  <a:cubicBezTo>
                    <a:pt x="534264" y="397814"/>
                    <a:pt x="521882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894"/>
                    <a:pt x="375196" y="258749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836" y="257796"/>
                    <a:pt x="144692" y="273989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246" y="410196"/>
                    <a:pt x="864" y="397814"/>
                    <a:pt x="864" y="381621"/>
                  </a:cubicBezTo>
                  <a:lnTo>
                    <a:pt x="864" y="201599"/>
                  </a:lnTo>
                  <a:cubicBezTo>
                    <a:pt x="864" y="192074"/>
                    <a:pt x="4674" y="182549"/>
                    <a:pt x="11342" y="175881"/>
                  </a:cubicBezTo>
                  <a:lnTo>
                    <a:pt x="56109" y="127304"/>
                  </a:lnTo>
                  <a:cubicBezTo>
                    <a:pt x="63729" y="119684"/>
                    <a:pt x="73254" y="114921"/>
                    <a:pt x="8373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5207" y="172071"/>
                    <a:pt x="448539" y="178739"/>
                    <a:pt x="448539" y="186359"/>
                  </a:cubicBezTo>
                  <a:cubicBezTo>
                    <a:pt x="448539" y="193979"/>
                    <a:pt x="455207" y="200646"/>
                    <a:pt x="462827" y="200646"/>
                  </a:cubicBezTo>
                  <a:cubicBezTo>
                    <a:pt x="470446" y="200646"/>
                    <a:pt x="477114" y="193979"/>
                    <a:pt x="477114" y="186359"/>
                  </a:cubicBezTo>
                  <a:cubicBezTo>
                    <a:pt x="477114" y="178739"/>
                    <a:pt x="470446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957" y="621"/>
                    <a:pt x="372339" y="13004"/>
                    <a:pt x="372339" y="29196"/>
                  </a:cubicBezTo>
                  <a:lnTo>
                    <a:pt x="372339" y="105396"/>
                  </a:lnTo>
                  <a:cubicBezTo>
                    <a:pt x="372339" y="121589"/>
                    <a:pt x="359957" y="133971"/>
                    <a:pt x="343764" y="133971"/>
                  </a:cubicBezTo>
                  <a:lnTo>
                    <a:pt x="191364" y="133971"/>
                  </a:lnTo>
                  <a:cubicBezTo>
                    <a:pt x="175171" y="133971"/>
                    <a:pt x="162789" y="121589"/>
                    <a:pt x="162789" y="105396"/>
                  </a:cubicBezTo>
                  <a:lnTo>
                    <a:pt x="162789" y="29196"/>
                  </a:lnTo>
                  <a:cubicBezTo>
                    <a:pt x="162789" y="13004"/>
                    <a:pt x="175171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18D1F35-64CE-0730-0F1D-9127D9BF1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{</a:t>
            </a:r>
            <a:r>
              <a:rPr lang="en-US" altLang="zh-CN" dirty="0" err="1"/>
              <a:t>sliderTitle</a:t>
            </a: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829AF4-C2FF-7C12-21E5-FA908486045D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list1-4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04467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AC6246EB-7BFC-68C2-2D60-7E775AAA04A7}"/>
              </a:ext>
            </a:extLst>
          </p:cNvPr>
          <p:cNvSpPr>
            <a:spLocks/>
          </p:cNvSpPr>
          <p:nvPr/>
        </p:nvSpPr>
        <p:spPr>
          <a:xfrm>
            <a:off x="660400" y="847749"/>
            <a:ext cx="10827317" cy="100905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rmAutofit/>
          </a:bodyPr>
          <a:lstStyle/>
          <a:p>
            <a:pPr algn="ctr">
              <a:buSzPct val="25000"/>
            </a:pPr>
            <a:r>
              <a:rPr lang="en-US" altLang="zh-CN" sz="2400" b="1" dirty="0">
                <a:solidFill>
                  <a:schemeClr val="tx1"/>
                </a:solidFill>
              </a:rPr>
              <a:t>{</a:t>
            </a:r>
            <a:r>
              <a:rPr lang="en-US" altLang="zh-CN" sz="2400" b="1" dirty="0" err="1">
                <a:solidFill>
                  <a:schemeClr val="tx1"/>
                </a:solidFill>
              </a:rPr>
              <a:t>sliderSubTitle</a:t>
            </a:r>
            <a:r>
              <a:rPr lang="en-US" altLang="zh-CN" sz="2400" b="1" dirty="0">
                <a:solidFill>
                  <a:schemeClr val="tx1"/>
                </a:solidFill>
              </a:rPr>
              <a:t>}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EB186A3-1074-BCBF-8379-B64289AC2BAA}"/>
              </a:ext>
            </a:extLst>
          </p:cNvPr>
          <p:cNvGrpSpPr/>
          <p:nvPr/>
        </p:nvGrpSpPr>
        <p:grpSpPr>
          <a:xfrm>
            <a:off x="1399350" y="2311638"/>
            <a:ext cx="9393301" cy="3242457"/>
            <a:chOff x="1399350" y="2311638"/>
            <a:chExt cx="9393301" cy="324245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B5DF447-942E-3609-DB82-2DB9BED778CD}"/>
                </a:ext>
              </a:extLst>
            </p:cNvPr>
            <p:cNvGrpSpPr/>
            <p:nvPr/>
          </p:nvGrpSpPr>
          <p:grpSpPr>
            <a:xfrm>
              <a:off x="1399350" y="2311638"/>
              <a:ext cx="2123827" cy="3242457"/>
              <a:chOff x="660399" y="2637644"/>
              <a:chExt cx="2123827" cy="3242457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B498DA0E-1BCD-A1CC-7CEC-062D3696098E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60399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543DCFC-AC55-92AD-3CFC-9CD191F0ECF6}"/>
                  </a:ext>
                </a:extLst>
              </p:cNvPr>
              <p:cNvSpPr txBox="1"/>
              <p:nvPr/>
            </p:nvSpPr>
            <p:spPr>
              <a:xfrm>
                <a:off x="682340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{item1}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470C02FC-94BA-6176-AC74-D7D161028BE5}"/>
                  </a:ext>
                </a:extLst>
              </p:cNvPr>
              <p:cNvSpPr txBox="1"/>
              <p:nvPr/>
            </p:nvSpPr>
            <p:spPr>
              <a:xfrm>
                <a:off x="682342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hezeling1 desc...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85ABAC89-1B4F-EACF-452F-AAF331857666}"/>
                  </a:ext>
                </a:extLst>
              </p:cNvPr>
              <p:cNvSpPr/>
              <p:nvPr/>
            </p:nvSpPr>
            <p:spPr>
              <a:xfrm>
                <a:off x="936677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01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A79F6DB-D4F0-C3E6-9804-FF0B8CF0FE8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492525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3C4DF621-2865-DA7A-CE41-39ABFC627C39}"/>
                  </a:ext>
                </a:extLst>
              </p:cNvPr>
              <p:cNvSpPr/>
              <p:nvPr/>
            </p:nvSpPr>
            <p:spPr>
              <a:xfrm>
                <a:off x="1626045" y="2761909"/>
                <a:ext cx="192536" cy="211046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8348743-1C1F-11F0-39DD-46DF05CC1589}"/>
                </a:ext>
              </a:extLst>
            </p:cNvPr>
            <p:cNvGrpSpPr/>
            <p:nvPr/>
          </p:nvGrpSpPr>
          <p:grpSpPr>
            <a:xfrm>
              <a:off x="5034087" y="2311638"/>
              <a:ext cx="2123827" cy="3242457"/>
              <a:chOff x="2841757" y="2637644"/>
              <a:chExt cx="2123827" cy="3242457"/>
            </a:xfrm>
          </p:grpSpPr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1D20F8EA-9897-1FC8-58C4-77832816B40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841757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2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D2C0CB2-2BB3-D553-AC82-50EEB4CD9444}"/>
                  </a:ext>
                </a:extLst>
              </p:cNvPr>
              <p:cNvSpPr txBox="1"/>
              <p:nvPr/>
            </p:nvSpPr>
            <p:spPr>
              <a:xfrm>
                <a:off x="2863700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{item2.desc}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56E38DA-B2CE-7287-2749-7F134BDB3629}"/>
                  </a:ext>
                </a:extLst>
              </p:cNvPr>
              <p:cNvSpPr txBox="1"/>
              <p:nvPr/>
            </p:nvSpPr>
            <p:spPr>
              <a:xfrm>
                <a:off x="2863700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{item2.desc}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4F96C0F8-A510-9FF1-7B3B-6618B19A3B35}"/>
                  </a:ext>
                </a:extLst>
              </p:cNvPr>
              <p:cNvSpPr/>
              <p:nvPr/>
            </p:nvSpPr>
            <p:spPr>
              <a:xfrm>
                <a:off x="3118035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02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3E1182B-0FB4-1EA9-384C-76DFFF727AB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3673883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7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42A48360-A538-11BF-B831-4D9D951E7ED2}"/>
                  </a:ext>
                </a:extLst>
              </p:cNvPr>
              <p:cNvSpPr/>
              <p:nvPr/>
            </p:nvSpPr>
            <p:spPr>
              <a:xfrm>
                <a:off x="3807403" y="2765612"/>
                <a:ext cx="192536" cy="203643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108F86D-86EB-40D4-C25F-50846B797D28}"/>
                </a:ext>
              </a:extLst>
            </p:cNvPr>
            <p:cNvGrpSpPr/>
            <p:nvPr/>
          </p:nvGrpSpPr>
          <p:grpSpPr>
            <a:xfrm>
              <a:off x="8668824" y="2311638"/>
              <a:ext cx="2123827" cy="3242457"/>
              <a:chOff x="5023115" y="2637644"/>
              <a:chExt cx="2123827" cy="3242457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0E9B62E5-7C72-A696-4F79-0EEEF3F55CC5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023115" y="3396977"/>
                <a:ext cx="2123827" cy="2483124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381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EA640E9-2F8F-E88B-4668-F3297739333F}"/>
                  </a:ext>
                </a:extLst>
              </p:cNvPr>
              <p:cNvSpPr txBox="1"/>
              <p:nvPr/>
            </p:nvSpPr>
            <p:spPr>
              <a:xfrm>
                <a:off x="5045058" y="3668605"/>
                <a:ext cx="2101881" cy="632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{item3.desc}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596E8FF-7F28-C9FC-F29C-9F175083BB7B}"/>
                  </a:ext>
                </a:extLst>
              </p:cNvPr>
              <p:cNvSpPr txBox="1"/>
              <p:nvPr/>
            </p:nvSpPr>
            <p:spPr>
              <a:xfrm>
                <a:off x="5045058" y="4300989"/>
                <a:ext cx="2101881" cy="835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{item3.desc}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87A4EB75-640F-010D-8631-803EBA988BEB}"/>
                  </a:ext>
                </a:extLst>
              </p:cNvPr>
              <p:cNvSpPr/>
              <p:nvPr/>
            </p:nvSpPr>
            <p:spPr>
              <a:xfrm>
                <a:off x="5299393" y="5297427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03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7C37569-65DB-7C0A-D4ED-922332446EDC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855242" y="263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7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 fontScale="77500" lnSpcReduction="20000"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BA082CE6-DA76-3E29-4C2E-AB807906835D}"/>
                  </a:ext>
                </a:extLst>
              </p:cNvPr>
              <p:cNvSpPr/>
              <p:nvPr/>
            </p:nvSpPr>
            <p:spPr>
              <a:xfrm>
                <a:off x="5988763" y="2772885"/>
                <a:ext cx="192536" cy="189096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30E62AD-99EC-360E-6CDD-AF5B36AE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{</a:t>
            </a:r>
            <a:r>
              <a:rPr lang="en-US" altLang="zh-CN" dirty="0" err="1"/>
              <a:t>sliderTitle</a:t>
            </a: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592C20-3712-2FBE-3E22-DFFFD6204000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list1-3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69522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D287E-90F5-9E65-A066-1606FA76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80B7457D-6D13-3534-AF73-DB265080E884}"/>
              </a:ext>
            </a:extLst>
          </p:cNvPr>
          <p:cNvGrpSpPr/>
          <p:nvPr/>
        </p:nvGrpSpPr>
        <p:grpSpPr>
          <a:xfrm>
            <a:off x="0" y="1130300"/>
            <a:ext cx="12192000" cy="5003804"/>
            <a:chOff x="0" y="1130299"/>
            <a:chExt cx="12192000" cy="5003804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E69B595-94BF-FC68-E3D5-E1E58B1FE0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33213"/>
              <a:ext cx="12192000" cy="0"/>
            </a:xfrm>
            <a:prstGeom prst="line">
              <a:avLst/>
            </a:prstGeom>
            <a:ln w="25400">
              <a:solidFill>
                <a:schemeClr val="accent1">
                  <a:alpha val="50000"/>
                </a:schemeClr>
              </a:solidFill>
              <a:headEnd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34C19E4-DDF4-86B6-1D53-52FD45E6D90F}"/>
                </a:ext>
              </a:extLst>
            </p:cNvPr>
            <p:cNvGrpSpPr/>
            <p:nvPr/>
          </p:nvGrpSpPr>
          <p:grpSpPr>
            <a:xfrm>
              <a:off x="671361" y="2176615"/>
              <a:ext cx="2123832" cy="3957486"/>
              <a:chOff x="671361" y="2176615"/>
              <a:chExt cx="2123832" cy="3957486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739E627E-F4C2-C2CA-E418-4F295C49AA91}"/>
                  </a:ext>
                </a:extLst>
              </p:cNvPr>
              <p:cNvCxnSpPr>
                <a:cxnSpLocks/>
                <a:endCxn id="53" idx="0"/>
              </p:cNvCxnSpPr>
              <p:nvPr/>
            </p:nvCxnSpPr>
            <p:spPr>
              <a:xfrm flipH="1">
                <a:off x="1733283" y="2828581"/>
                <a:ext cx="3577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5D8BA3B0-E59F-5705-EE9C-64CAB930F84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71361" y="2176615"/>
                <a:ext cx="2123832" cy="3957486"/>
                <a:chOff x="4841900" y="138860"/>
                <a:chExt cx="2495488" cy="4650019"/>
              </a:xfrm>
            </p:grpSpPr>
            <p:sp>
              <p:nvSpPr>
                <p:cNvPr id="49" name="矩形: 圆角 48">
                  <a:extLst>
                    <a:ext uri="{FF2B5EF4-FFF2-40B4-BE49-F238E27FC236}">
                      <a16:creationId xmlns:a16="http://schemas.microsoft.com/office/drawing/2014/main" id="{257DBD31-776F-D1BD-08D2-E4B32FE02CAC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34C444F-A954-B930-3510-1F0E2D07BC00}"/>
                    </a:ext>
                  </a:extLst>
                </p:cNvPr>
                <p:cNvSpPr txBox="1"/>
                <p:nvPr/>
              </p:nvSpPr>
              <p:spPr>
                <a:xfrm>
                  <a:off x="4841900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hezeling1 desc...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69A30E2-3401-C5DD-6682-B3D7F5136B30}"/>
                    </a:ext>
                  </a:extLst>
                </p:cNvPr>
                <p:cNvSpPr txBox="1"/>
                <p:nvPr/>
              </p:nvSpPr>
              <p:spPr>
                <a:xfrm>
                  <a:off x="4841904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hezeling1 desc...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52" name="箭头: V 形 51">
                  <a:extLst>
                    <a:ext uri="{FF2B5EF4-FFF2-40B4-BE49-F238E27FC236}">
                      <a16:creationId xmlns:a16="http://schemas.microsoft.com/office/drawing/2014/main" id="{0DBCD95A-6D33-0388-E165-88BD7B8186BC}"/>
                    </a:ext>
                  </a:extLst>
                </p:cNvPr>
                <p:cNvSpPr/>
                <p:nvPr/>
              </p:nvSpPr>
              <p:spPr>
                <a:xfrm>
                  <a:off x="4981387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01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206AD132-4C82-FB9D-0E7C-4BB3920DBCBB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63E90737-EF50-7D59-4765-7F0AC64F5526}"/>
                    </a:ext>
                  </a:extLst>
                </p:cNvPr>
                <p:cNvSpPr/>
                <p:nvPr/>
              </p:nvSpPr>
              <p:spPr>
                <a:xfrm>
                  <a:off x="5976535" y="1631403"/>
                  <a:ext cx="226228" cy="247978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4017 w 495300"/>
                    <a:gd name="connsiteY2" fmla="*/ 484491 h 542925"/>
                    <a:gd name="connsiteX3" fmla="*/ 346877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663 w 495300"/>
                    <a:gd name="connsiteY8" fmla="*/ 524496 h 542925"/>
                    <a:gd name="connsiteX9" fmla="*/ 173523 w 495300"/>
                    <a:gd name="connsiteY9" fmla="*/ 484491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573 w 495300"/>
                    <a:gd name="connsiteY12" fmla="*/ 489254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967 w 495300"/>
                    <a:gd name="connsiteY15" fmla="*/ 489254 h 542925"/>
                    <a:gd name="connsiteX16" fmla="*/ 248770 w 495300"/>
                    <a:gd name="connsiteY16" fmla="*/ 495921 h 542925"/>
                    <a:gd name="connsiteX17" fmla="*/ 192573 w 495300"/>
                    <a:gd name="connsiteY17" fmla="*/ 489254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930" y="621"/>
                        <a:pt x="496420" y="111111"/>
                        <a:pt x="496420" y="248271"/>
                      </a:cubicBezTo>
                      <a:cubicBezTo>
                        <a:pt x="496420" y="358761"/>
                        <a:pt x="424030" y="452106"/>
                        <a:pt x="324017" y="484491"/>
                      </a:cubicBezTo>
                      <a:lnTo>
                        <a:pt x="346877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663" y="524496"/>
                      </a:lnTo>
                      <a:lnTo>
                        <a:pt x="173523" y="484491"/>
                      </a:lnTo>
                      <a:cubicBezTo>
                        <a:pt x="73510" y="453059"/>
                        <a:pt x="1120" y="358761"/>
                        <a:pt x="1120" y="248271"/>
                      </a:cubicBezTo>
                      <a:cubicBezTo>
                        <a:pt x="1120" y="111111"/>
                        <a:pt x="111610" y="621"/>
                        <a:pt x="248770" y="621"/>
                      </a:cubicBezTo>
                      <a:close/>
                      <a:moveTo>
                        <a:pt x="192573" y="489254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967" y="489254"/>
                      </a:lnTo>
                      <a:cubicBezTo>
                        <a:pt x="286870" y="493064"/>
                        <a:pt x="267820" y="495921"/>
                        <a:pt x="248770" y="495921"/>
                      </a:cubicBezTo>
                      <a:cubicBezTo>
                        <a:pt x="229720" y="495921"/>
                        <a:pt x="210670" y="493064"/>
                        <a:pt x="192573" y="489254"/>
                      </a:cubicBezTo>
                      <a:close/>
                      <a:moveTo>
                        <a:pt x="248770" y="143496"/>
                      </a:moveTo>
                      <a:cubicBezTo>
                        <a:pt x="190667" y="143496"/>
                        <a:pt x="143995" y="190169"/>
                        <a:pt x="143995" y="248271"/>
                      </a:cubicBezTo>
                      <a:cubicBezTo>
                        <a:pt x="143995" y="306374"/>
                        <a:pt x="190667" y="353046"/>
                        <a:pt x="248770" y="353046"/>
                      </a:cubicBezTo>
                      <a:cubicBezTo>
                        <a:pt x="306873" y="353046"/>
                        <a:pt x="353545" y="306374"/>
                        <a:pt x="353545" y="248271"/>
                      </a:cubicBezTo>
                      <a:cubicBezTo>
                        <a:pt x="353545" y="190169"/>
                        <a:pt x="306873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60213" y="114921"/>
                        <a:pt x="353545" y="121589"/>
                        <a:pt x="353545" y="129209"/>
                      </a:cubicBezTo>
                      <a:cubicBezTo>
                        <a:pt x="353545" y="136829"/>
                        <a:pt x="360213" y="143496"/>
                        <a:pt x="367833" y="143496"/>
                      </a:cubicBezTo>
                      <a:cubicBezTo>
                        <a:pt x="375452" y="143496"/>
                        <a:pt x="382120" y="136829"/>
                        <a:pt x="382120" y="129209"/>
                      </a:cubicBezTo>
                      <a:cubicBezTo>
                        <a:pt x="382120" y="121589"/>
                        <a:pt x="375452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7909665-513B-A610-FD3D-25F70F8AD136}"/>
                </a:ext>
              </a:extLst>
            </p:cNvPr>
            <p:cNvGrpSpPr/>
            <p:nvPr/>
          </p:nvGrpSpPr>
          <p:grpSpPr>
            <a:xfrm>
              <a:off x="2852722" y="2176615"/>
              <a:ext cx="2123830" cy="3957486"/>
              <a:chOff x="2852722" y="2176615"/>
              <a:chExt cx="2123830" cy="3957486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D288D8B7-223A-8277-0CF1-37DD1C80046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852722" y="2176615"/>
                <a:ext cx="2123830" cy="3957486"/>
                <a:chOff x="4841903" y="138860"/>
                <a:chExt cx="2495485" cy="4650019"/>
              </a:xfrm>
            </p:grpSpPr>
            <p:sp>
              <p:nvSpPr>
                <p:cNvPr id="41" name="矩形: 圆角 40">
                  <a:extLst>
                    <a:ext uri="{FF2B5EF4-FFF2-40B4-BE49-F238E27FC236}">
                      <a16:creationId xmlns:a16="http://schemas.microsoft.com/office/drawing/2014/main" id="{7704053C-DCBA-7574-955D-79BDDFA01EDF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4841906" y="1866485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B062FF7-F1FA-28D8-9AFE-7BC1DC1A8091}"/>
                    </a:ext>
                  </a:extLst>
                </p:cNvPr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{item2.desc}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5CC2469-A6A5-976A-7E7E-7388CD80A1FC}"/>
                    </a:ext>
                  </a:extLst>
                </p:cNvPr>
                <p:cNvSpPr txBox="1"/>
                <p:nvPr/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{item2.desc}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箭头: V 形 43">
                  <a:extLst>
                    <a:ext uri="{FF2B5EF4-FFF2-40B4-BE49-F238E27FC236}">
                      <a16:creationId xmlns:a16="http://schemas.microsoft.com/office/drawing/2014/main" id="{52688F19-CA0F-6822-E281-195729945E69}"/>
                    </a:ext>
                  </a:extLst>
                </p:cNvPr>
                <p:cNvSpPr/>
                <p:nvPr/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02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CC925D2-E502-D3A8-C3DB-29CDE4D8121B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5819650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09E2A6C3-4BFD-2638-AC2E-D204D948BF39}"/>
                    </a:ext>
                  </a:extLst>
                </p:cNvPr>
                <p:cNvSpPr/>
                <p:nvPr/>
              </p:nvSpPr>
              <p:spPr>
                <a:xfrm>
                  <a:off x="5976535" y="1635754"/>
                  <a:ext cx="226228" cy="239279"/>
                </a:xfrm>
                <a:custGeom>
                  <a:avLst/>
                  <a:gdLst>
                    <a:gd name="connsiteX0" fmla="*/ 371955 w 495300"/>
                    <a:gd name="connsiteY0" fmla="*/ 621 h 523875"/>
                    <a:gd name="connsiteX1" fmla="*/ 400530 w 495300"/>
                    <a:gd name="connsiteY1" fmla="*/ 29196 h 523875"/>
                    <a:gd name="connsiteX2" fmla="*/ 400530 w 495300"/>
                    <a:gd name="connsiteY2" fmla="*/ 133971 h 523875"/>
                    <a:gd name="connsiteX3" fmla="*/ 371955 w 495300"/>
                    <a:gd name="connsiteY3" fmla="*/ 162546 h 523875"/>
                    <a:gd name="connsiteX4" fmla="*/ 257655 w 495300"/>
                    <a:gd name="connsiteY4" fmla="*/ 162546 h 523875"/>
                    <a:gd name="connsiteX5" fmla="*/ 257655 w 495300"/>
                    <a:gd name="connsiteY5" fmla="*/ 286371 h 523875"/>
                    <a:gd name="connsiteX6" fmla="*/ 419580 w 495300"/>
                    <a:gd name="connsiteY6" fmla="*/ 286371 h 523875"/>
                    <a:gd name="connsiteX7" fmla="*/ 457680 w 495300"/>
                    <a:gd name="connsiteY7" fmla="*/ 322566 h 523875"/>
                    <a:gd name="connsiteX8" fmla="*/ 457680 w 495300"/>
                    <a:gd name="connsiteY8" fmla="*/ 324471 h 523875"/>
                    <a:gd name="connsiteX9" fmla="*/ 457680 w 495300"/>
                    <a:gd name="connsiteY9" fmla="*/ 429246 h 523875"/>
                    <a:gd name="connsiteX10" fmla="*/ 476730 w 495300"/>
                    <a:gd name="connsiteY10" fmla="*/ 429246 h 523875"/>
                    <a:gd name="connsiteX11" fmla="*/ 495780 w 495300"/>
                    <a:gd name="connsiteY11" fmla="*/ 448296 h 523875"/>
                    <a:gd name="connsiteX12" fmla="*/ 495780 w 495300"/>
                    <a:gd name="connsiteY12" fmla="*/ 505446 h 523875"/>
                    <a:gd name="connsiteX13" fmla="*/ 476730 w 495300"/>
                    <a:gd name="connsiteY13" fmla="*/ 524496 h 523875"/>
                    <a:gd name="connsiteX14" fmla="*/ 419580 w 495300"/>
                    <a:gd name="connsiteY14" fmla="*/ 524496 h 523875"/>
                    <a:gd name="connsiteX15" fmla="*/ 400530 w 495300"/>
                    <a:gd name="connsiteY15" fmla="*/ 505446 h 523875"/>
                    <a:gd name="connsiteX16" fmla="*/ 400530 w 495300"/>
                    <a:gd name="connsiteY16" fmla="*/ 448296 h 523875"/>
                    <a:gd name="connsiteX17" fmla="*/ 419580 w 495300"/>
                    <a:gd name="connsiteY17" fmla="*/ 429246 h 523875"/>
                    <a:gd name="connsiteX18" fmla="*/ 438630 w 495300"/>
                    <a:gd name="connsiteY18" fmla="*/ 429246 h 523875"/>
                    <a:gd name="connsiteX19" fmla="*/ 438630 w 495300"/>
                    <a:gd name="connsiteY19" fmla="*/ 324471 h 523875"/>
                    <a:gd name="connsiteX20" fmla="*/ 420533 w 495300"/>
                    <a:gd name="connsiteY20" fmla="*/ 305421 h 523875"/>
                    <a:gd name="connsiteX21" fmla="*/ 419580 w 495300"/>
                    <a:gd name="connsiteY21" fmla="*/ 305421 h 523875"/>
                    <a:gd name="connsiteX22" fmla="*/ 257655 w 495300"/>
                    <a:gd name="connsiteY22" fmla="*/ 305421 h 523875"/>
                    <a:gd name="connsiteX23" fmla="*/ 257655 w 495300"/>
                    <a:gd name="connsiteY23" fmla="*/ 429246 h 523875"/>
                    <a:gd name="connsiteX24" fmla="*/ 276705 w 495300"/>
                    <a:gd name="connsiteY24" fmla="*/ 429246 h 523875"/>
                    <a:gd name="connsiteX25" fmla="*/ 295755 w 495300"/>
                    <a:gd name="connsiteY25" fmla="*/ 448296 h 523875"/>
                    <a:gd name="connsiteX26" fmla="*/ 295755 w 495300"/>
                    <a:gd name="connsiteY26" fmla="*/ 505446 h 523875"/>
                    <a:gd name="connsiteX27" fmla="*/ 276705 w 495300"/>
                    <a:gd name="connsiteY27" fmla="*/ 524496 h 523875"/>
                    <a:gd name="connsiteX28" fmla="*/ 219555 w 495300"/>
                    <a:gd name="connsiteY28" fmla="*/ 524496 h 523875"/>
                    <a:gd name="connsiteX29" fmla="*/ 200505 w 495300"/>
                    <a:gd name="connsiteY29" fmla="*/ 505446 h 523875"/>
                    <a:gd name="connsiteX30" fmla="*/ 200505 w 495300"/>
                    <a:gd name="connsiteY30" fmla="*/ 448296 h 523875"/>
                    <a:gd name="connsiteX31" fmla="*/ 219555 w 495300"/>
                    <a:gd name="connsiteY31" fmla="*/ 429246 h 523875"/>
                    <a:gd name="connsiteX32" fmla="*/ 238605 w 495300"/>
                    <a:gd name="connsiteY32" fmla="*/ 429246 h 523875"/>
                    <a:gd name="connsiteX33" fmla="*/ 238605 w 495300"/>
                    <a:gd name="connsiteY33" fmla="*/ 305421 h 523875"/>
                    <a:gd name="connsiteX34" fmla="*/ 76680 w 495300"/>
                    <a:gd name="connsiteY34" fmla="*/ 305421 h 523875"/>
                    <a:gd name="connsiteX35" fmla="*/ 57630 w 495300"/>
                    <a:gd name="connsiteY35" fmla="*/ 323519 h 523875"/>
                    <a:gd name="connsiteX36" fmla="*/ 57630 w 495300"/>
                    <a:gd name="connsiteY36" fmla="*/ 324471 h 523875"/>
                    <a:gd name="connsiteX37" fmla="*/ 57630 w 495300"/>
                    <a:gd name="connsiteY37" fmla="*/ 429246 h 523875"/>
                    <a:gd name="connsiteX38" fmla="*/ 76680 w 495300"/>
                    <a:gd name="connsiteY38" fmla="*/ 429246 h 523875"/>
                    <a:gd name="connsiteX39" fmla="*/ 95730 w 495300"/>
                    <a:gd name="connsiteY39" fmla="*/ 448296 h 523875"/>
                    <a:gd name="connsiteX40" fmla="*/ 95730 w 495300"/>
                    <a:gd name="connsiteY40" fmla="*/ 505446 h 523875"/>
                    <a:gd name="connsiteX41" fmla="*/ 76680 w 495300"/>
                    <a:gd name="connsiteY41" fmla="*/ 524496 h 523875"/>
                    <a:gd name="connsiteX42" fmla="*/ 19530 w 495300"/>
                    <a:gd name="connsiteY42" fmla="*/ 524496 h 523875"/>
                    <a:gd name="connsiteX43" fmla="*/ 480 w 495300"/>
                    <a:gd name="connsiteY43" fmla="*/ 505446 h 523875"/>
                    <a:gd name="connsiteX44" fmla="*/ 480 w 495300"/>
                    <a:gd name="connsiteY44" fmla="*/ 448296 h 523875"/>
                    <a:gd name="connsiteX45" fmla="*/ 19530 w 495300"/>
                    <a:gd name="connsiteY45" fmla="*/ 429246 h 523875"/>
                    <a:gd name="connsiteX46" fmla="*/ 38580 w 495300"/>
                    <a:gd name="connsiteY46" fmla="*/ 429246 h 523875"/>
                    <a:gd name="connsiteX47" fmla="*/ 38580 w 495300"/>
                    <a:gd name="connsiteY47" fmla="*/ 324471 h 523875"/>
                    <a:gd name="connsiteX48" fmla="*/ 74775 w 495300"/>
                    <a:gd name="connsiteY48" fmla="*/ 286371 h 523875"/>
                    <a:gd name="connsiteX49" fmla="*/ 76680 w 495300"/>
                    <a:gd name="connsiteY49" fmla="*/ 286371 h 523875"/>
                    <a:gd name="connsiteX50" fmla="*/ 238605 w 495300"/>
                    <a:gd name="connsiteY50" fmla="*/ 286371 h 523875"/>
                    <a:gd name="connsiteX51" fmla="*/ 238605 w 495300"/>
                    <a:gd name="connsiteY51" fmla="*/ 162546 h 523875"/>
                    <a:gd name="connsiteX52" fmla="*/ 124305 w 495300"/>
                    <a:gd name="connsiteY52" fmla="*/ 162546 h 523875"/>
                    <a:gd name="connsiteX53" fmla="*/ 95730 w 495300"/>
                    <a:gd name="connsiteY53" fmla="*/ 133971 h 523875"/>
                    <a:gd name="connsiteX54" fmla="*/ 95730 w 495300"/>
                    <a:gd name="connsiteY54" fmla="*/ 29196 h 523875"/>
                    <a:gd name="connsiteX55" fmla="*/ 124305 w 495300"/>
                    <a:gd name="connsiteY55" fmla="*/ 621 h 523875"/>
                    <a:gd name="connsiteX56" fmla="*/ 371955 w 495300"/>
                    <a:gd name="connsiteY56" fmla="*/ 621 h 523875"/>
                    <a:gd name="connsiteX57" fmla="*/ 148118 w 495300"/>
                    <a:gd name="connsiteY57" fmla="*/ 95871 h 523875"/>
                    <a:gd name="connsiteX58" fmla="*/ 133830 w 495300"/>
                    <a:gd name="connsiteY58" fmla="*/ 110159 h 523875"/>
                    <a:gd name="connsiteX59" fmla="*/ 148118 w 495300"/>
                    <a:gd name="connsiteY59" fmla="*/ 124446 h 523875"/>
                    <a:gd name="connsiteX60" fmla="*/ 162405 w 495300"/>
                    <a:gd name="connsiteY60" fmla="*/ 110159 h 523875"/>
                    <a:gd name="connsiteX61" fmla="*/ 148118 w 495300"/>
                    <a:gd name="connsiteY61" fmla="*/ 9587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495300" h="523875">
                      <a:moveTo>
                        <a:pt x="371955" y="621"/>
                      </a:moveTo>
                      <a:cubicBezTo>
                        <a:pt x="388148" y="621"/>
                        <a:pt x="400530" y="13004"/>
                        <a:pt x="400530" y="29196"/>
                      </a:cubicBezTo>
                      <a:lnTo>
                        <a:pt x="400530" y="133971"/>
                      </a:lnTo>
                      <a:cubicBezTo>
                        <a:pt x="400530" y="150164"/>
                        <a:pt x="388148" y="162546"/>
                        <a:pt x="371955" y="162546"/>
                      </a:cubicBezTo>
                      <a:lnTo>
                        <a:pt x="257655" y="162546"/>
                      </a:lnTo>
                      <a:lnTo>
                        <a:pt x="257655" y="286371"/>
                      </a:lnTo>
                      <a:lnTo>
                        <a:pt x="419580" y="286371"/>
                      </a:lnTo>
                      <a:cubicBezTo>
                        <a:pt x="439583" y="286371"/>
                        <a:pt x="456727" y="302564"/>
                        <a:pt x="457680" y="322566"/>
                      </a:cubicBezTo>
                      <a:lnTo>
                        <a:pt x="457680" y="324471"/>
                      </a:lnTo>
                      <a:lnTo>
                        <a:pt x="457680" y="429246"/>
                      </a:lnTo>
                      <a:lnTo>
                        <a:pt x="476730" y="429246"/>
                      </a:lnTo>
                      <a:cubicBezTo>
                        <a:pt x="487208" y="429246"/>
                        <a:pt x="495780" y="437819"/>
                        <a:pt x="495780" y="448296"/>
                      </a:cubicBezTo>
                      <a:lnTo>
                        <a:pt x="495780" y="505446"/>
                      </a:lnTo>
                      <a:cubicBezTo>
                        <a:pt x="495780" y="515924"/>
                        <a:pt x="487208" y="524496"/>
                        <a:pt x="476730" y="524496"/>
                      </a:cubicBezTo>
                      <a:lnTo>
                        <a:pt x="419580" y="524496"/>
                      </a:lnTo>
                      <a:cubicBezTo>
                        <a:pt x="409102" y="524496"/>
                        <a:pt x="400530" y="515924"/>
                        <a:pt x="400530" y="505446"/>
                      </a:cubicBezTo>
                      <a:lnTo>
                        <a:pt x="400530" y="448296"/>
                      </a:lnTo>
                      <a:cubicBezTo>
                        <a:pt x="400530" y="437819"/>
                        <a:pt x="409102" y="429246"/>
                        <a:pt x="419580" y="429246"/>
                      </a:cubicBezTo>
                      <a:lnTo>
                        <a:pt x="438630" y="429246"/>
                      </a:lnTo>
                      <a:lnTo>
                        <a:pt x="438630" y="324471"/>
                      </a:lnTo>
                      <a:cubicBezTo>
                        <a:pt x="438630" y="313994"/>
                        <a:pt x="431010" y="306374"/>
                        <a:pt x="420533" y="305421"/>
                      </a:cubicBezTo>
                      <a:lnTo>
                        <a:pt x="419580" y="305421"/>
                      </a:lnTo>
                      <a:lnTo>
                        <a:pt x="257655" y="305421"/>
                      </a:lnTo>
                      <a:lnTo>
                        <a:pt x="257655" y="429246"/>
                      </a:lnTo>
                      <a:lnTo>
                        <a:pt x="276705" y="429246"/>
                      </a:lnTo>
                      <a:cubicBezTo>
                        <a:pt x="287183" y="429246"/>
                        <a:pt x="295755" y="437819"/>
                        <a:pt x="295755" y="448296"/>
                      </a:cubicBezTo>
                      <a:lnTo>
                        <a:pt x="295755" y="505446"/>
                      </a:lnTo>
                      <a:cubicBezTo>
                        <a:pt x="295755" y="515924"/>
                        <a:pt x="287183" y="524496"/>
                        <a:pt x="276705" y="524496"/>
                      </a:cubicBezTo>
                      <a:lnTo>
                        <a:pt x="219555" y="524496"/>
                      </a:lnTo>
                      <a:cubicBezTo>
                        <a:pt x="209077" y="524496"/>
                        <a:pt x="200505" y="515924"/>
                        <a:pt x="200505" y="505446"/>
                      </a:cubicBezTo>
                      <a:lnTo>
                        <a:pt x="200505" y="448296"/>
                      </a:lnTo>
                      <a:cubicBezTo>
                        <a:pt x="200505" y="437819"/>
                        <a:pt x="209077" y="429246"/>
                        <a:pt x="219555" y="429246"/>
                      </a:cubicBezTo>
                      <a:lnTo>
                        <a:pt x="238605" y="429246"/>
                      </a:lnTo>
                      <a:lnTo>
                        <a:pt x="238605" y="305421"/>
                      </a:lnTo>
                      <a:lnTo>
                        <a:pt x="76680" y="305421"/>
                      </a:lnTo>
                      <a:cubicBezTo>
                        <a:pt x="66202" y="305421"/>
                        <a:pt x="58583" y="313041"/>
                        <a:pt x="57630" y="323519"/>
                      </a:cubicBezTo>
                      <a:lnTo>
                        <a:pt x="57630" y="324471"/>
                      </a:lnTo>
                      <a:lnTo>
                        <a:pt x="57630" y="429246"/>
                      </a:lnTo>
                      <a:lnTo>
                        <a:pt x="76680" y="429246"/>
                      </a:lnTo>
                      <a:cubicBezTo>
                        <a:pt x="87158" y="429246"/>
                        <a:pt x="95730" y="437819"/>
                        <a:pt x="95730" y="448296"/>
                      </a:cubicBezTo>
                      <a:lnTo>
                        <a:pt x="95730" y="505446"/>
                      </a:lnTo>
                      <a:cubicBezTo>
                        <a:pt x="95730" y="515924"/>
                        <a:pt x="87158" y="524496"/>
                        <a:pt x="76680" y="524496"/>
                      </a:cubicBezTo>
                      <a:lnTo>
                        <a:pt x="19530" y="524496"/>
                      </a:lnTo>
                      <a:cubicBezTo>
                        <a:pt x="9052" y="524496"/>
                        <a:pt x="480" y="515924"/>
                        <a:pt x="480" y="505446"/>
                      </a:cubicBezTo>
                      <a:lnTo>
                        <a:pt x="480" y="448296"/>
                      </a:lnTo>
                      <a:cubicBezTo>
                        <a:pt x="480" y="437819"/>
                        <a:pt x="9052" y="429246"/>
                        <a:pt x="19530" y="429246"/>
                      </a:cubicBezTo>
                      <a:lnTo>
                        <a:pt x="38580" y="429246"/>
                      </a:lnTo>
                      <a:lnTo>
                        <a:pt x="38580" y="324471"/>
                      </a:lnTo>
                      <a:cubicBezTo>
                        <a:pt x="38580" y="304469"/>
                        <a:pt x="54773" y="287324"/>
                        <a:pt x="74775" y="286371"/>
                      </a:cubicBezTo>
                      <a:lnTo>
                        <a:pt x="76680" y="286371"/>
                      </a:lnTo>
                      <a:lnTo>
                        <a:pt x="238605" y="286371"/>
                      </a:lnTo>
                      <a:lnTo>
                        <a:pt x="238605" y="162546"/>
                      </a:lnTo>
                      <a:lnTo>
                        <a:pt x="124305" y="162546"/>
                      </a:lnTo>
                      <a:cubicBezTo>
                        <a:pt x="108112" y="162546"/>
                        <a:pt x="95730" y="150164"/>
                        <a:pt x="95730" y="133971"/>
                      </a:cubicBezTo>
                      <a:lnTo>
                        <a:pt x="95730" y="29196"/>
                      </a:lnTo>
                      <a:cubicBezTo>
                        <a:pt x="95730" y="13004"/>
                        <a:pt x="108112" y="621"/>
                        <a:pt x="124305" y="621"/>
                      </a:cubicBezTo>
                      <a:lnTo>
                        <a:pt x="371955" y="621"/>
                      </a:lnTo>
                      <a:close/>
                      <a:moveTo>
                        <a:pt x="148118" y="95871"/>
                      </a:moveTo>
                      <a:cubicBezTo>
                        <a:pt x="140498" y="95871"/>
                        <a:pt x="133830" y="102539"/>
                        <a:pt x="133830" y="110159"/>
                      </a:cubicBezTo>
                      <a:cubicBezTo>
                        <a:pt x="133830" y="117779"/>
                        <a:pt x="140498" y="124446"/>
                        <a:pt x="148118" y="124446"/>
                      </a:cubicBezTo>
                      <a:cubicBezTo>
                        <a:pt x="155737" y="124446"/>
                        <a:pt x="162405" y="117779"/>
                        <a:pt x="162405" y="110159"/>
                      </a:cubicBezTo>
                      <a:cubicBezTo>
                        <a:pt x="162405" y="102539"/>
                        <a:pt x="155737" y="95871"/>
                        <a:pt x="148118" y="958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4B37C0D8-9EDB-39C3-07B6-91C904F2D9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1265" y="2828581"/>
                <a:ext cx="0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8FE9C19-24E1-F893-372C-AC8633B4BA11}"/>
                </a:ext>
              </a:extLst>
            </p:cNvPr>
            <p:cNvGrpSpPr/>
            <p:nvPr/>
          </p:nvGrpSpPr>
          <p:grpSpPr>
            <a:xfrm>
              <a:off x="5034080" y="2176615"/>
              <a:ext cx="2123830" cy="3957488"/>
              <a:chOff x="5034080" y="2176615"/>
              <a:chExt cx="2123830" cy="3957488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4FBC58D5-5AC3-5A32-BE32-CA55955D2D2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034080" y="2176615"/>
                <a:ext cx="2123830" cy="3957488"/>
                <a:chOff x="4841903" y="138860"/>
                <a:chExt cx="2495485" cy="4650021"/>
              </a:xfrm>
            </p:grpSpPr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30A2B586-89B9-5A71-133C-A7904EBE3110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4841906" y="1866487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6620E132-1A82-D187-1EC0-C13F0E9A7F01}"/>
                    </a:ext>
                  </a:extLst>
                </p:cNvPr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{item3.desc}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4E7AAFB6-5E95-9257-A52E-338B9361C43C}"/>
                    </a:ext>
                  </a:extLst>
                </p:cNvPr>
                <p:cNvSpPr txBox="1"/>
                <p:nvPr/>
              </p:nvSpPr>
              <p:spPr>
                <a:xfrm>
                  <a:off x="4841903" y="3080035"/>
                  <a:ext cx="2493455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{item4.desc}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箭头: V 形 35">
                  <a:extLst>
                    <a:ext uri="{FF2B5EF4-FFF2-40B4-BE49-F238E27FC236}">
                      <a16:creationId xmlns:a16="http://schemas.microsoft.com/office/drawing/2014/main" id="{46A6DE92-FA78-ECE8-955E-2E8CDC4E5AC9}"/>
                    </a:ext>
                  </a:extLst>
                </p:cNvPr>
                <p:cNvSpPr/>
                <p:nvPr/>
              </p:nvSpPr>
              <p:spPr>
                <a:xfrm>
                  <a:off x="4962200" y="138860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03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FD047F4-C4E7-BD71-2426-2476031446BA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9C7043C5-ACCB-D7C6-A5ED-7CAAB91E5B18}"/>
                    </a:ext>
                  </a:extLst>
                </p:cNvPr>
                <p:cNvSpPr/>
                <p:nvPr/>
              </p:nvSpPr>
              <p:spPr>
                <a:xfrm>
                  <a:off x="5976538" y="1644299"/>
                  <a:ext cx="226228" cy="222187"/>
                </a:xfrm>
                <a:custGeom>
                  <a:avLst/>
                  <a:gdLst>
                    <a:gd name="connsiteX0" fmla="*/ 343764 w 533400"/>
                    <a:gd name="connsiteY0" fmla="*/ 276846 h 523875"/>
                    <a:gd name="connsiteX1" fmla="*/ 372339 w 533400"/>
                    <a:gd name="connsiteY1" fmla="*/ 305421 h 523875"/>
                    <a:gd name="connsiteX2" fmla="*/ 372339 w 533400"/>
                    <a:gd name="connsiteY2" fmla="*/ 495921 h 523875"/>
                    <a:gd name="connsiteX3" fmla="*/ 343764 w 533400"/>
                    <a:gd name="connsiteY3" fmla="*/ 524496 h 523875"/>
                    <a:gd name="connsiteX4" fmla="*/ 191364 w 533400"/>
                    <a:gd name="connsiteY4" fmla="*/ 524496 h 523875"/>
                    <a:gd name="connsiteX5" fmla="*/ 162789 w 533400"/>
                    <a:gd name="connsiteY5" fmla="*/ 495921 h 523875"/>
                    <a:gd name="connsiteX6" fmla="*/ 162789 w 533400"/>
                    <a:gd name="connsiteY6" fmla="*/ 305421 h 523875"/>
                    <a:gd name="connsiteX7" fmla="*/ 191364 w 533400"/>
                    <a:gd name="connsiteY7" fmla="*/ 276846 h 523875"/>
                    <a:gd name="connsiteX8" fmla="*/ 343764 w 533400"/>
                    <a:gd name="connsiteY8" fmla="*/ 276846 h 523875"/>
                    <a:gd name="connsiteX9" fmla="*/ 143739 w 533400"/>
                    <a:gd name="connsiteY9" fmla="*/ 114921 h 523875"/>
                    <a:gd name="connsiteX10" fmla="*/ 179934 w 533400"/>
                    <a:gd name="connsiteY10" fmla="*/ 153021 h 523875"/>
                    <a:gd name="connsiteX11" fmla="*/ 181839 w 533400"/>
                    <a:gd name="connsiteY11" fmla="*/ 153021 h 523875"/>
                    <a:gd name="connsiteX12" fmla="*/ 353289 w 533400"/>
                    <a:gd name="connsiteY12" fmla="*/ 153021 h 523875"/>
                    <a:gd name="connsiteX13" fmla="*/ 391389 w 533400"/>
                    <a:gd name="connsiteY13" fmla="*/ 116826 h 523875"/>
                    <a:gd name="connsiteX14" fmla="*/ 391389 w 533400"/>
                    <a:gd name="connsiteY14" fmla="*/ 114921 h 523875"/>
                    <a:gd name="connsiteX15" fmla="*/ 505689 w 533400"/>
                    <a:gd name="connsiteY15" fmla="*/ 114921 h 523875"/>
                    <a:gd name="connsiteX16" fmla="*/ 534264 w 533400"/>
                    <a:gd name="connsiteY16" fmla="*/ 143496 h 523875"/>
                    <a:gd name="connsiteX17" fmla="*/ 534264 w 533400"/>
                    <a:gd name="connsiteY17" fmla="*/ 381621 h 523875"/>
                    <a:gd name="connsiteX18" fmla="*/ 505689 w 533400"/>
                    <a:gd name="connsiteY18" fmla="*/ 410196 h 523875"/>
                    <a:gd name="connsiteX19" fmla="*/ 391389 w 533400"/>
                    <a:gd name="connsiteY19" fmla="*/ 410196 h 523875"/>
                    <a:gd name="connsiteX20" fmla="*/ 391389 w 533400"/>
                    <a:gd name="connsiteY20" fmla="*/ 295896 h 523875"/>
                    <a:gd name="connsiteX21" fmla="*/ 355194 w 533400"/>
                    <a:gd name="connsiteY21" fmla="*/ 257796 h 523875"/>
                    <a:gd name="connsiteX22" fmla="*/ 353289 w 533400"/>
                    <a:gd name="connsiteY22" fmla="*/ 257796 h 523875"/>
                    <a:gd name="connsiteX23" fmla="*/ 181839 w 533400"/>
                    <a:gd name="connsiteY23" fmla="*/ 257796 h 523875"/>
                    <a:gd name="connsiteX24" fmla="*/ 143739 w 533400"/>
                    <a:gd name="connsiteY24" fmla="*/ 293991 h 523875"/>
                    <a:gd name="connsiteX25" fmla="*/ 143739 w 533400"/>
                    <a:gd name="connsiteY25" fmla="*/ 295896 h 523875"/>
                    <a:gd name="connsiteX26" fmla="*/ 143739 w 533400"/>
                    <a:gd name="connsiteY26" fmla="*/ 410196 h 523875"/>
                    <a:gd name="connsiteX27" fmla="*/ 29439 w 533400"/>
                    <a:gd name="connsiteY27" fmla="*/ 410196 h 523875"/>
                    <a:gd name="connsiteX28" fmla="*/ 864 w 533400"/>
                    <a:gd name="connsiteY28" fmla="*/ 381621 h 523875"/>
                    <a:gd name="connsiteX29" fmla="*/ 864 w 533400"/>
                    <a:gd name="connsiteY29" fmla="*/ 201599 h 523875"/>
                    <a:gd name="connsiteX30" fmla="*/ 11342 w 533400"/>
                    <a:gd name="connsiteY30" fmla="*/ 175881 h 523875"/>
                    <a:gd name="connsiteX31" fmla="*/ 56109 w 533400"/>
                    <a:gd name="connsiteY31" fmla="*/ 127304 h 523875"/>
                    <a:gd name="connsiteX32" fmla="*/ 83732 w 533400"/>
                    <a:gd name="connsiteY32" fmla="*/ 114921 h 523875"/>
                    <a:gd name="connsiteX33" fmla="*/ 143739 w 533400"/>
                    <a:gd name="connsiteY33" fmla="*/ 114921 h 523875"/>
                    <a:gd name="connsiteX34" fmla="*/ 462827 w 533400"/>
                    <a:gd name="connsiteY34" fmla="*/ 172071 h 523875"/>
                    <a:gd name="connsiteX35" fmla="*/ 448539 w 533400"/>
                    <a:gd name="connsiteY35" fmla="*/ 186359 h 523875"/>
                    <a:gd name="connsiteX36" fmla="*/ 462827 w 533400"/>
                    <a:gd name="connsiteY36" fmla="*/ 200646 h 523875"/>
                    <a:gd name="connsiteX37" fmla="*/ 477114 w 533400"/>
                    <a:gd name="connsiteY37" fmla="*/ 186359 h 523875"/>
                    <a:gd name="connsiteX38" fmla="*/ 462827 w 533400"/>
                    <a:gd name="connsiteY38" fmla="*/ 172071 h 523875"/>
                    <a:gd name="connsiteX39" fmla="*/ 343764 w 533400"/>
                    <a:gd name="connsiteY39" fmla="*/ 621 h 523875"/>
                    <a:gd name="connsiteX40" fmla="*/ 372339 w 533400"/>
                    <a:gd name="connsiteY40" fmla="*/ 29196 h 523875"/>
                    <a:gd name="connsiteX41" fmla="*/ 372339 w 533400"/>
                    <a:gd name="connsiteY41" fmla="*/ 105396 h 523875"/>
                    <a:gd name="connsiteX42" fmla="*/ 343764 w 533400"/>
                    <a:gd name="connsiteY42" fmla="*/ 133971 h 523875"/>
                    <a:gd name="connsiteX43" fmla="*/ 191364 w 533400"/>
                    <a:gd name="connsiteY43" fmla="*/ 133971 h 523875"/>
                    <a:gd name="connsiteX44" fmla="*/ 162789 w 533400"/>
                    <a:gd name="connsiteY44" fmla="*/ 105396 h 523875"/>
                    <a:gd name="connsiteX45" fmla="*/ 162789 w 533400"/>
                    <a:gd name="connsiteY45" fmla="*/ 29196 h 523875"/>
                    <a:gd name="connsiteX46" fmla="*/ 191364 w 533400"/>
                    <a:gd name="connsiteY46" fmla="*/ 621 h 523875"/>
                    <a:gd name="connsiteX47" fmla="*/ 343764 w 533400"/>
                    <a:gd name="connsiteY47" fmla="*/ 62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33400" h="523875">
                      <a:moveTo>
                        <a:pt x="343764" y="276846"/>
                      </a:moveTo>
                      <a:cubicBezTo>
                        <a:pt x="359957" y="276846"/>
                        <a:pt x="372339" y="289229"/>
                        <a:pt x="372339" y="305421"/>
                      </a:cubicBezTo>
                      <a:lnTo>
                        <a:pt x="372339" y="495921"/>
                      </a:lnTo>
                      <a:cubicBezTo>
                        <a:pt x="372339" y="512114"/>
                        <a:pt x="359957" y="524496"/>
                        <a:pt x="343764" y="524496"/>
                      </a:cubicBezTo>
                      <a:lnTo>
                        <a:pt x="191364" y="524496"/>
                      </a:lnTo>
                      <a:cubicBezTo>
                        <a:pt x="175171" y="524496"/>
                        <a:pt x="162789" y="512114"/>
                        <a:pt x="162789" y="495921"/>
                      </a:cubicBezTo>
                      <a:lnTo>
                        <a:pt x="162789" y="305421"/>
                      </a:lnTo>
                      <a:cubicBezTo>
                        <a:pt x="162789" y="289229"/>
                        <a:pt x="175171" y="276846"/>
                        <a:pt x="191364" y="276846"/>
                      </a:cubicBezTo>
                      <a:lnTo>
                        <a:pt x="343764" y="276846"/>
                      </a:lnTo>
                      <a:close/>
                      <a:moveTo>
                        <a:pt x="143739" y="114921"/>
                      </a:moveTo>
                      <a:cubicBezTo>
                        <a:pt x="143739" y="134924"/>
                        <a:pt x="159932" y="152069"/>
                        <a:pt x="179934" y="153021"/>
                      </a:cubicBezTo>
                      <a:lnTo>
                        <a:pt x="181839" y="153021"/>
                      </a:lnTo>
                      <a:lnTo>
                        <a:pt x="353289" y="153021"/>
                      </a:lnTo>
                      <a:cubicBezTo>
                        <a:pt x="373292" y="153021"/>
                        <a:pt x="390436" y="136829"/>
                        <a:pt x="391389" y="116826"/>
                      </a:cubicBezTo>
                      <a:lnTo>
                        <a:pt x="391389" y="114921"/>
                      </a:lnTo>
                      <a:lnTo>
                        <a:pt x="505689" y="114921"/>
                      </a:lnTo>
                      <a:cubicBezTo>
                        <a:pt x="521882" y="114921"/>
                        <a:pt x="534264" y="127304"/>
                        <a:pt x="534264" y="143496"/>
                      </a:cubicBezTo>
                      <a:lnTo>
                        <a:pt x="534264" y="381621"/>
                      </a:lnTo>
                      <a:cubicBezTo>
                        <a:pt x="534264" y="397814"/>
                        <a:pt x="521882" y="410196"/>
                        <a:pt x="505689" y="410196"/>
                      </a:cubicBezTo>
                      <a:lnTo>
                        <a:pt x="391389" y="410196"/>
                      </a:lnTo>
                      <a:lnTo>
                        <a:pt x="391389" y="295896"/>
                      </a:lnTo>
                      <a:cubicBezTo>
                        <a:pt x="391389" y="275894"/>
                        <a:pt x="375196" y="258749"/>
                        <a:pt x="355194" y="257796"/>
                      </a:cubicBezTo>
                      <a:lnTo>
                        <a:pt x="353289" y="257796"/>
                      </a:lnTo>
                      <a:lnTo>
                        <a:pt x="181839" y="257796"/>
                      </a:lnTo>
                      <a:cubicBezTo>
                        <a:pt x="161836" y="257796"/>
                        <a:pt x="144692" y="273989"/>
                        <a:pt x="143739" y="293991"/>
                      </a:cubicBezTo>
                      <a:lnTo>
                        <a:pt x="143739" y="295896"/>
                      </a:lnTo>
                      <a:lnTo>
                        <a:pt x="143739" y="410196"/>
                      </a:lnTo>
                      <a:lnTo>
                        <a:pt x="29439" y="410196"/>
                      </a:lnTo>
                      <a:cubicBezTo>
                        <a:pt x="13246" y="410196"/>
                        <a:pt x="864" y="397814"/>
                        <a:pt x="864" y="381621"/>
                      </a:cubicBezTo>
                      <a:lnTo>
                        <a:pt x="864" y="201599"/>
                      </a:lnTo>
                      <a:cubicBezTo>
                        <a:pt x="864" y="192074"/>
                        <a:pt x="4674" y="182549"/>
                        <a:pt x="11342" y="175881"/>
                      </a:cubicBezTo>
                      <a:lnTo>
                        <a:pt x="56109" y="127304"/>
                      </a:lnTo>
                      <a:cubicBezTo>
                        <a:pt x="63729" y="119684"/>
                        <a:pt x="73254" y="114921"/>
                        <a:pt x="83732" y="114921"/>
                      </a:cubicBez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5207" y="172071"/>
                        <a:pt x="448539" y="178739"/>
                        <a:pt x="448539" y="186359"/>
                      </a:cubicBezTo>
                      <a:cubicBezTo>
                        <a:pt x="448539" y="193979"/>
                        <a:pt x="455207" y="200646"/>
                        <a:pt x="462827" y="200646"/>
                      </a:cubicBezTo>
                      <a:cubicBezTo>
                        <a:pt x="470446" y="200646"/>
                        <a:pt x="477114" y="193979"/>
                        <a:pt x="477114" y="186359"/>
                      </a:cubicBezTo>
                      <a:cubicBezTo>
                        <a:pt x="477114" y="178739"/>
                        <a:pt x="470446" y="172071"/>
                        <a:pt x="462827" y="172071"/>
                      </a:cubicBezTo>
                      <a:close/>
                      <a:moveTo>
                        <a:pt x="343764" y="621"/>
                      </a:moveTo>
                      <a:cubicBezTo>
                        <a:pt x="359957" y="621"/>
                        <a:pt x="372339" y="13004"/>
                        <a:pt x="372339" y="29196"/>
                      </a:cubicBezTo>
                      <a:lnTo>
                        <a:pt x="372339" y="105396"/>
                      </a:lnTo>
                      <a:cubicBezTo>
                        <a:pt x="372339" y="121589"/>
                        <a:pt x="359957" y="133971"/>
                        <a:pt x="343764" y="133971"/>
                      </a:cubicBezTo>
                      <a:lnTo>
                        <a:pt x="191364" y="133971"/>
                      </a:lnTo>
                      <a:cubicBezTo>
                        <a:pt x="175171" y="133971"/>
                        <a:pt x="162789" y="121589"/>
                        <a:pt x="162789" y="105396"/>
                      </a:cubicBezTo>
                      <a:lnTo>
                        <a:pt x="162789" y="29196"/>
                      </a:lnTo>
                      <a:cubicBezTo>
                        <a:pt x="162789" y="13004"/>
                        <a:pt x="175171" y="621"/>
                        <a:pt x="191364" y="621"/>
                      </a:cubicBezTo>
                      <a:lnTo>
                        <a:pt x="343764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49BB9342-5FA0-BDFA-ABD5-D95F04F970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13012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438B7EE-94E6-252C-60F0-352DD202F7BB}"/>
                </a:ext>
              </a:extLst>
            </p:cNvPr>
            <p:cNvGrpSpPr/>
            <p:nvPr/>
          </p:nvGrpSpPr>
          <p:grpSpPr>
            <a:xfrm>
              <a:off x="7215438" y="2176614"/>
              <a:ext cx="2123830" cy="3957485"/>
              <a:chOff x="7215438" y="2176614"/>
              <a:chExt cx="2123830" cy="3957485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874693BD-D82F-6DC2-ABB8-33BFB10AE53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215438" y="2176614"/>
                <a:ext cx="2123830" cy="3957485"/>
                <a:chOff x="4841903" y="138857"/>
                <a:chExt cx="2495485" cy="4650020"/>
              </a:xfrm>
            </p:grpSpPr>
            <p:sp>
              <p:nvSpPr>
                <p:cNvPr id="25" name="矩形: 圆角 24">
                  <a:extLst>
                    <a:ext uri="{FF2B5EF4-FFF2-40B4-BE49-F238E27FC236}">
                      <a16:creationId xmlns:a16="http://schemas.microsoft.com/office/drawing/2014/main" id="{F53BE4CF-0998-10BE-6AF0-73E73EDD69EC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4841906" y="1866483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2">
                          <a:alpha val="0"/>
                        </a:schemeClr>
                      </a:gs>
                      <a:gs pos="100000">
                        <a:schemeClr val="accent2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1762D5F-0DF3-4CEB-8670-ED2A808D9874}"/>
                    </a:ext>
                  </a:extLst>
                </p:cNvPr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{item4.desc}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5E8DE9C-CB34-D0F8-5406-07056EF55F0E}"/>
                    </a:ext>
                  </a:extLst>
                </p:cNvPr>
                <p:cNvSpPr txBox="1"/>
                <p:nvPr/>
              </p:nvSpPr>
              <p:spPr>
                <a:xfrm>
                  <a:off x="4841903" y="3080035"/>
                  <a:ext cx="2493455" cy="1487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{item4.desc}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8" name="箭头: V 形 27">
                  <a:extLst>
                    <a:ext uri="{FF2B5EF4-FFF2-40B4-BE49-F238E27FC236}">
                      <a16:creationId xmlns:a16="http://schemas.microsoft.com/office/drawing/2014/main" id="{5DEC254C-9C9D-9C31-937F-8C3FF021E6A1}"/>
                    </a:ext>
                  </a:extLst>
                </p:cNvPr>
                <p:cNvSpPr/>
                <p:nvPr/>
              </p:nvSpPr>
              <p:spPr>
                <a:xfrm>
                  <a:off x="4964795" y="138857"/>
                  <a:ext cx="2249712" cy="710912"/>
                </a:xfrm>
                <a:prstGeom prst="chevron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04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531A7187-4B6E-7DF8-AC62-163ED76DD4B1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87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B5531A5C-A242-25A0-1EAD-20B43E5ECA83}"/>
                    </a:ext>
                  </a:extLst>
                </p:cNvPr>
                <p:cNvSpPr/>
                <p:nvPr/>
              </p:nvSpPr>
              <p:spPr>
                <a:xfrm>
                  <a:off x="5976538" y="1660561"/>
                  <a:ext cx="226228" cy="189660"/>
                </a:xfrm>
                <a:custGeom>
                  <a:avLst/>
                  <a:gdLst>
                    <a:gd name="T0" fmla="*/ 2623 w 2768"/>
                    <a:gd name="T1" fmla="*/ 1207 h 2324"/>
                    <a:gd name="T2" fmla="*/ 2529 w 2768"/>
                    <a:gd name="T3" fmla="*/ 2116 h 2324"/>
                    <a:gd name="T4" fmla="*/ 2298 w 2768"/>
                    <a:gd name="T5" fmla="*/ 2324 h 2324"/>
                    <a:gd name="T6" fmla="*/ 470 w 2768"/>
                    <a:gd name="T7" fmla="*/ 2324 h 2324"/>
                    <a:gd name="T8" fmla="*/ 239 w 2768"/>
                    <a:gd name="T9" fmla="*/ 2116 h 2324"/>
                    <a:gd name="T10" fmla="*/ 145 w 2768"/>
                    <a:gd name="T11" fmla="*/ 1207 h 2324"/>
                    <a:gd name="T12" fmla="*/ 170 w 2768"/>
                    <a:gd name="T13" fmla="*/ 1130 h 2324"/>
                    <a:gd name="T14" fmla="*/ 244 w 2768"/>
                    <a:gd name="T15" fmla="*/ 1097 h 2324"/>
                    <a:gd name="T16" fmla="*/ 2524 w 2768"/>
                    <a:gd name="T17" fmla="*/ 1097 h 2324"/>
                    <a:gd name="T18" fmla="*/ 2598 w 2768"/>
                    <a:gd name="T19" fmla="*/ 1130 h 2324"/>
                    <a:gd name="T20" fmla="*/ 2623 w 2768"/>
                    <a:gd name="T21" fmla="*/ 1207 h 2324"/>
                    <a:gd name="T22" fmla="*/ 2762 w 2768"/>
                    <a:gd name="T23" fmla="*/ 588 h 2324"/>
                    <a:gd name="T24" fmla="*/ 2722 w 2768"/>
                    <a:gd name="T25" fmla="*/ 814 h 2324"/>
                    <a:gd name="T26" fmla="*/ 2624 w 2768"/>
                    <a:gd name="T27" fmla="*/ 897 h 2324"/>
                    <a:gd name="T28" fmla="*/ 157 w 2768"/>
                    <a:gd name="T29" fmla="*/ 897 h 2324"/>
                    <a:gd name="T30" fmla="*/ 60 w 2768"/>
                    <a:gd name="T31" fmla="*/ 820 h 2324"/>
                    <a:gd name="T32" fmla="*/ 7 w 2768"/>
                    <a:gd name="T33" fmla="*/ 593 h 2324"/>
                    <a:gd name="T34" fmla="*/ 26 w 2768"/>
                    <a:gd name="T35" fmla="*/ 508 h 2324"/>
                    <a:gd name="T36" fmla="*/ 104 w 2768"/>
                    <a:gd name="T37" fmla="*/ 470 h 2324"/>
                    <a:gd name="T38" fmla="*/ 904 w 2768"/>
                    <a:gd name="T39" fmla="*/ 470 h 2324"/>
                    <a:gd name="T40" fmla="*/ 904 w 2768"/>
                    <a:gd name="T41" fmla="*/ 100 h 2324"/>
                    <a:gd name="T42" fmla="*/ 1004 w 2768"/>
                    <a:gd name="T43" fmla="*/ 0 h 2324"/>
                    <a:gd name="T44" fmla="*/ 1764 w 2768"/>
                    <a:gd name="T45" fmla="*/ 0 h 2324"/>
                    <a:gd name="T46" fmla="*/ 1864 w 2768"/>
                    <a:gd name="T47" fmla="*/ 100 h 2324"/>
                    <a:gd name="T48" fmla="*/ 1864 w 2768"/>
                    <a:gd name="T49" fmla="*/ 470 h 2324"/>
                    <a:gd name="T50" fmla="*/ 2664 w 2768"/>
                    <a:gd name="T51" fmla="*/ 470 h 2324"/>
                    <a:gd name="T52" fmla="*/ 2741 w 2768"/>
                    <a:gd name="T53" fmla="*/ 506 h 2324"/>
                    <a:gd name="T54" fmla="*/ 2762 w 2768"/>
                    <a:gd name="T55" fmla="*/ 588 h 2324"/>
                    <a:gd name="T56" fmla="*/ 1104 w 2768"/>
                    <a:gd name="T57" fmla="*/ 470 h 2324"/>
                    <a:gd name="T58" fmla="*/ 1664 w 2768"/>
                    <a:gd name="T59" fmla="*/ 470 h 2324"/>
                    <a:gd name="T60" fmla="*/ 1664 w 2768"/>
                    <a:gd name="T61" fmla="*/ 200 h 2324"/>
                    <a:gd name="T62" fmla="*/ 1104 w 2768"/>
                    <a:gd name="T63" fmla="*/ 200 h 2324"/>
                    <a:gd name="T64" fmla="*/ 1104 w 2768"/>
                    <a:gd name="T65" fmla="*/ 470 h 2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768" h="2324">
                      <a:moveTo>
                        <a:pt x="2623" y="1207"/>
                      </a:moveTo>
                      <a:lnTo>
                        <a:pt x="2529" y="2116"/>
                      </a:lnTo>
                      <a:cubicBezTo>
                        <a:pt x="2517" y="2234"/>
                        <a:pt x="2418" y="2324"/>
                        <a:pt x="2298" y="2324"/>
                      </a:cubicBezTo>
                      <a:lnTo>
                        <a:pt x="470" y="2324"/>
                      </a:lnTo>
                      <a:cubicBezTo>
                        <a:pt x="350" y="2324"/>
                        <a:pt x="251" y="2234"/>
                        <a:pt x="239" y="2116"/>
                      </a:cubicBezTo>
                      <a:lnTo>
                        <a:pt x="145" y="1207"/>
                      </a:lnTo>
                      <a:cubicBezTo>
                        <a:pt x="142" y="1179"/>
                        <a:pt x="151" y="1151"/>
                        <a:pt x="170" y="1130"/>
                      </a:cubicBezTo>
                      <a:cubicBezTo>
                        <a:pt x="189" y="1109"/>
                        <a:pt x="216" y="1097"/>
                        <a:pt x="244" y="1097"/>
                      </a:cubicBezTo>
                      <a:lnTo>
                        <a:pt x="2524" y="1097"/>
                      </a:lnTo>
                      <a:cubicBezTo>
                        <a:pt x="2552" y="1097"/>
                        <a:pt x="2579" y="1109"/>
                        <a:pt x="2598" y="1130"/>
                      </a:cubicBezTo>
                      <a:cubicBezTo>
                        <a:pt x="2617" y="1151"/>
                        <a:pt x="2626" y="1179"/>
                        <a:pt x="2623" y="1207"/>
                      </a:cubicBezTo>
                      <a:close/>
                      <a:moveTo>
                        <a:pt x="2762" y="588"/>
                      </a:moveTo>
                      <a:lnTo>
                        <a:pt x="2722" y="814"/>
                      </a:lnTo>
                      <a:cubicBezTo>
                        <a:pt x="2714" y="862"/>
                        <a:pt x="2673" y="897"/>
                        <a:pt x="2624" y="897"/>
                      </a:cubicBezTo>
                      <a:lnTo>
                        <a:pt x="157" y="897"/>
                      </a:lnTo>
                      <a:cubicBezTo>
                        <a:pt x="111" y="897"/>
                        <a:pt x="71" y="865"/>
                        <a:pt x="60" y="820"/>
                      </a:cubicBezTo>
                      <a:lnTo>
                        <a:pt x="7" y="593"/>
                      </a:lnTo>
                      <a:cubicBezTo>
                        <a:pt x="0" y="564"/>
                        <a:pt x="7" y="532"/>
                        <a:pt x="26" y="508"/>
                      </a:cubicBezTo>
                      <a:cubicBezTo>
                        <a:pt x="45" y="484"/>
                        <a:pt x="73" y="470"/>
                        <a:pt x="104" y="470"/>
                      </a:cubicBezTo>
                      <a:lnTo>
                        <a:pt x="904" y="470"/>
                      </a:lnTo>
                      <a:lnTo>
                        <a:pt x="904" y="100"/>
                      </a:lnTo>
                      <a:cubicBezTo>
                        <a:pt x="904" y="45"/>
                        <a:pt x="949" y="0"/>
                        <a:pt x="1004" y="0"/>
                      </a:cubicBezTo>
                      <a:lnTo>
                        <a:pt x="1764" y="0"/>
                      </a:lnTo>
                      <a:cubicBezTo>
                        <a:pt x="1819" y="0"/>
                        <a:pt x="1864" y="45"/>
                        <a:pt x="1864" y="100"/>
                      </a:cubicBezTo>
                      <a:lnTo>
                        <a:pt x="1864" y="470"/>
                      </a:lnTo>
                      <a:lnTo>
                        <a:pt x="2664" y="470"/>
                      </a:lnTo>
                      <a:cubicBezTo>
                        <a:pt x="2694" y="470"/>
                        <a:pt x="2722" y="483"/>
                        <a:pt x="2741" y="506"/>
                      </a:cubicBezTo>
                      <a:cubicBezTo>
                        <a:pt x="2760" y="529"/>
                        <a:pt x="2768" y="559"/>
                        <a:pt x="2762" y="588"/>
                      </a:cubicBezTo>
                      <a:close/>
                      <a:moveTo>
                        <a:pt x="1104" y="470"/>
                      </a:moveTo>
                      <a:lnTo>
                        <a:pt x="1664" y="470"/>
                      </a:lnTo>
                      <a:lnTo>
                        <a:pt x="1664" y="200"/>
                      </a:lnTo>
                      <a:lnTo>
                        <a:pt x="1104" y="200"/>
                      </a:lnTo>
                      <a:lnTo>
                        <a:pt x="1104" y="4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62A80BD-DE1A-736D-1809-93FB57E3F8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5863" y="2828581"/>
                <a:ext cx="1104" cy="494025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1B1007B-6733-5970-D80E-EF09A77948A6}"/>
                </a:ext>
              </a:extLst>
            </p:cNvPr>
            <p:cNvGrpSpPr/>
            <p:nvPr/>
          </p:nvGrpSpPr>
          <p:grpSpPr>
            <a:xfrm>
              <a:off x="9396798" y="2176614"/>
              <a:ext cx="2123830" cy="3957485"/>
              <a:chOff x="9396798" y="2176614"/>
              <a:chExt cx="2123830" cy="3957485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AD112355-396B-E33B-5F5E-B71BD2506E5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396798" y="2176614"/>
                <a:ext cx="2123830" cy="3957485"/>
                <a:chOff x="4841903" y="138857"/>
                <a:chExt cx="2495485" cy="4650020"/>
              </a:xfrm>
            </p:grpSpPr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BBD19CA3-03D5-5731-2DF5-5783DECDE334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4841906" y="1866483"/>
                  <a:ext cx="2495482" cy="2922394"/>
                </a:xfrm>
                <a:prstGeom prst="roundRect">
                  <a:avLst/>
                </a:prstGeom>
                <a:gradFill flip="none" rotWithShape="1">
                  <a:gsLst>
                    <a:gs pos="24000">
                      <a:schemeClr val="bg1"/>
                    </a:gs>
                    <a:gs pos="100000">
                      <a:schemeClr val="bg1">
                        <a:alpha val="62000"/>
                      </a:schemeClr>
                    </a:gs>
                  </a:gsLst>
                  <a:lin ang="5400000" scaled="1"/>
                  <a:tileRect/>
                </a:gradFill>
                <a:ln w="381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24000"/>
                        </a:schemeClr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7B4532A3-28D1-DE26-E1F9-4D6F1291EFE1}"/>
                    </a:ext>
                  </a:extLst>
                </p:cNvPr>
                <p:cNvSpPr txBox="1"/>
                <p:nvPr/>
              </p:nvSpPr>
              <p:spPr>
                <a:xfrm>
                  <a:off x="4841904" y="2336988"/>
                  <a:ext cx="2493455" cy="743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{item5.desc}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F80086C-0947-12FC-3885-A1D6C9AD08BA}"/>
                    </a:ext>
                  </a:extLst>
                </p:cNvPr>
                <p:cNvSpPr txBox="1"/>
                <p:nvPr/>
              </p:nvSpPr>
              <p:spPr>
                <a:xfrm>
                  <a:off x="4841903" y="3080035"/>
                  <a:ext cx="2493455" cy="1487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altLang="zh-CN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{item5.desc}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0" name="箭头: V 形 19">
                  <a:extLst>
                    <a:ext uri="{FF2B5EF4-FFF2-40B4-BE49-F238E27FC236}">
                      <a16:creationId xmlns:a16="http://schemas.microsoft.com/office/drawing/2014/main" id="{E2D8E26D-F2E1-BB97-6A1A-E617C2CC2380}"/>
                    </a:ext>
                  </a:extLst>
                </p:cNvPr>
                <p:cNvSpPr/>
                <p:nvPr/>
              </p:nvSpPr>
              <p:spPr>
                <a:xfrm>
                  <a:off x="4962200" y="138857"/>
                  <a:ext cx="2254901" cy="710912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05</a:t>
                  </a:r>
                  <a:endParaRPr lang="zh-CN" altLang="en-US" sz="2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133ABBC-60B6-32E0-47A9-C982D55444DA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5819652" y="1485392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7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 fontScale="77500" lnSpcReduction="20000"/>
                </a:bodyPr>
                <a:lstStyle>
                  <a:defPPr>
                    <a:defRPr lang="en-US"/>
                  </a:defPPr>
                  <a:lvl1pPr algn="ctr">
                    <a:defRPr sz="2400" b="1">
                      <a:solidFill>
                        <a:schemeClr val="bg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87F85C2E-DC07-BC9F-43F8-1321C8A51C4C}"/>
                    </a:ext>
                  </a:extLst>
                </p:cNvPr>
                <p:cNvSpPr/>
                <p:nvPr/>
              </p:nvSpPr>
              <p:spPr>
                <a:xfrm>
                  <a:off x="5976538" y="1660561"/>
                  <a:ext cx="226228" cy="189660"/>
                </a:xfrm>
                <a:custGeom>
                  <a:avLst/>
                  <a:gdLst>
                    <a:gd name="T0" fmla="*/ 2623 w 2768"/>
                    <a:gd name="T1" fmla="*/ 1207 h 2324"/>
                    <a:gd name="T2" fmla="*/ 2529 w 2768"/>
                    <a:gd name="T3" fmla="*/ 2116 h 2324"/>
                    <a:gd name="T4" fmla="*/ 2298 w 2768"/>
                    <a:gd name="T5" fmla="*/ 2324 h 2324"/>
                    <a:gd name="T6" fmla="*/ 470 w 2768"/>
                    <a:gd name="T7" fmla="*/ 2324 h 2324"/>
                    <a:gd name="T8" fmla="*/ 239 w 2768"/>
                    <a:gd name="T9" fmla="*/ 2116 h 2324"/>
                    <a:gd name="T10" fmla="*/ 145 w 2768"/>
                    <a:gd name="T11" fmla="*/ 1207 h 2324"/>
                    <a:gd name="T12" fmla="*/ 170 w 2768"/>
                    <a:gd name="T13" fmla="*/ 1130 h 2324"/>
                    <a:gd name="T14" fmla="*/ 244 w 2768"/>
                    <a:gd name="T15" fmla="*/ 1097 h 2324"/>
                    <a:gd name="T16" fmla="*/ 2524 w 2768"/>
                    <a:gd name="T17" fmla="*/ 1097 h 2324"/>
                    <a:gd name="T18" fmla="*/ 2598 w 2768"/>
                    <a:gd name="T19" fmla="*/ 1130 h 2324"/>
                    <a:gd name="T20" fmla="*/ 2623 w 2768"/>
                    <a:gd name="T21" fmla="*/ 1207 h 2324"/>
                    <a:gd name="T22" fmla="*/ 2762 w 2768"/>
                    <a:gd name="T23" fmla="*/ 588 h 2324"/>
                    <a:gd name="T24" fmla="*/ 2722 w 2768"/>
                    <a:gd name="T25" fmla="*/ 814 h 2324"/>
                    <a:gd name="T26" fmla="*/ 2624 w 2768"/>
                    <a:gd name="T27" fmla="*/ 897 h 2324"/>
                    <a:gd name="T28" fmla="*/ 157 w 2768"/>
                    <a:gd name="T29" fmla="*/ 897 h 2324"/>
                    <a:gd name="T30" fmla="*/ 60 w 2768"/>
                    <a:gd name="T31" fmla="*/ 820 h 2324"/>
                    <a:gd name="T32" fmla="*/ 7 w 2768"/>
                    <a:gd name="T33" fmla="*/ 593 h 2324"/>
                    <a:gd name="T34" fmla="*/ 26 w 2768"/>
                    <a:gd name="T35" fmla="*/ 508 h 2324"/>
                    <a:gd name="T36" fmla="*/ 104 w 2768"/>
                    <a:gd name="T37" fmla="*/ 470 h 2324"/>
                    <a:gd name="T38" fmla="*/ 904 w 2768"/>
                    <a:gd name="T39" fmla="*/ 470 h 2324"/>
                    <a:gd name="T40" fmla="*/ 904 w 2768"/>
                    <a:gd name="T41" fmla="*/ 100 h 2324"/>
                    <a:gd name="T42" fmla="*/ 1004 w 2768"/>
                    <a:gd name="T43" fmla="*/ 0 h 2324"/>
                    <a:gd name="T44" fmla="*/ 1764 w 2768"/>
                    <a:gd name="T45" fmla="*/ 0 h 2324"/>
                    <a:gd name="T46" fmla="*/ 1864 w 2768"/>
                    <a:gd name="T47" fmla="*/ 100 h 2324"/>
                    <a:gd name="T48" fmla="*/ 1864 w 2768"/>
                    <a:gd name="T49" fmla="*/ 470 h 2324"/>
                    <a:gd name="T50" fmla="*/ 2664 w 2768"/>
                    <a:gd name="T51" fmla="*/ 470 h 2324"/>
                    <a:gd name="T52" fmla="*/ 2741 w 2768"/>
                    <a:gd name="T53" fmla="*/ 506 h 2324"/>
                    <a:gd name="T54" fmla="*/ 2762 w 2768"/>
                    <a:gd name="T55" fmla="*/ 588 h 2324"/>
                    <a:gd name="T56" fmla="*/ 1104 w 2768"/>
                    <a:gd name="T57" fmla="*/ 470 h 2324"/>
                    <a:gd name="T58" fmla="*/ 1664 w 2768"/>
                    <a:gd name="T59" fmla="*/ 470 h 2324"/>
                    <a:gd name="T60" fmla="*/ 1664 w 2768"/>
                    <a:gd name="T61" fmla="*/ 200 h 2324"/>
                    <a:gd name="T62" fmla="*/ 1104 w 2768"/>
                    <a:gd name="T63" fmla="*/ 200 h 2324"/>
                    <a:gd name="T64" fmla="*/ 1104 w 2768"/>
                    <a:gd name="T65" fmla="*/ 470 h 2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768" h="2324">
                      <a:moveTo>
                        <a:pt x="2623" y="1207"/>
                      </a:moveTo>
                      <a:lnTo>
                        <a:pt x="2529" y="2116"/>
                      </a:lnTo>
                      <a:cubicBezTo>
                        <a:pt x="2517" y="2234"/>
                        <a:pt x="2418" y="2324"/>
                        <a:pt x="2298" y="2324"/>
                      </a:cubicBezTo>
                      <a:lnTo>
                        <a:pt x="470" y="2324"/>
                      </a:lnTo>
                      <a:cubicBezTo>
                        <a:pt x="350" y="2324"/>
                        <a:pt x="251" y="2234"/>
                        <a:pt x="239" y="2116"/>
                      </a:cubicBezTo>
                      <a:lnTo>
                        <a:pt x="145" y="1207"/>
                      </a:lnTo>
                      <a:cubicBezTo>
                        <a:pt x="142" y="1179"/>
                        <a:pt x="151" y="1151"/>
                        <a:pt x="170" y="1130"/>
                      </a:cubicBezTo>
                      <a:cubicBezTo>
                        <a:pt x="189" y="1109"/>
                        <a:pt x="216" y="1097"/>
                        <a:pt x="244" y="1097"/>
                      </a:cubicBezTo>
                      <a:lnTo>
                        <a:pt x="2524" y="1097"/>
                      </a:lnTo>
                      <a:cubicBezTo>
                        <a:pt x="2552" y="1097"/>
                        <a:pt x="2579" y="1109"/>
                        <a:pt x="2598" y="1130"/>
                      </a:cubicBezTo>
                      <a:cubicBezTo>
                        <a:pt x="2617" y="1151"/>
                        <a:pt x="2626" y="1179"/>
                        <a:pt x="2623" y="1207"/>
                      </a:cubicBezTo>
                      <a:close/>
                      <a:moveTo>
                        <a:pt x="2762" y="588"/>
                      </a:moveTo>
                      <a:lnTo>
                        <a:pt x="2722" y="814"/>
                      </a:lnTo>
                      <a:cubicBezTo>
                        <a:pt x="2714" y="862"/>
                        <a:pt x="2673" y="897"/>
                        <a:pt x="2624" y="897"/>
                      </a:cubicBezTo>
                      <a:lnTo>
                        <a:pt x="157" y="897"/>
                      </a:lnTo>
                      <a:cubicBezTo>
                        <a:pt x="111" y="897"/>
                        <a:pt x="71" y="865"/>
                        <a:pt x="60" y="820"/>
                      </a:cubicBezTo>
                      <a:lnTo>
                        <a:pt x="7" y="593"/>
                      </a:lnTo>
                      <a:cubicBezTo>
                        <a:pt x="0" y="564"/>
                        <a:pt x="7" y="532"/>
                        <a:pt x="26" y="508"/>
                      </a:cubicBezTo>
                      <a:cubicBezTo>
                        <a:pt x="45" y="484"/>
                        <a:pt x="73" y="470"/>
                        <a:pt x="104" y="470"/>
                      </a:cubicBezTo>
                      <a:lnTo>
                        <a:pt x="904" y="470"/>
                      </a:lnTo>
                      <a:lnTo>
                        <a:pt x="904" y="100"/>
                      </a:lnTo>
                      <a:cubicBezTo>
                        <a:pt x="904" y="45"/>
                        <a:pt x="949" y="0"/>
                        <a:pt x="1004" y="0"/>
                      </a:cubicBezTo>
                      <a:lnTo>
                        <a:pt x="1764" y="0"/>
                      </a:lnTo>
                      <a:cubicBezTo>
                        <a:pt x="1819" y="0"/>
                        <a:pt x="1864" y="45"/>
                        <a:pt x="1864" y="100"/>
                      </a:cubicBezTo>
                      <a:lnTo>
                        <a:pt x="1864" y="470"/>
                      </a:lnTo>
                      <a:lnTo>
                        <a:pt x="2664" y="470"/>
                      </a:lnTo>
                      <a:cubicBezTo>
                        <a:pt x="2694" y="470"/>
                        <a:pt x="2722" y="483"/>
                        <a:pt x="2741" y="506"/>
                      </a:cubicBezTo>
                      <a:cubicBezTo>
                        <a:pt x="2760" y="529"/>
                        <a:pt x="2768" y="559"/>
                        <a:pt x="2762" y="588"/>
                      </a:cubicBezTo>
                      <a:close/>
                      <a:moveTo>
                        <a:pt x="1104" y="470"/>
                      </a:moveTo>
                      <a:lnTo>
                        <a:pt x="1664" y="470"/>
                      </a:lnTo>
                      <a:lnTo>
                        <a:pt x="1664" y="200"/>
                      </a:lnTo>
                      <a:lnTo>
                        <a:pt x="1104" y="200"/>
                      </a:lnTo>
                      <a:lnTo>
                        <a:pt x="1104" y="4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DEB9B0C-D430-518F-62AB-4A8760AE67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458715" y="2828581"/>
                <a:ext cx="3" cy="494025"/>
              </a:xfrm>
              <a:prstGeom prst="line">
                <a:avLst/>
              </a:prstGeom>
              <a:ln w="31750">
                <a:solidFill>
                  <a:schemeClr val="accent1"/>
                </a:solidFill>
                <a:prstDash val="sysDot"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B733609-378A-9148-2120-F298979FF1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30299"/>
              <a:ext cx="10858500" cy="693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{</a:t>
              </a:r>
              <a:r>
                <a:rPr lang="en-US" altLang="zh-CN" sz="2400" b="1" dirty="0" err="1">
                  <a:solidFill>
                    <a:schemeClr val="tx1"/>
                  </a:solidFill>
                </a:rPr>
                <a:t>sliderSubTitle</a:t>
              </a:r>
              <a:r>
                <a:rPr lang="en-US" altLang="zh-CN" sz="2400" b="1" dirty="0">
                  <a:solidFill>
                    <a:schemeClr val="tx1"/>
                  </a:solidFill>
                </a:rPr>
                <a:t>}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6C74B08-2B81-0F73-8493-29A5FFD1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{</a:t>
            </a:r>
            <a:r>
              <a:rPr lang="en-US" altLang="zh-CN" dirty="0" err="1"/>
              <a:t>sliderTitle</a:t>
            </a: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947602-8B97-8489-1767-659E0677BBC4}"/>
              </a:ext>
            </a:extLst>
          </p:cNvPr>
          <p:cNvSpPr txBox="1"/>
          <p:nvPr/>
        </p:nvSpPr>
        <p:spPr>
          <a:xfrm>
            <a:off x="11252936" y="17605"/>
            <a:ext cx="927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progress2-5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601040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7879BE"/>
      </a:accent1>
      <a:accent2>
        <a:srgbClr val="AF91BC"/>
      </a:accent2>
      <a:accent3>
        <a:srgbClr val="DD90AF"/>
      </a:accent3>
      <a:accent4>
        <a:srgbClr val="F8A299"/>
      </a:accent4>
      <a:accent5>
        <a:srgbClr val="EDC783"/>
      </a:accent5>
      <a:accent6>
        <a:srgbClr val="C6BCB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1344</Words>
  <Application>Microsoft Office PowerPoint</Application>
  <PresentationFormat>宽屏</PresentationFormat>
  <Paragraphs>404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3" baseType="lpstr">
      <vt:lpstr>Arial</vt:lpstr>
      <vt:lpstr>Designed by OfficePLUS</vt:lpstr>
      <vt:lpstr>{title}</vt:lpstr>
      <vt:lpstr>{chapterTitle}</vt:lpstr>
      <vt:lpstr>PowerPoint 演示文稿</vt:lpstr>
      <vt:lpstr>PowerPoint 演示文稿</vt:lpstr>
      <vt:lpstr>PowerPoint 演示文稿</vt:lpstr>
      <vt:lpstr>{sliderTitle}</vt:lpstr>
      <vt:lpstr>{sliderTitle}</vt:lpstr>
      <vt:lpstr>{sliderTitle}</vt:lpstr>
      <vt:lpstr>{sliderTitle}</vt:lpstr>
      <vt:lpstr>{sliderTitle}</vt:lpstr>
      <vt:lpstr>{sliderTitle}</vt:lpstr>
      <vt:lpstr>{sliderTitle}</vt:lpstr>
      <vt:lpstr>{sliderTitle}</vt:lpstr>
      <vt:lpstr>{sliderTitle}</vt:lpstr>
      <vt:lpstr>{sliderTitle}</vt:lpstr>
      <vt:lpstr>{sliderTitle}</vt:lpstr>
      <vt:lpstr>{sliderTitle}</vt:lpstr>
      <vt:lpstr>{sliderTitle}</vt:lpstr>
      <vt:lpstr>{sliderTitle}</vt:lpstr>
      <vt:lpstr>{sliderTitle}</vt:lpstr>
      <vt:lpstr>{sliderTitle}</vt:lpstr>
      <vt:lpstr>PowerPoint 演示文稿</vt:lpstr>
      <vt:lpstr>PowerPoint 演示文稿</vt:lpstr>
      <vt:lpstr>{sliderTitle}</vt:lpstr>
      <vt:lpstr>{sliderTitle}</vt:lpstr>
      <vt:lpstr>{sliderTitle}</vt:lpstr>
      <vt:lpstr>导师见面会</vt:lpstr>
      <vt:lpstr>学术沙龙</vt:lpstr>
      <vt:lpstr>职业规划指导</vt:lpstr>
      <vt:lpstr>优秀学员分享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则灵 和</cp:lastModifiedBy>
  <cp:revision>7</cp:revision>
  <cp:lastPrinted>2024-08-21T16:00:00Z</cp:lastPrinted>
  <dcterms:created xsi:type="dcterms:W3CDTF">2024-08-21T16:00:00Z</dcterms:created>
  <dcterms:modified xsi:type="dcterms:W3CDTF">2024-11-20T10:23:02Z</dcterms:modified>
</cp:coreProperties>
</file>