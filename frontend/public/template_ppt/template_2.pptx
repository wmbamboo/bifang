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79" r:id="rId4"/>
    <p:sldId id="333" r:id="rId5"/>
    <p:sldId id="332" r:id="rId6"/>
    <p:sldId id="259" r:id="rId7"/>
    <p:sldId id="334" r:id="rId8"/>
    <p:sldId id="335" r:id="rId9"/>
    <p:sldId id="282" r:id="rId10"/>
    <p:sldId id="337" r:id="rId11"/>
    <p:sldId id="336" r:id="rId12"/>
    <p:sldId id="294" r:id="rId13"/>
    <p:sldId id="338" r:id="rId14"/>
    <p:sldId id="339" r:id="rId15"/>
    <p:sldId id="320" r:id="rId16"/>
    <p:sldId id="342" r:id="rId17"/>
    <p:sldId id="341" r:id="rId18"/>
    <p:sldId id="304" r:id="rId19"/>
    <p:sldId id="301" r:id="rId20"/>
    <p:sldId id="340" r:id="rId21"/>
    <p:sldId id="322" r:id="rId22"/>
    <p:sldId id="344" r:id="rId23"/>
    <p:sldId id="345" r:id="rId24"/>
    <p:sldId id="306" r:id="rId25"/>
    <p:sldId id="316" r:id="rId26"/>
    <p:sldId id="319" r:id="rId27"/>
    <p:sldId id="323" r:id="rId28"/>
    <p:sldId id="326" r:id="rId29"/>
    <p:sldId id="329" r:id="rId30"/>
    <p:sldId id="331" r:id="rId31"/>
    <p:sldId id="277" r:id="rId32"/>
  </p:sldIdLst>
  <p:sldSz cx="12192000" cy="6858000"/>
  <p:notesSz cx="6858000" cy="9144000"/>
  <p:custDataLst>
    <p:tags r:id="rId3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7" autoAdjust="0"/>
    <p:restoredTop sz="86483" autoAdjust="0"/>
  </p:normalViewPr>
  <p:slideViewPr>
    <p:cSldViewPr snapToGrid="0" showGuides="1">
      <p:cViewPr varScale="1">
        <p:scale>
          <a:sx n="120" d="100"/>
          <a:sy n="120" d="100"/>
        </p:scale>
        <p:origin x="66" y="321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>
            <a:lumMod val="20000"/>
            <a:lumOff val="80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组合 85"/>
          <p:cNvGrpSpPr/>
          <p:nvPr/>
        </p:nvGrpSpPr>
        <p:grpSpPr>
          <a:xfrm>
            <a:off x="0" y="0"/>
            <a:ext cx="12192002" cy="6858001"/>
            <a:chOff x="0" y="0"/>
            <a:chExt cx="12192002" cy="6858001"/>
          </a:xfrm>
        </p:grpSpPr>
        <p:sp>
          <p:nvSpPr>
            <p:cNvPr id="57" name="任意多边形: 形状 56"/>
            <p:cNvSpPr/>
            <p:nvPr/>
          </p:nvSpPr>
          <p:spPr>
            <a:xfrm>
              <a:off x="7487559" y="1"/>
              <a:ext cx="4704441" cy="5421469"/>
            </a:xfrm>
            <a:custGeom>
              <a:avLst/>
              <a:gdLst>
                <a:gd name="connsiteX0" fmla="*/ 0 w 4704441"/>
                <a:gd name="connsiteY0" fmla="*/ 0 h 5421469"/>
                <a:gd name="connsiteX1" fmla="*/ 4704441 w 4704441"/>
                <a:gd name="connsiteY1" fmla="*/ 0 h 5421469"/>
                <a:gd name="connsiteX2" fmla="*/ 4704441 w 4704441"/>
                <a:gd name="connsiteY2" fmla="*/ 5370535 h 5421469"/>
                <a:gd name="connsiteX3" fmla="*/ 4618387 w 4704441"/>
                <a:gd name="connsiteY3" fmla="*/ 5391422 h 5421469"/>
                <a:gd name="connsiteX4" fmla="*/ 3138203 w 4704441"/>
                <a:gd name="connsiteY4" fmla="*/ 4424291 h 5421469"/>
                <a:gd name="connsiteX5" fmla="*/ 3331691 w 4704441"/>
                <a:gd name="connsiteY5" fmla="*/ 3052157 h 5421469"/>
                <a:gd name="connsiteX6" fmla="*/ 2379645 w 4704441"/>
                <a:gd name="connsiteY6" fmla="*/ 2383652 h 5421469"/>
                <a:gd name="connsiteX7" fmla="*/ 2343749 w 4704441"/>
                <a:gd name="connsiteY7" fmla="*/ 1147989 h 5421469"/>
                <a:gd name="connsiteX8" fmla="*/ 1139108 w 4704441"/>
                <a:gd name="connsiteY8" fmla="*/ 529925 h 5421469"/>
                <a:gd name="connsiteX9" fmla="*/ 7241 w 4704441"/>
                <a:gd name="connsiteY9" fmla="*/ 8695 h 5421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04441" h="5421469">
                  <a:moveTo>
                    <a:pt x="0" y="0"/>
                  </a:moveTo>
                  <a:lnTo>
                    <a:pt x="4704441" y="0"/>
                  </a:lnTo>
                  <a:lnTo>
                    <a:pt x="4704441" y="5370535"/>
                  </a:lnTo>
                  <a:lnTo>
                    <a:pt x="4618387" y="5391422"/>
                  </a:lnTo>
                  <a:cubicBezTo>
                    <a:pt x="3934279" y="5522693"/>
                    <a:pt x="3155112" y="5228063"/>
                    <a:pt x="3138203" y="4424291"/>
                  </a:cubicBezTo>
                  <a:cubicBezTo>
                    <a:pt x="3130080" y="4038708"/>
                    <a:pt x="3554810" y="3396584"/>
                    <a:pt x="3331691" y="3052157"/>
                  </a:cubicBezTo>
                  <a:cubicBezTo>
                    <a:pt x="3120177" y="2725602"/>
                    <a:pt x="2593945" y="2748116"/>
                    <a:pt x="2379645" y="2383652"/>
                  </a:cubicBezTo>
                  <a:cubicBezTo>
                    <a:pt x="2144845" y="1984220"/>
                    <a:pt x="2430706" y="1561192"/>
                    <a:pt x="2343749" y="1147989"/>
                  </a:cubicBezTo>
                  <a:cubicBezTo>
                    <a:pt x="2238997" y="650613"/>
                    <a:pt x="1537535" y="621060"/>
                    <a:pt x="1139108" y="529925"/>
                  </a:cubicBezTo>
                  <a:cubicBezTo>
                    <a:pt x="741649" y="439060"/>
                    <a:pt x="286833" y="311337"/>
                    <a:pt x="7241" y="8695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" name="任意多边形: 形状 53"/>
            <p:cNvSpPr/>
            <p:nvPr/>
          </p:nvSpPr>
          <p:spPr>
            <a:xfrm>
              <a:off x="0" y="4971117"/>
              <a:ext cx="3659048" cy="1886883"/>
            </a:xfrm>
            <a:custGeom>
              <a:avLst/>
              <a:gdLst>
                <a:gd name="connsiteX0" fmla="*/ 1376466 w 3659048"/>
                <a:gd name="connsiteY0" fmla="*/ 157 h 1886883"/>
                <a:gd name="connsiteX1" fmla="*/ 1824758 w 3659048"/>
                <a:gd name="connsiteY1" fmla="*/ 179124 h 1886883"/>
                <a:gd name="connsiteX2" fmla="*/ 2386297 w 3659048"/>
                <a:gd name="connsiteY2" fmla="*/ 509232 h 1886883"/>
                <a:gd name="connsiteX3" fmla="*/ 3234326 w 3659048"/>
                <a:gd name="connsiteY3" fmla="*/ 746089 h 1886883"/>
                <a:gd name="connsiteX4" fmla="*/ 3596347 w 3659048"/>
                <a:gd name="connsiteY4" fmla="*/ 1755512 h 1886883"/>
                <a:gd name="connsiteX5" fmla="*/ 3526032 w 3659048"/>
                <a:gd name="connsiteY5" fmla="*/ 1886883 h 1886883"/>
                <a:gd name="connsiteX6" fmla="*/ 0 w 3659048"/>
                <a:gd name="connsiteY6" fmla="*/ 1886883 h 1886883"/>
                <a:gd name="connsiteX7" fmla="*/ 0 w 3659048"/>
                <a:gd name="connsiteY7" fmla="*/ 374471 h 1886883"/>
                <a:gd name="connsiteX8" fmla="*/ 22041 w 3659048"/>
                <a:gd name="connsiteY8" fmla="*/ 377578 h 1886883"/>
                <a:gd name="connsiteX9" fmla="*/ 436377 w 3659048"/>
                <a:gd name="connsiteY9" fmla="*/ 334107 h 1886883"/>
                <a:gd name="connsiteX10" fmla="*/ 1376466 w 3659048"/>
                <a:gd name="connsiteY10" fmla="*/ 157 h 188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59048" h="1886883">
                  <a:moveTo>
                    <a:pt x="1376466" y="157"/>
                  </a:moveTo>
                  <a:cubicBezTo>
                    <a:pt x="1516226" y="3261"/>
                    <a:pt x="1662254" y="52873"/>
                    <a:pt x="1824758" y="179124"/>
                  </a:cubicBezTo>
                  <a:cubicBezTo>
                    <a:pt x="2008711" y="322075"/>
                    <a:pt x="2154606" y="450443"/>
                    <a:pt x="2386297" y="509232"/>
                  </a:cubicBezTo>
                  <a:cubicBezTo>
                    <a:pt x="2675599" y="582604"/>
                    <a:pt x="2970788" y="586790"/>
                    <a:pt x="3234326" y="746089"/>
                  </a:cubicBezTo>
                  <a:cubicBezTo>
                    <a:pt x="3586212" y="958816"/>
                    <a:pt x="3761599" y="1364783"/>
                    <a:pt x="3596347" y="1755512"/>
                  </a:cubicBezTo>
                  <a:lnTo>
                    <a:pt x="3526032" y="1886883"/>
                  </a:lnTo>
                  <a:lnTo>
                    <a:pt x="0" y="1886883"/>
                  </a:lnTo>
                  <a:lnTo>
                    <a:pt x="0" y="374471"/>
                  </a:lnTo>
                  <a:lnTo>
                    <a:pt x="22041" y="377578"/>
                  </a:lnTo>
                  <a:cubicBezTo>
                    <a:pt x="157561" y="389377"/>
                    <a:pt x="294995" y="382826"/>
                    <a:pt x="436377" y="334107"/>
                  </a:cubicBezTo>
                  <a:cubicBezTo>
                    <a:pt x="791863" y="211596"/>
                    <a:pt x="1068996" y="-6672"/>
                    <a:pt x="1376466" y="157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" name="任意多边形: 形状 49"/>
            <p:cNvSpPr/>
            <p:nvPr/>
          </p:nvSpPr>
          <p:spPr>
            <a:xfrm>
              <a:off x="0" y="0"/>
              <a:ext cx="5208792" cy="2604768"/>
            </a:xfrm>
            <a:custGeom>
              <a:avLst/>
              <a:gdLst>
                <a:gd name="connsiteX0" fmla="*/ 1087027 w 5208792"/>
                <a:gd name="connsiteY0" fmla="*/ 0 h 2604768"/>
                <a:gd name="connsiteX1" fmla="*/ 4890008 w 5208792"/>
                <a:gd name="connsiteY1" fmla="*/ 0 h 2604768"/>
                <a:gd name="connsiteX2" fmla="*/ 4892209 w 5208792"/>
                <a:gd name="connsiteY2" fmla="*/ 1705 h 2604768"/>
                <a:gd name="connsiteX3" fmla="*/ 5200063 w 5208792"/>
                <a:gd name="connsiteY3" fmla="*/ 439630 h 2604768"/>
                <a:gd name="connsiteX4" fmla="*/ 4735072 w 5208792"/>
                <a:gd name="connsiteY4" fmla="*/ 1204674 h 2604768"/>
                <a:gd name="connsiteX5" fmla="*/ 3442569 w 5208792"/>
                <a:gd name="connsiteY5" fmla="*/ 1328318 h 2604768"/>
                <a:gd name="connsiteX6" fmla="*/ 2386885 w 5208792"/>
                <a:gd name="connsiteY6" fmla="*/ 1586078 h 2604768"/>
                <a:gd name="connsiteX7" fmla="*/ 1956128 w 5208792"/>
                <a:gd name="connsiteY7" fmla="*/ 2172772 h 2604768"/>
                <a:gd name="connsiteX8" fmla="*/ 1057500 w 5208792"/>
                <a:gd name="connsiteY8" fmla="*/ 2220653 h 2604768"/>
                <a:gd name="connsiteX9" fmla="*/ 310985 w 5208792"/>
                <a:gd name="connsiteY9" fmla="*/ 2411944 h 2604768"/>
                <a:gd name="connsiteX10" fmla="*/ 27507 w 5208792"/>
                <a:gd name="connsiteY10" fmla="*/ 2592801 h 2604768"/>
                <a:gd name="connsiteX11" fmla="*/ 0 w 5208792"/>
                <a:gd name="connsiteY11" fmla="*/ 2604768 h 2604768"/>
                <a:gd name="connsiteX12" fmla="*/ 0 w 5208792"/>
                <a:gd name="connsiteY12" fmla="*/ 413420 h 2604768"/>
                <a:gd name="connsiteX13" fmla="*/ 192917 w 5208792"/>
                <a:gd name="connsiteY13" fmla="*/ 307247 h 2604768"/>
                <a:gd name="connsiteX14" fmla="*/ 862861 w 5208792"/>
                <a:gd name="connsiteY14" fmla="*/ 55419 h 2604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08792" h="2604768">
                  <a:moveTo>
                    <a:pt x="1087027" y="0"/>
                  </a:moveTo>
                  <a:lnTo>
                    <a:pt x="4890008" y="0"/>
                  </a:lnTo>
                  <a:lnTo>
                    <a:pt x="4892209" y="1705"/>
                  </a:lnTo>
                  <a:cubicBezTo>
                    <a:pt x="5046331" y="132504"/>
                    <a:pt x="5172976" y="289662"/>
                    <a:pt x="5200063" y="439630"/>
                  </a:cubicBezTo>
                  <a:cubicBezTo>
                    <a:pt x="5259121" y="766800"/>
                    <a:pt x="5009066" y="1064735"/>
                    <a:pt x="4735072" y="1204674"/>
                  </a:cubicBezTo>
                  <a:cubicBezTo>
                    <a:pt x="4334434" y="1409258"/>
                    <a:pt x="3874090" y="1339554"/>
                    <a:pt x="3442569" y="1328318"/>
                  </a:cubicBezTo>
                  <a:cubicBezTo>
                    <a:pt x="3125516" y="1320083"/>
                    <a:pt x="2597292" y="1298614"/>
                    <a:pt x="2386885" y="1586078"/>
                  </a:cubicBezTo>
                  <a:cubicBezTo>
                    <a:pt x="2239181" y="1787956"/>
                    <a:pt x="2192182" y="2043245"/>
                    <a:pt x="1956128" y="2172772"/>
                  </a:cubicBezTo>
                  <a:cubicBezTo>
                    <a:pt x="1686840" y="2320533"/>
                    <a:pt x="1346611" y="2243947"/>
                    <a:pt x="1057500" y="2220653"/>
                  </a:cubicBezTo>
                  <a:cubicBezTo>
                    <a:pt x="762976" y="2196889"/>
                    <a:pt x="545216" y="2227065"/>
                    <a:pt x="310985" y="2411944"/>
                  </a:cubicBezTo>
                  <a:cubicBezTo>
                    <a:pt x="220619" y="2483281"/>
                    <a:pt x="124547" y="2546250"/>
                    <a:pt x="27507" y="2592801"/>
                  </a:cubicBezTo>
                  <a:lnTo>
                    <a:pt x="0" y="2604768"/>
                  </a:lnTo>
                  <a:lnTo>
                    <a:pt x="0" y="413420"/>
                  </a:lnTo>
                  <a:lnTo>
                    <a:pt x="192917" y="307247"/>
                  </a:lnTo>
                  <a:cubicBezTo>
                    <a:pt x="406227" y="201053"/>
                    <a:pt x="636168" y="117853"/>
                    <a:pt x="862861" y="55419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" name="任意多边形: 形状 51"/>
            <p:cNvSpPr/>
            <p:nvPr/>
          </p:nvSpPr>
          <p:spPr>
            <a:xfrm>
              <a:off x="1" y="2286745"/>
              <a:ext cx="1952419" cy="2026550"/>
            </a:xfrm>
            <a:custGeom>
              <a:avLst/>
              <a:gdLst>
                <a:gd name="connsiteX0" fmla="*/ 0 w 1952419"/>
                <a:gd name="connsiteY0" fmla="*/ 0 h 2026550"/>
                <a:gd name="connsiteX1" fmla="*/ 18477 w 1952419"/>
                <a:gd name="connsiteY1" fmla="*/ 21580 h 2026550"/>
                <a:gd name="connsiteX2" fmla="*/ 1021088 w 1952419"/>
                <a:gd name="connsiteY2" fmla="*/ 693993 h 2026550"/>
                <a:gd name="connsiteX3" fmla="*/ 1952088 w 1952419"/>
                <a:gd name="connsiteY3" fmla="*/ 1329691 h 2026550"/>
                <a:gd name="connsiteX4" fmla="*/ 1395427 w 1952419"/>
                <a:gd name="connsiteY4" fmla="*/ 1957388 h 2026550"/>
                <a:gd name="connsiteX5" fmla="*/ 460246 w 1952419"/>
                <a:gd name="connsiteY5" fmla="*/ 1960358 h 2026550"/>
                <a:gd name="connsiteX6" fmla="*/ 222206 w 1952419"/>
                <a:gd name="connsiteY6" fmla="*/ 1899718 h 2026550"/>
                <a:gd name="connsiteX7" fmla="*/ 0 w 1952419"/>
                <a:gd name="connsiteY7" fmla="*/ 1824550 h 2026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52419" h="2026550">
                  <a:moveTo>
                    <a:pt x="0" y="0"/>
                  </a:moveTo>
                  <a:lnTo>
                    <a:pt x="18477" y="21580"/>
                  </a:lnTo>
                  <a:cubicBezTo>
                    <a:pt x="303246" y="354837"/>
                    <a:pt x="534434" y="608711"/>
                    <a:pt x="1021088" y="693993"/>
                  </a:cubicBezTo>
                  <a:cubicBezTo>
                    <a:pt x="1405913" y="761453"/>
                    <a:pt x="1968028" y="808488"/>
                    <a:pt x="1952088" y="1329691"/>
                  </a:cubicBezTo>
                  <a:cubicBezTo>
                    <a:pt x="1944632" y="1573230"/>
                    <a:pt x="1599569" y="1877683"/>
                    <a:pt x="1395427" y="1957388"/>
                  </a:cubicBezTo>
                  <a:cubicBezTo>
                    <a:pt x="1103824" y="2071278"/>
                    <a:pt x="757669" y="2024304"/>
                    <a:pt x="460246" y="1960358"/>
                  </a:cubicBezTo>
                  <a:cubicBezTo>
                    <a:pt x="381640" y="1943447"/>
                    <a:pt x="301994" y="1923264"/>
                    <a:pt x="222206" y="1899718"/>
                  </a:cubicBezTo>
                  <a:lnTo>
                    <a:pt x="0" y="182455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20"/>
            <p:cNvSpPr/>
            <p:nvPr/>
          </p:nvSpPr>
          <p:spPr>
            <a:xfrm>
              <a:off x="1100775" y="4744891"/>
              <a:ext cx="1460653" cy="735269"/>
            </a:xfrm>
            <a:custGeom>
              <a:avLst/>
              <a:gdLst>
                <a:gd name="connsiteX0" fmla="*/ 60610 w 1465988"/>
                <a:gd name="connsiteY0" fmla="*/ 183028 h 737955"/>
                <a:gd name="connsiteX1" fmla="*/ 1023909 w 1465988"/>
                <a:gd name="connsiteY1" fmla="*/ 33859 h 737955"/>
                <a:gd name="connsiteX2" fmla="*/ 1428148 w 1465988"/>
                <a:gd name="connsiteY2" fmla="*/ 435803 h 737955"/>
                <a:gd name="connsiteX3" fmla="*/ 759538 w 1465988"/>
                <a:gd name="connsiteY3" fmla="*/ 500085 h 737955"/>
                <a:gd name="connsiteX4" fmla="*/ 507764 w 1465988"/>
                <a:gd name="connsiteY4" fmla="*/ 714832 h 737955"/>
                <a:gd name="connsiteX5" fmla="*/ 1508 w 1465988"/>
                <a:gd name="connsiteY5" fmla="*/ 301998 h 737955"/>
                <a:gd name="connsiteX6" fmla="*/ 60610 w 1465988"/>
                <a:gd name="connsiteY6" fmla="*/ 182969 h 737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5988" h="737955">
                  <a:moveTo>
                    <a:pt x="60610" y="183028"/>
                  </a:moveTo>
                  <a:cubicBezTo>
                    <a:pt x="251692" y="-19239"/>
                    <a:pt x="837536" y="-28187"/>
                    <a:pt x="1023909" y="33859"/>
                  </a:cubicBezTo>
                  <a:cubicBezTo>
                    <a:pt x="1173490" y="83661"/>
                    <a:pt x="1593270" y="214522"/>
                    <a:pt x="1428148" y="435803"/>
                  </a:cubicBezTo>
                  <a:cubicBezTo>
                    <a:pt x="1252489" y="671153"/>
                    <a:pt x="968044" y="403956"/>
                    <a:pt x="759538" y="500085"/>
                  </a:cubicBezTo>
                  <a:cubicBezTo>
                    <a:pt x="657168" y="547297"/>
                    <a:pt x="607249" y="661381"/>
                    <a:pt x="507764" y="714832"/>
                  </a:cubicBezTo>
                  <a:cubicBezTo>
                    <a:pt x="297785" y="827739"/>
                    <a:pt x="-24747" y="500909"/>
                    <a:pt x="1508" y="301998"/>
                  </a:cubicBezTo>
                  <a:cubicBezTo>
                    <a:pt x="7512" y="256435"/>
                    <a:pt x="28469" y="216994"/>
                    <a:pt x="60610" y="182969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21"/>
            <p:cNvSpPr/>
            <p:nvPr/>
          </p:nvSpPr>
          <p:spPr>
            <a:xfrm>
              <a:off x="958673" y="1517193"/>
              <a:ext cx="1960673" cy="1371399"/>
            </a:xfrm>
            <a:custGeom>
              <a:avLst/>
              <a:gdLst>
                <a:gd name="connsiteX0" fmla="*/ 1237998 w 2382959"/>
                <a:gd name="connsiteY0" fmla="*/ 916 h 1666768"/>
                <a:gd name="connsiteX1" fmla="*/ 2376779 w 2382959"/>
                <a:gd name="connsiteY1" fmla="*/ 597474 h 1666768"/>
                <a:gd name="connsiteX2" fmla="*/ 1644945 w 2382959"/>
                <a:gd name="connsiteY2" fmla="*/ 893221 h 1666768"/>
                <a:gd name="connsiteX3" fmla="*/ 1051449 w 2382959"/>
                <a:gd name="connsiteY3" fmla="*/ 1576961 h 1666768"/>
                <a:gd name="connsiteX4" fmla="*/ 191756 w 2382959"/>
                <a:gd name="connsiteY4" fmla="*/ 1413664 h 1666768"/>
                <a:gd name="connsiteX5" fmla="*/ 1224341 w 2382959"/>
                <a:gd name="connsiteY5" fmla="*/ 1328 h 1666768"/>
                <a:gd name="connsiteX6" fmla="*/ 1237998 w 2382959"/>
                <a:gd name="connsiteY6" fmla="*/ 916 h 1666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82959" h="1666768">
                  <a:moveTo>
                    <a:pt x="1237998" y="916"/>
                  </a:moveTo>
                  <a:cubicBezTo>
                    <a:pt x="1589551" y="-8738"/>
                    <a:pt x="2464785" y="49246"/>
                    <a:pt x="2376779" y="597474"/>
                  </a:cubicBezTo>
                  <a:cubicBezTo>
                    <a:pt x="2320503" y="948262"/>
                    <a:pt x="1859456" y="701786"/>
                    <a:pt x="1644945" y="893221"/>
                  </a:cubicBezTo>
                  <a:cubicBezTo>
                    <a:pt x="1421957" y="1092250"/>
                    <a:pt x="1304400" y="1410897"/>
                    <a:pt x="1051449" y="1576961"/>
                  </a:cubicBezTo>
                  <a:cubicBezTo>
                    <a:pt x="779071" y="1755799"/>
                    <a:pt x="403206" y="1650074"/>
                    <a:pt x="191756" y="1413664"/>
                  </a:cubicBezTo>
                  <a:cubicBezTo>
                    <a:pt x="-425111" y="724273"/>
                    <a:pt x="588696" y="22697"/>
                    <a:pt x="1224341" y="1328"/>
                  </a:cubicBezTo>
                  <a:cubicBezTo>
                    <a:pt x="1228815" y="1151"/>
                    <a:pt x="1233348" y="1034"/>
                    <a:pt x="1237998" y="916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2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" name="任意多边形: 形状 58"/>
            <p:cNvSpPr/>
            <p:nvPr/>
          </p:nvSpPr>
          <p:spPr>
            <a:xfrm>
              <a:off x="9815879" y="3495385"/>
              <a:ext cx="2376121" cy="2868907"/>
            </a:xfrm>
            <a:custGeom>
              <a:avLst/>
              <a:gdLst>
                <a:gd name="connsiteX0" fmla="*/ 1274512 w 2376121"/>
                <a:gd name="connsiteY0" fmla="*/ 2503 h 2868907"/>
                <a:gd name="connsiteX1" fmla="*/ 1425028 w 2376121"/>
                <a:gd name="connsiteY1" fmla="*/ 26514 h 2868907"/>
                <a:gd name="connsiteX2" fmla="*/ 2035893 w 2376121"/>
                <a:gd name="connsiteY2" fmla="*/ 161816 h 2868907"/>
                <a:gd name="connsiteX3" fmla="*/ 2286518 w 2376121"/>
                <a:gd name="connsiteY3" fmla="*/ 115080 h 2868907"/>
                <a:gd name="connsiteX4" fmla="*/ 2376121 w 2376121"/>
                <a:gd name="connsiteY4" fmla="*/ 101063 h 2868907"/>
                <a:gd name="connsiteX5" fmla="*/ 2376121 w 2376121"/>
                <a:gd name="connsiteY5" fmla="*/ 2800785 h 2868907"/>
                <a:gd name="connsiteX6" fmla="*/ 2302816 w 2376121"/>
                <a:gd name="connsiteY6" fmla="*/ 2830934 h 2868907"/>
                <a:gd name="connsiteX7" fmla="*/ 2022987 w 2376121"/>
                <a:gd name="connsiteY7" fmla="*/ 2867690 h 2868907"/>
                <a:gd name="connsiteX8" fmla="*/ 1372573 w 2376121"/>
                <a:gd name="connsiteY8" fmla="*/ 2540610 h 2868907"/>
                <a:gd name="connsiteX9" fmla="*/ 591645 w 2376121"/>
                <a:gd name="connsiteY9" fmla="*/ 2479343 h 2868907"/>
                <a:gd name="connsiteX10" fmla="*/ 408747 w 2376121"/>
                <a:gd name="connsiteY10" fmla="*/ 1970126 h 2868907"/>
                <a:gd name="connsiteX11" fmla="*/ 147789 w 2376121"/>
                <a:gd name="connsiteY11" fmla="*/ 1157837 h 2868907"/>
                <a:gd name="connsiteX12" fmla="*/ 261511 w 2376121"/>
                <a:gd name="connsiteY12" fmla="*/ 237584 h 2868907"/>
                <a:gd name="connsiteX13" fmla="*/ 1274512 w 2376121"/>
                <a:gd name="connsiteY13" fmla="*/ 2503 h 286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6121" h="2868907">
                  <a:moveTo>
                    <a:pt x="1274512" y="2503"/>
                  </a:moveTo>
                  <a:cubicBezTo>
                    <a:pt x="1324341" y="6138"/>
                    <a:pt x="1374498" y="13860"/>
                    <a:pt x="1425028" y="26514"/>
                  </a:cubicBezTo>
                  <a:cubicBezTo>
                    <a:pt x="1633044" y="78622"/>
                    <a:pt x="1812891" y="197548"/>
                    <a:pt x="2035893" y="161816"/>
                  </a:cubicBezTo>
                  <a:cubicBezTo>
                    <a:pt x="2122208" y="147991"/>
                    <a:pt x="2205617" y="129859"/>
                    <a:pt x="2286518" y="115080"/>
                  </a:cubicBezTo>
                  <a:lnTo>
                    <a:pt x="2376121" y="101063"/>
                  </a:lnTo>
                  <a:lnTo>
                    <a:pt x="2376121" y="2800785"/>
                  </a:lnTo>
                  <a:lnTo>
                    <a:pt x="2302816" y="2830934"/>
                  </a:lnTo>
                  <a:cubicBezTo>
                    <a:pt x="2211953" y="2859806"/>
                    <a:pt x="2116882" y="2873206"/>
                    <a:pt x="2022987" y="2867690"/>
                  </a:cubicBezTo>
                  <a:cubicBezTo>
                    <a:pt x="1777018" y="2853258"/>
                    <a:pt x="1604249" y="2605345"/>
                    <a:pt x="1372573" y="2540610"/>
                  </a:cubicBezTo>
                  <a:cubicBezTo>
                    <a:pt x="1116611" y="2469074"/>
                    <a:pt x="841709" y="2600557"/>
                    <a:pt x="591645" y="2479343"/>
                  </a:cubicBezTo>
                  <a:cubicBezTo>
                    <a:pt x="356916" y="2365620"/>
                    <a:pt x="425399" y="2181403"/>
                    <a:pt x="408747" y="1970126"/>
                  </a:cubicBezTo>
                  <a:cubicBezTo>
                    <a:pt x="387306" y="1697443"/>
                    <a:pt x="253255" y="1407137"/>
                    <a:pt x="147789" y="1157837"/>
                  </a:cubicBezTo>
                  <a:cubicBezTo>
                    <a:pt x="28517" y="876064"/>
                    <a:pt x="-162292" y="347143"/>
                    <a:pt x="261511" y="237584"/>
                  </a:cubicBezTo>
                  <a:cubicBezTo>
                    <a:pt x="592999" y="151919"/>
                    <a:pt x="925707" y="-22939"/>
                    <a:pt x="1274512" y="2503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" name="任意多边形: 形状 64"/>
            <p:cNvSpPr/>
            <p:nvPr/>
          </p:nvSpPr>
          <p:spPr>
            <a:xfrm>
              <a:off x="8753494" y="0"/>
              <a:ext cx="3436172" cy="2361077"/>
            </a:xfrm>
            <a:custGeom>
              <a:avLst/>
              <a:gdLst>
                <a:gd name="connsiteX0" fmla="*/ 283281 w 3360242"/>
                <a:gd name="connsiteY0" fmla="*/ 0 h 2361077"/>
                <a:gd name="connsiteX1" fmla="*/ 374210 w 3360242"/>
                <a:gd name="connsiteY1" fmla="*/ 0 h 2361077"/>
                <a:gd name="connsiteX2" fmla="*/ 307441 w 3360242"/>
                <a:gd name="connsiteY2" fmla="*/ 13044 h 2361077"/>
                <a:gd name="connsiteX3" fmla="*/ 139780 w 3360242"/>
                <a:gd name="connsiteY3" fmla="*/ 76376 h 2361077"/>
                <a:gd name="connsiteX4" fmla="*/ 43967 w 3360242"/>
                <a:gd name="connsiteY4" fmla="*/ 157052 h 2361077"/>
                <a:gd name="connsiteX5" fmla="*/ 39524 w 3360242"/>
                <a:gd name="connsiteY5" fmla="*/ 345554 h 2361077"/>
                <a:gd name="connsiteX6" fmla="*/ 309251 w 3360242"/>
                <a:gd name="connsiteY6" fmla="*/ 700674 h 2361077"/>
                <a:gd name="connsiteX7" fmla="*/ 318903 w 3360242"/>
                <a:gd name="connsiteY7" fmla="*/ 955702 h 2361077"/>
                <a:gd name="connsiteX8" fmla="*/ 519745 w 3360242"/>
                <a:gd name="connsiteY8" fmla="*/ 1213802 h 2361077"/>
                <a:gd name="connsiteX9" fmla="*/ 833841 w 3360242"/>
                <a:gd name="connsiteY9" fmla="*/ 1328483 h 2361077"/>
                <a:gd name="connsiteX10" fmla="*/ 1152983 w 3360242"/>
                <a:gd name="connsiteY10" fmla="*/ 1346746 h 2361077"/>
                <a:gd name="connsiteX11" fmla="*/ 1682729 w 3360242"/>
                <a:gd name="connsiteY11" fmla="*/ 1554224 h 2361077"/>
                <a:gd name="connsiteX12" fmla="*/ 1888178 w 3360242"/>
                <a:gd name="connsiteY12" fmla="*/ 2047114 h 2361077"/>
                <a:gd name="connsiteX13" fmla="*/ 2303134 w 3360242"/>
                <a:gd name="connsiteY13" fmla="*/ 2300662 h 2361077"/>
                <a:gd name="connsiteX14" fmla="*/ 3350505 w 3360242"/>
                <a:gd name="connsiteY14" fmla="*/ 2298797 h 2361077"/>
                <a:gd name="connsiteX15" fmla="*/ 3351601 w 3360242"/>
                <a:gd name="connsiteY15" fmla="*/ 2317773 h 2361077"/>
                <a:gd name="connsiteX16" fmla="*/ 2351123 w 3360242"/>
                <a:gd name="connsiteY16" fmla="*/ 2332581 h 2361077"/>
                <a:gd name="connsiteX17" fmla="*/ 1940445 w 3360242"/>
                <a:gd name="connsiteY17" fmla="*/ 2149180 h 2361077"/>
                <a:gd name="connsiteX18" fmla="*/ 1742620 w 3360242"/>
                <a:gd name="connsiteY18" fmla="*/ 1713493 h 2361077"/>
                <a:gd name="connsiteX19" fmla="*/ 1586367 w 3360242"/>
                <a:gd name="connsiteY19" fmla="*/ 1483474 h 2361077"/>
                <a:gd name="connsiteX20" fmla="*/ 1271119 w 3360242"/>
                <a:gd name="connsiteY20" fmla="*/ 1376746 h 2361077"/>
                <a:gd name="connsiteX21" fmla="*/ 927680 w 3360242"/>
                <a:gd name="connsiteY21" fmla="*/ 1352011 h 2361077"/>
                <a:gd name="connsiteX22" fmla="*/ 643475 w 3360242"/>
                <a:gd name="connsiteY22" fmla="*/ 1300183 h 2361077"/>
                <a:gd name="connsiteX23" fmla="*/ 289451 w 3360242"/>
                <a:gd name="connsiteY23" fmla="*/ 884514 h 2361077"/>
                <a:gd name="connsiteX24" fmla="*/ 269543 w 3360242"/>
                <a:gd name="connsiteY24" fmla="*/ 628663 h 2361077"/>
                <a:gd name="connsiteX25" fmla="*/ 101334 w 3360242"/>
                <a:gd name="connsiteY25" fmla="*/ 446578 h 2361077"/>
                <a:gd name="connsiteX26" fmla="*/ 1791 w 3360242"/>
                <a:gd name="connsiteY26" fmla="*/ 289228 h 2361077"/>
                <a:gd name="connsiteX27" fmla="*/ 46489 w 3360242"/>
                <a:gd name="connsiteY27" fmla="*/ 122610 h 2361077"/>
                <a:gd name="connsiteX28" fmla="*/ 196291 w 3360242"/>
                <a:gd name="connsiteY28" fmla="*/ 27735 h 2361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3360242" h="2361077">
                  <a:moveTo>
                    <a:pt x="283281" y="0"/>
                  </a:moveTo>
                  <a:lnTo>
                    <a:pt x="374210" y="0"/>
                  </a:lnTo>
                  <a:lnTo>
                    <a:pt x="307441" y="13044"/>
                  </a:lnTo>
                  <a:cubicBezTo>
                    <a:pt x="248976" y="28208"/>
                    <a:pt x="191965" y="48186"/>
                    <a:pt x="139780" y="76376"/>
                  </a:cubicBezTo>
                  <a:cubicBezTo>
                    <a:pt x="103912" y="95736"/>
                    <a:pt x="64369" y="120306"/>
                    <a:pt x="43967" y="157052"/>
                  </a:cubicBezTo>
                  <a:cubicBezTo>
                    <a:pt x="13034" y="212665"/>
                    <a:pt x="7385" y="289283"/>
                    <a:pt x="39524" y="345554"/>
                  </a:cubicBezTo>
                  <a:cubicBezTo>
                    <a:pt x="113839" y="475646"/>
                    <a:pt x="291262" y="535975"/>
                    <a:pt x="309251" y="700674"/>
                  </a:cubicBezTo>
                  <a:cubicBezTo>
                    <a:pt x="318574" y="785684"/>
                    <a:pt x="291700" y="872283"/>
                    <a:pt x="318903" y="955702"/>
                  </a:cubicBezTo>
                  <a:cubicBezTo>
                    <a:pt x="353072" y="1060401"/>
                    <a:pt x="429855" y="1151718"/>
                    <a:pt x="519745" y="1213802"/>
                  </a:cubicBezTo>
                  <a:cubicBezTo>
                    <a:pt x="612542" y="1277916"/>
                    <a:pt x="721190" y="1318830"/>
                    <a:pt x="833841" y="1328483"/>
                  </a:cubicBezTo>
                  <a:cubicBezTo>
                    <a:pt x="940021" y="1337587"/>
                    <a:pt x="1046694" y="1338574"/>
                    <a:pt x="1152983" y="1346746"/>
                  </a:cubicBezTo>
                  <a:cubicBezTo>
                    <a:pt x="1338907" y="1361006"/>
                    <a:pt x="1565745" y="1389470"/>
                    <a:pt x="1682729" y="1554224"/>
                  </a:cubicBezTo>
                  <a:cubicBezTo>
                    <a:pt x="1787977" y="1702469"/>
                    <a:pt x="1795764" y="1893165"/>
                    <a:pt x="1888178" y="2047114"/>
                  </a:cubicBezTo>
                  <a:cubicBezTo>
                    <a:pt x="1976972" y="2194976"/>
                    <a:pt x="2140025" y="2266877"/>
                    <a:pt x="2303134" y="2300662"/>
                  </a:cubicBezTo>
                  <a:cubicBezTo>
                    <a:pt x="2650576" y="2372618"/>
                    <a:pt x="3001089" y="2311960"/>
                    <a:pt x="3350505" y="2298797"/>
                  </a:cubicBezTo>
                  <a:cubicBezTo>
                    <a:pt x="3362790" y="2298358"/>
                    <a:pt x="3363778" y="2316731"/>
                    <a:pt x="3351601" y="2317773"/>
                  </a:cubicBezTo>
                  <a:cubicBezTo>
                    <a:pt x="3021381" y="2346622"/>
                    <a:pt x="2680631" y="2390662"/>
                    <a:pt x="2351123" y="2332581"/>
                  </a:cubicBezTo>
                  <a:cubicBezTo>
                    <a:pt x="2204742" y="2306750"/>
                    <a:pt x="2046954" y="2258815"/>
                    <a:pt x="1940445" y="2149180"/>
                  </a:cubicBezTo>
                  <a:cubicBezTo>
                    <a:pt x="1824393" y="2029728"/>
                    <a:pt x="1799329" y="1863713"/>
                    <a:pt x="1742620" y="1713493"/>
                  </a:cubicBezTo>
                  <a:cubicBezTo>
                    <a:pt x="1709658" y="1626235"/>
                    <a:pt x="1664631" y="1538538"/>
                    <a:pt x="1586367" y="1483474"/>
                  </a:cubicBezTo>
                  <a:cubicBezTo>
                    <a:pt x="1494447" y="1418757"/>
                    <a:pt x="1381028" y="1391499"/>
                    <a:pt x="1271119" y="1376746"/>
                  </a:cubicBezTo>
                  <a:cubicBezTo>
                    <a:pt x="1157152" y="1361499"/>
                    <a:pt x="1042361" y="1358154"/>
                    <a:pt x="927680" y="1352011"/>
                  </a:cubicBezTo>
                  <a:cubicBezTo>
                    <a:pt x="830277" y="1346801"/>
                    <a:pt x="734627" y="1337697"/>
                    <a:pt x="643475" y="1300183"/>
                  </a:cubicBezTo>
                  <a:cubicBezTo>
                    <a:pt x="477844" y="1232011"/>
                    <a:pt x="297130" y="1077568"/>
                    <a:pt x="289451" y="884514"/>
                  </a:cubicBezTo>
                  <a:cubicBezTo>
                    <a:pt x="286106" y="799779"/>
                    <a:pt x="312870" y="707475"/>
                    <a:pt x="269543" y="628663"/>
                  </a:cubicBezTo>
                  <a:cubicBezTo>
                    <a:pt x="228574" y="554239"/>
                    <a:pt x="162376" y="503288"/>
                    <a:pt x="101334" y="446578"/>
                  </a:cubicBezTo>
                  <a:cubicBezTo>
                    <a:pt x="55758" y="404183"/>
                    <a:pt x="9689" y="353836"/>
                    <a:pt x="1791" y="289228"/>
                  </a:cubicBezTo>
                  <a:cubicBezTo>
                    <a:pt x="-5065" y="233232"/>
                    <a:pt x="7330" y="165553"/>
                    <a:pt x="46489" y="122610"/>
                  </a:cubicBezTo>
                  <a:cubicBezTo>
                    <a:pt x="85758" y="79557"/>
                    <a:pt x="139108" y="49749"/>
                    <a:pt x="196291" y="27735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5" name="任意多边形: 形状 74"/>
            <p:cNvSpPr/>
            <p:nvPr/>
          </p:nvSpPr>
          <p:spPr>
            <a:xfrm>
              <a:off x="2" y="1002420"/>
              <a:ext cx="1251276" cy="1363409"/>
            </a:xfrm>
            <a:custGeom>
              <a:avLst/>
              <a:gdLst>
                <a:gd name="connsiteX0" fmla="*/ 400275 w 1376921"/>
                <a:gd name="connsiteY0" fmla="*/ 1490 h 1500314"/>
                <a:gd name="connsiteX1" fmla="*/ 406708 w 1376921"/>
                <a:gd name="connsiteY1" fmla="*/ 14123 h 1500314"/>
                <a:gd name="connsiteX2" fmla="*/ 340776 w 1376921"/>
                <a:gd name="connsiteY2" fmla="*/ 161355 h 1500314"/>
                <a:gd name="connsiteX3" fmla="*/ 273759 w 1376921"/>
                <a:gd name="connsiteY3" fmla="*/ 321665 h 1500314"/>
                <a:gd name="connsiteX4" fmla="*/ 137676 w 1376921"/>
                <a:gd name="connsiteY4" fmla="*/ 489388 h 1500314"/>
                <a:gd name="connsiteX5" fmla="*/ 73793 w 1376921"/>
                <a:gd name="connsiteY5" fmla="*/ 546822 h 1500314"/>
                <a:gd name="connsiteX6" fmla="*/ 72166 w 1376921"/>
                <a:gd name="connsiteY6" fmla="*/ 549233 h 1500314"/>
                <a:gd name="connsiteX7" fmla="*/ 118572 w 1376921"/>
                <a:gd name="connsiteY7" fmla="*/ 577739 h 1500314"/>
                <a:gd name="connsiteX8" fmla="*/ 150634 w 1376921"/>
                <a:gd name="connsiteY8" fmla="*/ 597567 h 1500314"/>
                <a:gd name="connsiteX9" fmla="*/ 293587 w 1376921"/>
                <a:gd name="connsiteY9" fmla="*/ 434907 h 1500314"/>
                <a:gd name="connsiteX10" fmla="*/ 389110 w 1376921"/>
                <a:gd name="connsiteY10" fmla="*/ 284782 h 1500314"/>
                <a:gd name="connsiteX11" fmla="*/ 655972 w 1376921"/>
                <a:gd name="connsiteY11" fmla="*/ 153038 h 1500314"/>
                <a:gd name="connsiteX12" fmla="*/ 670074 w 1376921"/>
                <a:gd name="connsiteY12" fmla="*/ 177025 h 1500314"/>
                <a:gd name="connsiteX13" fmla="*/ 553759 w 1376921"/>
                <a:gd name="connsiteY13" fmla="*/ 319556 h 1500314"/>
                <a:gd name="connsiteX14" fmla="*/ 415507 w 1376921"/>
                <a:gd name="connsiteY14" fmla="*/ 466125 h 1500314"/>
                <a:gd name="connsiteX15" fmla="*/ 283522 w 1376921"/>
                <a:gd name="connsiteY15" fmla="*/ 560202 h 1500314"/>
                <a:gd name="connsiteX16" fmla="*/ 173595 w 1376921"/>
                <a:gd name="connsiteY16" fmla="*/ 611188 h 1500314"/>
                <a:gd name="connsiteX17" fmla="*/ 323961 w 1376921"/>
                <a:gd name="connsiteY17" fmla="*/ 690197 h 1500314"/>
                <a:gd name="connsiteX18" fmla="*/ 537788 w 1376921"/>
                <a:gd name="connsiteY18" fmla="*/ 414054 h 1500314"/>
                <a:gd name="connsiteX19" fmla="*/ 838279 w 1376921"/>
                <a:gd name="connsiteY19" fmla="*/ 294183 h 1500314"/>
                <a:gd name="connsiteX20" fmla="*/ 848525 w 1376921"/>
                <a:gd name="connsiteY20" fmla="*/ 318411 h 1500314"/>
                <a:gd name="connsiteX21" fmla="*/ 694603 w 1376921"/>
                <a:gd name="connsiteY21" fmla="*/ 429543 h 1500314"/>
                <a:gd name="connsiteX22" fmla="*/ 568223 w 1376921"/>
                <a:gd name="connsiteY22" fmla="*/ 559298 h 1500314"/>
                <a:gd name="connsiteX23" fmla="*/ 357771 w 1376921"/>
                <a:gd name="connsiteY23" fmla="*/ 705023 h 1500314"/>
                <a:gd name="connsiteX24" fmla="*/ 407190 w 1376921"/>
                <a:gd name="connsiteY24" fmla="*/ 724730 h 1500314"/>
                <a:gd name="connsiteX25" fmla="*/ 435154 w 1376921"/>
                <a:gd name="connsiteY25" fmla="*/ 734253 h 1500314"/>
                <a:gd name="connsiteX26" fmla="*/ 585580 w 1376921"/>
                <a:gd name="connsiteY26" fmla="*/ 622096 h 1500314"/>
                <a:gd name="connsiteX27" fmla="*/ 724254 w 1376921"/>
                <a:gd name="connsiteY27" fmla="*/ 528381 h 1500314"/>
                <a:gd name="connsiteX28" fmla="*/ 863170 w 1376921"/>
                <a:gd name="connsiteY28" fmla="*/ 495535 h 1500314"/>
                <a:gd name="connsiteX29" fmla="*/ 1043006 w 1376921"/>
                <a:gd name="connsiteY29" fmla="*/ 472212 h 1500314"/>
                <a:gd name="connsiteX30" fmla="*/ 1051926 w 1376921"/>
                <a:gd name="connsiteY30" fmla="*/ 493245 h 1500314"/>
                <a:gd name="connsiteX31" fmla="*/ 910720 w 1376921"/>
                <a:gd name="connsiteY31" fmla="*/ 552005 h 1500314"/>
                <a:gd name="connsiteX32" fmla="*/ 737031 w 1376921"/>
                <a:gd name="connsiteY32" fmla="*/ 647589 h 1500314"/>
                <a:gd name="connsiteX33" fmla="*/ 609265 w 1376921"/>
                <a:gd name="connsiteY33" fmla="*/ 718222 h 1500314"/>
                <a:gd name="connsiteX34" fmla="*/ 478908 w 1376921"/>
                <a:gd name="connsiteY34" fmla="*/ 746848 h 1500314"/>
                <a:gd name="connsiteX35" fmla="*/ 566717 w 1376921"/>
                <a:gd name="connsiteY35" fmla="*/ 769629 h 1500314"/>
                <a:gd name="connsiteX36" fmla="*/ 888783 w 1376921"/>
                <a:gd name="connsiteY36" fmla="*/ 672720 h 1500314"/>
                <a:gd name="connsiteX37" fmla="*/ 1265632 w 1376921"/>
                <a:gd name="connsiteY37" fmla="*/ 724068 h 1500314"/>
                <a:gd name="connsiteX38" fmla="*/ 1271599 w 1376921"/>
                <a:gd name="connsiteY38" fmla="*/ 745462 h 1500314"/>
                <a:gd name="connsiteX39" fmla="*/ 958934 w 1376921"/>
                <a:gd name="connsiteY39" fmla="*/ 804283 h 1500314"/>
                <a:gd name="connsiteX40" fmla="*/ 622283 w 1376921"/>
                <a:gd name="connsiteY40" fmla="*/ 787107 h 1500314"/>
                <a:gd name="connsiteX41" fmla="*/ 656996 w 1376921"/>
                <a:gd name="connsiteY41" fmla="*/ 801269 h 1500314"/>
                <a:gd name="connsiteX42" fmla="*/ 1032459 w 1376921"/>
                <a:gd name="connsiteY42" fmla="*/ 875639 h 1500314"/>
                <a:gd name="connsiteX43" fmla="*/ 1370316 w 1376921"/>
                <a:gd name="connsiteY43" fmla="*/ 1074339 h 1500314"/>
                <a:gd name="connsiteX44" fmla="*/ 1364832 w 1376921"/>
                <a:gd name="connsiteY44" fmla="*/ 1095915 h 1500314"/>
                <a:gd name="connsiteX45" fmla="*/ 970505 w 1376921"/>
                <a:gd name="connsiteY45" fmla="*/ 1006780 h 1500314"/>
                <a:gd name="connsiteX46" fmla="*/ 616979 w 1376921"/>
                <a:gd name="connsiteY46" fmla="*/ 808140 h 1500314"/>
                <a:gd name="connsiteX47" fmla="*/ 612399 w 1376921"/>
                <a:gd name="connsiteY47" fmla="*/ 803258 h 1500314"/>
                <a:gd name="connsiteX48" fmla="*/ 589919 w 1376921"/>
                <a:gd name="connsiteY48" fmla="*/ 796267 h 1500314"/>
                <a:gd name="connsiteX49" fmla="*/ 817186 w 1376921"/>
                <a:gd name="connsiteY49" fmla="*/ 1040348 h 1500314"/>
                <a:gd name="connsiteX50" fmla="*/ 1044754 w 1376921"/>
                <a:gd name="connsiteY50" fmla="*/ 1366392 h 1500314"/>
                <a:gd name="connsiteX51" fmla="*/ 1030953 w 1376921"/>
                <a:gd name="connsiteY51" fmla="*/ 1380254 h 1500314"/>
                <a:gd name="connsiteX52" fmla="*/ 855576 w 1376921"/>
                <a:gd name="connsiteY52" fmla="*/ 1285635 h 1500314"/>
                <a:gd name="connsiteX53" fmla="*/ 745167 w 1376921"/>
                <a:gd name="connsiteY53" fmla="*/ 1159315 h 1500314"/>
                <a:gd name="connsiteX54" fmla="*/ 540862 w 1376921"/>
                <a:gd name="connsiteY54" fmla="*/ 784877 h 1500314"/>
                <a:gd name="connsiteX55" fmla="*/ 540500 w 1376921"/>
                <a:gd name="connsiteY55" fmla="*/ 783129 h 1500314"/>
                <a:gd name="connsiteX56" fmla="*/ 473845 w 1376921"/>
                <a:gd name="connsiteY56" fmla="*/ 766736 h 1500314"/>
                <a:gd name="connsiteX57" fmla="*/ 538391 w 1376921"/>
                <a:gd name="connsiteY57" fmla="*/ 877266 h 1500314"/>
                <a:gd name="connsiteX58" fmla="*/ 617823 w 1376921"/>
                <a:gd name="connsiteY58" fmla="*/ 1071808 h 1500314"/>
                <a:gd name="connsiteX59" fmla="*/ 680561 w 1376921"/>
                <a:gd name="connsiteY59" fmla="*/ 1273280 h 1500314"/>
                <a:gd name="connsiteX60" fmla="*/ 714129 w 1376921"/>
                <a:gd name="connsiteY60" fmla="*/ 1487167 h 1500314"/>
                <a:gd name="connsiteX61" fmla="*/ 695989 w 1376921"/>
                <a:gd name="connsiteY61" fmla="*/ 1497835 h 1500314"/>
                <a:gd name="connsiteX62" fmla="*/ 518563 w 1376921"/>
                <a:gd name="connsiteY62" fmla="*/ 1176672 h 1500314"/>
                <a:gd name="connsiteX63" fmla="*/ 476798 w 1376921"/>
                <a:gd name="connsiteY63" fmla="*/ 960555 h 1500314"/>
                <a:gd name="connsiteX64" fmla="*/ 438288 w 1376921"/>
                <a:gd name="connsiteY64" fmla="*/ 797232 h 1500314"/>
                <a:gd name="connsiteX65" fmla="*/ 432141 w 1376921"/>
                <a:gd name="connsiteY65" fmla="*/ 774210 h 1500314"/>
                <a:gd name="connsiteX66" fmla="*/ 428344 w 1376921"/>
                <a:gd name="connsiteY66" fmla="*/ 756069 h 1500314"/>
                <a:gd name="connsiteX67" fmla="*/ 406889 w 1376921"/>
                <a:gd name="connsiteY67" fmla="*/ 747330 h 1500314"/>
                <a:gd name="connsiteX68" fmla="*/ 378503 w 1376921"/>
                <a:gd name="connsiteY68" fmla="*/ 736965 h 1500314"/>
                <a:gd name="connsiteX69" fmla="*/ 366570 w 1376921"/>
                <a:gd name="connsiteY69" fmla="*/ 732023 h 1500314"/>
                <a:gd name="connsiteX70" fmla="*/ 393329 w 1376921"/>
                <a:gd name="connsiteY70" fmla="*/ 821338 h 1500314"/>
                <a:gd name="connsiteX71" fmla="*/ 409540 w 1376921"/>
                <a:gd name="connsiteY71" fmla="*/ 1004670 h 1500314"/>
                <a:gd name="connsiteX72" fmla="*/ 399114 w 1376921"/>
                <a:gd name="connsiteY72" fmla="*/ 1457215 h 1500314"/>
                <a:gd name="connsiteX73" fmla="*/ 383324 w 1376921"/>
                <a:gd name="connsiteY73" fmla="*/ 1466496 h 1500314"/>
                <a:gd name="connsiteX74" fmla="*/ 267431 w 1376921"/>
                <a:gd name="connsiteY74" fmla="*/ 1177094 h 1500314"/>
                <a:gd name="connsiteX75" fmla="*/ 334568 w 1376921"/>
                <a:gd name="connsiteY75" fmla="*/ 724128 h 1500314"/>
                <a:gd name="connsiteX76" fmla="*/ 334870 w 1376921"/>
                <a:gd name="connsiteY76" fmla="*/ 718704 h 1500314"/>
                <a:gd name="connsiteX77" fmla="*/ 334629 w 1376921"/>
                <a:gd name="connsiteY77" fmla="*/ 718885 h 1500314"/>
                <a:gd name="connsiteX78" fmla="*/ 325890 w 1376921"/>
                <a:gd name="connsiteY78" fmla="*/ 714967 h 1500314"/>
                <a:gd name="connsiteX79" fmla="*/ 321069 w 1376921"/>
                <a:gd name="connsiteY79" fmla="*/ 712858 h 1500314"/>
                <a:gd name="connsiteX80" fmla="*/ 233923 w 1376921"/>
                <a:gd name="connsiteY80" fmla="*/ 670671 h 1500314"/>
                <a:gd name="connsiteX81" fmla="*/ 253389 w 1376921"/>
                <a:gd name="connsiteY81" fmla="*/ 932049 h 1500314"/>
                <a:gd name="connsiteX82" fmla="*/ 201800 w 1376921"/>
                <a:gd name="connsiteY82" fmla="*/ 1117611 h 1500314"/>
                <a:gd name="connsiteX83" fmla="*/ 172691 w 1376921"/>
                <a:gd name="connsiteY83" fmla="*/ 1307331 h 1500314"/>
                <a:gd name="connsiteX84" fmla="*/ 184142 w 1376921"/>
                <a:gd name="connsiteY84" fmla="*/ 1342587 h 1500314"/>
                <a:gd name="connsiteX85" fmla="*/ 161904 w 1376921"/>
                <a:gd name="connsiteY85" fmla="*/ 1351989 h 1500314"/>
                <a:gd name="connsiteX86" fmla="*/ 149428 w 1376921"/>
                <a:gd name="connsiteY86" fmla="*/ 1316733 h 1500314"/>
                <a:gd name="connsiteX87" fmla="*/ 121766 w 1376921"/>
                <a:gd name="connsiteY87" fmla="*/ 1006418 h 1500314"/>
                <a:gd name="connsiteX88" fmla="*/ 154310 w 1376921"/>
                <a:gd name="connsiteY88" fmla="*/ 817602 h 1500314"/>
                <a:gd name="connsiteX89" fmla="*/ 192700 w 1376921"/>
                <a:gd name="connsiteY89" fmla="*/ 648553 h 1500314"/>
                <a:gd name="connsiteX90" fmla="*/ 168051 w 1376921"/>
                <a:gd name="connsiteY90" fmla="*/ 634210 h 1500314"/>
                <a:gd name="connsiteX91" fmla="*/ 142317 w 1376921"/>
                <a:gd name="connsiteY91" fmla="*/ 618781 h 1500314"/>
                <a:gd name="connsiteX92" fmla="*/ 122188 w 1376921"/>
                <a:gd name="connsiteY92" fmla="*/ 606366 h 1500314"/>
                <a:gd name="connsiteX93" fmla="*/ 133940 w 1376921"/>
                <a:gd name="connsiteY93" fmla="*/ 702311 h 1500314"/>
                <a:gd name="connsiteX94" fmla="*/ 98021 w 1376921"/>
                <a:gd name="connsiteY94" fmla="*/ 866056 h 1500314"/>
                <a:gd name="connsiteX95" fmla="*/ 10091 w 1376921"/>
                <a:gd name="connsiteY95" fmla="*/ 1067529 h 1500314"/>
                <a:gd name="connsiteX96" fmla="*/ 0 w 1376921"/>
                <a:gd name="connsiteY96" fmla="*/ 1118340 h 1500314"/>
                <a:gd name="connsiteX97" fmla="*/ 0 w 1376921"/>
                <a:gd name="connsiteY97" fmla="*/ 773825 h 1500314"/>
                <a:gd name="connsiteX98" fmla="*/ 10573 w 1376921"/>
                <a:gd name="connsiteY98" fmla="*/ 749199 h 1500314"/>
                <a:gd name="connsiteX99" fmla="*/ 83255 w 1376921"/>
                <a:gd name="connsiteY99" fmla="*/ 582259 h 1500314"/>
                <a:gd name="connsiteX100" fmla="*/ 43238 w 1376921"/>
                <a:gd name="connsiteY100" fmla="*/ 557791 h 1500314"/>
                <a:gd name="connsiteX101" fmla="*/ 10189 w 1376921"/>
                <a:gd name="connsiteY101" fmla="*/ 695667 h 1500314"/>
                <a:gd name="connsiteX102" fmla="*/ 0 w 1376921"/>
                <a:gd name="connsiteY102" fmla="*/ 710433 h 1500314"/>
                <a:gd name="connsiteX103" fmla="*/ 0 w 1376921"/>
                <a:gd name="connsiteY103" fmla="*/ 561721 h 1500314"/>
                <a:gd name="connsiteX104" fmla="*/ 10814 w 1376921"/>
                <a:gd name="connsiteY104" fmla="*/ 538506 h 1500314"/>
                <a:gd name="connsiteX105" fmla="*/ 0 w 1376921"/>
                <a:gd name="connsiteY105" fmla="*/ 533069 h 1500314"/>
                <a:gd name="connsiteX106" fmla="*/ 0 w 1376921"/>
                <a:gd name="connsiteY106" fmla="*/ 508867 h 1500314"/>
                <a:gd name="connsiteX107" fmla="*/ 50771 w 1376921"/>
                <a:gd name="connsiteY107" fmla="*/ 536457 h 1500314"/>
                <a:gd name="connsiteX108" fmla="*/ 187457 w 1376921"/>
                <a:gd name="connsiteY108" fmla="*/ 195526 h 1500314"/>
                <a:gd name="connsiteX109" fmla="*/ 385614 w 1376921"/>
                <a:gd name="connsiteY109" fmla="*/ 2190 h 1500314"/>
                <a:gd name="connsiteX110" fmla="*/ 400275 w 1376921"/>
                <a:gd name="connsiteY110" fmla="*/ 1490 h 150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</a:cxnLst>
              <a:rect l="l" t="t" r="r" b="b"/>
              <a:pathLst>
                <a:path w="1376921" h="1500314">
                  <a:moveTo>
                    <a:pt x="400275" y="1490"/>
                  </a:moveTo>
                  <a:cubicBezTo>
                    <a:pt x="404704" y="3622"/>
                    <a:pt x="407763" y="7976"/>
                    <a:pt x="406708" y="14123"/>
                  </a:cubicBezTo>
                  <a:cubicBezTo>
                    <a:pt x="397608" y="67158"/>
                    <a:pt x="357470" y="110008"/>
                    <a:pt x="340776" y="161355"/>
                  </a:cubicBezTo>
                  <a:cubicBezTo>
                    <a:pt x="322575" y="217283"/>
                    <a:pt x="305580" y="271583"/>
                    <a:pt x="273759" y="321665"/>
                  </a:cubicBezTo>
                  <a:cubicBezTo>
                    <a:pt x="234766" y="383077"/>
                    <a:pt x="188963" y="437860"/>
                    <a:pt x="137676" y="489388"/>
                  </a:cubicBezTo>
                  <a:cubicBezTo>
                    <a:pt x="119656" y="507468"/>
                    <a:pt x="98744" y="534528"/>
                    <a:pt x="73793" y="546822"/>
                  </a:cubicBezTo>
                  <a:cubicBezTo>
                    <a:pt x="73251" y="547606"/>
                    <a:pt x="72709" y="548450"/>
                    <a:pt x="72166" y="549233"/>
                  </a:cubicBezTo>
                  <a:cubicBezTo>
                    <a:pt x="87775" y="558575"/>
                    <a:pt x="103264" y="568097"/>
                    <a:pt x="118572" y="577739"/>
                  </a:cubicBezTo>
                  <a:cubicBezTo>
                    <a:pt x="129179" y="584429"/>
                    <a:pt x="139906" y="591058"/>
                    <a:pt x="150634" y="597567"/>
                  </a:cubicBezTo>
                  <a:cubicBezTo>
                    <a:pt x="201981" y="547124"/>
                    <a:pt x="252364" y="493848"/>
                    <a:pt x="293587" y="434907"/>
                  </a:cubicBezTo>
                  <a:cubicBezTo>
                    <a:pt x="327517" y="386332"/>
                    <a:pt x="354095" y="332513"/>
                    <a:pt x="389110" y="284782"/>
                  </a:cubicBezTo>
                  <a:cubicBezTo>
                    <a:pt x="455886" y="193718"/>
                    <a:pt x="551469" y="176301"/>
                    <a:pt x="655972" y="153038"/>
                  </a:cubicBezTo>
                  <a:cubicBezTo>
                    <a:pt x="668748" y="150206"/>
                    <a:pt x="678391" y="167322"/>
                    <a:pt x="670074" y="177025"/>
                  </a:cubicBezTo>
                  <a:cubicBezTo>
                    <a:pt x="630057" y="223671"/>
                    <a:pt x="597573" y="276043"/>
                    <a:pt x="553759" y="319556"/>
                  </a:cubicBezTo>
                  <a:cubicBezTo>
                    <a:pt x="505967" y="367046"/>
                    <a:pt x="462214" y="417670"/>
                    <a:pt x="415507" y="466125"/>
                  </a:cubicBezTo>
                  <a:cubicBezTo>
                    <a:pt x="377659" y="505359"/>
                    <a:pt x="331917" y="535553"/>
                    <a:pt x="283522" y="560202"/>
                  </a:cubicBezTo>
                  <a:cubicBezTo>
                    <a:pt x="248989" y="577739"/>
                    <a:pt x="212046" y="601002"/>
                    <a:pt x="173595" y="611188"/>
                  </a:cubicBezTo>
                  <a:cubicBezTo>
                    <a:pt x="222412" y="639995"/>
                    <a:pt x="272433" y="666693"/>
                    <a:pt x="323961" y="690197"/>
                  </a:cubicBezTo>
                  <a:cubicBezTo>
                    <a:pt x="408817" y="609500"/>
                    <a:pt x="450763" y="493004"/>
                    <a:pt x="537788" y="414054"/>
                  </a:cubicBezTo>
                  <a:cubicBezTo>
                    <a:pt x="624091" y="335768"/>
                    <a:pt x="728413" y="320580"/>
                    <a:pt x="838279" y="294183"/>
                  </a:cubicBezTo>
                  <a:cubicBezTo>
                    <a:pt x="852020" y="290929"/>
                    <a:pt x="858710" y="310516"/>
                    <a:pt x="848525" y="318411"/>
                  </a:cubicBezTo>
                  <a:cubicBezTo>
                    <a:pt x="798081" y="357645"/>
                    <a:pt x="741611" y="385186"/>
                    <a:pt x="694603" y="429543"/>
                  </a:cubicBezTo>
                  <a:cubicBezTo>
                    <a:pt x="650668" y="471007"/>
                    <a:pt x="610832" y="516448"/>
                    <a:pt x="568223" y="559298"/>
                  </a:cubicBezTo>
                  <a:cubicBezTo>
                    <a:pt x="507715" y="620107"/>
                    <a:pt x="441241" y="681459"/>
                    <a:pt x="357771" y="705023"/>
                  </a:cubicBezTo>
                  <a:cubicBezTo>
                    <a:pt x="374103" y="711894"/>
                    <a:pt x="390556" y="718583"/>
                    <a:pt x="407190" y="724730"/>
                  </a:cubicBezTo>
                  <a:cubicBezTo>
                    <a:pt x="416411" y="728166"/>
                    <a:pt x="425752" y="731300"/>
                    <a:pt x="435154" y="734253"/>
                  </a:cubicBezTo>
                  <a:cubicBezTo>
                    <a:pt x="483367" y="694476"/>
                    <a:pt x="535739" y="659823"/>
                    <a:pt x="585580" y="622096"/>
                  </a:cubicBezTo>
                  <a:cubicBezTo>
                    <a:pt x="629213" y="589070"/>
                    <a:pt x="673751" y="550680"/>
                    <a:pt x="724254" y="528381"/>
                  </a:cubicBezTo>
                  <a:cubicBezTo>
                    <a:pt x="769575" y="508372"/>
                    <a:pt x="813992" y="500357"/>
                    <a:pt x="863170" y="495535"/>
                  </a:cubicBezTo>
                  <a:cubicBezTo>
                    <a:pt x="923376" y="489629"/>
                    <a:pt x="982739" y="477636"/>
                    <a:pt x="1043006" y="472212"/>
                  </a:cubicBezTo>
                  <a:cubicBezTo>
                    <a:pt x="1054939" y="471127"/>
                    <a:pt x="1061026" y="485410"/>
                    <a:pt x="1051926" y="493245"/>
                  </a:cubicBezTo>
                  <a:cubicBezTo>
                    <a:pt x="1012270" y="527236"/>
                    <a:pt x="957608" y="531695"/>
                    <a:pt x="910720" y="552005"/>
                  </a:cubicBezTo>
                  <a:cubicBezTo>
                    <a:pt x="849790" y="578402"/>
                    <a:pt x="791392" y="609259"/>
                    <a:pt x="737031" y="647589"/>
                  </a:cubicBezTo>
                  <a:cubicBezTo>
                    <a:pt x="697737" y="675312"/>
                    <a:pt x="656695" y="706228"/>
                    <a:pt x="609265" y="718222"/>
                  </a:cubicBezTo>
                  <a:cubicBezTo>
                    <a:pt x="566234" y="729130"/>
                    <a:pt x="522420" y="737567"/>
                    <a:pt x="478908" y="746848"/>
                  </a:cubicBezTo>
                  <a:cubicBezTo>
                    <a:pt x="508137" y="754623"/>
                    <a:pt x="537608" y="761614"/>
                    <a:pt x="566717" y="769629"/>
                  </a:cubicBezTo>
                  <a:cubicBezTo>
                    <a:pt x="672244" y="710025"/>
                    <a:pt x="765597" y="675131"/>
                    <a:pt x="888783" y="672720"/>
                  </a:cubicBezTo>
                  <a:cubicBezTo>
                    <a:pt x="1017332" y="670189"/>
                    <a:pt x="1137264" y="726840"/>
                    <a:pt x="1265632" y="724068"/>
                  </a:cubicBezTo>
                  <a:cubicBezTo>
                    <a:pt x="1277686" y="723826"/>
                    <a:pt x="1284134" y="740098"/>
                    <a:pt x="1271599" y="745462"/>
                  </a:cubicBezTo>
                  <a:cubicBezTo>
                    <a:pt x="1173846" y="787167"/>
                    <a:pt x="1065666" y="812660"/>
                    <a:pt x="958934" y="804283"/>
                  </a:cubicBezTo>
                  <a:cubicBezTo>
                    <a:pt x="849007" y="795665"/>
                    <a:pt x="732993" y="774933"/>
                    <a:pt x="622283" y="787107"/>
                  </a:cubicBezTo>
                  <a:cubicBezTo>
                    <a:pt x="634035" y="791386"/>
                    <a:pt x="645606" y="796026"/>
                    <a:pt x="656996" y="801269"/>
                  </a:cubicBezTo>
                  <a:cubicBezTo>
                    <a:pt x="779097" y="837671"/>
                    <a:pt x="911022" y="836706"/>
                    <a:pt x="1032459" y="875639"/>
                  </a:cubicBezTo>
                  <a:cubicBezTo>
                    <a:pt x="1159924" y="916500"/>
                    <a:pt x="1253880" y="1012083"/>
                    <a:pt x="1370316" y="1074339"/>
                  </a:cubicBezTo>
                  <a:cubicBezTo>
                    <a:pt x="1381224" y="1080185"/>
                    <a:pt x="1378090" y="1096999"/>
                    <a:pt x="1364832" y="1095915"/>
                  </a:cubicBezTo>
                  <a:cubicBezTo>
                    <a:pt x="1225856" y="1084464"/>
                    <a:pt x="1096282" y="1073375"/>
                    <a:pt x="970505" y="1006780"/>
                  </a:cubicBezTo>
                  <a:cubicBezTo>
                    <a:pt x="850996" y="943499"/>
                    <a:pt x="735826" y="872505"/>
                    <a:pt x="616979" y="808140"/>
                  </a:cubicBezTo>
                  <a:cubicBezTo>
                    <a:pt x="614689" y="806874"/>
                    <a:pt x="613243" y="805127"/>
                    <a:pt x="612399" y="803258"/>
                  </a:cubicBezTo>
                  <a:cubicBezTo>
                    <a:pt x="604926" y="800848"/>
                    <a:pt x="597453" y="798497"/>
                    <a:pt x="589919" y="796267"/>
                  </a:cubicBezTo>
                  <a:cubicBezTo>
                    <a:pt x="682791" y="850990"/>
                    <a:pt x="758365" y="957783"/>
                    <a:pt x="817186" y="1040348"/>
                  </a:cubicBezTo>
                  <a:cubicBezTo>
                    <a:pt x="892941" y="1146780"/>
                    <a:pt x="956764" y="1269845"/>
                    <a:pt x="1044754" y="1366392"/>
                  </a:cubicBezTo>
                  <a:cubicBezTo>
                    <a:pt x="1052227" y="1374649"/>
                    <a:pt x="1039149" y="1387848"/>
                    <a:pt x="1030953" y="1380254"/>
                  </a:cubicBezTo>
                  <a:cubicBezTo>
                    <a:pt x="981233" y="1334451"/>
                    <a:pt x="908490" y="1328424"/>
                    <a:pt x="855576" y="1285635"/>
                  </a:cubicBezTo>
                  <a:cubicBezTo>
                    <a:pt x="811039" y="1249595"/>
                    <a:pt x="777410" y="1206444"/>
                    <a:pt x="745167" y="1159315"/>
                  </a:cubicBezTo>
                  <a:cubicBezTo>
                    <a:pt x="662722" y="1038962"/>
                    <a:pt x="598477" y="918428"/>
                    <a:pt x="540862" y="784877"/>
                  </a:cubicBezTo>
                  <a:cubicBezTo>
                    <a:pt x="540561" y="784274"/>
                    <a:pt x="540681" y="783732"/>
                    <a:pt x="540500" y="783129"/>
                  </a:cubicBezTo>
                  <a:cubicBezTo>
                    <a:pt x="518322" y="777585"/>
                    <a:pt x="496023" y="772402"/>
                    <a:pt x="473845" y="766736"/>
                  </a:cubicBezTo>
                  <a:cubicBezTo>
                    <a:pt x="504401" y="794640"/>
                    <a:pt x="522661" y="841889"/>
                    <a:pt x="538391" y="877266"/>
                  </a:cubicBezTo>
                  <a:cubicBezTo>
                    <a:pt x="566897" y="941209"/>
                    <a:pt x="591788" y="1006840"/>
                    <a:pt x="617823" y="1071808"/>
                  </a:cubicBezTo>
                  <a:cubicBezTo>
                    <a:pt x="644099" y="1137559"/>
                    <a:pt x="668628" y="1203250"/>
                    <a:pt x="680561" y="1273280"/>
                  </a:cubicBezTo>
                  <a:cubicBezTo>
                    <a:pt x="692674" y="1344455"/>
                    <a:pt x="699123" y="1416474"/>
                    <a:pt x="714129" y="1487167"/>
                  </a:cubicBezTo>
                  <a:cubicBezTo>
                    <a:pt x="716118" y="1496569"/>
                    <a:pt x="703281" y="1504524"/>
                    <a:pt x="695989" y="1497835"/>
                  </a:cubicBezTo>
                  <a:cubicBezTo>
                    <a:pt x="610651" y="1419126"/>
                    <a:pt x="550445" y="1286418"/>
                    <a:pt x="518563" y="1176672"/>
                  </a:cubicBezTo>
                  <a:cubicBezTo>
                    <a:pt x="498133" y="1106461"/>
                    <a:pt x="489274" y="1032453"/>
                    <a:pt x="476798" y="960555"/>
                  </a:cubicBezTo>
                  <a:cubicBezTo>
                    <a:pt x="467276" y="905592"/>
                    <a:pt x="452692" y="851231"/>
                    <a:pt x="438288" y="797232"/>
                  </a:cubicBezTo>
                  <a:cubicBezTo>
                    <a:pt x="436239" y="789578"/>
                    <a:pt x="434190" y="781864"/>
                    <a:pt x="432141" y="774210"/>
                  </a:cubicBezTo>
                  <a:cubicBezTo>
                    <a:pt x="430875" y="769328"/>
                    <a:pt x="430574" y="760288"/>
                    <a:pt x="428344" y="756069"/>
                  </a:cubicBezTo>
                  <a:cubicBezTo>
                    <a:pt x="425391" y="750645"/>
                    <a:pt x="412313" y="749139"/>
                    <a:pt x="406889" y="747330"/>
                  </a:cubicBezTo>
                  <a:cubicBezTo>
                    <a:pt x="397306" y="744136"/>
                    <a:pt x="387844" y="740701"/>
                    <a:pt x="378503" y="736965"/>
                  </a:cubicBezTo>
                  <a:cubicBezTo>
                    <a:pt x="374525" y="735337"/>
                    <a:pt x="370548" y="733650"/>
                    <a:pt x="366570" y="732023"/>
                  </a:cubicBezTo>
                  <a:cubicBezTo>
                    <a:pt x="382601" y="758118"/>
                    <a:pt x="386760" y="791446"/>
                    <a:pt x="393329" y="821338"/>
                  </a:cubicBezTo>
                  <a:cubicBezTo>
                    <a:pt x="406587" y="881485"/>
                    <a:pt x="412494" y="943078"/>
                    <a:pt x="409540" y="1004670"/>
                  </a:cubicBezTo>
                  <a:cubicBezTo>
                    <a:pt x="402128" y="1157568"/>
                    <a:pt x="383505" y="1304318"/>
                    <a:pt x="399114" y="1457215"/>
                  </a:cubicBezTo>
                  <a:cubicBezTo>
                    <a:pt x="399958" y="1465411"/>
                    <a:pt x="390315" y="1472402"/>
                    <a:pt x="383324" y="1466496"/>
                  </a:cubicBezTo>
                  <a:cubicBezTo>
                    <a:pt x="296540" y="1393513"/>
                    <a:pt x="263273" y="1288588"/>
                    <a:pt x="267431" y="1177094"/>
                  </a:cubicBezTo>
                  <a:cubicBezTo>
                    <a:pt x="273277" y="1020882"/>
                    <a:pt x="358133" y="882208"/>
                    <a:pt x="334568" y="724128"/>
                  </a:cubicBezTo>
                  <a:cubicBezTo>
                    <a:pt x="334267" y="722139"/>
                    <a:pt x="334388" y="720331"/>
                    <a:pt x="334870" y="718704"/>
                  </a:cubicBezTo>
                  <a:lnTo>
                    <a:pt x="334629" y="718885"/>
                  </a:lnTo>
                  <a:cubicBezTo>
                    <a:pt x="331676" y="717498"/>
                    <a:pt x="328783" y="716233"/>
                    <a:pt x="325890" y="714967"/>
                  </a:cubicBezTo>
                  <a:cubicBezTo>
                    <a:pt x="324082" y="714726"/>
                    <a:pt x="322515" y="713943"/>
                    <a:pt x="321069" y="712858"/>
                  </a:cubicBezTo>
                  <a:cubicBezTo>
                    <a:pt x="291538" y="699659"/>
                    <a:pt x="262549" y="685617"/>
                    <a:pt x="233923" y="670671"/>
                  </a:cubicBezTo>
                  <a:cubicBezTo>
                    <a:pt x="277978" y="741726"/>
                    <a:pt x="268877" y="862079"/>
                    <a:pt x="253389" y="932049"/>
                  </a:cubicBezTo>
                  <a:cubicBezTo>
                    <a:pt x="239467" y="994907"/>
                    <a:pt x="219097" y="1055716"/>
                    <a:pt x="201800" y="1117611"/>
                  </a:cubicBezTo>
                  <a:cubicBezTo>
                    <a:pt x="186613" y="1172092"/>
                    <a:pt x="161662" y="1246461"/>
                    <a:pt x="172691" y="1307331"/>
                  </a:cubicBezTo>
                  <a:cubicBezTo>
                    <a:pt x="176187" y="1319083"/>
                    <a:pt x="179923" y="1330835"/>
                    <a:pt x="184142" y="1342587"/>
                  </a:cubicBezTo>
                  <a:cubicBezTo>
                    <a:pt x="189446" y="1357292"/>
                    <a:pt x="168955" y="1365850"/>
                    <a:pt x="161904" y="1351989"/>
                  </a:cubicBezTo>
                  <a:cubicBezTo>
                    <a:pt x="156239" y="1340779"/>
                    <a:pt x="152201" y="1328967"/>
                    <a:pt x="149428" y="1316733"/>
                  </a:cubicBezTo>
                  <a:cubicBezTo>
                    <a:pt x="116944" y="1217051"/>
                    <a:pt x="110014" y="1110740"/>
                    <a:pt x="121766" y="1006418"/>
                  </a:cubicBezTo>
                  <a:cubicBezTo>
                    <a:pt x="128877" y="942897"/>
                    <a:pt x="140027" y="879918"/>
                    <a:pt x="154310" y="817602"/>
                  </a:cubicBezTo>
                  <a:cubicBezTo>
                    <a:pt x="157926" y="801993"/>
                    <a:pt x="191013" y="647890"/>
                    <a:pt x="192700" y="648553"/>
                  </a:cubicBezTo>
                  <a:cubicBezTo>
                    <a:pt x="183901" y="645299"/>
                    <a:pt x="176127" y="638910"/>
                    <a:pt x="168051" y="634210"/>
                  </a:cubicBezTo>
                  <a:cubicBezTo>
                    <a:pt x="159433" y="629147"/>
                    <a:pt x="150814" y="624024"/>
                    <a:pt x="142317" y="618781"/>
                  </a:cubicBezTo>
                  <a:cubicBezTo>
                    <a:pt x="135567" y="614683"/>
                    <a:pt x="128877" y="610525"/>
                    <a:pt x="122188" y="606366"/>
                  </a:cubicBezTo>
                  <a:cubicBezTo>
                    <a:pt x="133156" y="636379"/>
                    <a:pt x="134422" y="674166"/>
                    <a:pt x="133940" y="702311"/>
                  </a:cubicBezTo>
                  <a:cubicBezTo>
                    <a:pt x="132975" y="759324"/>
                    <a:pt x="119898" y="813443"/>
                    <a:pt x="98021" y="866056"/>
                  </a:cubicBezTo>
                  <a:cubicBezTo>
                    <a:pt x="69996" y="933495"/>
                    <a:pt x="32932" y="998041"/>
                    <a:pt x="10091" y="1067529"/>
                  </a:cubicBezTo>
                  <a:lnTo>
                    <a:pt x="0" y="1118340"/>
                  </a:lnTo>
                  <a:lnTo>
                    <a:pt x="0" y="773825"/>
                  </a:lnTo>
                  <a:lnTo>
                    <a:pt x="10573" y="749199"/>
                  </a:lnTo>
                  <a:cubicBezTo>
                    <a:pt x="33475" y="695200"/>
                    <a:pt x="46010" y="628183"/>
                    <a:pt x="83255" y="582259"/>
                  </a:cubicBezTo>
                  <a:cubicBezTo>
                    <a:pt x="69936" y="574003"/>
                    <a:pt x="56617" y="565867"/>
                    <a:pt x="43238" y="557791"/>
                  </a:cubicBezTo>
                  <a:cubicBezTo>
                    <a:pt x="49717" y="605613"/>
                    <a:pt x="34092" y="652139"/>
                    <a:pt x="10189" y="695667"/>
                  </a:cubicBezTo>
                  <a:lnTo>
                    <a:pt x="0" y="710433"/>
                  </a:lnTo>
                  <a:lnTo>
                    <a:pt x="0" y="561721"/>
                  </a:lnTo>
                  <a:lnTo>
                    <a:pt x="10814" y="538506"/>
                  </a:lnTo>
                  <a:lnTo>
                    <a:pt x="0" y="533069"/>
                  </a:lnTo>
                  <a:lnTo>
                    <a:pt x="0" y="508867"/>
                  </a:lnTo>
                  <a:lnTo>
                    <a:pt x="50771" y="536457"/>
                  </a:lnTo>
                  <a:cubicBezTo>
                    <a:pt x="119837" y="434605"/>
                    <a:pt x="127431" y="302802"/>
                    <a:pt x="187457" y="195526"/>
                  </a:cubicBezTo>
                  <a:cubicBezTo>
                    <a:pt x="233682" y="112840"/>
                    <a:pt x="306303" y="51669"/>
                    <a:pt x="385614" y="2190"/>
                  </a:cubicBezTo>
                  <a:cubicBezTo>
                    <a:pt x="390044" y="-552"/>
                    <a:pt x="395845" y="-642"/>
                    <a:pt x="400275" y="1490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" name="任意多边形: 形状 72"/>
            <p:cNvSpPr/>
            <p:nvPr/>
          </p:nvSpPr>
          <p:spPr>
            <a:xfrm>
              <a:off x="9692446" y="26291"/>
              <a:ext cx="2499554" cy="1309023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" name="任意多边形: 形状 60"/>
            <p:cNvSpPr/>
            <p:nvPr/>
          </p:nvSpPr>
          <p:spPr>
            <a:xfrm>
              <a:off x="8948735" y="4782630"/>
              <a:ext cx="3240931" cy="2075370"/>
            </a:xfrm>
            <a:custGeom>
              <a:avLst/>
              <a:gdLst>
                <a:gd name="connsiteX0" fmla="*/ 1095917 w 3240931"/>
                <a:gd name="connsiteY0" fmla="*/ 707 h 2075370"/>
                <a:gd name="connsiteX1" fmla="*/ 2408409 w 3240931"/>
                <a:gd name="connsiteY1" fmla="*/ 368508 h 2075370"/>
                <a:gd name="connsiteX2" fmla="*/ 3000290 w 3240931"/>
                <a:gd name="connsiteY2" fmla="*/ 1112292 h 2075370"/>
                <a:gd name="connsiteX3" fmla="*/ 3238392 w 3240931"/>
                <a:gd name="connsiteY3" fmla="*/ 1896017 h 2075370"/>
                <a:gd name="connsiteX4" fmla="*/ 3240931 w 3240931"/>
                <a:gd name="connsiteY4" fmla="*/ 2075370 h 2075370"/>
                <a:gd name="connsiteX5" fmla="*/ 184065 w 3240931"/>
                <a:gd name="connsiteY5" fmla="*/ 2075370 h 2075370"/>
                <a:gd name="connsiteX6" fmla="*/ 178346 w 3240931"/>
                <a:gd name="connsiteY6" fmla="*/ 2049159 h 2075370"/>
                <a:gd name="connsiteX7" fmla="*/ 141885 w 3240931"/>
                <a:gd name="connsiteY7" fmla="*/ 1716090 h 2075370"/>
                <a:gd name="connsiteX8" fmla="*/ 16144 w 3240931"/>
                <a:gd name="connsiteY8" fmla="*/ 1209834 h 2075370"/>
                <a:gd name="connsiteX9" fmla="*/ 288297 w 3240931"/>
                <a:gd name="connsiteY9" fmla="*/ 525447 h 2075370"/>
                <a:gd name="connsiteX10" fmla="*/ 1095917 w 3240931"/>
                <a:gd name="connsiteY10" fmla="*/ 707 h 207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40931" h="2075370">
                  <a:moveTo>
                    <a:pt x="1095917" y="707"/>
                  </a:moveTo>
                  <a:cubicBezTo>
                    <a:pt x="1583045" y="-9713"/>
                    <a:pt x="2016239" y="94188"/>
                    <a:pt x="2408409" y="368508"/>
                  </a:cubicBezTo>
                  <a:cubicBezTo>
                    <a:pt x="2648062" y="536102"/>
                    <a:pt x="2865645" y="868288"/>
                    <a:pt x="3000290" y="1112292"/>
                  </a:cubicBezTo>
                  <a:cubicBezTo>
                    <a:pt x="3130293" y="1347848"/>
                    <a:pt x="3217459" y="1621050"/>
                    <a:pt x="3238392" y="1896017"/>
                  </a:cubicBezTo>
                  <a:lnTo>
                    <a:pt x="3240931" y="2075370"/>
                  </a:lnTo>
                  <a:lnTo>
                    <a:pt x="184065" y="2075370"/>
                  </a:lnTo>
                  <a:lnTo>
                    <a:pt x="178346" y="2049159"/>
                  </a:lnTo>
                  <a:cubicBezTo>
                    <a:pt x="161125" y="1939373"/>
                    <a:pt x="154224" y="1827555"/>
                    <a:pt x="141885" y="1716090"/>
                  </a:cubicBezTo>
                  <a:cubicBezTo>
                    <a:pt x="122233" y="1539018"/>
                    <a:pt x="55832" y="1382020"/>
                    <a:pt x="16144" y="1209834"/>
                  </a:cubicBezTo>
                  <a:cubicBezTo>
                    <a:pt x="-60941" y="875235"/>
                    <a:pt x="155942" y="787228"/>
                    <a:pt x="288297" y="525447"/>
                  </a:cubicBezTo>
                  <a:cubicBezTo>
                    <a:pt x="468419" y="169125"/>
                    <a:pt x="664885" y="9890"/>
                    <a:pt x="1095917" y="707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" name="任意多边形: 形状 68"/>
            <p:cNvSpPr/>
            <p:nvPr/>
          </p:nvSpPr>
          <p:spPr>
            <a:xfrm>
              <a:off x="753602" y="5302693"/>
              <a:ext cx="4035661" cy="1555308"/>
            </a:xfrm>
            <a:custGeom>
              <a:avLst/>
              <a:gdLst>
                <a:gd name="connsiteX0" fmla="*/ 1032399 w 3740437"/>
                <a:gd name="connsiteY0" fmla="*/ 391 h 1311620"/>
                <a:gd name="connsiteX1" fmla="*/ 1318141 w 3740437"/>
                <a:gd name="connsiteY1" fmla="*/ 93846 h 1311620"/>
                <a:gd name="connsiteX2" fmla="*/ 1591871 w 3740437"/>
                <a:gd name="connsiteY2" fmla="*/ 313336 h 1311620"/>
                <a:gd name="connsiteX3" fmla="*/ 1913755 w 3740437"/>
                <a:gd name="connsiteY3" fmla="*/ 419021 h 1311620"/>
                <a:gd name="connsiteX4" fmla="*/ 2249844 w 3740437"/>
                <a:gd name="connsiteY4" fmla="*/ 466901 h 1311620"/>
                <a:gd name="connsiteX5" fmla="*/ 2812497 w 3740437"/>
                <a:gd name="connsiteY5" fmla="*/ 770851 h 1311620"/>
                <a:gd name="connsiteX6" fmla="*/ 3462353 w 3740437"/>
                <a:gd name="connsiteY6" fmla="*/ 945312 h 1311620"/>
                <a:gd name="connsiteX7" fmla="*/ 3695753 w 3740437"/>
                <a:gd name="connsiteY7" fmla="*/ 1228867 h 1311620"/>
                <a:gd name="connsiteX8" fmla="*/ 3740437 w 3740437"/>
                <a:gd name="connsiteY8" fmla="*/ 1311620 h 1311620"/>
                <a:gd name="connsiteX9" fmla="*/ 3699924 w 3740437"/>
                <a:gd name="connsiteY9" fmla="*/ 1311620 h 1311620"/>
                <a:gd name="connsiteX10" fmla="*/ 3678387 w 3740437"/>
                <a:gd name="connsiteY10" fmla="*/ 1273229 h 1311620"/>
                <a:gd name="connsiteX11" fmla="*/ 3465973 w 3740437"/>
                <a:gd name="connsiteY11" fmla="*/ 987213 h 1311620"/>
                <a:gd name="connsiteX12" fmla="*/ 2841455 w 3740437"/>
                <a:gd name="connsiteY12" fmla="*/ 812752 h 1311620"/>
                <a:gd name="connsiteX13" fmla="*/ 2330850 w 3740437"/>
                <a:gd name="connsiteY13" fmla="*/ 534524 h 1311620"/>
                <a:gd name="connsiteX14" fmla="*/ 2024542 w 3740437"/>
                <a:gd name="connsiteY14" fmla="*/ 455274 h 1311620"/>
                <a:gd name="connsiteX15" fmla="*/ 1738800 w 3740437"/>
                <a:gd name="connsiteY15" fmla="*/ 420447 h 1311620"/>
                <a:gd name="connsiteX16" fmla="*/ 1155965 w 3740437"/>
                <a:gd name="connsiteY16" fmla="*/ 47338 h 1311620"/>
                <a:gd name="connsiteX17" fmla="*/ 571538 w 3740437"/>
                <a:gd name="connsiteY17" fmla="*/ 186644 h 1311620"/>
                <a:gd name="connsiteX18" fmla="*/ 29781 w 3740437"/>
                <a:gd name="connsiteY18" fmla="*/ 1271310 h 1311620"/>
                <a:gd name="connsiteX19" fmla="*/ 29672 w 3740437"/>
                <a:gd name="connsiteY19" fmla="*/ 1271310 h 1311620"/>
                <a:gd name="connsiteX20" fmla="*/ 8776 w 3740437"/>
                <a:gd name="connsiteY20" fmla="*/ 1273064 h 1311620"/>
                <a:gd name="connsiteX21" fmla="*/ 4333 w 3740437"/>
                <a:gd name="connsiteY21" fmla="*/ 1241529 h 1311620"/>
                <a:gd name="connsiteX22" fmla="*/ 123511 w 3740437"/>
                <a:gd name="connsiteY22" fmla="*/ 686554 h 1311620"/>
                <a:gd name="connsiteX23" fmla="*/ 505560 w 3740437"/>
                <a:gd name="connsiteY23" fmla="*/ 200739 h 1311620"/>
                <a:gd name="connsiteX24" fmla="*/ 1032399 w 3740437"/>
                <a:gd name="connsiteY24" fmla="*/ 391 h 131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740437" h="1311620">
                  <a:moveTo>
                    <a:pt x="1032399" y="391"/>
                  </a:moveTo>
                  <a:cubicBezTo>
                    <a:pt x="1136275" y="4175"/>
                    <a:pt x="1232089" y="34998"/>
                    <a:pt x="1318141" y="93846"/>
                  </a:cubicBezTo>
                  <a:cubicBezTo>
                    <a:pt x="1414942" y="159989"/>
                    <a:pt x="1495728" y="246315"/>
                    <a:pt x="1591871" y="313336"/>
                  </a:cubicBezTo>
                  <a:cubicBezTo>
                    <a:pt x="1690317" y="381946"/>
                    <a:pt x="1795181" y="411124"/>
                    <a:pt x="1913755" y="419021"/>
                  </a:cubicBezTo>
                  <a:cubicBezTo>
                    <a:pt x="2027832" y="426645"/>
                    <a:pt x="2141087" y="426974"/>
                    <a:pt x="2249844" y="466901"/>
                  </a:cubicBezTo>
                  <a:cubicBezTo>
                    <a:pt x="2451728" y="541106"/>
                    <a:pt x="2609681" y="699004"/>
                    <a:pt x="2812497" y="770851"/>
                  </a:cubicBezTo>
                  <a:cubicBezTo>
                    <a:pt x="3025185" y="846208"/>
                    <a:pt x="3271823" y="806829"/>
                    <a:pt x="3462353" y="945312"/>
                  </a:cubicBezTo>
                  <a:cubicBezTo>
                    <a:pt x="3562473" y="1018091"/>
                    <a:pt x="3633456" y="1120007"/>
                    <a:pt x="3695753" y="1228867"/>
                  </a:cubicBezTo>
                  <a:lnTo>
                    <a:pt x="3740437" y="1311620"/>
                  </a:lnTo>
                  <a:lnTo>
                    <a:pt x="3699924" y="1311620"/>
                  </a:lnTo>
                  <a:lnTo>
                    <a:pt x="3678387" y="1273229"/>
                  </a:lnTo>
                  <a:cubicBezTo>
                    <a:pt x="3621074" y="1172699"/>
                    <a:pt x="3559319" y="1059006"/>
                    <a:pt x="3465973" y="987213"/>
                  </a:cubicBezTo>
                  <a:cubicBezTo>
                    <a:pt x="3280871" y="844836"/>
                    <a:pt x="3052553" y="879663"/>
                    <a:pt x="2841455" y="812752"/>
                  </a:cubicBezTo>
                  <a:cubicBezTo>
                    <a:pt x="2652679" y="752916"/>
                    <a:pt x="2505915" y="621179"/>
                    <a:pt x="2330850" y="534524"/>
                  </a:cubicBezTo>
                  <a:cubicBezTo>
                    <a:pt x="2232459" y="485822"/>
                    <a:pt x="2133792" y="462129"/>
                    <a:pt x="2024542" y="455274"/>
                  </a:cubicBezTo>
                  <a:cubicBezTo>
                    <a:pt x="1928728" y="449296"/>
                    <a:pt x="1831433" y="448363"/>
                    <a:pt x="1738800" y="420447"/>
                  </a:cubicBezTo>
                  <a:cubicBezTo>
                    <a:pt x="1510646" y="351672"/>
                    <a:pt x="1385271" y="110574"/>
                    <a:pt x="1155965" y="47338"/>
                  </a:cubicBezTo>
                  <a:cubicBezTo>
                    <a:pt x="953258" y="-8549"/>
                    <a:pt x="736621" y="67466"/>
                    <a:pt x="571538" y="186644"/>
                  </a:cubicBezTo>
                  <a:cubicBezTo>
                    <a:pt x="245157" y="422257"/>
                    <a:pt x="-13217" y="858712"/>
                    <a:pt x="29781" y="1271310"/>
                  </a:cubicBezTo>
                  <a:lnTo>
                    <a:pt x="29672" y="1271310"/>
                  </a:lnTo>
                  <a:cubicBezTo>
                    <a:pt x="31098" y="1284856"/>
                    <a:pt x="10860" y="1286282"/>
                    <a:pt x="8776" y="1273064"/>
                  </a:cubicBezTo>
                  <a:cubicBezTo>
                    <a:pt x="7130" y="1262590"/>
                    <a:pt x="5485" y="1252114"/>
                    <a:pt x="4333" y="1241529"/>
                  </a:cubicBezTo>
                  <a:cubicBezTo>
                    <a:pt x="-16508" y="1051766"/>
                    <a:pt x="40202" y="855641"/>
                    <a:pt x="123511" y="686554"/>
                  </a:cubicBezTo>
                  <a:cubicBezTo>
                    <a:pt x="214773" y="501288"/>
                    <a:pt x="343055" y="329514"/>
                    <a:pt x="505560" y="200739"/>
                  </a:cubicBezTo>
                  <a:cubicBezTo>
                    <a:pt x="654025" y="83097"/>
                    <a:pt x="838742" y="-6684"/>
                    <a:pt x="1032399" y="391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67" name="任意多边形: 形状 66"/>
            <p:cNvSpPr/>
            <p:nvPr/>
          </p:nvSpPr>
          <p:spPr>
            <a:xfrm>
              <a:off x="0" y="1"/>
              <a:ext cx="2247308" cy="3316621"/>
            </a:xfrm>
            <a:custGeom>
              <a:avLst/>
              <a:gdLst>
                <a:gd name="connsiteX0" fmla="*/ 850720 w 2247308"/>
                <a:gd name="connsiteY0" fmla="*/ 120 h 3316621"/>
                <a:gd name="connsiteX1" fmla="*/ 859271 w 2247308"/>
                <a:gd name="connsiteY1" fmla="*/ 5282 h 3316621"/>
                <a:gd name="connsiteX2" fmla="*/ 1432418 w 2247308"/>
                <a:gd name="connsiteY2" fmla="*/ 416551 h 3316621"/>
                <a:gd name="connsiteX3" fmla="*/ 1756237 w 2247308"/>
                <a:gd name="connsiteY3" fmla="*/ 504605 h 3316621"/>
                <a:gd name="connsiteX4" fmla="*/ 2007768 w 2247308"/>
                <a:gd name="connsiteY4" fmla="*/ 567405 h 3316621"/>
                <a:gd name="connsiteX5" fmla="*/ 2203783 w 2247308"/>
                <a:gd name="connsiteY5" fmla="*/ 895365 h 3316621"/>
                <a:gd name="connsiteX6" fmla="*/ 2113927 w 2247308"/>
                <a:gd name="connsiteY6" fmla="*/ 1179099 h 3316621"/>
                <a:gd name="connsiteX7" fmla="*/ 2212068 w 2247308"/>
                <a:gd name="connsiteY7" fmla="*/ 1520688 h 3316621"/>
                <a:gd name="connsiteX8" fmla="*/ 2169644 w 2247308"/>
                <a:gd name="connsiteY8" fmla="*/ 1833818 h 3316621"/>
                <a:gd name="connsiteX9" fmla="*/ 1873752 w 2247308"/>
                <a:gd name="connsiteY9" fmla="*/ 2005113 h 3316621"/>
                <a:gd name="connsiteX10" fmla="*/ 1519669 w 2247308"/>
                <a:gd name="connsiteY10" fmla="*/ 2165854 h 3316621"/>
                <a:gd name="connsiteX11" fmla="*/ 1404625 w 2247308"/>
                <a:gd name="connsiteY11" fmla="*/ 2354787 h 3316621"/>
                <a:gd name="connsiteX12" fmla="*/ 1397210 w 2247308"/>
                <a:gd name="connsiteY12" fmla="*/ 2557348 h 3316621"/>
                <a:gd name="connsiteX13" fmla="*/ 830009 w 2247308"/>
                <a:gd name="connsiteY13" fmla="*/ 3062819 h 3316621"/>
                <a:gd name="connsiteX14" fmla="*/ 418714 w 2247308"/>
                <a:gd name="connsiteY14" fmla="*/ 3204510 h 3316621"/>
                <a:gd name="connsiteX15" fmla="*/ 0 w 2247308"/>
                <a:gd name="connsiteY15" fmla="*/ 3316621 h 3316621"/>
                <a:gd name="connsiteX16" fmla="*/ 0 w 2247308"/>
                <a:gd name="connsiteY16" fmla="*/ 3277921 h 3316621"/>
                <a:gd name="connsiteX17" fmla="*/ 129013 w 2247308"/>
                <a:gd name="connsiteY17" fmla="*/ 3232496 h 3316621"/>
                <a:gd name="connsiteX18" fmla="*/ 1105792 w 2247308"/>
                <a:gd name="connsiteY18" fmla="*/ 2870411 h 3316621"/>
                <a:gd name="connsiteX19" fmla="*/ 1326727 w 2247308"/>
                <a:gd name="connsiteY19" fmla="*/ 2655690 h 3316621"/>
                <a:gd name="connsiteX20" fmla="*/ 1355120 w 2247308"/>
                <a:gd name="connsiteY20" fmla="*/ 2376566 h 3316621"/>
                <a:gd name="connsiteX21" fmla="*/ 1647806 w 2247308"/>
                <a:gd name="connsiteY21" fmla="*/ 2044263 h 3316621"/>
                <a:gd name="connsiteX22" fmla="*/ 2009973 w 2247308"/>
                <a:gd name="connsiteY22" fmla="*/ 1903565 h 3316621"/>
                <a:gd name="connsiteX23" fmla="*/ 2188217 w 2247308"/>
                <a:gd name="connsiteY23" fmla="*/ 1553090 h 3316621"/>
                <a:gd name="connsiteX24" fmla="*/ 2086067 w 2247308"/>
                <a:gd name="connsiteY24" fmla="*/ 1171282 h 3316621"/>
                <a:gd name="connsiteX25" fmla="*/ 2182805 w 2247308"/>
                <a:gd name="connsiteY25" fmla="*/ 773574 h 3316621"/>
                <a:gd name="connsiteX26" fmla="*/ 1920249 w 2247308"/>
                <a:gd name="connsiteY26" fmla="*/ 568206 h 3316621"/>
                <a:gd name="connsiteX27" fmla="*/ 1528621 w 2247308"/>
                <a:gd name="connsiteY27" fmla="*/ 474609 h 3316621"/>
                <a:gd name="connsiteX28" fmla="*/ 838025 w 2247308"/>
                <a:gd name="connsiteY28" fmla="*/ 17574 h 3316621"/>
                <a:gd name="connsiteX29" fmla="*/ 838092 w 2247308"/>
                <a:gd name="connsiteY29" fmla="*/ 17641 h 3316621"/>
                <a:gd name="connsiteX30" fmla="*/ 850720 w 2247308"/>
                <a:gd name="connsiteY30" fmla="*/ 120 h 3316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47308" h="3316621">
                  <a:moveTo>
                    <a:pt x="850720" y="120"/>
                  </a:moveTo>
                  <a:cubicBezTo>
                    <a:pt x="853876" y="547"/>
                    <a:pt x="856949" y="2142"/>
                    <a:pt x="859271" y="5282"/>
                  </a:cubicBezTo>
                  <a:cubicBezTo>
                    <a:pt x="1005180" y="202032"/>
                    <a:pt x="1201328" y="337719"/>
                    <a:pt x="1432418" y="416551"/>
                  </a:cubicBezTo>
                  <a:cubicBezTo>
                    <a:pt x="1538308" y="452628"/>
                    <a:pt x="1646805" y="481422"/>
                    <a:pt x="1756237" y="504605"/>
                  </a:cubicBezTo>
                  <a:cubicBezTo>
                    <a:pt x="1840347" y="522442"/>
                    <a:pt x="1926998" y="536940"/>
                    <a:pt x="2007768" y="567405"/>
                  </a:cubicBezTo>
                  <a:cubicBezTo>
                    <a:pt x="2155747" y="623323"/>
                    <a:pt x="2239994" y="732554"/>
                    <a:pt x="2203783" y="895365"/>
                  </a:cubicBezTo>
                  <a:cubicBezTo>
                    <a:pt x="2182338" y="991769"/>
                    <a:pt x="2128892" y="1082160"/>
                    <a:pt x="2113927" y="1179099"/>
                  </a:cubicBezTo>
                  <a:cubicBezTo>
                    <a:pt x="2094953" y="1301892"/>
                    <a:pt x="2159824" y="1414664"/>
                    <a:pt x="2212068" y="1520688"/>
                  </a:cubicBezTo>
                  <a:cubicBezTo>
                    <a:pt x="2268520" y="1635264"/>
                    <a:pt x="2259100" y="1736077"/>
                    <a:pt x="2169644" y="1833818"/>
                  </a:cubicBezTo>
                  <a:cubicBezTo>
                    <a:pt x="2090743" y="1920067"/>
                    <a:pt x="1981779" y="1966365"/>
                    <a:pt x="1873752" y="2005113"/>
                  </a:cubicBezTo>
                  <a:cubicBezTo>
                    <a:pt x="1754699" y="2047804"/>
                    <a:pt x="1617543" y="2081408"/>
                    <a:pt x="1519669" y="2165854"/>
                  </a:cubicBezTo>
                  <a:cubicBezTo>
                    <a:pt x="1462548" y="2215091"/>
                    <a:pt x="1418521" y="2279360"/>
                    <a:pt x="1404625" y="2354787"/>
                  </a:cubicBezTo>
                  <a:cubicBezTo>
                    <a:pt x="1392132" y="2422464"/>
                    <a:pt x="1402755" y="2489472"/>
                    <a:pt x="1397210" y="2557348"/>
                  </a:cubicBezTo>
                  <a:cubicBezTo>
                    <a:pt x="1375430" y="2825984"/>
                    <a:pt x="1047937" y="2974966"/>
                    <a:pt x="830009" y="3062819"/>
                  </a:cubicBezTo>
                  <a:cubicBezTo>
                    <a:pt x="695858" y="3116866"/>
                    <a:pt x="558050" y="3163114"/>
                    <a:pt x="418714" y="3204510"/>
                  </a:cubicBezTo>
                  <a:lnTo>
                    <a:pt x="0" y="3316621"/>
                  </a:lnTo>
                  <a:lnTo>
                    <a:pt x="0" y="3277921"/>
                  </a:lnTo>
                  <a:lnTo>
                    <a:pt x="129013" y="3232496"/>
                  </a:lnTo>
                  <a:cubicBezTo>
                    <a:pt x="459981" y="3125058"/>
                    <a:pt x="810175" y="3064664"/>
                    <a:pt x="1105792" y="2870411"/>
                  </a:cubicBezTo>
                  <a:cubicBezTo>
                    <a:pt x="1186965" y="2817099"/>
                    <a:pt x="1286041" y="2747217"/>
                    <a:pt x="1326727" y="2655690"/>
                  </a:cubicBezTo>
                  <a:cubicBezTo>
                    <a:pt x="1366812" y="2565499"/>
                    <a:pt x="1341959" y="2470832"/>
                    <a:pt x="1355120" y="2376566"/>
                  </a:cubicBezTo>
                  <a:cubicBezTo>
                    <a:pt x="1378570" y="2208811"/>
                    <a:pt x="1499092" y="2106862"/>
                    <a:pt x="1647806" y="2044263"/>
                  </a:cubicBezTo>
                  <a:cubicBezTo>
                    <a:pt x="1766859" y="1994156"/>
                    <a:pt x="1895798" y="1964829"/>
                    <a:pt x="2009973" y="1903565"/>
                  </a:cubicBezTo>
                  <a:cubicBezTo>
                    <a:pt x="2139914" y="1833818"/>
                    <a:pt x="2259368" y="1706549"/>
                    <a:pt x="2188217" y="1553090"/>
                  </a:cubicBezTo>
                  <a:cubicBezTo>
                    <a:pt x="2134636" y="1437579"/>
                    <a:pt x="2058876" y="1303429"/>
                    <a:pt x="2086067" y="1171282"/>
                  </a:cubicBezTo>
                  <a:cubicBezTo>
                    <a:pt x="2112790" y="1041140"/>
                    <a:pt x="2210732" y="911933"/>
                    <a:pt x="2182805" y="773574"/>
                  </a:cubicBezTo>
                  <a:cubicBezTo>
                    <a:pt x="2157151" y="646505"/>
                    <a:pt x="2033423" y="597268"/>
                    <a:pt x="1920249" y="568206"/>
                  </a:cubicBezTo>
                  <a:cubicBezTo>
                    <a:pt x="1790108" y="534803"/>
                    <a:pt x="1657694" y="512689"/>
                    <a:pt x="1528621" y="474609"/>
                  </a:cubicBezTo>
                  <a:cubicBezTo>
                    <a:pt x="1249630" y="392301"/>
                    <a:pt x="1012329" y="255011"/>
                    <a:pt x="838025" y="17574"/>
                  </a:cubicBezTo>
                  <a:lnTo>
                    <a:pt x="838092" y="17641"/>
                  </a:lnTo>
                  <a:cubicBezTo>
                    <a:pt x="831028" y="8071"/>
                    <a:pt x="841250" y="-1161"/>
                    <a:pt x="850720" y="12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" name="任意多边形: 形状 62"/>
            <p:cNvSpPr/>
            <p:nvPr/>
          </p:nvSpPr>
          <p:spPr>
            <a:xfrm>
              <a:off x="9507289" y="5330128"/>
              <a:ext cx="2606447" cy="1527873"/>
            </a:xfrm>
            <a:custGeom>
              <a:avLst/>
              <a:gdLst>
                <a:gd name="connsiteX0" fmla="*/ 1155106 w 2011611"/>
                <a:gd name="connsiteY0" fmla="*/ 196 h 1527873"/>
                <a:gd name="connsiteX1" fmla="*/ 1249989 w 2011611"/>
                <a:gd name="connsiteY1" fmla="*/ 6021 h 1527873"/>
                <a:gd name="connsiteX2" fmla="*/ 1501178 w 2011611"/>
                <a:gd name="connsiteY2" fmla="*/ 171872 h 1527873"/>
                <a:gd name="connsiteX3" fmla="*/ 1637577 w 2011611"/>
                <a:gd name="connsiteY3" fmla="*/ 361086 h 1527873"/>
                <a:gd name="connsiteX4" fmla="*/ 1783136 w 2011611"/>
                <a:gd name="connsiteY4" fmla="*/ 521891 h 1527873"/>
                <a:gd name="connsiteX5" fmla="*/ 2011180 w 2011611"/>
                <a:gd name="connsiteY5" fmla="*/ 851399 h 1527873"/>
                <a:gd name="connsiteX6" fmla="*/ 1993355 w 2011611"/>
                <a:gd name="connsiteY6" fmla="*/ 859845 h 1527873"/>
                <a:gd name="connsiteX7" fmla="*/ 1785603 w 2011611"/>
                <a:gd name="connsiteY7" fmla="*/ 570594 h 1527873"/>
                <a:gd name="connsiteX8" fmla="*/ 1572641 w 2011611"/>
                <a:gd name="connsiteY8" fmla="*/ 325711 h 1527873"/>
                <a:gd name="connsiteX9" fmla="*/ 1349807 w 2011611"/>
                <a:gd name="connsiteY9" fmla="*/ 70628 h 1527873"/>
                <a:gd name="connsiteX10" fmla="*/ 1044760 w 2011611"/>
                <a:gd name="connsiteY10" fmla="*/ 42767 h 1527873"/>
                <a:gd name="connsiteX11" fmla="*/ 662711 w 2011611"/>
                <a:gd name="connsiteY11" fmla="*/ 76990 h 1527873"/>
                <a:gd name="connsiteX12" fmla="*/ 271887 w 2011611"/>
                <a:gd name="connsiteY12" fmla="*/ 163536 h 1527873"/>
                <a:gd name="connsiteX13" fmla="*/ 33586 w 2011611"/>
                <a:gd name="connsiteY13" fmla="*/ 698382 h 1527873"/>
                <a:gd name="connsiteX14" fmla="*/ 99290 w 2011611"/>
                <a:gd name="connsiteY14" fmla="*/ 1421236 h 1527873"/>
                <a:gd name="connsiteX15" fmla="*/ 125120 w 2011611"/>
                <a:gd name="connsiteY15" fmla="*/ 1527873 h 1527873"/>
                <a:gd name="connsiteX16" fmla="*/ 96405 w 2011611"/>
                <a:gd name="connsiteY16" fmla="*/ 1527873 h 1527873"/>
                <a:gd name="connsiteX17" fmla="*/ 69290 w 2011611"/>
                <a:gd name="connsiteY17" fmla="*/ 1416191 h 1527873"/>
                <a:gd name="connsiteX18" fmla="*/ 3915 w 2011611"/>
                <a:gd name="connsiteY18" fmla="*/ 700192 h 1527873"/>
                <a:gd name="connsiteX19" fmla="*/ 186932 w 2011611"/>
                <a:gd name="connsiteY19" fmla="*/ 188161 h 1527873"/>
                <a:gd name="connsiteX20" fmla="*/ 468780 w 2011611"/>
                <a:gd name="connsiteY20" fmla="*/ 71012 h 1527873"/>
                <a:gd name="connsiteX21" fmla="*/ 868214 w 2011611"/>
                <a:gd name="connsiteY21" fmla="*/ 32511 h 1527873"/>
                <a:gd name="connsiteX22" fmla="*/ 1155106 w 2011611"/>
                <a:gd name="connsiteY22" fmla="*/ 196 h 1527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11611" h="1527873">
                  <a:moveTo>
                    <a:pt x="1155106" y="196"/>
                  </a:moveTo>
                  <a:cubicBezTo>
                    <a:pt x="1186993" y="-588"/>
                    <a:pt x="1218686" y="907"/>
                    <a:pt x="1249989" y="6021"/>
                  </a:cubicBezTo>
                  <a:cubicBezTo>
                    <a:pt x="1357540" y="23626"/>
                    <a:pt x="1435584" y="87520"/>
                    <a:pt x="1501178" y="171872"/>
                  </a:cubicBezTo>
                  <a:cubicBezTo>
                    <a:pt x="1548894" y="233298"/>
                    <a:pt x="1588436" y="300812"/>
                    <a:pt x="1637577" y="361086"/>
                  </a:cubicBezTo>
                  <a:cubicBezTo>
                    <a:pt x="1683318" y="417193"/>
                    <a:pt x="1733611" y="469186"/>
                    <a:pt x="1783136" y="521891"/>
                  </a:cubicBezTo>
                  <a:cubicBezTo>
                    <a:pt x="1874068" y="618638"/>
                    <a:pt x="1971033" y="721856"/>
                    <a:pt x="2011180" y="851399"/>
                  </a:cubicBezTo>
                  <a:cubicBezTo>
                    <a:pt x="2014416" y="861819"/>
                    <a:pt x="1998565" y="870211"/>
                    <a:pt x="1993355" y="859845"/>
                  </a:cubicBezTo>
                  <a:cubicBezTo>
                    <a:pt x="1939005" y="751581"/>
                    <a:pt x="1868089" y="658949"/>
                    <a:pt x="1785603" y="570594"/>
                  </a:cubicBezTo>
                  <a:cubicBezTo>
                    <a:pt x="1712221" y="491891"/>
                    <a:pt x="1632532" y="415712"/>
                    <a:pt x="1572641" y="325711"/>
                  </a:cubicBezTo>
                  <a:cubicBezTo>
                    <a:pt x="1512641" y="235601"/>
                    <a:pt x="1448363" y="123937"/>
                    <a:pt x="1349807" y="70628"/>
                  </a:cubicBezTo>
                  <a:cubicBezTo>
                    <a:pt x="1256077" y="19897"/>
                    <a:pt x="1146936" y="26698"/>
                    <a:pt x="1044760" y="42767"/>
                  </a:cubicBezTo>
                  <a:cubicBezTo>
                    <a:pt x="918178" y="62621"/>
                    <a:pt x="790225" y="66076"/>
                    <a:pt x="662711" y="76990"/>
                  </a:cubicBezTo>
                  <a:cubicBezTo>
                    <a:pt x="533332" y="88069"/>
                    <a:pt x="387719" y="98928"/>
                    <a:pt x="271887" y="163536"/>
                  </a:cubicBezTo>
                  <a:cubicBezTo>
                    <a:pt x="90625" y="264669"/>
                    <a:pt x="44775" y="508893"/>
                    <a:pt x="33586" y="698382"/>
                  </a:cubicBezTo>
                  <a:cubicBezTo>
                    <a:pt x="19327" y="940193"/>
                    <a:pt x="49765" y="1184746"/>
                    <a:pt x="99290" y="1421236"/>
                  </a:cubicBezTo>
                  <a:lnTo>
                    <a:pt x="125120" y="1527873"/>
                  </a:lnTo>
                  <a:lnTo>
                    <a:pt x="96405" y="1527873"/>
                  </a:lnTo>
                  <a:lnTo>
                    <a:pt x="69290" y="1416191"/>
                  </a:lnTo>
                  <a:cubicBezTo>
                    <a:pt x="21630" y="1182113"/>
                    <a:pt x="-11771" y="939535"/>
                    <a:pt x="3915" y="700192"/>
                  </a:cubicBezTo>
                  <a:cubicBezTo>
                    <a:pt x="15487" y="523701"/>
                    <a:pt x="50423" y="314907"/>
                    <a:pt x="186932" y="188161"/>
                  </a:cubicBezTo>
                  <a:cubicBezTo>
                    <a:pt x="262947" y="117576"/>
                    <a:pt x="368907" y="88508"/>
                    <a:pt x="468780" y="71012"/>
                  </a:cubicBezTo>
                  <a:cubicBezTo>
                    <a:pt x="600846" y="47868"/>
                    <a:pt x="734777" y="42657"/>
                    <a:pt x="868214" y="32511"/>
                  </a:cubicBezTo>
                  <a:cubicBezTo>
                    <a:pt x="962040" y="25395"/>
                    <a:pt x="1059444" y="2546"/>
                    <a:pt x="1155106" y="196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7" name="任意多边形: 形状 76"/>
            <p:cNvSpPr/>
            <p:nvPr/>
          </p:nvSpPr>
          <p:spPr>
            <a:xfrm>
              <a:off x="11074553" y="5051401"/>
              <a:ext cx="1117449" cy="1566848"/>
            </a:xfrm>
            <a:custGeom>
              <a:avLst/>
              <a:gdLst>
                <a:gd name="connsiteX0" fmla="*/ 722102 w 1015625"/>
                <a:gd name="connsiteY0" fmla="*/ 655 h 1424074"/>
                <a:gd name="connsiteX1" fmla="*/ 740807 w 1015625"/>
                <a:gd name="connsiteY1" fmla="*/ 9966 h 1424074"/>
                <a:gd name="connsiteX2" fmla="*/ 784681 w 1015625"/>
                <a:gd name="connsiteY2" fmla="*/ 197818 h 1424074"/>
                <a:gd name="connsiteX3" fmla="*/ 801977 w 1015625"/>
                <a:gd name="connsiteY3" fmla="*/ 373496 h 1424074"/>
                <a:gd name="connsiteX4" fmla="*/ 763045 w 1015625"/>
                <a:gd name="connsiteY4" fmla="*/ 568399 h 1424074"/>
                <a:gd name="connsiteX5" fmla="*/ 734237 w 1015625"/>
                <a:gd name="connsiteY5" fmla="*/ 751129 h 1424074"/>
                <a:gd name="connsiteX6" fmla="*/ 742735 w 1015625"/>
                <a:gd name="connsiteY6" fmla="*/ 757577 h 1424074"/>
                <a:gd name="connsiteX7" fmla="*/ 830665 w 1015625"/>
                <a:gd name="connsiteY7" fmla="*/ 845386 h 1424074"/>
                <a:gd name="connsiteX8" fmla="*/ 910639 w 1015625"/>
                <a:gd name="connsiteY8" fmla="*/ 985868 h 1424074"/>
                <a:gd name="connsiteX9" fmla="*/ 935831 w 1015625"/>
                <a:gd name="connsiteY9" fmla="*/ 777827 h 1424074"/>
                <a:gd name="connsiteX10" fmla="*/ 910699 w 1015625"/>
                <a:gd name="connsiteY10" fmla="*/ 534047 h 1424074"/>
                <a:gd name="connsiteX11" fmla="*/ 932094 w 1015625"/>
                <a:gd name="connsiteY11" fmla="*/ 323715 h 1424074"/>
                <a:gd name="connsiteX12" fmla="*/ 979374 w 1015625"/>
                <a:gd name="connsiteY12" fmla="*/ 219823 h 1424074"/>
                <a:gd name="connsiteX13" fmla="*/ 1015625 w 1015625"/>
                <a:gd name="connsiteY13" fmla="*/ 157325 h 1424074"/>
                <a:gd name="connsiteX14" fmla="*/ 1015625 w 1015625"/>
                <a:gd name="connsiteY14" fmla="*/ 897092 h 1424074"/>
                <a:gd name="connsiteX15" fmla="*/ 999307 w 1015625"/>
                <a:gd name="connsiteY15" fmla="*/ 917707 h 1424074"/>
                <a:gd name="connsiteX16" fmla="*/ 926670 w 1015625"/>
                <a:gd name="connsiteY16" fmla="*/ 1026790 h 1424074"/>
                <a:gd name="connsiteX17" fmla="*/ 943002 w 1015625"/>
                <a:gd name="connsiteY17" fmla="*/ 1074762 h 1424074"/>
                <a:gd name="connsiteX18" fmla="*/ 967169 w 1015625"/>
                <a:gd name="connsiteY18" fmla="*/ 1154616 h 1424074"/>
                <a:gd name="connsiteX19" fmla="*/ 998255 w 1015625"/>
                <a:gd name="connsiteY19" fmla="*/ 1065124 h 1424074"/>
                <a:gd name="connsiteX20" fmla="*/ 1015625 w 1015625"/>
                <a:gd name="connsiteY20" fmla="*/ 1027745 h 1424074"/>
                <a:gd name="connsiteX21" fmla="*/ 1015625 w 1015625"/>
                <a:gd name="connsiteY21" fmla="*/ 1159905 h 1424074"/>
                <a:gd name="connsiteX22" fmla="*/ 981875 w 1015625"/>
                <a:gd name="connsiteY22" fmla="*/ 1189450 h 1424074"/>
                <a:gd name="connsiteX23" fmla="*/ 978981 w 1015625"/>
                <a:gd name="connsiteY23" fmla="*/ 1191379 h 1424074"/>
                <a:gd name="connsiteX24" fmla="*/ 1008181 w 1015625"/>
                <a:gd name="connsiteY24" fmla="*/ 1266186 h 1424074"/>
                <a:gd name="connsiteX25" fmla="*/ 1015625 w 1015625"/>
                <a:gd name="connsiteY25" fmla="*/ 1278727 h 1424074"/>
                <a:gd name="connsiteX26" fmla="*/ 1015625 w 1015625"/>
                <a:gd name="connsiteY26" fmla="*/ 1324359 h 1424074"/>
                <a:gd name="connsiteX27" fmla="*/ 997929 w 1015625"/>
                <a:gd name="connsiteY27" fmla="*/ 1297389 h 1424074"/>
                <a:gd name="connsiteX28" fmla="*/ 962047 w 1015625"/>
                <a:gd name="connsiteY28" fmla="*/ 1214581 h 1424074"/>
                <a:gd name="connsiteX29" fmla="*/ 583209 w 1015625"/>
                <a:gd name="connsiteY29" fmla="*/ 1412377 h 1424074"/>
                <a:gd name="connsiteX30" fmla="*/ 226790 w 1015625"/>
                <a:gd name="connsiteY30" fmla="*/ 1421598 h 1424074"/>
                <a:gd name="connsiteX31" fmla="*/ 222270 w 1015625"/>
                <a:gd name="connsiteY31" fmla="*/ 1388271 h 1424074"/>
                <a:gd name="connsiteX32" fmla="*/ 592791 w 1015625"/>
                <a:gd name="connsiteY32" fmla="*/ 1159558 h 1424074"/>
                <a:gd name="connsiteX33" fmla="*/ 798061 w 1015625"/>
                <a:gd name="connsiteY33" fmla="*/ 1154797 h 1424074"/>
                <a:gd name="connsiteX34" fmla="*/ 949089 w 1015625"/>
                <a:gd name="connsiteY34" fmla="*/ 1176553 h 1424074"/>
                <a:gd name="connsiteX35" fmla="*/ 942581 w 1015625"/>
                <a:gd name="connsiteY35" fmla="*/ 1156122 h 1424074"/>
                <a:gd name="connsiteX36" fmla="*/ 913833 w 1015625"/>
                <a:gd name="connsiteY36" fmla="*/ 1063794 h 1424074"/>
                <a:gd name="connsiteX37" fmla="*/ 906782 w 1015625"/>
                <a:gd name="connsiteY37" fmla="*/ 1058490 h 1424074"/>
                <a:gd name="connsiteX38" fmla="*/ 784741 w 1015625"/>
                <a:gd name="connsiteY38" fmla="*/ 1014435 h 1424074"/>
                <a:gd name="connsiteX39" fmla="*/ 653842 w 1015625"/>
                <a:gd name="connsiteY39" fmla="*/ 1015219 h 1424074"/>
                <a:gd name="connsiteX40" fmla="*/ 417716 w 1015625"/>
                <a:gd name="connsiteY40" fmla="*/ 1009433 h 1424074"/>
                <a:gd name="connsiteX41" fmla="*/ 11034 w 1015625"/>
                <a:gd name="connsiteY41" fmla="*/ 763966 h 1424074"/>
                <a:gd name="connsiteX42" fmla="*/ 18688 w 1015625"/>
                <a:gd name="connsiteY42" fmla="*/ 734073 h 1424074"/>
                <a:gd name="connsiteX43" fmla="*/ 166644 w 1015625"/>
                <a:gd name="connsiteY43" fmla="*/ 751490 h 1424074"/>
                <a:gd name="connsiteX44" fmla="*/ 289890 w 1015625"/>
                <a:gd name="connsiteY44" fmla="*/ 746066 h 1424074"/>
                <a:gd name="connsiteX45" fmla="*/ 509201 w 1015625"/>
                <a:gd name="connsiteY45" fmla="*/ 780720 h 1424074"/>
                <a:gd name="connsiteX46" fmla="*/ 724474 w 1015625"/>
                <a:gd name="connsiteY46" fmla="*/ 909570 h 1424074"/>
                <a:gd name="connsiteX47" fmla="*/ 895391 w 1015625"/>
                <a:gd name="connsiteY47" fmla="*/ 1028055 h 1424074"/>
                <a:gd name="connsiteX48" fmla="*/ 902322 w 1015625"/>
                <a:gd name="connsiteY48" fmla="*/ 1030767 h 1424074"/>
                <a:gd name="connsiteX49" fmla="*/ 838560 w 1015625"/>
                <a:gd name="connsiteY49" fmla="*/ 897517 h 1424074"/>
                <a:gd name="connsiteX50" fmla="*/ 767988 w 1015625"/>
                <a:gd name="connsiteY50" fmla="*/ 811516 h 1424074"/>
                <a:gd name="connsiteX51" fmla="*/ 612017 w 1015625"/>
                <a:gd name="connsiteY51" fmla="*/ 688572 h 1424074"/>
                <a:gd name="connsiteX52" fmla="*/ 432662 w 1015625"/>
                <a:gd name="connsiteY52" fmla="*/ 581055 h 1424074"/>
                <a:gd name="connsiteX53" fmla="*/ 287901 w 1015625"/>
                <a:gd name="connsiteY53" fmla="*/ 447685 h 1424074"/>
                <a:gd name="connsiteX54" fmla="*/ 183458 w 1015625"/>
                <a:gd name="connsiteY54" fmla="*/ 272067 h 1424074"/>
                <a:gd name="connsiteX55" fmla="*/ 150252 w 1015625"/>
                <a:gd name="connsiteY55" fmla="*/ 166238 h 1424074"/>
                <a:gd name="connsiteX56" fmla="*/ 131568 w 1015625"/>
                <a:gd name="connsiteY56" fmla="*/ 60650 h 1424074"/>
                <a:gd name="connsiteX57" fmla="*/ 155916 w 1015625"/>
                <a:gd name="connsiteY57" fmla="*/ 50345 h 1424074"/>
                <a:gd name="connsiteX58" fmla="*/ 323097 w 1015625"/>
                <a:gd name="connsiteY58" fmla="*/ 186910 h 1424074"/>
                <a:gd name="connsiteX59" fmla="*/ 474126 w 1015625"/>
                <a:gd name="connsiteY59" fmla="*/ 328838 h 1424074"/>
                <a:gd name="connsiteX60" fmla="*/ 582667 w 1015625"/>
                <a:gd name="connsiteY60" fmla="*/ 503974 h 1424074"/>
                <a:gd name="connsiteX61" fmla="*/ 621720 w 1015625"/>
                <a:gd name="connsiteY61" fmla="*/ 604560 h 1424074"/>
                <a:gd name="connsiteX62" fmla="*/ 642632 w 1015625"/>
                <a:gd name="connsiteY62" fmla="*/ 653918 h 1424074"/>
                <a:gd name="connsiteX63" fmla="*/ 658784 w 1015625"/>
                <a:gd name="connsiteY63" fmla="*/ 689355 h 1424074"/>
                <a:gd name="connsiteX64" fmla="*/ 690906 w 1015625"/>
                <a:gd name="connsiteY64" fmla="*/ 719790 h 1424074"/>
                <a:gd name="connsiteX65" fmla="*/ 714952 w 1015625"/>
                <a:gd name="connsiteY65" fmla="*/ 737267 h 1424074"/>
                <a:gd name="connsiteX66" fmla="*/ 668125 w 1015625"/>
                <a:gd name="connsiteY66" fmla="*/ 570509 h 1424074"/>
                <a:gd name="connsiteX67" fmla="*/ 647454 w 1015625"/>
                <a:gd name="connsiteY67" fmla="*/ 386634 h 1424074"/>
                <a:gd name="connsiteX68" fmla="*/ 709589 w 1015625"/>
                <a:gd name="connsiteY68" fmla="*/ 18102 h 1424074"/>
                <a:gd name="connsiteX69" fmla="*/ 722102 w 1015625"/>
                <a:gd name="connsiteY69" fmla="*/ 655 h 142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015625" h="1424074">
                  <a:moveTo>
                    <a:pt x="722102" y="655"/>
                  </a:moveTo>
                  <a:cubicBezTo>
                    <a:pt x="729386" y="-1350"/>
                    <a:pt x="737703" y="1107"/>
                    <a:pt x="740807" y="9966"/>
                  </a:cubicBezTo>
                  <a:cubicBezTo>
                    <a:pt x="762262" y="71077"/>
                    <a:pt x="773471" y="134176"/>
                    <a:pt x="784681" y="197818"/>
                  </a:cubicBezTo>
                  <a:cubicBezTo>
                    <a:pt x="794806" y="255132"/>
                    <a:pt x="807583" y="314977"/>
                    <a:pt x="801977" y="373496"/>
                  </a:cubicBezTo>
                  <a:cubicBezTo>
                    <a:pt x="795710" y="439669"/>
                    <a:pt x="774496" y="503130"/>
                    <a:pt x="763045" y="568399"/>
                  </a:cubicBezTo>
                  <a:cubicBezTo>
                    <a:pt x="753824" y="621073"/>
                    <a:pt x="742554" y="733410"/>
                    <a:pt x="734237" y="751129"/>
                  </a:cubicBezTo>
                  <a:cubicBezTo>
                    <a:pt x="737071" y="753298"/>
                    <a:pt x="739963" y="755347"/>
                    <a:pt x="742735" y="757577"/>
                  </a:cubicBezTo>
                  <a:cubicBezTo>
                    <a:pt x="775219" y="783432"/>
                    <a:pt x="805292" y="812420"/>
                    <a:pt x="830665" y="845386"/>
                  </a:cubicBezTo>
                  <a:cubicBezTo>
                    <a:pt x="864173" y="888959"/>
                    <a:pt x="889787" y="936208"/>
                    <a:pt x="910639" y="985868"/>
                  </a:cubicBezTo>
                  <a:cubicBezTo>
                    <a:pt x="918534" y="916441"/>
                    <a:pt x="935529" y="848098"/>
                    <a:pt x="935831" y="777827"/>
                  </a:cubicBezTo>
                  <a:cubicBezTo>
                    <a:pt x="936252" y="695442"/>
                    <a:pt x="919619" y="615528"/>
                    <a:pt x="910699" y="534047"/>
                  </a:cubicBezTo>
                  <a:cubicBezTo>
                    <a:pt x="903045" y="463896"/>
                    <a:pt x="909012" y="390793"/>
                    <a:pt x="932094" y="323715"/>
                  </a:cubicBezTo>
                  <a:cubicBezTo>
                    <a:pt x="944479" y="287646"/>
                    <a:pt x="961083" y="253324"/>
                    <a:pt x="979374" y="219823"/>
                  </a:cubicBezTo>
                  <a:lnTo>
                    <a:pt x="1015625" y="157325"/>
                  </a:lnTo>
                  <a:lnTo>
                    <a:pt x="1015625" y="897092"/>
                  </a:lnTo>
                  <a:lnTo>
                    <a:pt x="999307" y="917707"/>
                  </a:lnTo>
                  <a:cubicBezTo>
                    <a:pt x="971358" y="951517"/>
                    <a:pt x="944931" y="986291"/>
                    <a:pt x="926670" y="1026790"/>
                  </a:cubicBezTo>
                  <a:cubicBezTo>
                    <a:pt x="932456" y="1042580"/>
                    <a:pt x="937880" y="1058610"/>
                    <a:pt x="943002" y="1074762"/>
                  </a:cubicBezTo>
                  <a:cubicBezTo>
                    <a:pt x="951319" y="1100858"/>
                    <a:pt x="959033" y="1127737"/>
                    <a:pt x="967169" y="1154616"/>
                  </a:cubicBezTo>
                  <a:cubicBezTo>
                    <a:pt x="976631" y="1124573"/>
                    <a:pt x="986730" y="1094500"/>
                    <a:pt x="998255" y="1065124"/>
                  </a:cubicBezTo>
                  <a:lnTo>
                    <a:pt x="1015625" y="1027745"/>
                  </a:lnTo>
                  <a:lnTo>
                    <a:pt x="1015625" y="1159905"/>
                  </a:lnTo>
                  <a:lnTo>
                    <a:pt x="981875" y="1189450"/>
                  </a:lnTo>
                  <a:cubicBezTo>
                    <a:pt x="980971" y="1190234"/>
                    <a:pt x="980006" y="1190836"/>
                    <a:pt x="978981" y="1191379"/>
                  </a:cubicBezTo>
                  <a:cubicBezTo>
                    <a:pt x="987479" y="1216902"/>
                    <a:pt x="996881" y="1242079"/>
                    <a:pt x="1008181" y="1266186"/>
                  </a:cubicBezTo>
                  <a:lnTo>
                    <a:pt x="1015625" y="1278727"/>
                  </a:lnTo>
                  <a:lnTo>
                    <a:pt x="1015625" y="1324359"/>
                  </a:lnTo>
                  <a:lnTo>
                    <a:pt x="997929" y="1297389"/>
                  </a:lnTo>
                  <a:cubicBezTo>
                    <a:pt x="983954" y="1270796"/>
                    <a:pt x="972383" y="1243178"/>
                    <a:pt x="962047" y="1214581"/>
                  </a:cubicBezTo>
                  <a:cubicBezTo>
                    <a:pt x="824216" y="1255503"/>
                    <a:pt x="727006" y="1383088"/>
                    <a:pt x="583209" y="1412377"/>
                  </a:cubicBezTo>
                  <a:cubicBezTo>
                    <a:pt x="465266" y="1436364"/>
                    <a:pt x="345817" y="1414909"/>
                    <a:pt x="226790" y="1421598"/>
                  </a:cubicBezTo>
                  <a:cubicBezTo>
                    <a:pt x="206179" y="1422744"/>
                    <a:pt x="205576" y="1394840"/>
                    <a:pt x="222270" y="1388271"/>
                  </a:cubicBezTo>
                  <a:cubicBezTo>
                    <a:pt x="359196" y="1334573"/>
                    <a:pt x="444535" y="1188546"/>
                    <a:pt x="592791" y="1159558"/>
                  </a:cubicBezTo>
                  <a:cubicBezTo>
                    <a:pt x="660712" y="1146299"/>
                    <a:pt x="729417" y="1148227"/>
                    <a:pt x="798061" y="1154797"/>
                  </a:cubicBezTo>
                  <a:cubicBezTo>
                    <a:pt x="845491" y="1159317"/>
                    <a:pt x="902805" y="1158714"/>
                    <a:pt x="949089" y="1176553"/>
                  </a:cubicBezTo>
                  <a:cubicBezTo>
                    <a:pt x="946859" y="1169803"/>
                    <a:pt x="944690" y="1162993"/>
                    <a:pt x="942581" y="1156122"/>
                  </a:cubicBezTo>
                  <a:cubicBezTo>
                    <a:pt x="933118" y="1125507"/>
                    <a:pt x="923898" y="1094530"/>
                    <a:pt x="913833" y="1063794"/>
                  </a:cubicBezTo>
                  <a:cubicBezTo>
                    <a:pt x="911543" y="1061985"/>
                    <a:pt x="909132" y="1060238"/>
                    <a:pt x="906782" y="1058490"/>
                  </a:cubicBezTo>
                  <a:cubicBezTo>
                    <a:pt x="865439" y="1045894"/>
                    <a:pt x="827471" y="1022028"/>
                    <a:pt x="784741" y="1014435"/>
                  </a:cubicBezTo>
                  <a:cubicBezTo>
                    <a:pt x="741108" y="1006721"/>
                    <a:pt x="697535" y="1009493"/>
                    <a:pt x="653842" y="1015219"/>
                  </a:cubicBezTo>
                  <a:cubicBezTo>
                    <a:pt x="574771" y="1025645"/>
                    <a:pt x="494857" y="1036553"/>
                    <a:pt x="417716" y="1009433"/>
                  </a:cubicBezTo>
                  <a:cubicBezTo>
                    <a:pt x="265422" y="955916"/>
                    <a:pt x="161521" y="820737"/>
                    <a:pt x="11034" y="763966"/>
                  </a:cubicBezTo>
                  <a:cubicBezTo>
                    <a:pt x="-7467" y="756975"/>
                    <a:pt x="-1199" y="730517"/>
                    <a:pt x="18688" y="734073"/>
                  </a:cubicBezTo>
                  <a:cubicBezTo>
                    <a:pt x="67685" y="742872"/>
                    <a:pt x="116501" y="753479"/>
                    <a:pt x="166644" y="751490"/>
                  </a:cubicBezTo>
                  <a:cubicBezTo>
                    <a:pt x="207685" y="749863"/>
                    <a:pt x="248788" y="746850"/>
                    <a:pt x="289890" y="746066"/>
                  </a:cubicBezTo>
                  <a:cubicBezTo>
                    <a:pt x="365223" y="744620"/>
                    <a:pt x="439110" y="751309"/>
                    <a:pt x="509201" y="780720"/>
                  </a:cubicBezTo>
                  <a:cubicBezTo>
                    <a:pt x="586945" y="813384"/>
                    <a:pt x="655107" y="862381"/>
                    <a:pt x="724474" y="909570"/>
                  </a:cubicBezTo>
                  <a:cubicBezTo>
                    <a:pt x="780462" y="947780"/>
                    <a:pt x="841573" y="985145"/>
                    <a:pt x="895391" y="1028055"/>
                  </a:cubicBezTo>
                  <a:cubicBezTo>
                    <a:pt x="897681" y="1028959"/>
                    <a:pt x="899972" y="1029924"/>
                    <a:pt x="902322" y="1030767"/>
                  </a:cubicBezTo>
                  <a:cubicBezTo>
                    <a:pt x="885628" y="984181"/>
                    <a:pt x="865861" y="938920"/>
                    <a:pt x="838560" y="897517"/>
                  </a:cubicBezTo>
                  <a:cubicBezTo>
                    <a:pt x="818310" y="866841"/>
                    <a:pt x="794023" y="837431"/>
                    <a:pt x="767988" y="811516"/>
                  </a:cubicBezTo>
                  <a:cubicBezTo>
                    <a:pt x="721461" y="765231"/>
                    <a:pt x="665955" y="725756"/>
                    <a:pt x="612017" y="688572"/>
                  </a:cubicBezTo>
                  <a:cubicBezTo>
                    <a:pt x="554522" y="648916"/>
                    <a:pt x="490639" y="619867"/>
                    <a:pt x="432662" y="581055"/>
                  </a:cubicBezTo>
                  <a:cubicBezTo>
                    <a:pt x="377458" y="544112"/>
                    <a:pt x="329847" y="499032"/>
                    <a:pt x="287901" y="447685"/>
                  </a:cubicBezTo>
                  <a:cubicBezTo>
                    <a:pt x="244991" y="395132"/>
                    <a:pt x="208710" y="335106"/>
                    <a:pt x="183458" y="272067"/>
                  </a:cubicBezTo>
                  <a:cubicBezTo>
                    <a:pt x="169778" y="237895"/>
                    <a:pt x="157302" y="202398"/>
                    <a:pt x="150252" y="166238"/>
                  </a:cubicBezTo>
                  <a:cubicBezTo>
                    <a:pt x="143682" y="132549"/>
                    <a:pt x="143923" y="92110"/>
                    <a:pt x="131568" y="60650"/>
                  </a:cubicBezTo>
                  <a:cubicBezTo>
                    <a:pt x="126084" y="46608"/>
                    <a:pt x="149227" y="37026"/>
                    <a:pt x="155916" y="50345"/>
                  </a:cubicBezTo>
                  <a:cubicBezTo>
                    <a:pt x="189545" y="117241"/>
                    <a:pt x="265783" y="144180"/>
                    <a:pt x="323097" y="186910"/>
                  </a:cubicBezTo>
                  <a:cubicBezTo>
                    <a:pt x="378362" y="228132"/>
                    <a:pt x="430794" y="274960"/>
                    <a:pt x="474126" y="328838"/>
                  </a:cubicBezTo>
                  <a:cubicBezTo>
                    <a:pt x="516976" y="382114"/>
                    <a:pt x="556571" y="440452"/>
                    <a:pt x="582667" y="503974"/>
                  </a:cubicBezTo>
                  <a:cubicBezTo>
                    <a:pt x="596347" y="537242"/>
                    <a:pt x="608460" y="571112"/>
                    <a:pt x="621720" y="604560"/>
                  </a:cubicBezTo>
                  <a:cubicBezTo>
                    <a:pt x="628288" y="621193"/>
                    <a:pt x="635159" y="637646"/>
                    <a:pt x="642632" y="653918"/>
                  </a:cubicBezTo>
                  <a:cubicBezTo>
                    <a:pt x="647634" y="664766"/>
                    <a:pt x="652094" y="679712"/>
                    <a:pt x="658784" y="689355"/>
                  </a:cubicBezTo>
                  <a:cubicBezTo>
                    <a:pt x="665955" y="699661"/>
                    <a:pt x="680781" y="711835"/>
                    <a:pt x="690906" y="719790"/>
                  </a:cubicBezTo>
                  <a:cubicBezTo>
                    <a:pt x="698681" y="725877"/>
                    <a:pt x="706816" y="731602"/>
                    <a:pt x="714952" y="737267"/>
                  </a:cubicBezTo>
                  <a:cubicBezTo>
                    <a:pt x="703863" y="681460"/>
                    <a:pt x="678491" y="627521"/>
                    <a:pt x="668125" y="570509"/>
                  </a:cubicBezTo>
                  <a:cubicBezTo>
                    <a:pt x="657036" y="509217"/>
                    <a:pt x="646731" y="449131"/>
                    <a:pt x="647454" y="386634"/>
                  </a:cubicBezTo>
                  <a:cubicBezTo>
                    <a:pt x="648900" y="260194"/>
                    <a:pt x="723751" y="145446"/>
                    <a:pt x="709589" y="18102"/>
                  </a:cubicBezTo>
                  <a:cubicBezTo>
                    <a:pt x="708565" y="9122"/>
                    <a:pt x="714817" y="2659"/>
                    <a:pt x="722102" y="655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" name="任意多边形: 形状 46"/>
            <p:cNvSpPr/>
            <p:nvPr/>
          </p:nvSpPr>
          <p:spPr>
            <a:xfrm>
              <a:off x="1943573" y="3966955"/>
              <a:ext cx="759433" cy="454609"/>
            </a:xfrm>
            <a:custGeom>
              <a:avLst/>
              <a:gdLst>
                <a:gd name="connsiteX0" fmla="*/ 44181 w 1151600"/>
                <a:gd name="connsiteY0" fmla="*/ 443919 h 689367"/>
                <a:gd name="connsiteX1" fmla="*/ 737410 w 1151600"/>
                <a:gd name="connsiteY1" fmla="*/ 661185 h 689367"/>
                <a:gd name="connsiteX2" fmla="*/ 977821 w 1151600"/>
                <a:gd name="connsiteY2" fmla="*/ 369624 h 689367"/>
                <a:gd name="connsiteX3" fmla="*/ 1018683 w 1151600"/>
                <a:gd name="connsiteY3" fmla="*/ 13961 h 689367"/>
                <a:gd name="connsiteX4" fmla="*/ 549482 w 1151600"/>
                <a:gd name="connsiteY4" fmla="*/ 115021 h 689367"/>
                <a:gd name="connsiteX5" fmla="*/ 108570 w 1151600"/>
                <a:gd name="connsiteY5" fmla="*/ 189507 h 689367"/>
                <a:gd name="connsiteX6" fmla="*/ 44276 w 1151600"/>
                <a:gd name="connsiteY6" fmla="*/ 443919 h 689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1600" h="689367">
                  <a:moveTo>
                    <a:pt x="44181" y="443919"/>
                  </a:moveTo>
                  <a:cubicBezTo>
                    <a:pt x="168387" y="622418"/>
                    <a:pt x="532908" y="748053"/>
                    <a:pt x="737410" y="661185"/>
                  </a:cubicBezTo>
                  <a:cubicBezTo>
                    <a:pt x="871998" y="604035"/>
                    <a:pt x="863902" y="449634"/>
                    <a:pt x="977821" y="369624"/>
                  </a:cubicBezTo>
                  <a:cubicBezTo>
                    <a:pt x="1112314" y="275137"/>
                    <a:pt x="1269667" y="95685"/>
                    <a:pt x="1018683" y="13961"/>
                  </a:cubicBezTo>
                  <a:cubicBezTo>
                    <a:pt x="866855" y="-35474"/>
                    <a:pt x="687880" y="57871"/>
                    <a:pt x="549482" y="115021"/>
                  </a:cubicBezTo>
                  <a:cubicBezTo>
                    <a:pt x="408988" y="173029"/>
                    <a:pt x="249635" y="129023"/>
                    <a:pt x="108570" y="189507"/>
                  </a:cubicBezTo>
                  <a:cubicBezTo>
                    <a:pt x="-28971" y="248466"/>
                    <a:pt x="-18303" y="353908"/>
                    <a:pt x="44276" y="443919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" name="任意多边形: 形状 47"/>
            <p:cNvSpPr/>
            <p:nvPr/>
          </p:nvSpPr>
          <p:spPr>
            <a:xfrm>
              <a:off x="9647148" y="3107853"/>
              <a:ext cx="1112732" cy="1181069"/>
            </a:xfrm>
            <a:custGeom>
              <a:avLst/>
              <a:gdLst>
                <a:gd name="connsiteX0" fmla="*/ 1123585 w 2587621"/>
                <a:gd name="connsiteY0" fmla="*/ 53206 h 2746535"/>
                <a:gd name="connsiteX1" fmla="*/ 2547573 w 2587621"/>
                <a:gd name="connsiteY1" fmla="*/ 1219352 h 2746535"/>
                <a:gd name="connsiteX2" fmla="*/ 2273158 w 2587621"/>
                <a:gd name="connsiteY2" fmla="*/ 2362733 h 2746535"/>
                <a:gd name="connsiteX3" fmla="*/ 448930 w 2587621"/>
                <a:gd name="connsiteY3" fmla="*/ 1989734 h 2746535"/>
                <a:gd name="connsiteX4" fmla="*/ 264716 w 2587621"/>
                <a:gd name="connsiteY4" fmla="*/ 1031995 h 2746535"/>
                <a:gd name="connsiteX5" fmla="*/ 113078 w 2587621"/>
                <a:gd name="connsiteY5" fmla="*/ 239230 h 2746535"/>
                <a:gd name="connsiteX6" fmla="*/ 1123585 w 2587621"/>
                <a:gd name="connsiteY6" fmla="*/ 53302 h 274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87621" h="2746535">
                  <a:moveTo>
                    <a:pt x="1123585" y="53206"/>
                  </a:moveTo>
                  <a:cubicBezTo>
                    <a:pt x="1753474" y="221799"/>
                    <a:pt x="2392792" y="759771"/>
                    <a:pt x="2547573" y="1219352"/>
                  </a:cubicBezTo>
                  <a:cubicBezTo>
                    <a:pt x="2656634" y="1543202"/>
                    <a:pt x="2535667" y="2124227"/>
                    <a:pt x="2273158" y="2362733"/>
                  </a:cubicBezTo>
                  <a:cubicBezTo>
                    <a:pt x="1752712" y="2835650"/>
                    <a:pt x="391970" y="3032436"/>
                    <a:pt x="448930" y="1989734"/>
                  </a:cubicBezTo>
                  <a:cubicBezTo>
                    <a:pt x="469694" y="1609115"/>
                    <a:pt x="453216" y="1375658"/>
                    <a:pt x="264716" y="1031995"/>
                  </a:cubicBezTo>
                  <a:cubicBezTo>
                    <a:pt x="121270" y="770534"/>
                    <a:pt x="-156098" y="500024"/>
                    <a:pt x="113078" y="239230"/>
                  </a:cubicBezTo>
                  <a:cubicBezTo>
                    <a:pt x="377111" y="-16612"/>
                    <a:pt x="748681" y="-47092"/>
                    <a:pt x="1123585" y="53302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5" name="任意多边形: 形状 84"/>
            <p:cNvSpPr/>
            <p:nvPr/>
          </p:nvSpPr>
          <p:spPr>
            <a:xfrm flipH="1">
              <a:off x="1044358" y="5790108"/>
              <a:ext cx="1545850" cy="1067893"/>
            </a:xfrm>
            <a:custGeom>
              <a:avLst/>
              <a:gdLst>
                <a:gd name="connsiteX0" fmla="*/ 1535006 w 1545850"/>
                <a:gd name="connsiteY0" fmla="*/ 710294 h 1067893"/>
                <a:gd name="connsiteX1" fmla="*/ 1544191 w 1545850"/>
                <a:gd name="connsiteY1" fmla="*/ 730590 h 1067893"/>
                <a:gd name="connsiteX2" fmla="*/ 1290840 w 1545850"/>
                <a:gd name="connsiteY2" fmla="*/ 998411 h 1067893"/>
                <a:gd name="connsiteX3" fmla="*/ 1111092 w 1545850"/>
                <a:gd name="connsiteY3" fmla="*/ 1045418 h 1067893"/>
                <a:gd name="connsiteX4" fmla="*/ 1058929 w 1545850"/>
                <a:gd name="connsiteY4" fmla="*/ 1062610 h 1067893"/>
                <a:gd name="connsiteX5" fmla="*/ 1050368 w 1545850"/>
                <a:gd name="connsiteY5" fmla="*/ 1067893 h 1067893"/>
                <a:gd name="connsiteX6" fmla="*/ 940848 w 1545850"/>
                <a:gd name="connsiteY6" fmla="*/ 1067893 h 1067893"/>
                <a:gd name="connsiteX7" fmla="*/ 952629 w 1545850"/>
                <a:gd name="connsiteY7" fmla="*/ 1037535 h 1067893"/>
                <a:gd name="connsiteX8" fmla="*/ 1118356 w 1545850"/>
                <a:gd name="connsiteY8" fmla="*/ 825087 h 1067893"/>
                <a:gd name="connsiteX9" fmla="*/ 1314854 w 1545850"/>
                <a:gd name="connsiteY9" fmla="*/ 765231 h 1067893"/>
                <a:gd name="connsiteX10" fmla="*/ 1526300 w 1545850"/>
                <a:gd name="connsiteY10" fmla="*/ 712039 h 1067893"/>
                <a:gd name="connsiteX11" fmla="*/ 1526421 w 1545850"/>
                <a:gd name="connsiteY11" fmla="*/ 712039 h 1067893"/>
                <a:gd name="connsiteX12" fmla="*/ 1535006 w 1545850"/>
                <a:gd name="connsiteY12" fmla="*/ 710294 h 1067893"/>
                <a:gd name="connsiteX13" fmla="*/ 722989 w 1545850"/>
                <a:gd name="connsiteY13" fmla="*/ 478 h 1067893"/>
                <a:gd name="connsiteX14" fmla="*/ 740730 w 1545850"/>
                <a:gd name="connsiteY14" fmla="*/ 10098 h 1067893"/>
                <a:gd name="connsiteX15" fmla="*/ 776571 w 1545850"/>
                <a:gd name="connsiteY15" fmla="*/ 192968 h 1067893"/>
                <a:gd name="connsiteX16" fmla="*/ 787198 w 1545850"/>
                <a:gd name="connsiteY16" fmla="*/ 363170 h 1067893"/>
                <a:gd name="connsiteX17" fmla="*/ 742831 w 1545850"/>
                <a:gd name="connsiteY17" fmla="*/ 549942 h 1067893"/>
                <a:gd name="connsiteX18" fmla="*/ 708670 w 1545850"/>
                <a:gd name="connsiteY18" fmla="*/ 725307 h 1067893"/>
                <a:gd name="connsiteX19" fmla="*/ 716656 w 1545850"/>
                <a:gd name="connsiteY19" fmla="*/ 731791 h 1067893"/>
                <a:gd name="connsiteX20" fmla="*/ 798484 w 1545850"/>
                <a:gd name="connsiteY20" fmla="*/ 819623 h 1067893"/>
                <a:gd name="connsiteX21" fmla="*/ 870828 w 1545850"/>
                <a:gd name="connsiteY21" fmla="*/ 958006 h 1067893"/>
                <a:gd name="connsiteX22" fmla="*/ 902347 w 1545850"/>
                <a:gd name="connsiteY22" fmla="*/ 758026 h 1067893"/>
                <a:gd name="connsiteX23" fmla="*/ 886497 w 1545850"/>
                <a:gd name="connsiteY23" fmla="*/ 521845 h 1067893"/>
                <a:gd name="connsiteX24" fmla="*/ 914414 w 1545850"/>
                <a:gd name="connsiteY24" fmla="*/ 319523 h 1067893"/>
                <a:gd name="connsiteX25" fmla="*/ 1022479 w 1545850"/>
                <a:gd name="connsiteY25" fmla="*/ 127288 h 1067893"/>
                <a:gd name="connsiteX26" fmla="*/ 1045292 w 1545850"/>
                <a:gd name="connsiteY26" fmla="*/ 130891 h 1067893"/>
                <a:gd name="connsiteX27" fmla="*/ 1137628 w 1545850"/>
                <a:gd name="connsiteY27" fmla="*/ 376437 h 1067893"/>
                <a:gd name="connsiteX28" fmla="*/ 1123940 w 1545850"/>
                <a:gd name="connsiteY28" fmla="*/ 578819 h 1067893"/>
                <a:gd name="connsiteX29" fmla="*/ 1041270 w 1545850"/>
                <a:gd name="connsiteY29" fmla="*/ 798370 h 1067893"/>
                <a:gd name="connsiteX30" fmla="*/ 884876 w 1545850"/>
                <a:gd name="connsiteY30" fmla="*/ 998050 h 1067893"/>
                <a:gd name="connsiteX31" fmla="*/ 898985 w 1545850"/>
                <a:gd name="connsiteY31" fmla="*/ 1044938 h 1067893"/>
                <a:gd name="connsiteX32" fmla="*/ 905033 w 1545850"/>
                <a:gd name="connsiteY32" fmla="*/ 1067893 h 1067893"/>
                <a:gd name="connsiteX33" fmla="*/ 880660 w 1545850"/>
                <a:gd name="connsiteY33" fmla="*/ 1067893 h 1067893"/>
                <a:gd name="connsiteX34" fmla="*/ 871248 w 1545850"/>
                <a:gd name="connsiteY34" fmla="*/ 1033351 h 1067893"/>
                <a:gd name="connsiteX35" fmla="*/ 864584 w 1545850"/>
                <a:gd name="connsiteY35" fmla="*/ 1027948 h 1067893"/>
                <a:gd name="connsiteX36" fmla="*/ 748294 w 1545850"/>
                <a:gd name="connsiteY36" fmla="*/ 981180 h 1067893"/>
                <a:gd name="connsiteX37" fmla="*/ 621919 w 1545850"/>
                <a:gd name="connsiteY37" fmla="*/ 977398 h 1067893"/>
                <a:gd name="connsiteX38" fmla="*/ 394202 w 1545850"/>
                <a:gd name="connsiteY38" fmla="*/ 963650 h 1067893"/>
                <a:gd name="connsiteX39" fmla="*/ 10092 w 1545850"/>
                <a:gd name="connsiteY39" fmla="*/ 712639 h 1067893"/>
                <a:gd name="connsiteX40" fmla="*/ 18557 w 1545850"/>
                <a:gd name="connsiteY40" fmla="*/ 684002 h 1067893"/>
                <a:gd name="connsiteX41" fmla="*/ 160782 w 1545850"/>
                <a:gd name="connsiteY41" fmla="*/ 705975 h 1067893"/>
                <a:gd name="connsiteX42" fmla="*/ 279954 w 1545850"/>
                <a:gd name="connsiteY42" fmla="*/ 705015 h 1067893"/>
                <a:gd name="connsiteX43" fmla="*/ 490500 w 1545850"/>
                <a:gd name="connsiteY43" fmla="*/ 746079 h 1067893"/>
                <a:gd name="connsiteX44" fmla="*/ 693902 w 1545850"/>
                <a:gd name="connsiteY44" fmla="*/ 877918 h 1067893"/>
                <a:gd name="connsiteX45" fmla="*/ 854798 w 1545850"/>
                <a:gd name="connsiteY45" fmla="*/ 998170 h 1067893"/>
                <a:gd name="connsiteX46" fmla="*/ 861402 w 1545850"/>
                <a:gd name="connsiteY46" fmla="*/ 1001052 h 1067893"/>
                <a:gd name="connsiteX47" fmla="*/ 804428 w 1545850"/>
                <a:gd name="connsiteY47" fmla="*/ 870234 h 1067893"/>
                <a:gd name="connsiteX48" fmla="*/ 739289 w 1545850"/>
                <a:gd name="connsiteY48" fmla="*/ 784743 h 1067893"/>
                <a:gd name="connsiteX49" fmla="*/ 592982 w 1545850"/>
                <a:gd name="connsiteY49" fmla="*/ 660708 h 1067893"/>
                <a:gd name="connsiteX50" fmla="*/ 423560 w 1545850"/>
                <a:gd name="connsiteY50" fmla="*/ 550722 h 1067893"/>
                <a:gd name="connsiteX51" fmla="*/ 288419 w 1545850"/>
                <a:gd name="connsiteY51" fmla="*/ 416962 h 1067893"/>
                <a:gd name="connsiteX52" fmla="*/ 193622 w 1545850"/>
                <a:gd name="connsiteY52" fmla="*/ 243818 h 1067893"/>
                <a:gd name="connsiteX53" fmla="*/ 165225 w 1545850"/>
                <a:gd name="connsiteY53" fmla="*/ 140496 h 1067893"/>
                <a:gd name="connsiteX54" fmla="*/ 150816 w 1545850"/>
                <a:gd name="connsiteY54" fmla="*/ 37895 h 1067893"/>
                <a:gd name="connsiteX55" fmla="*/ 174651 w 1545850"/>
                <a:gd name="connsiteY55" fmla="*/ 28829 h 1067893"/>
                <a:gd name="connsiteX56" fmla="*/ 331285 w 1545850"/>
                <a:gd name="connsiteY56" fmla="*/ 166492 h 1067893"/>
                <a:gd name="connsiteX57" fmla="*/ 472189 w 1545850"/>
                <a:gd name="connsiteY57" fmla="*/ 308717 h 1067893"/>
                <a:gd name="connsiteX58" fmla="*/ 570948 w 1545850"/>
                <a:gd name="connsiteY58" fmla="*/ 481501 h 1067893"/>
                <a:gd name="connsiteX59" fmla="*/ 605168 w 1545850"/>
                <a:gd name="connsiteY59" fmla="*/ 579960 h 1067893"/>
                <a:gd name="connsiteX60" fmla="*/ 623660 w 1545850"/>
                <a:gd name="connsiteY60" fmla="*/ 628348 h 1067893"/>
                <a:gd name="connsiteX61" fmla="*/ 638008 w 1545850"/>
                <a:gd name="connsiteY61" fmla="*/ 663109 h 1067893"/>
                <a:gd name="connsiteX62" fmla="*/ 667966 w 1545850"/>
                <a:gd name="connsiteY62" fmla="*/ 693608 h 1067893"/>
                <a:gd name="connsiteX63" fmla="*/ 690600 w 1545850"/>
                <a:gd name="connsiteY63" fmla="*/ 711318 h 1067893"/>
                <a:gd name="connsiteX64" fmla="*/ 651156 w 1545850"/>
                <a:gd name="connsiteY64" fmla="*/ 548681 h 1067893"/>
                <a:gd name="connsiteX65" fmla="*/ 637528 w 1545850"/>
                <a:gd name="connsiteY65" fmla="*/ 370494 h 1067893"/>
                <a:gd name="connsiteX66" fmla="*/ 710291 w 1545850"/>
                <a:gd name="connsiteY66" fmla="*/ 16882 h 1067893"/>
                <a:gd name="connsiteX67" fmla="*/ 722989 w 1545850"/>
                <a:gd name="connsiteY67" fmla="*/ 478 h 1067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1545850" h="1067893">
                  <a:moveTo>
                    <a:pt x="1535006" y="710294"/>
                  </a:moveTo>
                  <a:cubicBezTo>
                    <a:pt x="1543099" y="711926"/>
                    <a:pt x="1548829" y="722440"/>
                    <a:pt x="1544191" y="730590"/>
                  </a:cubicBezTo>
                  <a:cubicBezTo>
                    <a:pt x="1483195" y="837334"/>
                    <a:pt x="1404188" y="943177"/>
                    <a:pt x="1290840" y="998411"/>
                  </a:cubicBezTo>
                  <a:cubicBezTo>
                    <a:pt x="1231944" y="1027167"/>
                    <a:pt x="1174549" y="1033472"/>
                    <a:pt x="1111092" y="1045418"/>
                  </a:cubicBezTo>
                  <a:cubicBezTo>
                    <a:pt x="1091760" y="1049050"/>
                    <a:pt x="1074650" y="1055009"/>
                    <a:pt x="1058929" y="1062610"/>
                  </a:cubicBezTo>
                  <a:lnTo>
                    <a:pt x="1050368" y="1067893"/>
                  </a:lnTo>
                  <a:lnTo>
                    <a:pt x="940848" y="1067893"/>
                  </a:lnTo>
                  <a:lnTo>
                    <a:pt x="952629" y="1037535"/>
                  </a:lnTo>
                  <a:cubicBezTo>
                    <a:pt x="989061" y="953650"/>
                    <a:pt x="1037667" y="876282"/>
                    <a:pt x="1118356" y="825087"/>
                  </a:cubicBezTo>
                  <a:cubicBezTo>
                    <a:pt x="1178152" y="787204"/>
                    <a:pt x="1245152" y="772555"/>
                    <a:pt x="1314854" y="765231"/>
                  </a:cubicBezTo>
                  <a:cubicBezTo>
                    <a:pt x="1388458" y="757486"/>
                    <a:pt x="1462182" y="752863"/>
                    <a:pt x="1526300" y="712039"/>
                  </a:cubicBezTo>
                  <a:lnTo>
                    <a:pt x="1526421" y="712039"/>
                  </a:lnTo>
                  <a:cubicBezTo>
                    <a:pt x="1529348" y="710193"/>
                    <a:pt x="1532308" y="709750"/>
                    <a:pt x="1535006" y="710294"/>
                  </a:cubicBezTo>
                  <a:close/>
                  <a:moveTo>
                    <a:pt x="722989" y="478"/>
                  </a:moveTo>
                  <a:cubicBezTo>
                    <a:pt x="730088" y="-1204"/>
                    <a:pt x="738028" y="1453"/>
                    <a:pt x="740730" y="10098"/>
                  </a:cubicBezTo>
                  <a:cubicBezTo>
                    <a:pt x="759281" y="69834"/>
                    <a:pt x="767926" y="131131"/>
                    <a:pt x="776571" y="192968"/>
                  </a:cubicBezTo>
                  <a:cubicBezTo>
                    <a:pt x="784376" y="248681"/>
                    <a:pt x="794642" y="306856"/>
                    <a:pt x="787198" y="363170"/>
                  </a:cubicBezTo>
                  <a:cubicBezTo>
                    <a:pt x="778792" y="426808"/>
                    <a:pt x="756159" y="487324"/>
                    <a:pt x="742831" y="549942"/>
                  </a:cubicBezTo>
                  <a:cubicBezTo>
                    <a:pt x="732085" y="600432"/>
                    <a:pt x="717316" y="708497"/>
                    <a:pt x="708670" y="725307"/>
                  </a:cubicBezTo>
                  <a:cubicBezTo>
                    <a:pt x="711373" y="727468"/>
                    <a:pt x="714074" y="729569"/>
                    <a:pt x="716656" y="731791"/>
                  </a:cubicBezTo>
                  <a:cubicBezTo>
                    <a:pt x="747093" y="757906"/>
                    <a:pt x="775130" y="786904"/>
                    <a:pt x="798484" y="819623"/>
                  </a:cubicBezTo>
                  <a:cubicBezTo>
                    <a:pt x="829343" y="862849"/>
                    <a:pt x="852397" y="909317"/>
                    <a:pt x="870828" y="958006"/>
                  </a:cubicBezTo>
                  <a:cubicBezTo>
                    <a:pt x="880853" y="891246"/>
                    <a:pt x="899585" y="825867"/>
                    <a:pt x="902347" y="758026"/>
                  </a:cubicBezTo>
                  <a:cubicBezTo>
                    <a:pt x="905588" y="678538"/>
                    <a:pt x="892261" y="600852"/>
                    <a:pt x="886497" y="521845"/>
                  </a:cubicBezTo>
                  <a:cubicBezTo>
                    <a:pt x="881514" y="453884"/>
                    <a:pt x="889859" y="383462"/>
                    <a:pt x="914414" y="319523"/>
                  </a:cubicBezTo>
                  <a:cubicBezTo>
                    <a:pt x="940830" y="250722"/>
                    <a:pt x="983275" y="189246"/>
                    <a:pt x="1022479" y="127288"/>
                  </a:cubicBezTo>
                  <a:cubicBezTo>
                    <a:pt x="1028122" y="118343"/>
                    <a:pt x="1043071" y="119844"/>
                    <a:pt x="1045292" y="130891"/>
                  </a:cubicBezTo>
                  <a:cubicBezTo>
                    <a:pt x="1062823" y="217823"/>
                    <a:pt x="1123399" y="289265"/>
                    <a:pt x="1137628" y="376437"/>
                  </a:cubicBezTo>
                  <a:cubicBezTo>
                    <a:pt x="1148794" y="445059"/>
                    <a:pt x="1139069" y="511638"/>
                    <a:pt x="1123940" y="578819"/>
                  </a:cubicBezTo>
                  <a:cubicBezTo>
                    <a:pt x="1107009" y="654164"/>
                    <a:pt x="1087077" y="734552"/>
                    <a:pt x="1041270" y="798370"/>
                  </a:cubicBezTo>
                  <a:cubicBezTo>
                    <a:pt x="991740" y="867412"/>
                    <a:pt x="922939" y="921144"/>
                    <a:pt x="884876" y="998050"/>
                  </a:cubicBezTo>
                  <a:cubicBezTo>
                    <a:pt x="889919" y="1013539"/>
                    <a:pt x="894602" y="1029149"/>
                    <a:pt x="898985" y="1044938"/>
                  </a:cubicBezTo>
                  <a:lnTo>
                    <a:pt x="905033" y="1067893"/>
                  </a:lnTo>
                  <a:lnTo>
                    <a:pt x="880660" y="1067893"/>
                  </a:lnTo>
                  <a:lnTo>
                    <a:pt x="871248" y="1033351"/>
                  </a:lnTo>
                  <a:cubicBezTo>
                    <a:pt x="869026" y="1031490"/>
                    <a:pt x="866805" y="1029689"/>
                    <a:pt x="864584" y="1027948"/>
                  </a:cubicBezTo>
                  <a:cubicBezTo>
                    <a:pt x="825080" y="1014320"/>
                    <a:pt x="789239" y="989945"/>
                    <a:pt x="748294" y="981180"/>
                  </a:cubicBezTo>
                  <a:cubicBezTo>
                    <a:pt x="706449" y="972235"/>
                    <a:pt x="664304" y="973375"/>
                    <a:pt x="621919" y="977398"/>
                  </a:cubicBezTo>
                  <a:cubicBezTo>
                    <a:pt x="545253" y="984722"/>
                    <a:pt x="467746" y="992527"/>
                    <a:pt x="394202" y="963650"/>
                  </a:cubicBezTo>
                  <a:cubicBezTo>
                    <a:pt x="249035" y="906736"/>
                    <a:pt x="153398" y="772675"/>
                    <a:pt x="10092" y="712639"/>
                  </a:cubicBezTo>
                  <a:cubicBezTo>
                    <a:pt x="-7439" y="705255"/>
                    <a:pt x="-534" y="679860"/>
                    <a:pt x="18557" y="684002"/>
                  </a:cubicBezTo>
                  <a:cubicBezTo>
                    <a:pt x="65565" y="694208"/>
                    <a:pt x="112333" y="706155"/>
                    <a:pt x="160782" y="705975"/>
                  </a:cubicBezTo>
                  <a:cubicBezTo>
                    <a:pt x="200466" y="705855"/>
                    <a:pt x="240270" y="704354"/>
                    <a:pt x="279954" y="705015"/>
                  </a:cubicBezTo>
                  <a:cubicBezTo>
                    <a:pt x="352717" y="706215"/>
                    <a:pt x="423800" y="715281"/>
                    <a:pt x="490500" y="746079"/>
                  </a:cubicBezTo>
                  <a:cubicBezTo>
                    <a:pt x="564464" y="780240"/>
                    <a:pt x="628583" y="829949"/>
                    <a:pt x="693902" y="877918"/>
                  </a:cubicBezTo>
                  <a:cubicBezTo>
                    <a:pt x="746674" y="916701"/>
                    <a:pt x="804368" y="954884"/>
                    <a:pt x="854798" y="998170"/>
                  </a:cubicBezTo>
                  <a:cubicBezTo>
                    <a:pt x="857019" y="999131"/>
                    <a:pt x="859181" y="1000152"/>
                    <a:pt x="861402" y="1001052"/>
                  </a:cubicBezTo>
                  <a:cubicBezTo>
                    <a:pt x="846874" y="955545"/>
                    <a:pt x="829343" y="911118"/>
                    <a:pt x="804428" y="870234"/>
                  </a:cubicBezTo>
                  <a:cubicBezTo>
                    <a:pt x="785937" y="839915"/>
                    <a:pt x="763543" y="810678"/>
                    <a:pt x="739289" y="784743"/>
                  </a:cubicBezTo>
                  <a:cubicBezTo>
                    <a:pt x="696003" y="738455"/>
                    <a:pt x="643772" y="698470"/>
                    <a:pt x="592982" y="660708"/>
                  </a:cubicBezTo>
                  <a:cubicBezTo>
                    <a:pt x="538829" y="620424"/>
                    <a:pt x="478132" y="590226"/>
                    <a:pt x="423560" y="550722"/>
                  </a:cubicBezTo>
                  <a:cubicBezTo>
                    <a:pt x="371569" y="513140"/>
                    <a:pt x="327142" y="467993"/>
                    <a:pt x="288419" y="416962"/>
                  </a:cubicBezTo>
                  <a:cubicBezTo>
                    <a:pt x="248795" y="364731"/>
                    <a:pt x="215775" y="305595"/>
                    <a:pt x="193622" y="243818"/>
                  </a:cubicBezTo>
                  <a:cubicBezTo>
                    <a:pt x="181615" y="210378"/>
                    <a:pt x="170809" y="175677"/>
                    <a:pt x="165225" y="140496"/>
                  </a:cubicBezTo>
                  <a:cubicBezTo>
                    <a:pt x="160062" y="107777"/>
                    <a:pt x="161683" y="68693"/>
                    <a:pt x="150816" y="37895"/>
                  </a:cubicBezTo>
                  <a:cubicBezTo>
                    <a:pt x="145954" y="24207"/>
                    <a:pt x="168647" y="15741"/>
                    <a:pt x="174651" y="28829"/>
                  </a:cubicBezTo>
                  <a:cubicBezTo>
                    <a:pt x="204729" y="94629"/>
                    <a:pt x="277432" y="123266"/>
                    <a:pt x="331285" y="166492"/>
                  </a:cubicBezTo>
                  <a:cubicBezTo>
                    <a:pt x="383216" y="208217"/>
                    <a:pt x="432205" y="255225"/>
                    <a:pt x="472189" y="308717"/>
                  </a:cubicBezTo>
                  <a:cubicBezTo>
                    <a:pt x="511752" y="361609"/>
                    <a:pt x="547954" y="419303"/>
                    <a:pt x="570948" y="481501"/>
                  </a:cubicBezTo>
                  <a:cubicBezTo>
                    <a:pt x="583015" y="514100"/>
                    <a:pt x="593522" y="547240"/>
                    <a:pt x="605168" y="579960"/>
                  </a:cubicBezTo>
                  <a:cubicBezTo>
                    <a:pt x="610932" y="596230"/>
                    <a:pt x="616996" y="612439"/>
                    <a:pt x="623660" y="628348"/>
                  </a:cubicBezTo>
                  <a:cubicBezTo>
                    <a:pt x="628103" y="638975"/>
                    <a:pt x="631885" y="653563"/>
                    <a:pt x="638008" y="663109"/>
                  </a:cubicBezTo>
                  <a:cubicBezTo>
                    <a:pt x="644612" y="673316"/>
                    <a:pt x="658480" y="685623"/>
                    <a:pt x="667966" y="693608"/>
                  </a:cubicBezTo>
                  <a:cubicBezTo>
                    <a:pt x="675290" y="699791"/>
                    <a:pt x="682915" y="705555"/>
                    <a:pt x="690600" y="711318"/>
                  </a:cubicBezTo>
                  <a:cubicBezTo>
                    <a:pt x="681835" y="657046"/>
                    <a:pt x="659201" y="604094"/>
                    <a:pt x="651156" y="548681"/>
                  </a:cubicBezTo>
                  <a:cubicBezTo>
                    <a:pt x="642511" y="489185"/>
                    <a:pt x="634646" y="430830"/>
                    <a:pt x="637528" y="370494"/>
                  </a:cubicBezTo>
                  <a:cubicBezTo>
                    <a:pt x="643351" y="248501"/>
                    <a:pt x="719537" y="140316"/>
                    <a:pt x="710291" y="16882"/>
                  </a:cubicBezTo>
                  <a:cubicBezTo>
                    <a:pt x="709631" y="8177"/>
                    <a:pt x="715890" y="2159"/>
                    <a:pt x="722989" y="478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2686866" y="1184307"/>
            <a:ext cx="6818269" cy="2350279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44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9" name="副标题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3193080" y="3731375"/>
            <a:ext cx="5805840" cy="619847"/>
          </a:xfrm>
          <a:prstGeom prst="roundRect">
            <a:avLst>
              <a:gd name="adj" fmla="val 48065"/>
            </a:avLst>
          </a:pr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rtlCol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lang="en-US" sz="200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3243265" y="5537323"/>
            <a:ext cx="5705470" cy="342899"/>
          </a:xfrm>
          <a:prstGeom prst="rect">
            <a:avLst/>
          </a:prstGeom>
          <a:noFill/>
        </p:spPr>
        <p:txBody>
          <a:bodyPr wrap="square" lIns="9000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3265" y="5194424"/>
            <a:ext cx="5705470" cy="342899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www.officeplus.cn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/>
        </p:nvGrpSpPr>
        <p:grpSpPr>
          <a:xfrm flipH="1">
            <a:off x="-1" y="26291"/>
            <a:ext cx="12192001" cy="6831709"/>
            <a:chOff x="-1" y="26291"/>
            <a:chExt cx="12192001" cy="6831709"/>
          </a:xfrm>
        </p:grpSpPr>
        <p:sp>
          <p:nvSpPr>
            <p:cNvPr id="12" name="任意多边形: 形状 11"/>
            <p:cNvSpPr/>
            <p:nvPr/>
          </p:nvSpPr>
          <p:spPr>
            <a:xfrm flipH="1" flipV="1">
              <a:off x="-1" y="5573488"/>
              <a:ext cx="1118294" cy="1284512"/>
            </a:xfrm>
            <a:custGeom>
              <a:avLst/>
              <a:gdLst>
                <a:gd name="connsiteX0" fmla="*/ 1307581 w 1413600"/>
                <a:gd name="connsiteY0" fmla="*/ 1638010 h 1638300"/>
                <a:gd name="connsiteX1" fmla="*/ 1387184 w 1413600"/>
                <a:gd name="connsiteY1" fmla="*/ 1629077 h 1638300"/>
                <a:gd name="connsiteX2" fmla="*/ 1413600 w 1413600"/>
                <a:gd name="connsiteY2" fmla="*/ 1622665 h 1638300"/>
                <a:gd name="connsiteX3" fmla="*/ 1413600 w 1413600"/>
                <a:gd name="connsiteY3" fmla="*/ 0 h 1638300"/>
                <a:gd name="connsiteX4" fmla="*/ 0 w 1413600"/>
                <a:gd name="connsiteY4" fmla="*/ 0 h 1638300"/>
                <a:gd name="connsiteX5" fmla="*/ 45049 w 1413600"/>
                <a:gd name="connsiteY5" fmla="*/ 37022 h 1638300"/>
                <a:gd name="connsiteX6" fmla="*/ 319157 w 1413600"/>
                <a:gd name="connsiteY6" fmla="*/ 136752 h 1638300"/>
                <a:gd name="connsiteX7" fmla="*/ 688943 w 1413600"/>
                <a:gd name="connsiteY7" fmla="*/ 326478 h 1638300"/>
                <a:gd name="connsiteX8" fmla="*/ 699962 w 1413600"/>
                <a:gd name="connsiteY8" fmla="*/ 705787 h 1638300"/>
                <a:gd name="connsiteX9" fmla="*/ 992210 w 1413600"/>
                <a:gd name="connsiteY9" fmla="*/ 910997 h 1638300"/>
                <a:gd name="connsiteX10" fmla="*/ 932815 w 1413600"/>
                <a:gd name="connsiteY10" fmla="*/ 1332198 h 1638300"/>
                <a:gd name="connsiteX11" fmla="*/ 1307581 w 1413600"/>
                <a:gd name="connsiteY11" fmla="*/ 1638010 h 1638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3600" h="1638300">
                  <a:moveTo>
                    <a:pt x="1307581" y="1638010"/>
                  </a:moveTo>
                  <a:cubicBezTo>
                    <a:pt x="1334228" y="1637108"/>
                    <a:pt x="1360934" y="1634114"/>
                    <a:pt x="1387184" y="1629077"/>
                  </a:cubicBezTo>
                  <a:lnTo>
                    <a:pt x="1413600" y="1622665"/>
                  </a:lnTo>
                  <a:lnTo>
                    <a:pt x="1413600" y="0"/>
                  </a:lnTo>
                  <a:lnTo>
                    <a:pt x="0" y="0"/>
                  </a:lnTo>
                  <a:lnTo>
                    <a:pt x="45049" y="37022"/>
                  </a:lnTo>
                  <a:cubicBezTo>
                    <a:pt x="126243" y="88549"/>
                    <a:pt x="227652" y="115833"/>
                    <a:pt x="319157" y="136752"/>
                  </a:cubicBezTo>
                  <a:cubicBezTo>
                    <a:pt x="441461" y="164728"/>
                    <a:pt x="656787" y="173800"/>
                    <a:pt x="688943" y="326478"/>
                  </a:cubicBezTo>
                  <a:cubicBezTo>
                    <a:pt x="715636" y="453318"/>
                    <a:pt x="627886" y="583174"/>
                    <a:pt x="699962" y="705787"/>
                  </a:cubicBezTo>
                  <a:cubicBezTo>
                    <a:pt x="765745" y="817666"/>
                    <a:pt x="927282" y="810755"/>
                    <a:pt x="992210" y="910997"/>
                  </a:cubicBezTo>
                  <a:cubicBezTo>
                    <a:pt x="1060700" y="1016725"/>
                    <a:pt x="930321" y="1213837"/>
                    <a:pt x="932815" y="1332198"/>
                  </a:cubicBezTo>
                  <a:cubicBezTo>
                    <a:pt x="937356" y="1548089"/>
                    <a:pt x="1121046" y="1644320"/>
                    <a:pt x="1307581" y="1638010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  <a:alpha val="3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多边形: 形状 12"/>
            <p:cNvSpPr/>
            <p:nvPr/>
          </p:nvSpPr>
          <p:spPr>
            <a:xfrm>
              <a:off x="9886449" y="26291"/>
              <a:ext cx="2305551" cy="1207423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>
                <a:alpha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0400" y="1130300"/>
            <a:ext cx="2082800" cy="5003800"/>
          </a:xfrm>
          <a:prstGeom prst="rect">
            <a:avLst/>
          </a:prstGeom>
          <a:noFill/>
        </p:spPr>
        <p:txBody>
          <a:bodyPr anchor="ctr" anchorCtr="0">
            <a:normAutofit/>
          </a:bodyPr>
          <a:lstStyle>
            <a:lvl1pPr algn="ctr">
              <a:defRPr sz="2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Agenda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" hasCustomPrompt="1"/>
          </p:nvPr>
        </p:nvSpPr>
        <p:spPr>
          <a:xfrm>
            <a:off x="2743200" y="1130300"/>
            <a:ext cx="8775687" cy="5003800"/>
          </a:xfrm>
        </p:spPr>
        <p:txBody>
          <a:bodyPr numCol="2"/>
          <a:lstStyle>
            <a:lvl1pPr marL="342900" indent="-342900">
              <a:lnSpc>
                <a:spcPct val="100000"/>
              </a:lnSpc>
              <a:buFont typeface="+mj-lt"/>
              <a:buAutoNum type="arabicPeriod"/>
              <a:defRPr/>
            </a:lvl1pPr>
            <a:lvl2pPr marL="800100" indent="-342900">
              <a:lnSpc>
                <a:spcPct val="100000"/>
              </a:lnSpc>
              <a:buFont typeface="+mj-ea"/>
              <a:buAutoNum type="circleNumDbPlain"/>
              <a:defRPr/>
            </a:lvl2pPr>
            <a:lvl3pPr marL="1257300" indent="-342900">
              <a:lnSpc>
                <a:spcPct val="100000"/>
              </a:lnSpc>
              <a:buFont typeface="+mj-lt"/>
              <a:buAutoNum type="alphaLcParenR"/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任意多边形: 形状 9"/>
          <p:cNvSpPr>
            <a:spLocks noChangeAspect="1"/>
          </p:cNvSpPr>
          <p:nvPr/>
        </p:nvSpPr>
        <p:spPr bwMode="auto">
          <a:xfrm>
            <a:off x="2906656" y="5089886"/>
            <a:ext cx="870506" cy="915667"/>
          </a:xfrm>
          <a:custGeom>
            <a:avLst/>
            <a:gdLst>
              <a:gd name="T0" fmla="*/ 3353 w 5127"/>
              <a:gd name="T1" fmla="*/ 1728 h 5401"/>
              <a:gd name="T2" fmla="*/ 2183 w 5127"/>
              <a:gd name="T3" fmla="*/ 1608 h 5401"/>
              <a:gd name="T4" fmla="*/ 3353 w 5127"/>
              <a:gd name="T5" fmla="*/ 1488 h 5401"/>
              <a:gd name="T6" fmla="*/ 3103 w 5127"/>
              <a:gd name="T7" fmla="*/ 2231 h 5401"/>
              <a:gd name="T8" fmla="*/ 3103 w 5127"/>
              <a:gd name="T9" fmla="*/ 1991 h 5401"/>
              <a:gd name="T10" fmla="*/ 2432 w 5127"/>
              <a:gd name="T11" fmla="*/ 2111 h 5401"/>
              <a:gd name="T12" fmla="*/ 3103 w 5127"/>
              <a:gd name="T13" fmla="*/ 2231 h 5401"/>
              <a:gd name="T14" fmla="*/ 3353 w 5127"/>
              <a:gd name="T15" fmla="*/ 2648 h 5401"/>
              <a:gd name="T16" fmla="*/ 2183 w 5127"/>
              <a:gd name="T17" fmla="*/ 2768 h 5401"/>
              <a:gd name="T18" fmla="*/ 3353 w 5127"/>
              <a:gd name="T19" fmla="*/ 2888 h 5401"/>
              <a:gd name="T20" fmla="*/ 2552 w 5127"/>
              <a:gd name="T21" fmla="*/ 3151 h 5401"/>
              <a:gd name="T22" fmla="*/ 2552 w 5127"/>
              <a:gd name="T23" fmla="*/ 3391 h 5401"/>
              <a:gd name="T24" fmla="*/ 3223 w 5127"/>
              <a:gd name="T25" fmla="*/ 3271 h 5401"/>
              <a:gd name="T26" fmla="*/ 2552 w 5127"/>
              <a:gd name="T27" fmla="*/ 3151 h 5401"/>
              <a:gd name="T28" fmla="*/ 4448 w 5127"/>
              <a:gd name="T29" fmla="*/ 1442 h 5401"/>
              <a:gd name="T30" fmla="*/ 4688 w 5127"/>
              <a:gd name="T31" fmla="*/ 1442 h 5401"/>
              <a:gd name="T32" fmla="*/ 3988 w 5127"/>
              <a:gd name="T33" fmla="*/ 0 h 5401"/>
              <a:gd name="T34" fmla="*/ 0 w 5127"/>
              <a:gd name="T35" fmla="*/ 604 h 5401"/>
              <a:gd name="T36" fmla="*/ 120 w 5127"/>
              <a:gd name="T37" fmla="*/ 1792 h 5401"/>
              <a:gd name="T38" fmla="*/ 686 w 5127"/>
              <a:gd name="T39" fmla="*/ 1672 h 5401"/>
              <a:gd name="T40" fmla="*/ 240 w 5127"/>
              <a:gd name="T41" fmla="*/ 1552 h 5401"/>
              <a:gd name="T42" fmla="*/ 604 w 5127"/>
              <a:gd name="T43" fmla="*/ 240 h 5401"/>
              <a:gd name="T44" fmla="*/ 968 w 5127"/>
              <a:gd name="T45" fmla="*/ 4179 h 5401"/>
              <a:gd name="T46" fmla="*/ 3904 w 5127"/>
              <a:gd name="T47" fmla="*/ 4879 h 5401"/>
              <a:gd name="T48" fmla="*/ 3904 w 5127"/>
              <a:gd name="T49" fmla="*/ 4639 h 5401"/>
              <a:gd name="T50" fmla="*/ 1208 w 5127"/>
              <a:gd name="T51" fmla="*/ 4179 h 5401"/>
              <a:gd name="T52" fmla="*/ 1086 w 5127"/>
              <a:gd name="T53" fmla="*/ 240 h 5401"/>
              <a:gd name="T54" fmla="*/ 4448 w 5127"/>
              <a:gd name="T55" fmla="*/ 700 h 5401"/>
              <a:gd name="T56" fmla="*/ 4568 w 5127"/>
              <a:gd name="T57" fmla="*/ 2000 h 5401"/>
              <a:gd name="T58" fmla="*/ 4568 w 5127"/>
              <a:gd name="T59" fmla="*/ 2240 h 5401"/>
              <a:gd name="T60" fmla="*/ 4887 w 5127"/>
              <a:gd name="T61" fmla="*/ 2340 h 5401"/>
              <a:gd name="T62" fmla="*/ 5007 w 5127"/>
              <a:gd name="T63" fmla="*/ 3838 h 5401"/>
              <a:gd name="T64" fmla="*/ 5127 w 5127"/>
              <a:gd name="T65" fmla="*/ 2340 h 5401"/>
              <a:gd name="T66" fmla="*/ 4568 w 5127"/>
              <a:gd name="T67" fmla="*/ 5139 h 5401"/>
              <a:gd name="T68" fmla="*/ 4448 w 5127"/>
              <a:gd name="T69" fmla="*/ 5281 h 5401"/>
              <a:gd name="T70" fmla="*/ 4688 w 5127"/>
              <a:gd name="T71" fmla="*/ 5281 h 5401"/>
              <a:gd name="T72" fmla="*/ 4568 w 5127"/>
              <a:gd name="T73" fmla="*/ 5139 h 5401"/>
              <a:gd name="T74" fmla="*/ 4448 w 5127"/>
              <a:gd name="T75" fmla="*/ 2559 h 5401"/>
              <a:gd name="T76" fmla="*/ 4568 w 5127"/>
              <a:gd name="T77" fmla="*/ 4974 h 5401"/>
              <a:gd name="T78" fmla="*/ 4688 w 5127"/>
              <a:gd name="T79" fmla="*/ 2559 h 540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5127" h="5401">
                <a:moveTo>
                  <a:pt x="3473" y="1608"/>
                </a:moveTo>
                <a:cubicBezTo>
                  <a:pt x="3473" y="1674"/>
                  <a:pt x="3419" y="1728"/>
                  <a:pt x="3353" y="1728"/>
                </a:cubicBezTo>
                <a:lnTo>
                  <a:pt x="2303" y="1728"/>
                </a:lnTo>
                <a:cubicBezTo>
                  <a:pt x="2236" y="1728"/>
                  <a:pt x="2183" y="1674"/>
                  <a:pt x="2183" y="1608"/>
                </a:cubicBezTo>
                <a:cubicBezTo>
                  <a:pt x="2183" y="1542"/>
                  <a:pt x="2236" y="1488"/>
                  <a:pt x="2303" y="1488"/>
                </a:cubicBezTo>
                <a:lnTo>
                  <a:pt x="3353" y="1488"/>
                </a:lnTo>
                <a:cubicBezTo>
                  <a:pt x="3419" y="1488"/>
                  <a:pt x="3473" y="1542"/>
                  <a:pt x="3473" y="1608"/>
                </a:cubicBezTo>
                <a:close/>
                <a:moveTo>
                  <a:pt x="3103" y="2231"/>
                </a:moveTo>
                <a:cubicBezTo>
                  <a:pt x="3170" y="2231"/>
                  <a:pt x="3223" y="2178"/>
                  <a:pt x="3223" y="2111"/>
                </a:cubicBezTo>
                <a:cubicBezTo>
                  <a:pt x="3223" y="2045"/>
                  <a:pt x="3170" y="1991"/>
                  <a:pt x="3103" y="1991"/>
                </a:cubicBezTo>
                <a:lnTo>
                  <a:pt x="2552" y="1991"/>
                </a:lnTo>
                <a:cubicBezTo>
                  <a:pt x="2486" y="1991"/>
                  <a:pt x="2432" y="2045"/>
                  <a:pt x="2432" y="2111"/>
                </a:cubicBezTo>
                <a:cubicBezTo>
                  <a:pt x="2432" y="2178"/>
                  <a:pt x="2486" y="2231"/>
                  <a:pt x="2552" y="2231"/>
                </a:cubicBezTo>
                <a:lnTo>
                  <a:pt x="3103" y="2231"/>
                </a:lnTo>
                <a:close/>
                <a:moveTo>
                  <a:pt x="3473" y="2768"/>
                </a:moveTo>
                <a:cubicBezTo>
                  <a:pt x="3473" y="2701"/>
                  <a:pt x="3419" y="2648"/>
                  <a:pt x="3353" y="2648"/>
                </a:cubicBezTo>
                <a:lnTo>
                  <a:pt x="2303" y="2648"/>
                </a:lnTo>
                <a:cubicBezTo>
                  <a:pt x="2236" y="2648"/>
                  <a:pt x="2183" y="2701"/>
                  <a:pt x="2183" y="2768"/>
                </a:cubicBezTo>
                <a:cubicBezTo>
                  <a:pt x="2183" y="2834"/>
                  <a:pt x="2236" y="2888"/>
                  <a:pt x="2303" y="2888"/>
                </a:cubicBezTo>
                <a:lnTo>
                  <a:pt x="3353" y="2888"/>
                </a:lnTo>
                <a:cubicBezTo>
                  <a:pt x="3419" y="2888"/>
                  <a:pt x="3473" y="2834"/>
                  <a:pt x="3473" y="2768"/>
                </a:cubicBezTo>
                <a:close/>
                <a:moveTo>
                  <a:pt x="2552" y="3151"/>
                </a:moveTo>
                <a:cubicBezTo>
                  <a:pt x="2486" y="3151"/>
                  <a:pt x="2432" y="3205"/>
                  <a:pt x="2432" y="3271"/>
                </a:cubicBezTo>
                <a:cubicBezTo>
                  <a:pt x="2432" y="3338"/>
                  <a:pt x="2486" y="3391"/>
                  <a:pt x="2552" y="3391"/>
                </a:cubicBezTo>
                <a:lnTo>
                  <a:pt x="3103" y="3391"/>
                </a:lnTo>
                <a:cubicBezTo>
                  <a:pt x="3170" y="3391"/>
                  <a:pt x="3223" y="3338"/>
                  <a:pt x="3223" y="3271"/>
                </a:cubicBezTo>
                <a:cubicBezTo>
                  <a:pt x="3223" y="3205"/>
                  <a:pt x="3170" y="3151"/>
                  <a:pt x="3103" y="3151"/>
                </a:cubicBezTo>
                <a:lnTo>
                  <a:pt x="2552" y="3151"/>
                </a:lnTo>
                <a:close/>
                <a:moveTo>
                  <a:pt x="4448" y="700"/>
                </a:moveTo>
                <a:lnTo>
                  <a:pt x="4448" y="1442"/>
                </a:lnTo>
                <a:cubicBezTo>
                  <a:pt x="4448" y="1509"/>
                  <a:pt x="4501" y="1562"/>
                  <a:pt x="4568" y="1562"/>
                </a:cubicBezTo>
                <a:cubicBezTo>
                  <a:pt x="4634" y="1562"/>
                  <a:pt x="4688" y="1509"/>
                  <a:pt x="4688" y="1442"/>
                </a:cubicBezTo>
                <a:lnTo>
                  <a:pt x="4688" y="700"/>
                </a:lnTo>
                <a:cubicBezTo>
                  <a:pt x="4688" y="314"/>
                  <a:pt x="4374" y="0"/>
                  <a:pt x="3988" y="0"/>
                </a:cubicBezTo>
                <a:lnTo>
                  <a:pt x="604" y="0"/>
                </a:lnTo>
                <a:cubicBezTo>
                  <a:pt x="271" y="0"/>
                  <a:pt x="0" y="271"/>
                  <a:pt x="0" y="604"/>
                </a:cubicBezTo>
                <a:lnTo>
                  <a:pt x="0" y="1672"/>
                </a:lnTo>
                <a:cubicBezTo>
                  <a:pt x="0" y="1738"/>
                  <a:pt x="53" y="1792"/>
                  <a:pt x="120" y="1792"/>
                </a:cubicBezTo>
                <a:lnTo>
                  <a:pt x="566" y="1792"/>
                </a:lnTo>
                <a:cubicBezTo>
                  <a:pt x="632" y="1792"/>
                  <a:pt x="686" y="1738"/>
                  <a:pt x="686" y="1672"/>
                </a:cubicBezTo>
                <a:cubicBezTo>
                  <a:pt x="686" y="1606"/>
                  <a:pt x="632" y="1552"/>
                  <a:pt x="566" y="1552"/>
                </a:cubicBezTo>
                <a:lnTo>
                  <a:pt x="240" y="1552"/>
                </a:lnTo>
                <a:lnTo>
                  <a:pt x="240" y="604"/>
                </a:lnTo>
                <a:cubicBezTo>
                  <a:pt x="240" y="403"/>
                  <a:pt x="403" y="240"/>
                  <a:pt x="604" y="240"/>
                </a:cubicBezTo>
                <a:cubicBezTo>
                  <a:pt x="805" y="240"/>
                  <a:pt x="968" y="403"/>
                  <a:pt x="968" y="604"/>
                </a:cubicBezTo>
                <a:lnTo>
                  <a:pt x="968" y="4179"/>
                </a:lnTo>
                <a:cubicBezTo>
                  <a:pt x="968" y="4565"/>
                  <a:pt x="1282" y="4879"/>
                  <a:pt x="1668" y="4879"/>
                </a:cubicBezTo>
                <a:lnTo>
                  <a:pt x="3904" y="4879"/>
                </a:lnTo>
                <a:cubicBezTo>
                  <a:pt x="3970" y="4879"/>
                  <a:pt x="4024" y="4825"/>
                  <a:pt x="4024" y="4759"/>
                </a:cubicBezTo>
                <a:cubicBezTo>
                  <a:pt x="4024" y="4693"/>
                  <a:pt x="3970" y="4639"/>
                  <a:pt x="3904" y="4639"/>
                </a:cubicBezTo>
                <a:lnTo>
                  <a:pt x="1668" y="4639"/>
                </a:lnTo>
                <a:cubicBezTo>
                  <a:pt x="1415" y="4639"/>
                  <a:pt x="1208" y="4433"/>
                  <a:pt x="1208" y="4179"/>
                </a:cubicBezTo>
                <a:lnTo>
                  <a:pt x="1208" y="604"/>
                </a:lnTo>
                <a:cubicBezTo>
                  <a:pt x="1208" y="468"/>
                  <a:pt x="1163" y="341"/>
                  <a:pt x="1086" y="240"/>
                </a:cubicBezTo>
                <a:lnTo>
                  <a:pt x="3988" y="240"/>
                </a:lnTo>
                <a:cubicBezTo>
                  <a:pt x="4241" y="240"/>
                  <a:pt x="4448" y="446"/>
                  <a:pt x="4448" y="700"/>
                </a:cubicBezTo>
                <a:close/>
                <a:moveTo>
                  <a:pt x="4787" y="2000"/>
                </a:moveTo>
                <a:lnTo>
                  <a:pt x="4568" y="2000"/>
                </a:lnTo>
                <a:cubicBezTo>
                  <a:pt x="4501" y="2000"/>
                  <a:pt x="4448" y="2054"/>
                  <a:pt x="4448" y="2120"/>
                </a:cubicBezTo>
                <a:cubicBezTo>
                  <a:pt x="4448" y="2187"/>
                  <a:pt x="4501" y="2240"/>
                  <a:pt x="4568" y="2240"/>
                </a:cubicBezTo>
                <a:lnTo>
                  <a:pt x="4787" y="2240"/>
                </a:lnTo>
                <a:cubicBezTo>
                  <a:pt x="4842" y="2240"/>
                  <a:pt x="4887" y="2285"/>
                  <a:pt x="4887" y="2340"/>
                </a:cubicBezTo>
                <a:lnTo>
                  <a:pt x="4887" y="3718"/>
                </a:lnTo>
                <a:cubicBezTo>
                  <a:pt x="4887" y="3785"/>
                  <a:pt x="4941" y="3838"/>
                  <a:pt x="5007" y="3838"/>
                </a:cubicBezTo>
                <a:cubicBezTo>
                  <a:pt x="5073" y="3838"/>
                  <a:pt x="5127" y="3785"/>
                  <a:pt x="5127" y="3718"/>
                </a:cubicBezTo>
                <a:lnTo>
                  <a:pt x="5127" y="2340"/>
                </a:lnTo>
                <a:cubicBezTo>
                  <a:pt x="5127" y="2153"/>
                  <a:pt x="4975" y="2000"/>
                  <a:pt x="4787" y="2000"/>
                </a:cubicBezTo>
                <a:close/>
                <a:moveTo>
                  <a:pt x="4568" y="5139"/>
                </a:moveTo>
                <a:cubicBezTo>
                  <a:pt x="4501" y="5139"/>
                  <a:pt x="4448" y="5193"/>
                  <a:pt x="4448" y="5259"/>
                </a:cubicBezTo>
                <a:lnTo>
                  <a:pt x="4448" y="5281"/>
                </a:lnTo>
                <a:cubicBezTo>
                  <a:pt x="4448" y="5347"/>
                  <a:pt x="4501" y="5401"/>
                  <a:pt x="4568" y="5401"/>
                </a:cubicBezTo>
                <a:cubicBezTo>
                  <a:pt x="4634" y="5401"/>
                  <a:pt x="4688" y="5347"/>
                  <a:pt x="4688" y="5281"/>
                </a:cubicBezTo>
                <a:lnTo>
                  <a:pt x="4688" y="5259"/>
                </a:lnTo>
                <a:cubicBezTo>
                  <a:pt x="4688" y="5193"/>
                  <a:pt x="4634" y="5139"/>
                  <a:pt x="4568" y="5139"/>
                </a:cubicBezTo>
                <a:close/>
                <a:moveTo>
                  <a:pt x="4568" y="2439"/>
                </a:moveTo>
                <a:cubicBezTo>
                  <a:pt x="4501" y="2439"/>
                  <a:pt x="4448" y="2492"/>
                  <a:pt x="4448" y="2559"/>
                </a:cubicBezTo>
                <a:lnTo>
                  <a:pt x="4448" y="4854"/>
                </a:lnTo>
                <a:cubicBezTo>
                  <a:pt x="4448" y="4920"/>
                  <a:pt x="4501" y="4974"/>
                  <a:pt x="4568" y="4974"/>
                </a:cubicBezTo>
                <a:cubicBezTo>
                  <a:pt x="4634" y="4974"/>
                  <a:pt x="4688" y="4920"/>
                  <a:pt x="4688" y="4854"/>
                </a:cubicBezTo>
                <a:lnTo>
                  <a:pt x="4688" y="2559"/>
                </a:lnTo>
                <a:cubicBezTo>
                  <a:pt x="4688" y="2492"/>
                  <a:pt x="4634" y="2439"/>
                  <a:pt x="4568" y="2439"/>
                </a:cubicBezTo>
                <a:close/>
              </a:path>
            </a:pathLst>
          </a:custGeom>
          <a:solidFill>
            <a:schemeClr val="tx2">
              <a:alpha val="15000"/>
            </a:schemeClr>
          </a:solidFill>
          <a:ln>
            <a:noFill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accent1">
            <a:lumMod val="20000"/>
            <a:lumOff val="80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组合 36"/>
          <p:cNvGrpSpPr/>
          <p:nvPr/>
        </p:nvGrpSpPr>
        <p:grpSpPr>
          <a:xfrm flipV="1">
            <a:off x="0" y="0"/>
            <a:ext cx="12192002" cy="6858001"/>
            <a:chOff x="0" y="0"/>
            <a:chExt cx="12192002" cy="6858001"/>
          </a:xfrm>
        </p:grpSpPr>
        <p:sp>
          <p:nvSpPr>
            <p:cNvPr id="38" name="任意多边形: 形状 37"/>
            <p:cNvSpPr/>
            <p:nvPr/>
          </p:nvSpPr>
          <p:spPr>
            <a:xfrm>
              <a:off x="7487559" y="1"/>
              <a:ext cx="4704441" cy="5421469"/>
            </a:xfrm>
            <a:custGeom>
              <a:avLst/>
              <a:gdLst>
                <a:gd name="connsiteX0" fmla="*/ 0 w 4704441"/>
                <a:gd name="connsiteY0" fmla="*/ 0 h 5421469"/>
                <a:gd name="connsiteX1" fmla="*/ 4704441 w 4704441"/>
                <a:gd name="connsiteY1" fmla="*/ 0 h 5421469"/>
                <a:gd name="connsiteX2" fmla="*/ 4704441 w 4704441"/>
                <a:gd name="connsiteY2" fmla="*/ 5370535 h 5421469"/>
                <a:gd name="connsiteX3" fmla="*/ 4618387 w 4704441"/>
                <a:gd name="connsiteY3" fmla="*/ 5391422 h 5421469"/>
                <a:gd name="connsiteX4" fmla="*/ 3138203 w 4704441"/>
                <a:gd name="connsiteY4" fmla="*/ 4424291 h 5421469"/>
                <a:gd name="connsiteX5" fmla="*/ 3331691 w 4704441"/>
                <a:gd name="connsiteY5" fmla="*/ 3052157 h 5421469"/>
                <a:gd name="connsiteX6" fmla="*/ 2379645 w 4704441"/>
                <a:gd name="connsiteY6" fmla="*/ 2383652 h 5421469"/>
                <a:gd name="connsiteX7" fmla="*/ 2343749 w 4704441"/>
                <a:gd name="connsiteY7" fmla="*/ 1147989 h 5421469"/>
                <a:gd name="connsiteX8" fmla="*/ 1139108 w 4704441"/>
                <a:gd name="connsiteY8" fmla="*/ 529925 h 5421469"/>
                <a:gd name="connsiteX9" fmla="*/ 7241 w 4704441"/>
                <a:gd name="connsiteY9" fmla="*/ 8695 h 5421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04441" h="5421469">
                  <a:moveTo>
                    <a:pt x="0" y="0"/>
                  </a:moveTo>
                  <a:lnTo>
                    <a:pt x="4704441" y="0"/>
                  </a:lnTo>
                  <a:lnTo>
                    <a:pt x="4704441" y="5370535"/>
                  </a:lnTo>
                  <a:lnTo>
                    <a:pt x="4618387" y="5391422"/>
                  </a:lnTo>
                  <a:cubicBezTo>
                    <a:pt x="3934279" y="5522693"/>
                    <a:pt x="3155112" y="5228063"/>
                    <a:pt x="3138203" y="4424291"/>
                  </a:cubicBezTo>
                  <a:cubicBezTo>
                    <a:pt x="3130080" y="4038708"/>
                    <a:pt x="3554810" y="3396584"/>
                    <a:pt x="3331691" y="3052157"/>
                  </a:cubicBezTo>
                  <a:cubicBezTo>
                    <a:pt x="3120177" y="2725602"/>
                    <a:pt x="2593945" y="2748116"/>
                    <a:pt x="2379645" y="2383652"/>
                  </a:cubicBezTo>
                  <a:cubicBezTo>
                    <a:pt x="2144845" y="1984220"/>
                    <a:pt x="2430706" y="1561192"/>
                    <a:pt x="2343749" y="1147989"/>
                  </a:cubicBezTo>
                  <a:cubicBezTo>
                    <a:pt x="2238997" y="650613"/>
                    <a:pt x="1537535" y="621060"/>
                    <a:pt x="1139108" y="529925"/>
                  </a:cubicBezTo>
                  <a:cubicBezTo>
                    <a:pt x="741649" y="439060"/>
                    <a:pt x="286833" y="311337"/>
                    <a:pt x="7241" y="8695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" name="任意多边形: 形状 38"/>
            <p:cNvSpPr/>
            <p:nvPr/>
          </p:nvSpPr>
          <p:spPr>
            <a:xfrm>
              <a:off x="0" y="4971117"/>
              <a:ext cx="3659048" cy="1886883"/>
            </a:xfrm>
            <a:custGeom>
              <a:avLst/>
              <a:gdLst>
                <a:gd name="connsiteX0" fmla="*/ 1376466 w 3659048"/>
                <a:gd name="connsiteY0" fmla="*/ 157 h 1886883"/>
                <a:gd name="connsiteX1" fmla="*/ 1824758 w 3659048"/>
                <a:gd name="connsiteY1" fmla="*/ 179124 h 1886883"/>
                <a:gd name="connsiteX2" fmla="*/ 2386297 w 3659048"/>
                <a:gd name="connsiteY2" fmla="*/ 509232 h 1886883"/>
                <a:gd name="connsiteX3" fmla="*/ 3234326 w 3659048"/>
                <a:gd name="connsiteY3" fmla="*/ 746089 h 1886883"/>
                <a:gd name="connsiteX4" fmla="*/ 3596347 w 3659048"/>
                <a:gd name="connsiteY4" fmla="*/ 1755512 h 1886883"/>
                <a:gd name="connsiteX5" fmla="*/ 3526032 w 3659048"/>
                <a:gd name="connsiteY5" fmla="*/ 1886883 h 1886883"/>
                <a:gd name="connsiteX6" fmla="*/ 0 w 3659048"/>
                <a:gd name="connsiteY6" fmla="*/ 1886883 h 1886883"/>
                <a:gd name="connsiteX7" fmla="*/ 0 w 3659048"/>
                <a:gd name="connsiteY7" fmla="*/ 374471 h 1886883"/>
                <a:gd name="connsiteX8" fmla="*/ 22041 w 3659048"/>
                <a:gd name="connsiteY8" fmla="*/ 377578 h 1886883"/>
                <a:gd name="connsiteX9" fmla="*/ 436377 w 3659048"/>
                <a:gd name="connsiteY9" fmla="*/ 334107 h 1886883"/>
                <a:gd name="connsiteX10" fmla="*/ 1376466 w 3659048"/>
                <a:gd name="connsiteY10" fmla="*/ 157 h 188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59048" h="1886883">
                  <a:moveTo>
                    <a:pt x="1376466" y="157"/>
                  </a:moveTo>
                  <a:cubicBezTo>
                    <a:pt x="1516226" y="3261"/>
                    <a:pt x="1662254" y="52873"/>
                    <a:pt x="1824758" y="179124"/>
                  </a:cubicBezTo>
                  <a:cubicBezTo>
                    <a:pt x="2008711" y="322075"/>
                    <a:pt x="2154606" y="450443"/>
                    <a:pt x="2386297" y="509232"/>
                  </a:cubicBezTo>
                  <a:cubicBezTo>
                    <a:pt x="2675599" y="582604"/>
                    <a:pt x="2970788" y="586790"/>
                    <a:pt x="3234326" y="746089"/>
                  </a:cubicBezTo>
                  <a:cubicBezTo>
                    <a:pt x="3586212" y="958816"/>
                    <a:pt x="3761599" y="1364783"/>
                    <a:pt x="3596347" y="1755512"/>
                  </a:cubicBezTo>
                  <a:lnTo>
                    <a:pt x="3526032" y="1886883"/>
                  </a:lnTo>
                  <a:lnTo>
                    <a:pt x="0" y="1886883"/>
                  </a:lnTo>
                  <a:lnTo>
                    <a:pt x="0" y="374471"/>
                  </a:lnTo>
                  <a:lnTo>
                    <a:pt x="22041" y="377578"/>
                  </a:lnTo>
                  <a:cubicBezTo>
                    <a:pt x="157561" y="389377"/>
                    <a:pt x="294995" y="382826"/>
                    <a:pt x="436377" y="334107"/>
                  </a:cubicBezTo>
                  <a:cubicBezTo>
                    <a:pt x="791863" y="211596"/>
                    <a:pt x="1068996" y="-6672"/>
                    <a:pt x="1376466" y="157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" name="任意多边形: 形状 39"/>
            <p:cNvSpPr/>
            <p:nvPr/>
          </p:nvSpPr>
          <p:spPr>
            <a:xfrm>
              <a:off x="0" y="0"/>
              <a:ext cx="5208792" cy="2604768"/>
            </a:xfrm>
            <a:custGeom>
              <a:avLst/>
              <a:gdLst>
                <a:gd name="connsiteX0" fmla="*/ 1087027 w 5208792"/>
                <a:gd name="connsiteY0" fmla="*/ 0 h 2604768"/>
                <a:gd name="connsiteX1" fmla="*/ 4890008 w 5208792"/>
                <a:gd name="connsiteY1" fmla="*/ 0 h 2604768"/>
                <a:gd name="connsiteX2" fmla="*/ 4892209 w 5208792"/>
                <a:gd name="connsiteY2" fmla="*/ 1705 h 2604768"/>
                <a:gd name="connsiteX3" fmla="*/ 5200063 w 5208792"/>
                <a:gd name="connsiteY3" fmla="*/ 439630 h 2604768"/>
                <a:gd name="connsiteX4" fmla="*/ 4735072 w 5208792"/>
                <a:gd name="connsiteY4" fmla="*/ 1204674 h 2604768"/>
                <a:gd name="connsiteX5" fmla="*/ 3442569 w 5208792"/>
                <a:gd name="connsiteY5" fmla="*/ 1328318 h 2604768"/>
                <a:gd name="connsiteX6" fmla="*/ 2386885 w 5208792"/>
                <a:gd name="connsiteY6" fmla="*/ 1586078 h 2604768"/>
                <a:gd name="connsiteX7" fmla="*/ 1956128 w 5208792"/>
                <a:gd name="connsiteY7" fmla="*/ 2172772 h 2604768"/>
                <a:gd name="connsiteX8" fmla="*/ 1057500 w 5208792"/>
                <a:gd name="connsiteY8" fmla="*/ 2220653 h 2604768"/>
                <a:gd name="connsiteX9" fmla="*/ 310985 w 5208792"/>
                <a:gd name="connsiteY9" fmla="*/ 2411944 h 2604768"/>
                <a:gd name="connsiteX10" fmla="*/ 27507 w 5208792"/>
                <a:gd name="connsiteY10" fmla="*/ 2592801 h 2604768"/>
                <a:gd name="connsiteX11" fmla="*/ 0 w 5208792"/>
                <a:gd name="connsiteY11" fmla="*/ 2604768 h 2604768"/>
                <a:gd name="connsiteX12" fmla="*/ 0 w 5208792"/>
                <a:gd name="connsiteY12" fmla="*/ 413420 h 2604768"/>
                <a:gd name="connsiteX13" fmla="*/ 192917 w 5208792"/>
                <a:gd name="connsiteY13" fmla="*/ 307247 h 2604768"/>
                <a:gd name="connsiteX14" fmla="*/ 862861 w 5208792"/>
                <a:gd name="connsiteY14" fmla="*/ 55419 h 2604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08792" h="2604768">
                  <a:moveTo>
                    <a:pt x="1087027" y="0"/>
                  </a:moveTo>
                  <a:lnTo>
                    <a:pt x="4890008" y="0"/>
                  </a:lnTo>
                  <a:lnTo>
                    <a:pt x="4892209" y="1705"/>
                  </a:lnTo>
                  <a:cubicBezTo>
                    <a:pt x="5046331" y="132504"/>
                    <a:pt x="5172976" y="289662"/>
                    <a:pt x="5200063" y="439630"/>
                  </a:cubicBezTo>
                  <a:cubicBezTo>
                    <a:pt x="5259121" y="766800"/>
                    <a:pt x="5009066" y="1064735"/>
                    <a:pt x="4735072" y="1204674"/>
                  </a:cubicBezTo>
                  <a:cubicBezTo>
                    <a:pt x="4334434" y="1409258"/>
                    <a:pt x="3874090" y="1339554"/>
                    <a:pt x="3442569" y="1328318"/>
                  </a:cubicBezTo>
                  <a:cubicBezTo>
                    <a:pt x="3125516" y="1320083"/>
                    <a:pt x="2597292" y="1298614"/>
                    <a:pt x="2386885" y="1586078"/>
                  </a:cubicBezTo>
                  <a:cubicBezTo>
                    <a:pt x="2239181" y="1787956"/>
                    <a:pt x="2192182" y="2043245"/>
                    <a:pt x="1956128" y="2172772"/>
                  </a:cubicBezTo>
                  <a:cubicBezTo>
                    <a:pt x="1686840" y="2320533"/>
                    <a:pt x="1346611" y="2243947"/>
                    <a:pt x="1057500" y="2220653"/>
                  </a:cubicBezTo>
                  <a:cubicBezTo>
                    <a:pt x="762976" y="2196889"/>
                    <a:pt x="545216" y="2227065"/>
                    <a:pt x="310985" y="2411944"/>
                  </a:cubicBezTo>
                  <a:cubicBezTo>
                    <a:pt x="220619" y="2483281"/>
                    <a:pt x="124547" y="2546250"/>
                    <a:pt x="27507" y="2592801"/>
                  </a:cubicBezTo>
                  <a:lnTo>
                    <a:pt x="0" y="2604768"/>
                  </a:lnTo>
                  <a:lnTo>
                    <a:pt x="0" y="413420"/>
                  </a:lnTo>
                  <a:lnTo>
                    <a:pt x="192917" y="307247"/>
                  </a:lnTo>
                  <a:cubicBezTo>
                    <a:pt x="406227" y="201053"/>
                    <a:pt x="636168" y="117853"/>
                    <a:pt x="862861" y="55419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" name="任意多边形: 形状 40"/>
            <p:cNvSpPr/>
            <p:nvPr/>
          </p:nvSpPr>
          <p:spPr>
            <a:xfrm>
              <a:off x="1" y="2286745"/>
              <a:ext cx="1952419" cy="2026550"/>
            </a:xfrm>
            <a:custGeom>
              <a:avLst/>
              <a:gdLst>
                <a:gd name="connsiteX0" fmla="*/ 0 w 1952419"/>
                <a:gd name="connsiteY0" fmla="*/ 0 h 2026550"/>
                <a:gd name="connsiteX1" fmla="*/ 18477 w 1952419"/>
                <a:gd name="connsiteY1" fmla="*/ 21580 h 2026550"/>
                <a:gd name="connsiteX2" fmla="*/ 1021088 w 1952419"/>
                <a:gd name="connsiteY2" fmla="*/ 693993 h 2026550"/>
                <a:gd name="connsiteX3" fmla="*/ 1952088 w 1952419"/>
                <a:gd name="connsiteY3" fmla="*/ 1329691 h 2026550"/>
                <a:gd name="connsiteX4" fmla="*/ 1395427 w 1952419"/>
                <a:gd name="connsiteY4" fmla="*/ 1957388 h 2026550"/>
                <a:gd name="connsiteX5" fmla="*/ 460246 w 1952419"/>
                <a:gd name="connsiteY5" fmla="*/ 1960358 h 2026550"/>
                <a:gd name="connsiteX6" fmla="*/ 222206 w 1952419"/>
                <a:gd name="connsiteY6" fmla="*/ 1899718 h 2026550"/>
                <a:gd name="connsiteX7" fmla="*/ 0 w 1952419"/>
                <a:gd name="connsiteY7" fmla="*/ 1824550 h 2026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52419" h="2026550">
                  <a:moveTo>
                    <a:pt x="0" y="0"/>
                  </a:moveTo>
                  <a:lnTo>
                    <a:pt x="18477" y="21580"/>
                  </a:lnTo>
                  <a:cubicBezTo>
                    <a:pt x="303246" y="354837"/>
                    <a:pt x="534434" y="608711"/>
                    <a:pt x="1021088" y="693993"/>
                  </a:cubicBezTo>
                  <a:cubicBezTo>
                    <a:pt x="1405913" y="761453"/>
                    <a:pt x="1968028" y="808488"/>
                    <a:pt x="1952088" y="1329691"/>
                  </a:cubicBezTo>
                  <a:cubicBezTo>
                    <a:pt x="1944632" y="1573230"/>
                    <a:pt x="1599569" y="1877683"/>
                    <a:pt x="1395427" y="1957388"/>
                  </a:cubicBezTo>
                  <a:cubicBezTo>
                    <a:pt x="1103824" y="2071278"/>
                    <a:pt x="757669" y="2024304"/>
                    <a:pt x="460246" y="1960358"/>
                  </a:cubicBezTo>
                  <a:cubicBezTo>
                    <a:pt x="381640" y="1943447"/>
                    <a:pt x="301994" y="1923264"/>
                    <a:pt x="222206" y="1899718"/>
                  </a:cubicBezTo>
                  <a:lnTo>
                    <a:pt x="0" y="182455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" name="任意多边形: 形状 41"/>
            <p:cNvSpPr/>
            <p:nvPr/>
          </p:nvSpPr>
          <p:spPr>
            <a:xfrm>
              <a:off x="1100775" y="4744891"/>
              <a:ext cx="1460653" cy="735269"/>
            </a:xfrm>
            <a:custGeom>
              <a:avLst/>
              <a:gdLst>
                <a:gd name="connsiteX0" fmla="*/ 60610 w 1465988"/>
                <a:gd name="connsiteY0" fmla="*/ 183028 h 737955"/>
                <a:gd name="connsiteX1" fmla="*/ 1023909 w 1465988"/>
                <a:gd name="connsiteY1" fmla="*/ 33859 h 737955"/>
                <a:gd name="connsiteX2" fmla="*/ 1428148 w 1465988"/>
                <a:gd name="connsiteY2" fmla="*/ 435803 h 737955"/>
                <a:gd name="connsiteX3" fmla="*/ 759538 w 1465988"/>
                <a:gd name="connsiteY3" fmla="*/ 500085 h 737955"/>
                <a:gd name="connsiteX4" fmla="*/ 507764 w 1465988"/>
                <a:gd name="connsiteY4" fmla="*/ 714832 h 737955"/>
                <a:gd name="connsiteX5" fmla="*/ 1508 w 1465988"/>
                <a:gd name="connsiteY5" fmla="*/ 301998 h 737955"/>
                <a:gd name="connsiteX6" fmla="*/ 60610 w 1465988"/>
                <a:gd name="connsiteY6" fmla="*/ 182969 h 737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5988" h="737955">
                  <a:moveTo>
                    <a:pt x="60610" y="183028"/>
                  </a:moveTo>
                  <a:cubicBezTo>
                    <a:pt x="251692" y="-19239"/>
                    <a:pt x="837536" y="-28187"/>
                    <a:pt x="1023909" y="33859"/>
                  </a:cubicBezTo>
                  <a:cubicBezTo>
                    <a:pt x="1173490" y="83661"/>
                    <a:pt x="1593270" y="214522"/>
                    <a:pt x="1428148" y="435803"/>
                  </a:cubicBezTo>
                  <a:cubicBezTo>
                    <a:pt x="1252489" y="671153"/>
                    <a:pt x="968044" y="403956"/>
                    <a:pt x="759538" y="500085"/>
                  </a:cubicBezTo>
                  <a:cubicBezTo>
                    <a:pt x="657168" y="547297"/>
                    <a:pt x="607249" y="661381"/>
                    <a:pt x="507764" y="714832"/>
                  </a:cubicBezTo>
                  <a:cubicBezTo>
                    <a:pt x="297785" y="827739"/>
                    <a:pt x="-24747" y="500909"/>
                    <a:pt x="1508" y="301998"/>
                  </a:cubicBezTo>
                  <a:cubicBezTo>
                    <a:pt x="7512" y="256435"/>
                    <a:pt x="28469" y="216994"/>
                    <a:pt x="60610" y="182969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" name="任意多边形: 形状 42"/>
            <p:cNvSpPr/>
            <p:nvPr/>
          </p:nvSpPr>
          <p:spPr>
            <a:xfrm>
              <a:off x="958673" y="1517193"/>
              <a:ext cx="1960673" cy="1371399"/>
            </a:xfrm>
            <a:custGeom>
              <a:avLst/>
              <a:gdLst>
                <a:gd name="connsiteX0" fmla="*/ 1237998 w 2382959"/>
                <a:gd name="connsiteY0" fmla="*/ 916 h 1666768"/>
                <a:gd name="connsiteX1" fmla="*/ 2376779 w 2382959"/>
                <a:gd name="connsiteY1" fmla="*/ 597474 h 1666768"/>
                <a:gd name="connsiteX2" fmla="*/ 1644945 w 2382959"/>
                <a:gd name="connsiteY2" fmla="*/ 893221 h 1666768"/>
                <a:gd name="connsiteX3" fmla="*/ 1051449 w 2382959"/>
                <a:gd name="connsiteY3" fmla="*/ 1576961 h 1666768"/>
                <a:gd name="connsiteX4" fmla="*/ 191756 w 2382959"/>
                <a:gd name="connsiteY4" fmla="*/ 1413664 h 1666768"/>
                <a:gd name="connsiteX5" fmla="*/ 1224341 w 2382959"/>
                <a:gd name="connsiteY5" fmla="*/ 1328 h 1666768"/>
                <a:gd name="connsiteX6" fmla="*/ 1237998 w 2382959"/>
                <a:gd name="connsiteY6" fmla="*/ 916 h 1666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82959" h="1666768">
                  <a:moveTo>
                    <a:pt x="1237998" y="916"/>
                  </a:moveTo>
                  <a:cubicBezTo>
                    <a:pt x="1589551" y="-8738"/>
                    <a:pt x="2464785" y="49246"/>
                    <a:pt x="2376779" y="597474"/>
                  </a:cubicBezTo>
                  <a:cubicBezTo>
                    <a:pt x="2320503" y="948262"/>
                    <a:pt x="1859456" y="701786"/>
                    <a:pt x="1644945" y="893221"/>
                  </a:cubicBezTo>
                  <a:cubicBezTo>
                    <a:pt x="1421957" y="1092250"/>
                    <a:pt x="1304400" y="1410897"/>
                    <a:pt x="1051449" y="1576961"/>
                  </a:cubicBezTo>
                  <a:cubicBezTo>
                    <a:pt x="779071" y="1755799"/>
                    <a:pt x="403206" y="1650074"/>
                    <a:pt x="191756" y="1413664"/>
                  </a:cubicBezTo>
                  <a:cubicBezTo>
                    <a:pt x="-425111" y="724273"/>
                    <a:pt x="588696" y="22697"/>
                    <a:pt x="1224341" y="1328"/>
                  </a:cubicBezTo>
                  <a:cubicBezTo>
                    <a:pt x="1228815" y="1151"/>
                    <a:pt x="1233348" y="1034"/>
                    <a:pt x="1237998" y="916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2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" name="任意多边形: 形状 43"/>
            <p:cNvSpPr/>
            <p:nvPr/>
          </p:nvSpPr>
          <p:spPr>
            <a:xfrm>
              <a:off x="9815879" y="3495385"/>
              <a:ext cx="2376121" cy="2868907"/>
            </a:xfrm>
            <a:custGeom>
              <a:avLst/>
              <a:gdLst>
                <a:gd name="connsiteX0" fmla="*/ 1274512 w 2376121"/>
                <a:gd name="connsiteY0" fmla="*/ 2503 h 2868907"/>
                <a:gd name="connsiteX1" fmla="*/ 1425028 w 2376121"/>
                <a:gd name="connsiteY1" fmla="*/ 26514 h 2868907"/>
                <a:gd name="connsiteX2" fmla="*/ 2035893 w 2376121"/>
                <a:gd name="connsiteY2" fmla="*/ 161816 h 2868907"/>
                <a:gd name="connsiteX3" fmla="*/ 2286518 w 2376121"/>
                <a:gd name="connsiteY3" fmla="*/ 115080 h 2868907"/>
                <a:gd name="connsiteX4" fmla="*/ 2376121 w 2376121"/>
                <a:gd name="connsiteY4" fmla="*/ 101063 h 2868907"/>
                <a:gd name="connsiteX5" fmla="*/ 2376121 w 2376121"/>
                <a:gd name="connsiteY5" fmla="*/ 2800785 h 2868907"/>
                <a:gd name="connsiteX6" fmla="*/ 2302816 w 2376121"/>
                <a:gd name="connsiteY6" fmla="*/ 2830934 h 2868907"/>
                <a:gd name="connsiteX7" fmla="*/ 2022987 w 2376121"/>
                <a:gd name="connsiteY7" fmla="*/ 2867690 h 2868907"/>
                <a:gd name="connsiteX8" fmla="*/ 1372573 w 2376121"/>
                <a:gd name="connsiteY8" fmla="*/ 2540610 h 2868907"/>
                <a:gd name="connsiteX9" fmla="*/ 591645 w 2376121"/>
                <a:gd name="connsiteY9" fmla="*/ 2479343 h 2868907"/>
                <a:gd name="connsiteX10" fmla="*/ 408747 w 2376121"/>
                <a:gd name="connsiteY10" fmla="*/ 1970126 h 2868907"/>
                <a:gd name="connsiteX11" fmla="*/ 147789 w 2376121"/>
                <a:gd name="connsiteY11" fmla="*/ 1157837 h 2868907"/>
                <a:gd name="connsiteX12" fmla="*/ 261511 w 2376121"/>
                <a:gd name="connsiteY12" fmla="*/ 237584 h 2868907"/>
                <a:gd name="connsiteX13" fmla="*/ 1274512 w 2376121"/>
                <a:gd name="connsiteY13" fmla="*/ 2503 h 286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6121" h="2868907">
                  <a:moveTo>
                    <a:pt x="1274512" y="2503"/>
                  </a:moveTo>
                  <a:cubicBezTo>
                    <a:pt x="1324341" y="6138"/>
                    <a:pt x="1374498" y="13860"/>
                    <a:pt x="1425028" y="26514"/>
                  </a:cubicBezTo>
                  <a:cubicBezTo>
                    <a:pt x="1633044" y="78622"/>
                    <a:pt x="1812891" y="197548"/>
                    <a:pt x="2035893" y="161816"/>
                  </a:cubicBezTo>
                  <a:cubicBezTo>
                    <a:pt x="2122208" y="147991"/>
                    <a:pt x="2205617" y="129859"/>
                    <a:pt x="2286518" y="115080"/>
                  </a:cubicBezTo>
                  <a:lnTo>
                    <a:pt x="2376121" y="101063"/>
                  </a:lnTo>
                  <a:lnTo>
                    <a:pt x="2376121" y="2800785"/>
                  </a:lnTo>
                  <a:lnTo>
                    <a:pt x="2302816" y="2830934"/>
                  </a:lnTo>
                  <a:cubicBezTo>
                    <a:pt x="2211953" y="2859806"/>
                    <a:pt x="2116882" y="2873206"/>
                    <a:pt x="2022987" y="2867690"/>
                  </a:cubicBezTo>
                  <a:cubicBezTo>
                    <a:pt x="1777018" y="2853258"/>
                    <a:pt x="1604249" y="2605345"/>
                    <a:pt x="1372573" y="2540610"/>
                  </a:cubicBezTo>
                  <a:cubicBezTo>
                    <a:pt x="1116611" y="2469074"/>
                    <a:pt x="841709" y="2600557"/>
                    <a:pt x="591645" y="2479343"/>
                  </a:cubicBezTo>
                  <a:cubicBezTo>
                    <a:pt x="356916" y="2365620"/>
                    <a:pt x="425399" y="2181403"/>
                    <a:pt x="408747" y="1970126"/>
                  </a:cubicBezTo>
                  <a:cubicBezTo>
                    <a:pt x="387306" y="1697443"/>
                    <a:pt x="253255" y="1407137"/>
                    <a:pt x="147789" y="1157837"/>
                  </a:cubicBezTo>
                  <a:cubicBezTo>
                    <a:pt x="28517" y="876064"/>
                    <a:pt x="-162292" y="347143"/>
                    <a:pt x="261511" y="237584"/>
                  </a:cubicBezTo>
                  <a:cubicBezTo>
                    <a:pt x="592999" y="151919"/>
                    <a:pt x="925707" y="-22939"/>
                    <a:pt x="1274512" y="2503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" name="任意多边形: 形状 44"/>
            <p:cNvSpPr/>
            <p:nvPr/>
          </p:nvSpPr>
          <p:spPr>
            <a:xfrm>
              <a:off x="8753494" y="0"/>
              <a:ext cx="3436172" cy="2361077"/>
            </a:xfrm>
            <a:custGeom>
              <a:avLst/>
              <a:gdLst>
                <a:gd name="connsiteX0" fmla="*/ 283281 w 3360242"/>
                <a:gd name="connsiteY0" fmla="*/ 0 h 2361077"/>
                <a:gd name="connsiteX1" fmla="*/ 374210 w 3360242"/>
                <a:gd name="connsiteY1" fmla="*/ 0 h 2361077"/>
                <a:gd name="connsiteX2" fmla="*/ 307441 w 3360242"/>
                <a:gd name="connsiteY2" fmla="*/ 13044 h 2361077"/>
                <a:gd name="connsiteX3" fmla="*/ 139780 w 3360242"/>
                <a:gd name="connsiteY3" fmla="*/ 76376 h 2361077"/>
                <a:gd name="connsiteX4" fmla="*/ 43967 w 3360242"/>
                <a:gd name="connsiteY4" fmla="*/ 157052 h 2361077"/>
                <a:gd name="connsiteX5" fmla="*/ 39524 w 3360242"/>
                <a:gd name="connsiteY5" fmla="*/ 345554 h 2361077"/>
                <a:gd name="connsiteX6" fmla="*/ 309251 w 3360242"/>
                <a:gd name="connsiteY6" fmla="*/ 700674 h 2361077"/>
                <a:gd name="connsiteX7" fmla="*/ 318903 w 3360242"/>
                <a:gd name="connsiteY7" fmla="*/ 955702 h 2361077"/>
                <a:gd name="connsiteX8" fmla="*/ 519745 w 3360242"/>
                <a:gd name="connsiteY8" fmla="*/ 1213802 h 2361077"/>
                <a:gd name="connsiteX9" fmla="*/ 833841 w 3360242"/>
                <a:gd name="connsiteY9" fmla="*/ 1328483 h 2361077"/>
                <a:gd name="connsiteX10" fmla="*/ 1152983 w 3360242"/>
                <a:gd name="connsiteY10" fmla="*/ 1346746 h 2361077"/>
                <a:gd name="connsiteX11" fmla="*/ 1682729 w 3360242"/>
                <a:gd name="connsiteY11" fmla="*/ 1554224 h 2361077"/>
                <a:gd name="connsiteX12" fmla="*/ 1888178 w 3360242"/>
                <a:gd name="connsiteY12" fmla="*/ 2047114 h 2361077"/>
                <a:gd name="connsiteX13" fmla="*/ 2303134 w 3360242"/>
                <a:gd name="connsiteY13" fmla="*/ 2300662 h 2361077"/>
                <a:gd name="connsiteX14" fmla="*/ 3350505 w 3360242"/>
                <a:gd name="connsiteY14" fmla="*/ 2298797 h 2361077"/>
                <a:gd name="connsiteX15" fmla="*/ 3351601 w 3360242"/>
                <a:gd name="connsiteY15" fmla="*/ 2317773 h 2361077"/>
                <a:gd name="connsiteX16" fmla="*/ 2351123 w 3360242"/>
                <a:gd name="connsiteY16" fmla="*/ 2332581 h 2361077"/>
                <a:gd name="connsiteX17" fmla="*/ 1940445 w 3360242"/>
                <a:gd name="connsiteY17" fmla="*/ 2149180 h 2361077"/>
                <a:gd name="connsiteX18" fmla="*/ 1742620 w 3360242"/>
                <a:gd name="connsiteY18" fmla="*/ 1713493 h 2361077"/>
                <a:gd name="connsiteX19" fmla="*/ 1586367 w 3360242"/>
                <a:gd name="connsiteY19" fmla="*/ 1483474 h 2361077"/>
                <a:gd name="connsiteX20" fmla="*/ 1271119 w 3360242"/>
                <a:gd name="connsiteY20" fmla="*/ 1376746 h 2361077"/>
                <a:gd name="connsiteX21" fmla="*/ 927680 w 3360242"/>
                <a:gd name="connsiteY21" fmla="*/ 1352011 h 2361077"/>
                <a:gd name="connsiteX22" fmla="*/ 643475 w 3360242"/>
                <a:gd name="connsiteY22" fmla="*/ 1300183 h 2361077"/>
                <a:gd name="connsiteX23" fmla="*/ 289451 w 3360242"/>
                <a:gd name="connsiteY23" fmla="*/ 884514 h 2361077"/>
                <a:gd name="connsiteX24" fmla="*/ 269543 w 3360242"/>
                <a:gd name="connsiteY24" fmla="*/ 628663 h 2361077"/>
                <a:gd name="connsiteX25" fmla="*/ 101334 w 3360242"/>
                <a:gd name="connsiteY25" fmla="*/ 446578 h 2361077"/>
                <a:gd name="connsiteX26" fmla="*/ 1791 w 3360242"/>
                <a:gd name="connsiteY26" fmla="*/ 289228 h 2361077"/>
                <a:gd name="connsiteX27" fmla="*/ 46489 w 3360242"/>
                <a:gd name="connsiteY27" fmla="*/ 122610 h 2361077"/>
                <a:gd name="connsiteX28" fmla="*/ 196291 w 3360242"/>
                <a:gd name="connsiteY28" fmla="*/ 27735 h 2361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3360242" h="2361077">
                  <a:moveTo>
                    <a:pt x="283281" y="0"/>
                  </a:moveTo>
                  <a:lnTo>
                    <a:pt x="374210" y="0"/>
                  </a:lnTo>
                  <a:lnTo>
                    <a:pt x="307441" y="13044"/>
                  </a:lnTo>
                  <a:cubicBezTo>
                    <a:pt x="248976" y="28208"/>
                    <a:pt x="191965" y="48186"/>
                    <a:pt x="139780" y="76376"/>
                  </a:cubicBezTo>
                  <a:cubicBezTo>
                    <a:pt x="103912" y="95736"/>
                    <a:pt x="64369" y="120306"/>
                    <a:pt x="43967" y="157052"/>
                  </a:cubicBezTo>
                  <a:cubicBezTo>
                    <a:pt x="13034" y="212665"/>
                    <a:pt x="7385" y="289283"/>
                    <a:pt x="39524" y="345554"/>
                  </a:cubicBezTo>
                  <a:cubicBezTo>
                    <a:pt x="113839" y="475646"/>
                    <a:pt x="291262" y="535975"/>
                    <a:pt x="309251" y="700674"/>
                  </a:cubicBezTo>
                  <a:cubicBezTo>
                    <a:pt x="318574" y="785684"/>
                    <a:pt x="291700" y="872283"/>
                    <a:pt x="318903" y="955702"/>
                  </a:cubicBezTo>
                  <a:cubicBezTo>
                    <a:pt x="353072" y="1060401"/>
                    <a:pt x="429855" y="1151718"/>
                    <a:pt x="519745" y="1213802"/>
                  </a:cubicBezTo>
                  <a:cubicBezTo>
                    <a:pt x="612542" y="1277916"/>
                    <a:pt x="721190" y="1318830"/>
                    <a:pt x="833841" y="1328483"/>
                  </a:cubicBezTo>
                  <a:cubicBezTo>
                    <a:pt x="940021" y="1337587"/>
                    <a:pt x="1046694" y="1338574"/>
                    <a:pt x="1152983" y="1346746"/>
                  </a:cubicBezTo>
                  <a:cubicBezTo>
                    <a:pt x="1338907" y="1361006"/>
                    <a:pt x="1565745" y="1389470"/>
                    <a:pt x="1682729" y="1554224"/>
                  </a:cubicBezTo>
                  <a:cubicBezTo>
                    <a:pt x="1787977" y="1702469"/>
                    <a:pt x="1795764" y="1893165"/>
                    <a:pt x="1888178" y="2047114"/>
                  </a:cubicBezTo>
                  <a:cubicBezTo>
                    <a:pt x="1976972" y="2194976"/>
                    <a:pt x="2140025" y="2266877"/>
                    <a:pt x="2303134" y="2300662"/>
                  </a:cubicBezTo>
                  <a:cubicBezTo>
                    <a:pt x="2650576" y="2372618"/>
                    <a:pt x="3001089" y="2311960"/>
                    <a:pt x="3350505" y="2298797"/>
                  </a:cubicBezTo>
                  <a:cubicBezTo>
                    <a:pt x="3362790" y="2298358"/>
                    <a:pt x="3363778" y="2316731"/>
                    <a:pt x="3351601" y="2317773"/>
                  </a:cubicBezTo>
                  <a:cubicBezTo>
                    <a:pt x="3021381" y="2346622"/>
                    <a:pt x="2680631" y="2390662"/>
                    <a:pt x="2351123" y="2332581"/>
                  </a:cubicBezTo>
                  <a:cubicBezTo>
                    <a:pt x="2204742" y="2306750"/>
                    <a:pt x="2046954" y="2258815"/>
                    <a:pt x="1940445" y="2149180"/>
                  </a:cubicBezTo>
                  <a:cubicBezTo>
                    <a:pt x="1824393" y="2029728"/>
                    <a:pt x="1799329" y="1863713"/>
                    <a:pt x="1742620" y="1713493"/>
                  </a:cubicBezTo>
                  <a:cubicBezTo>
                    <a:pt x="1709658" y="1626235"/>
                    <a:pt x="1664631" y="1538538"/>
                    <a:pt x="1586367" y="1483474"/>
                  </a:cubicBezTo>
                  <a:cubicBezTo>
                    <a:pt x="1494447" y="1418757"/>
                    <a:pt x="1381028" y="1391499"/>
                    <a:pt x="1271119" y="1376746"/>
                  </a:cubicBezTo>
                  <a:cubicBezTo>
                    <a:pt x="1157152" y="1361499"/>
                    <a:pt x="1042361" y="1358154"/>
                    <a:pt x="927680" y="1352011"/>
                  </a:cubicBezTo>
                  <a:cubicBezTo>
                    <a:pt x="830277" y="1346801"/>
                    <a:pt x="734627" y="1337697"/>
                    <a:pt x="643475" y="1300183"/>
                  </a:cubicBezTo>
                  <a:cubicBezTo>
                    <a:pt x="477844" y="1232011"/>
                    <a:pt x="297130" y="1077568"/>
                    <a:pt x="289451" y="884514"/>
                  </a:cubicBezTo>
                  <a:cubicBezTo>
                    <a:pt x="286106" y="799779"/>
                    <a:pt x="312870" y="707475"/>
                    <a:pt x="269543" y="628663"/>
                  </a:cubicBezTo>
                  <a:cubicBezTo>
                    <a:pt x="228574" y="554239"/>
                    <a:pt x="162376" y="503288"/>
                    <a:pt x="101334" y="446578"/>
                  </a:cubicBezTo>
                  <a:cubicBezTo>
                    <a:pt x="55758" y="404183"/>
                    <a:pt x="9689" y="353836"/>
                    <a:pt x="1791" y="289228"/>
                  </a:cubicBezTo>
                  <a:cubicBezTo>
                    <a:pt x="-5065" y="233232"/>
                    <a:pt x="7330" y="165553"/>
                    <a:pt x="46489" y="122610"/>
                  </a:cubicBezTo>
                  <a:cubicBezTo>
                    <a:pt x="85758" y="79557"/>
                    <a:pt x="139108" y="49749"/>
                    <a:pt x="196291" y="27735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" name="任意多边形: 形状 45"/>
            <p:cNvSpPr/>
            <p:nvPr/>
          </p:nvSpPr>
          <p:spPr>
            <a:xfrm>
              <a:off x="2" y="1002420"/>
              <a:ext cx="1251276" cy="1363409"/>
            </a:xfrm>
            <a:custGeom>
              <a:avLst/>
              <a:gdLst>
                <a:gd name="connsiteX0" fmla="*/ 400275 w 1376921"/>
                <a:gd name="connsiteY0" fmla="*/ 1490 h 1500314"/>
                <a:gd name="connsiteX1" fmla="*/ 406708 w 1376921"/>
                <a:gd name="connsiteY1" fmla="*/ 14123 h 1500314"/>
                <a:gd name="connsiteX2" fmla="*/ 340776 w 1376921"/>
                <a:gd name="connsiteY2" fmla="*/ 161355 h 1500314"/>
                <a:gd name="connsiteX3" fmla="*/ 273759 w 1376921"/>
                <a:gd name="connsiteY3" fmla="*/ 321665 h 1500314"/>
                <a:gd name="connsiteX4" fmla="*/ 137676 w 1376921"/>
                <a:gd name="connsiteY4" fmla="*/ 489388 h 1500314"/>
                <a:gd name="connsiteX5" fmla="*/ 73793 w 1376921"/>
                <a:gd name="connsiteY5" fmla="*/ 546822 h 1500314"/>
                <a:gd name="connsiteX6" fmla="*/ 72166 w 1376921"/>
                <a:gd name="connsiteY6" fmla="*/ 549233 h 1500314"/>
                <a:gd name="connsiteX7" fmla="*/ 118572 w 1376921"/>
                <a:gd name="connsiteY7" fmla="*/ 577739 h 1500314"/>
                <a:gd name="connsiteX8" fmla="*/ 150634 w 1376921"/>
                <a:gd name="connsiteY8" fmla="*/ 597567 h 1500314"/>
                <a:gd name="connsiteX9" fmla="*/ 293587 w 1376921"/>
                <a:gd name="connsiteY9" fmla="*/ 434907 h 1500314"/>
                <a:gd name="connsiteX10" fmla="*/ 389110 w 1376921"/>
                <a:gd name="connsiteY10" fmla="*/ 284782 h 1500314"/>
                <a:gd name="connsiteX11" fmla="*/ 655972 w 1376921"/>
                <a:gd name="connsiteY11" fmla="*/ 153038 h 1500314"/>
                <a:gd name="connsiteX12" fmla="*/ 670074 w 1376921"/>
                <a:gd name="connsiteY12" fmla="*/ 177025 h 1500314"/>
                <a:gd name="connsiteX13" fmla="*/ 553759 w 1376921"/>
                <a:gd name="connsiteY13" fmla="*/ 319556 h 1500314"/>
                <a:gd name="connsiteX14" fmla="*/ 415507 w 1376921"/>
                <a:gd name="connsiteY14" fmla="*/ 466125 h 1500314"/>
                <a:gd name="connsiteX15" fmla="*/ 283522 w 1376921"/>
                <a:gd name="connsiteY15" fmla="*/ 560202 h 1500314"/>
                <a:gd name="connsiteX16" fmla="*/ 173595 w 1376921"/>
                <a:gd name="connsiteY16" fmla="*/ 611188 h 1500314"/>
                <a:gd name="connsiteX17" fmla="*/ 323961 w 1376921"/>
                <a:gd name="connsiteY17" fmla="*/ 690197 h 1500314"/>
                <a:gd name="connsiteX18" fmla="*/ 537788 w 1376921"/>
                <a:gd name="connsiteY18" fmla="*/ 414054 h 1500314"/>
                <a:gd name="connsiteX19" fmla="*/ 838279 w 1376921"/>
                <a:gd name="connsiteY19" fmla="*/ 294183 h 1500314"/>
                <a:gd name="connsiteX20" fmla="*/ 848525 w 1376921"/>
                <a:gd name="connsiteY20" fmla="*/ 318411 h 1500314"/>
                <a:gd name="connsiteX21" fmla="*/ 694603 w 1376921"/>
                <a:gd name="connsiteY21" fmla="*/ 429543 h 1500314"/>
                <a:gd name="connsiteX22" fmla="*/ 568223 w 1376921"/>
                <a:gd name="connsiteY22" fmla="*/ 559298 h 1500314"/>
                <a:gd name="connsiteX23" fmla="*/ 357771 w 1376921"/>
                <a:gd name="connsiteY23" fmla="*/ 705023 h 1500314"/>
                <a:gd name="connsiteX24" fmla="*/ 407190 w 1376921"/>
                <a:gd name="connsiteY24" fmla="*/ 724730 h 1500314"/>
                <a:gd name="connsiteX25" fmla="*/ 435154 w 1376921"/>
                <a:gd name="connsiteY25" fmla="*/ 734253 h 1500314"/>
                <a:gd name="connsiteX26" fmla="*/ 585580 w 1376921"/>
                <a:gd name="connsiteY26" fmla="*/ 622096 h 1500314"/>
                <a:gd name="connsiteX27" fmla="*/ 724254 w 1376921"/>
                <a:gd name="connsiteY27" fmla="*/ 528381 h 1500314"/>
                <a:gd name="connsiteX28" fmla="*/ 863170 w 1376921"/>
                <a:gd name="connsiteY28" fmla="*/ 495535 h 1500314"/>
                <a:gd name="connsiteX29" fmla="*/ 1043006 w 1376921"/>
                <a:gd name="connsiteY29" fmla="*/ 472212 h 1500314"/>
                <a:gd name="connsiteX30" fmla="*/ 1051926 w 1376921"/>
                <a:gd name="connsiteY30" fmla="*/ 493245 h 1500314"/>
                <a:gd name="connsiteX31" fmla="*/ 910720 w 1376921"/>
                <a:gd name="connsiteY31" fmla="*/ 552005 h 1500314"/>
                <a:gd name="connsiteX32" fmla="*/ 737031 w 1376921"/>
                <a:gd name="connsiteY32" fmla="*/ 647589 h 1500314"/>
                <a:gd name="connsiteX33" fmla="*/ 609265 w 1376921"/>
                <a:gd name="connsiteY33" fmla="*/ 718222 h 1500314"/>
                <a:gd name="connsiteX34" fmla="*/ 478908 w 1376921"/>
                <a:gd name="connsiteY34" fmla="*/ 746848 h 1500314"/>
                <a:gd name="connsiteX35" fmla="*/ 566717 w 1376921"/>
                <a:gd name="connsiteY35" fmla="*/ 769629 h 1500314"/>
                <a:gd name="connsiteX36" fmla="*/ 888783 w 1376921"/>
                <a:gd name="connsiteY36" fmla="*/ 672720 h 1500314"/>
                <a:gd name="connsiteX37" fmla="*/ 1265632 w 1376921"/>
                <a:gd name="connsiteY37" fmla="*/ 724068 h 1500314"/>
                <a:gd name="connsiteX38" fmla="*/ 1271599 w 1376921"/>
                <a:gd name="connsiteY38" fmla="*/ 745462 h 1500314"/>
                <a:gd name="connsiteX39" fmla="*/ 958934 w 1376921"/>
                <a:gd name="connsiteY39" fmla="*/ 804283 h 1500314"/>
                <a:gd name="connsiteX40" fmla="*/ 622283 w 1376921"/>
                <a:gd name="connsiteY40" fmla="*/ 787107 h 1500314"/>
                <a:gd name="connsiteX41" fmla="*/ 656996 w 1376921"/>
                <a:gd name="connsiteY41" fmla="*/ 801269 h 1500314"/>
                <a:gd name="connsiteX42" fmla="*/ 1032459 w 1376921"/>
                <a:gd name="connsiteY42" fmla="*/ 875639 h 1500314"/>
                <a:gd name="connsiteX43" fmla="*/ 1370316 w 1376921"/>
                <a:gd name="connsiteY43" fmla="*/ 1074339 h 1500314"/>
                <a:gd name="connsiteX44" fmla="*/ 1364832 w 1376921"/>
                <a:gd name="connsiteY44" fmla="*/ 1095915 h 1500314"/>
                <a:gd name="connsiteX45" fmla="*/ 970505 w 1376921"/>
                <a:gd name="connsiteY45" fmla="*/ 1006780 h 1500314"/>
                <a:gd name="connsiteX46" fmla="*/ 616979 w 1376921"/>
                <a:gd name="connsiteY46" fmla="*/ 808140 h 1500314"/>
                <a:gd name="connsiteX47" fmla="*/ 612399 w 1376921"/>
                <a:gd name="connsiteY47" fmla="*/ 803258 h 1500314"/>
                <a:gd name="connsiteX48" fmla="*/ 589919 w 1376921"/>
                <a:gd name="connsiteY48" fmla="*/ 796267 h 1500314"/>
                <a:gd name="connsiteX49" fmla="*/ 817186 w 1376921"/>
                <a:gd name="connsiteY49" fmla="*/ 1040348 h 1500314"/>
                <a:gd name="connsiteX50" fmla="*/ 1044754 w 1376921"/>
                <a:gd name="connsiteY50" fmla="*/ 1366392 h 1500314"/>
                <a:gd name="connsiteX51" fmla="*/ 1030953 w 1376921"/>
                <a:gd name="connsiteY51" fmla="*/ 1380254 h 1500314"/>
                <a:gd name="connsiteX52" fmla="*/ 855576 w 1376921"/>
                <a:gd name="connsiteY52" fmla="*/ 1285635 h 1500314"/>
                <a:gd name="connsiteX53" fmla="*/ 745167 w 1376921"/>
                <a:gd name="connsiteY53" fmla="*/ 1159315 h 1500314"/>
                <a:gd name="connsiteX54" fmla="*/ 540862 w 1376921"/>
                <a:gd name="connsiteY54" fmla="*/ 784877 h 1500314"/>
                <a:gd name="connsiteX55" fmla="*/ 540500 w 1376921"/>
                <a:gd name="connsiteY55" fmla="*/ 783129 h 1500314"/>
                <a:gd name="connsiteX56" fmla="*/ 473845 w 1376921"/>
                <a:gd name="connsiteY56" fmla="*/ 766736 h 1500314"/>
                <a:gd name="connsiteX57" fmla="*/ 538391 w 1376921"/>
                <a:gd name="connsiteY57" fmla="*/ 877266 h 1500314"/>
                <a:gd name="connsiteX58" fmla="*/ 617823 w 1376921"/>
                <a:gd name="connsiteY58" fmla="*/ 1071808 h 1500314"/>
                <a:gd name="connsiteX59" fmla="*/ 680561 w 1376921"/>
                <a:gd name="connsiteY59" fmla="*/ 1273280 h 1500314"/>
                <a:gd name="connsiteX60" fmla="*/ 714129 w 1376921"/>
                <a:gd name="connsiteY60" fmla="*/ 1487167 h 1500314"/>
                <a:gd name="connsiteX61" fmla="*/ 695989 w 1376921"/>
                <a:gd name="connsiteY61" fmla="*/ 1497835 h 1500314"/>
                <a:gd name="connsiteX62" fmla="*/ 518563 w 1376921"/>
                <a:gd name="connsiteY62" fmla="*/ 1176672 h 1500314"/>
                <a:gd name="connsiteX63" fmla="*/ 476798 w 1376921"/>
                <a:gd name="connsiteY63" fmla="*/ 960555 h 1500314"/>
                <a:gd name="connsiteX64" fmla="*/ 438288 w 1376921"/>
                <a:gd name="connsiteY64" fmla="*/ 797232 h 1500314"/>
                <a:gd name="connsiteX65" fmla="*/ 432141 w 1376921"/>
                <a:gd name="connsiteY65" fmla="*/ 774210 h 1500314"/>
                <a:gd name="connsiteX66" fmla="*/ 428344 w 1376921"/>
                <a:gd name="connsiteY66" fmla="*/ 756069 h 1500314"/>
                <a:gd name="connsiteX67" fmla="*/ 406889 w 1376921"/>
                <a:gd name="connsiteY67" fmla="*/ 747330 h 1500314"/>
                <a:gd name="connsiteX68" fmla="*/ 378503 w 1376921"/>
                <a:gd name="connsiteY68" fmla="*/ 736965 h 1500314"/>
                <a:gd name="connsiteX69" fmla="*/ 366570 w 1376921"/>
                <a:gd name="connsiteY69" fmla="*/ 732023 h 1500314"/>
                <a:gd name="connsiteX70" fmla="*/ 393329 w 1376921"/>
                <a:gd name="connsiteY70" fmla="*/ 821338 h 1500314"/>
                <a:gd name="connsiteX71" fmla="*/ 409540 w 1376921"/>
                <a:gd name="connsiteY71" fmla="*/ 1004670 h 1500314"/>
                <a:gd name="connsiteX72" fmla="*/ 399114 w 1376921"/>
                <a:gd name="connsiteY72" fmla="*/ 1457215 h 1500314"/>
                <a:gd name="connsiteX73" fmla="*/ 383324 w 1376921"/>
                <a:gd name="connsiteY73" fmla="*/ 1466496 h 1500314"/>
                <a:gd name="connsiteX74" fmla="*/ 267431 w 1376921"/>
                <a:gd name="connsiteY74" fmla="*/ 1177094 h 1500314"/>
                <a:gd name="connsiteX75" fmla="*/ 334568 w 1376921"/>
                <a:gd name="connsiteY75" fmla="*/ 724128 h 1500314"/>
                <a:gd name="connsiteX76" fmla="*/ 334870 w 1376921"/>
                <a:gd name="connsiteY76" fmla="*/ 718704 h 1500314"/>
                <a:gd name="connsiteX77" fmla="*/ 334629 w 1376921"/>
                <a:gd name="connsiteY77" fmla="*/ 718885 h 1500314"/>
                <a:gd name="connsiteX78" fmla="*/ 325890 w 1376921"/>
                <a:gd name="connsiteY78" fmla="*/ 714967 h 1500314"/>
                <a:gd name="connsiteX79" fmla="*/ 321069 w 1376921"/>
                <a:gd name="connsiteY79" fmla="*/ 712858 h 1500314"/>
                <a:gd name="connsiteX80" fmla="*/ 233923 w 1376921"/>
                <a:gd name="connsiteY80" fmla="*/ 670671 h 1500314"/>
                <a:gd name="connsiteX81" fmla="*/ 253389 w 1376921"/>
                <a:gd name="connsiteY81" fmla="*/ 932049 h 1500314"/>
                <a:gd name="connsiteX82" fmla="*/ 201800 w 1376921"/>
                <a:gd name="connsiteY82" fmla="*/ 1117611 h 1500314"/>
                <a:gd name="connsiteX83" fmla="*/ 172691 w 1376921"/>
                <a:gd name="connsiteY83" fmla="*/ 1307331 h 1500314"/>
                <a:gd name="connsiteX84" fmla="*/ 184142 w 1376921"/>
                <a:gd name="connsiteY84" fmla="*/ 1342587 h 1500314"/>
                <a:gd name="connsiteX85" fmla="*/ 161904 w 1376921"/>
                <a:gd name="connsiteY85" fmla="*/ 1351989 h 1500314"/>
                <a:gd name="connsiteX86" fmla="*/ 149428 w 1376921"/>
                <a:gd name="connsiteY86" fmla="*/ 1316733 h 1500314"/>
                <a:gd name="connsiteX87" fmla="*/ 121766 w 1376921"/>
                <a:gd name="connsiteY87" fmla="*/ 1006418 h 1500314"/>
                <a:gd name="connsiteX88" fmla="*/ 154310 w 1376921"/>
                <a:gd name="connsiteY88" fmla="*/ 817602 h 1500314"/>
                <a:gd name="connsiteX89" fmla="*/ 192700 w 1376921"/>
                <a:gd name="connsiteY89" fmla="*/ 648553 h 1500314"/>
                <a:gd name="connsiteX90" fmla="*/ 168051 w 1376921"/>
                <a:gd name="connsiteY90" fmla="*/ 634210 h 1500314"/>
                <a:gd name="connsiteX91" fmla="*/ 142317 w 1376921"/>
                <a:gd name="connsiteY91" fmla="*/ 618781 h 1500314"/>
                <a:gd name="connsiteX92" fmla="*/ 122188 w 1376921"/>
                <a:gd name="connsiteY92" fmla="*/ 606366 h 1500314"/>
                <a:gd name="connsiteX93" fmla="*/ 133940 w 1376921"/>
                <a:gd name="connsiteY93" fmla="*/ 702311 h 1500314"/>
                <a:gd name="connsiteX94" fmla="*/ 98021 w 1376921"/>
                <a:gd name="connsiteY94" fmla="*/ 866056 h 1500314"/>
                <a:gd name="connsiteX95" fmla="*/ 10091 w 1376921"/>
                <a:gd name="connsiteY95" fmla="*/ 1067529 h 1500314"/>
                <a:gd name="connsiteX96" fmla="*/ 0 w 1376921"/>
                <a:gd name="connsiteY96" fmla="*/ 1118340 h 1500314"/>
                <a:gd name="connsiteX97" fmla="*/ 0 w 1376921"/>
                <a:gd name="connsiteY97" fmla="*/ 773825 h 1500314"/>
                <a:gd name="connsiteX98" fmla="*/ 10573 w 1376921"/>
                <a:gd name="connsiteY98" fmla="*/ 749199 h 1500314"/>
                <a:gd name="connsiteX99" fmla="*/ 83255 w 1376921"/>
                <a:gd name="connsiteY99" fmla="*/ 582259 h 1500314"/>
                <a:gd name="connsiteX100" fmla="*/ 43238 w 1376921"/>
                <a:gd name="connsiteY100" fmla="*/ 557791 h 1500314"/>
                <a:gd name="connsiteX101" fmla="*/ 10189 w 1376921"/>
                <a:gd name="connsiteY101" fmla="*/ 695667 h 1500314"/>
                <a:gd name="connsiteX102" fmla="*/ 0 w 1376921"/>
                <a:gd name="connsiteY102" fmla="*/ 710433 h 1500314"/>
                <a:gd name="connsiteX103" fmla="*/ 0 w 1376921"/>
                <a:gd name="connsiteY103" fmla="*/ 561721 h 1500314"/>
                <a:gd name="connsiteX104" fmla="*/ 10814 w 1376921"/>
                <a:gd name="connsiteY104" fmla="*/ 538506 h 1500314"/>
                <a:gd name="connsiteX105" fmla="*/ 0 w 1376921"/>
                <a:gd name="connsiteY105" fmla="*/ 533069 h 1500314"/>
                <a:gd name="connsiteX106" fmla="*/ 0 w 1376921"/>
                <a:gd name="connsiteY106" fmla="*/ 508867 h 1500314"/>
                <a:gd name="connsiteX107" fmla="*/ 50771 w 1376921"/>
                <a:gd name="connsiteY107" fmla="*/ 536457 h 1500314"/>
                <a:gd name="connsiteX108" fmla="*/ 187457 w 1376921"/>
                <a:gd name="connsiteY108" fmla="*/ 195526 h 1500314"/>
                <a:gd name="connsiteX109" fmla="*/ 385614 w 1376921"/>
                <a:gd name="connsiteY109" fmla="*/ 2190 h 1500314"/>
                <a:gd name="connsiteX110" fmla="*/ 400275 w 1376921"/>
                <a:gd name="connsiteY110" fmla="*/ 1490 h 150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</a:cxnLst>
              <a:rect l="l" t="t" r="r" b="b"/>
              <a:pathLst>
                <a:path w="1376921" h="1500314">
                  <a:moveTo>
                    <a:pt x="400275" y="1490"/>
                  </a:moveTo>
                  <a:cubicBezTo>
                    <a:pt x="404704" y="3622"/>
                    <a:pt x="407763" y="7976"/>
                    <a:pt x="406708" y="14123"/>
                  </a:cubicBezTo>
                  <a:cubicBezTo>
                    <a:pt x="397608" y="67158"/>
                    <a:pt x="357470" y="110008"/>
                    <a:pt x="340776" y="161355"/>
                  </a:cubicBezTo>
                  <a:cubicBezTo>
                    <a:pt x="322575" y="217283"/>
                    <a:pt x="305580" y="271583"/>
                    <a:pt x="273759" y="321665"/>
                  </a:cubicBezTo>
                  <a:cubicBezTo>
                    <a:pt x="234766" y="383077"/>
                    <a:pt x="188963" y="437860"/>
                    <a:pt x="137676" y="489388"/>
                  </a:cubicBezTo>
                  <a:cubicBezTo>
                    <a:pt x="119656" y="507468"/>
                    <a:pt x="98744" y="534528"/>
                    <a:pt x="73793" y="546822"/>
                  </a:cubicBezTo>
                  <a:cubicBezTo>
                    <a:pt x="73251" y="547606"/>
                    <a:pt x="72709" y="548450"/>
                    <a:pt x="72166" y="549233"/>
                  </a:cubicBezTo>
                  <a:cubicBezTo>
                    <a:pt x="87775" y="558575"/>
                    <a:pt x="103264" y="568097"/>
                    <a:pt x="118572" y="577739"/>
                  </a:cubicBezTo>
                  <a:cubicBezTo>
                    <a:pt x="129179" y="584429"/>
                    <a:pt x="139906" y="591058"/>
                    <a:pt x="150634" y="597567"/>
                  </a:cubicBezTo>
                  <a:cubicBezTo>
                    <a:pt x="201981" y="547124"/>
                    <a:pt x="252364" y="493848"/>
                    <a:pt x="293587" y="434907"/>
                  </a:cubicBezTo>
                  <a:cubicBezTo>
                    <a:pt x="327517" y="386332"/>
                    <a:pt x="354095" y="332513"/>
                    <a:pt x="389110" y="284782"/>
                  </a:cubicBezTo>
                  <a:cubicBezTo>
                    <a:pt x="455886" y="193718"/>
                    <a:pt x="551469" y="176301"/>
                    <a:pt x="655972" y="153038"/>
                  </a:cubicBezTo>
                  <a:cubicBezTo>
                    <a:pt x="668748" y="150206"/>
                    <a:pt x="678391" y="167322"/>
                    <a:pt x="670074" y="177025"/>
                  </a:cubicBezTo>
                  <a:cubicBezTo>
                    <a:pt x="630057" y="223671"/>
                    <a:pt x="597573" y="276043"/>
                    <a:pt x="553759" y="319556"/>
                  </a:cubicBezTo>
                  <a:cubicBezTo>
                    <a:pt x="505967" y="367046"/>
                    <a:pt x="462214" y="417670"/>
                    <a:pt x="415507" y="466125"/>
                  </a:cubicBezTo>
                  <a:cubicBezTo>
                    <a:pt x="377659" y="505359"/>
                    <a:pt x="331917" y="535553"/>
                    <a:pt x="283522" y="560202"/>
                  </a:cubicBezTo>
                  <a:cubicBezTo>
                    <a:pt x="248989" y="577739"/>
                    <a:pt x="212046" y="601002"/>
                    <a:pt x="173595" y="611188"/>
                  </a:cubicBezTo>
                  <a:cubicBezTo>
                    <a:pt x="222412" y="639995"/>
                    <a:pt x="272433" y="666693"/>
                    <a:pt x="323961" y="690197"/>
                  </a:cubicBezTo>
                  <a:cubicBezTo>
                    <a:pt x="408817" y="609500"/>
                    <a:pt x="450763" y="493004"/>
                    <a:pt x="537788" y="414054"/>
                  </a:cubicBezTo>
                  <a:cubicBezTo>
                    <a:pt x="624091" y="335768"/>
                    <a:pt x="728413" y="320580"/>
                    <a:pt x="838279" y="294183"/>
                  </a:cubicBezTo>
                  <a:cubicBezTo>
                    <a:pt x="852020" y="290929"/>
                    <a:pt x="858710" y="310516"/>
                    <a:pt x="848525" y="318411"/>
                  </a:cubicBezTo>
                  <a:cubicBezTo>
                    <a:pt x="798081" y="357645"/>
                    <a:pt x="741611" y="385186"/>
                    <a:pt x="694603" y="429543"/>
                  </a:cubicBezTo>
                  <a:cubicBezTo>
                    <a:pt x="650668" y="471007"/>
                    <a:pt x="610832" y="516448"/>
                    <a:pt x="568223" y="559298"/>
                  </a:cubicBezTo>
                  <a:cubicBezTo>
                    <a:pt x="507715" y="620107"/>
                    <a:pt x="441241" y="681459"/>
                    <a:pt x="357771" y="705023"/>
                  </a:cubicBezTo>
                  <a:cubicBezTo>
                    <a:pt x="374103" y="711894"/>
                    <a:pt x="390556" y="718583"/>
                    <a:pt x="407190" y="724730"/>
                  </a:cubicBezTo>
                  <a:cubicBezTo>
                    <a:pt x="416411" y="728166"/>
                    <a:pt x="425752" y="731300"/>
                    <a:pt x="435154" y="734253"/>
                  </a:cubicBezTo>
                  <a:cubicBezTo>
                    <a:pt x="483367" y="694476"/>
                    <a:pt x="535739" y="659823"/>
                    <a:pt x="585580" y="622096"/>
                  </a:cubicBezTo>
                  <a:cubicBezTo>
                    <a:pt x="629213" y="589070"/>
                    <a:pt x="673751" y="550680"/>
                    <a:pt x="724254" y="528381"/>
                  </a:cubicBezTo>
                  <a:cubicBezTo>
                    <a:pt x="769575" y="508372"/>
                    <a:pt x="813992" y="500357"/>
                    <a:pt x="863170" y="495535"/>
                  </a:cubicBezTo>
                  <a:cubicBezTo>
                    <a:pt x="923376" y="489629"/>
                    <a:pt x="982739" y="477636"/>
                    <a:pt x="1043006" y="472212"/>
                  </a:cubicBezTo>
                  <a:cubicBezTo>
                    <a:pt x="1054939" y="471127"/>
                    <a:pt x="1061026" y="485410"/>
                    <a:pt x="1051926" y="493245"/>
                  </a:cubicBezTo>
                  <a:cubicBezTo>
                    <a:pt x="1012270" y="527236"/>
                    <a:pt x="957608" y="531695"/>
                    <a:pt x="910720" y="552005"/>
                  </a:cubicBezTo>
                  <a:cubicBezTo>
                    <a:pt x="849790" y="578402"/>
                    <a:pt x="791392" y="609259"/>
                    <a:pt x="737031" y="647589"/>
                  </a:cubicBezTo>
                  <a:cubicBezTo>
                    <a:pt x="697737" y="675312"/>
                    <a:pt x="656695" y="706228"/>
                    <a:pt x="609265" y="718222"/>
                  </a:cubicBezTo>
                  <a:cubicBezTo>
                    <a:pt x="566234" y="729130"/>
                    <a:pt x="522420" y="737567"/>
                    <a:pt x="478908" y="746848"/>
                  </a:cubicBezTo>
                  <a:cubicBezTo>
                    <a:pt x="508137" y="754623"/>
                    <a:pt x="537608" y="761614"/>
                    <a:pt x="566717" y="769629"/>
                  </a:cubicBezTo>
                  <a:cubicBezTo>
                    <a:pt x="672244" y="710025"/>
                    <a:pt x="765597" y="675131"/>
                    <a:pt x="888783" y="672720"/>
                  </a:cubicBezTo>
                  <a:cubicBezTo>
                    <a:pt x="1017332" y="670189"/>
                    <a:pt x="1137264" y="726840"/>
                    <a:pt x="1265632" y="724068"/>
                  </a:cubicBezTo>
                  <a:cubicBezTo>
                    <a:pt x="1277686" y="723826"/>
                    <a:pt x="1284134" y="740098"/>
                    <a:pt x="1271599" y="745462"/>
                  </a:cubicBezTo>
                  <a:cubicBezTo>
                    <a:pt x="1173846" y="787167"/>
                    <a:pt x="1065666" y="812660"/>
                    <a:pt x="958934" y="804283"/>
                  </a:cubicBezTo>
                  <a:cubicBezTo>
                    <a:pt x="849007" y="795665"/>
                    <a:pt x="732993" y="774933"/>
                    <a:pt x="622283" y="787107"/>
                  </a:cubicBezTo>
                  <a:cubicBezTo>
                    <a:pt x="634035" y="791386"/>
                    <a:pt x="645606" y="796026"/>
                    <a:pt x="656996" y="801269"/>
                  </a:cubicBezTo>
                  <a:cubicBezTo>
                    <a:pt x="779097" y="837671"/>
                    <a:pt x="911022" y="836706"/>
                    <a:pt x="1032459" y="875639"/>
                  </a:cubicBezTo>
                  <a:cubicBezTo>
                    <a:pt x="1159924" y="916500"/>
                    <a:pt x="1253880" y="1012083"/>
                    <a:pt x="1370316" y="1074339"/>
                  </a:cubicBezTo>
                  <a:cubicBezTo>
                    <a:pt x="1381224" y="1080185"/>
                    <a:pt x="1378090" y="1096999"/>
                    <a:pt x="1364832" y="1095915"/>
                  </a:cubicBezTo>
                  <a:cubicBezTo>
                    <a:pt x="1225856" y="1084464"/>
                    <a:pt x="1096282" y="1073375"/>
                    <a:pt x="970505" y="1006780"/>
                  </a:cubicBezTo>
                  <a:cubicBezTo>
                    <a:pt x="850996" y="943499"/>
                    <a:pt x="735826" y="872505"/>
                    <a:pt x="616979" y="808140"/>
                  </a:cubicBezTo>
                  <a:cubicBezTo>
                    <a:pt x="614689" y="806874"/>
                    <a:pt x="613243" y="805127"/>
                    <a:pt x="612399" y="803258"/>
                  </a:cubicBezTo>
                  <a:cubicBezTo>
                    <a:pt x="604926" y="800848"/>
                    <a:pt x="597453" y="798497"/>
                    <a:pt x="589919" y="796267"/>
                  </a:cubicBezTo>
                  <a:cubicBezTo>
                    <a:pt x="682791" y="850990"/>
                    <a:pt x="758365" y="957783"/>
                    <a:pt x="817186" y="1040348"/>
                  </a:cubicBezTo>
                  <a:cubicBezTo>
                    <a:pt x="892941" y="1146780"/>
                    <a:pt x="956764" y="1269845"/>
                    <a:pt x="1044754" y="1366392"/>
                  </a:cubicBezTo>
                  <a:cubicBezTo>
                    <a:pt x="1052227" y="1374649"/>
                    <a:pt x="1039149" y="1387848"/>
                    <a:pt x="1030953" y="1380254"/>
                  </a:cubicBezTo>
                  <a:cubicBezTo>
                    <a:pt x="981233" y="1334451"/>
                    <a:pt x="908490" y="1328424"/>
                    <a:pt x="855576" y="1285635"/>
                  </a:cubicBezTo>
                  <a:cubicBezTo>
                    <a:pt x="811039" y="1249595"/>
                    <a:pt x="777410" y="1206444"/>
                    <a:pt x="745167" y="1159315"/>
                  </a:cubicBezTo>
                  <a:cubicBezTo>
                    <a:pt x="662722" y="1038962"/>
                    <a:pt x="598477" y="918428"/>
                    <a:pt x="540862" y="784877"/>
                  </a:cubicBezTo>
                  <a:cubicBezTo>
                    <a:pt x="540561" y="784274"/>
                    <a:pt x="540681" y="783732"/>
                    <a:pt x="540500" y="783129"/>
                  </a:cubicBezTo>
                  <a:cubicBezTo>
                    <a:pt x="518322" y="777585"/>
                    <a:pt x="496023" y="772402"/>
                    <a:pt x="473845" y="766736"/>
                  </a:cubicBezTo>
                  <a:cubicBezTo>
                    <a:pt x="504401" y="794640"/>
                    <a:pt x="522661" y="841889"/>
                    <a:pt x="538391" y="877266"/>
                  </a:cubicBezTo>
                  <a:cubicBezTo>
                    <a:pt x="566897" y="941209"/>
                    <a:pt x="591788" y="1006840"/>
                    <a:pt x="617823" y="1071808"/>
                  </a:cubicBezTo>
                  <a:cubicBezTo>
                    <a:pt x="644099" y="1137559"/>
                    <a:pt x="668628" y="1203250"/>
                    <a:pt x="680561" y="1273280"/>
                  </a:cubicBezTo>
                  <a:cubicBezTo>
                    <a:pt x="692674" y="1344455"/>
                    <a:pt x="699123" y="1416474"/>
                    <a:pt x="714129" y="1487167"/>
                  </a:cubicBezTo>
                  <a:cubicBezTo>
                    <a:pt x="716118" y="1496569"/>
                    <a:pt x="703281" y="1504524"/>
                    <a:pt x="695989" y="1497835"/>
                  </a:cubicBezTo>
                  <a:cubicBezTo>
                    <a:pt x="610651" y="1419126"/>
                    <a:pt x="550445" y="1286418"/>
                    <a:pt x="518563" y="1176672"/>
                  </a:cubicBezTo>
                  <a:cubicBezTo>
                    <a:pt x="498133" y="1106461"/>
                    <a:pt x="489274" y="1032453"/>
                    <a:pt x="476798" y="960555"/>
                  </a:cubicBezTo>
                  <a:cubicBezTo>
                    <a:pt x="467276" y="905592"/>
                    <a:pt x="452692" y="851231"/>
                    <a:pt x="438288" y="797232"/>
                  </a:cubicBezTo>
                  <a:cubicBezTo>
                    <a:pt x="436239" y="789578"/>
                    <a:pt x="434190" y="781864"/>
                    <a:pt x="432141" y="774210"/>
                  </a:cubicBezTo>
                  <a:cubicBezTo>
                    <a:pt x="430875" y="769328"/>
                    <a:pt x="430574" y="760288"/>
                    <a:pt x="428344" y="756069"/>
                  </a:cubicBezTo>
                  <a:cubicBezTo>
                    <a:pt x="425391" y="750645"/>
                    <a:pt x="412313" y="749139"/>
                    <a:pt x="406889" y="747330"/>
                  </a:cubicBezTo>
                  <a:cubicBezTo>
                    <a:pt x="397306" y="744136"/>
                    <a:pt x="387844" y="740701"/>
                    <a:pt x="378503" y="736965"/>
                  </a:cubicBezTo>
                  <a:cubicBezTo>
                    <a:pt x="374525" y="735337"/>
                    <a:pt x="370548" y="733650"/>
                    <a:pt x="366570" y="732023"/>
                  </a:cubicBezTo>
                  <a:cubicBezTo>
                    <a:pt x="382601" y="758118"/>
                    <a:pt x="386760" y="791446"/>
                    <a:pt x="393329" y="821338"/>
                  </a:cubicBezTo>
                  <a:cubicBezTo>
                    <a:pt x="406587" y="881485"/>
                    <a:pt x="412494" y="943078"/>
                    <a:pt x="409540" y="1004670"/>
                  </a:cubicBezTo>
                  <a:cubicBezTo>
                    <a:pt x="402128" y="1157568"/>
                    <a:pt x="383505" y="1304318"/>
                    <a:pt x="399114" y="1457215"/>
                  </a:cubicBezTo>
                  <a:cubicBezTo>
                    <a:pt x="399958" y="1465411"/>
                    <a:pt x="390315" y="1472402"/>
                    <a:pt x="383324" y="1466496"/>
                  </a:cubicBezTo>
                  <a:cubicBezTo>
                    <a:pt x="296540" y="1393513"/>
                    <a:pt x="263273" y="1288588"/>
                    <a:pt x="267431" y="1177094"/>
                  </a:cubicBezTo>
                  <a:cubicBezTo>
                    <a:pt x="273277" y="1020882"/>
                    <a:pt x="358133" y="882208"/>
                    <a:pt x="334568" y="724128"/>
                  </a:cubicBezTo>
                  <a:cubicBezTo>
                    <a:pt x="334267" y="722139"/>
                    <a:pt x="334388" y="720331"/>
                    <a:pt x="334870" y="718704"/>
                  </a:cubicBezTo>
                  <a:lnTo>
                    <a:pt x="334629" y="718885"/>
                  </a:lnTo>
                  <a:cubicBezTo>
                    <a:pt x="331676" y="717498"/>
                    <a:pt x="328783" y="716233"/>
                    <a:pt x="325890" y="714967"/>
                  </a:cubicBezTo>
                  <a:cubicBezTo>
                    <a:pt x="324082" y="714726"/>
                    <a:pt x="322515" y="713943"/>
                    <a:pt x="321069" y="712858"/>
                  </a:cubicBezTo>
                  <a:cubicBezTo>
                    <a:pt x="291538" y="699659"/>
                    <a:pt x="262549" y="685617"/>
                    <a:pt x="233923" y="670671"/>
                  </a:cubicBezTo>
                  <a:cubicBezTo>
                    <a:pt x="277978" y="741726"/>
                    <a:pt x="268877" y="862079"/>
                    <a:pt x="253389" y="932049"/>
                  </a:cubicBezTo>
                  <a:cubicBezTo>
                    <a:pt x="239467" y="994907"/>
                    <a:pt x="219097" y="1055716"/>
                    <a:pt x="201800" y="1117611"/>
                  </a:cubicBezTo>
                  <a:cubicBezTo>
                    <a:pt x="186613" y="1172092"/>
                    <a:pt x="161662" y="1246461"/>
                    <a:pt x="172691" y="1307331"/>
                  </a:cubicBezTo>
                  <a:cubicBezTo>
                    <a:pt x="176187" y="1319083"/>
                    <a:pt x="179923" y="1330835"/>
                    <a:pt x="184142" y="1342587"/>
                  </a:cubicBezTo>
                  <a:cubicBezTo>
                    <a:pt x="189446" y="1357292"/>
                    <a:pt x="168955" y="1365850"/>
                    <a:pt x="161904" y="1351989"/>
                  </a:cubicBezTo>
                  <a:cubicBezTo>
                    <a:pt x="156239" y="1340779"/>
                    <a:pt x="152201" y="1328967"/>
                    <a:pt x="149428" y="1316733"/>
                  </a:cubicBezTo>
                  <a:cubicBezTo>
                    <a:pt x="116944" y="1217051"/>
                    <a:pt x="110014" y="1110740"/>
                    <a:pt x="121766" y="1006418"/>
                  </a:cubicBezTo>
                  <a:cubicBezTo>
                    <a:pt x="128877" y="942897"/>
                    <a:pt x="140027" y="879918"/>
                    <a:pt x="154310" y="817602"/>
                  </a:cubicBezTo>
                  <a:cubicBezTo>
                    <a:pt x="157926" y="801993"/>
                    <a:pt x="191013" y="647890"/>
                    <a:pt x="192700" y="648553"/>
                  </a:cubicBezTo>
                  <a:cubicBezTo>
                    <a:pt x="183901" y="645299"/>
                    <a:pt x="176127" y="638910"/>
                    <a:pt x="168051" y="634210"/>
                  </a:cubicBezTo>
                  <a:cubicBezTo>
                    <a:pt x="159433" y="629147"/>
                    <a:pt x="150814" y="624024"/>
                    <a:pt x="142317" y="618781"/>
                  </a:cubicBezTo>
                  <a:cubicBezTo>
                    <a:pt x="135567" y="614683"/>
                    <a:pt x="128877" y="610525"/>
                    <a:pt x="122188" y="606366"/>
                  </a:cubicBezTo>
                  <a:cubicBezTo>
                    <a:pt x="133156" y="636379"/>
                    <a:pt x="134422" y="674166"/>
                    <a:pt x="133940" y="702311"/>
                  </a:cubicBezTo>
                  <a:cubicBezTo>
                    <a:pt x="132975" y="759324"/>
                    <a:pt x="119898" y="813443"/>
                    <a:pt x="98021" y="866056"/>
                  </a:cubicBezTo>
                  <a:cubicBezTo>
                    <a:pt x="69996" y="933495"/>
                    <a:pt x="32932" y="998041"/>
                    <a:pt x="10091" y="1067529"/>
                  </a:cubicBezTo>
                  <a:lnTo>
                    <a:pt x="0" y="1118340"/>
                  </a:lnTo>
                  <a:lnTo>
                    <a:pt x="0" y="773825"/>
                  </a:lnTo>
                  <a:lnTo>
                    <a:pt x="10573" y="749199"/>
                  </a:lnTo>
                  <a:cubicBezTo>
                    <a:pt x="33475" y="695200"/>
                    <a:pt x="46010" y="628183"/>
                    <a:pt x="83255" y="582259"/>
                  </a:cubicBezTo>
                  <a:cubicBezTo>
                    <a:pt x="69936" y="574003"/>
                    <a:pt x="56617" y="565867"/>
                    <a:pt x="43238" y="557791"/>
                  </a:cubicBezTo>
                  <a:cubicBezTo>
                    <a:pt x="49717" y="605613"/>
                    <a:pt x="34092" y="652139"/>
                    <a:pt x="10189" y="695667"/>
                  </a:cubicBezTo>
                  <a:lnTo>
                    <a:pt x="0" y="710433"/>
                  </a:lnTo>
                  <a:lnTo>
                    <a:pt x="0" y="561721"/>
                  </a:lnTo>
                  <a:lnTo>
                    <a:pt x="10814" y="538506"/>
                  </a:lnTo>
                  <a:lnTo>
                    <a:pt x="0" y="533069"/>
                  </a:lnTo>
                  <a:lnTo>
                    <a:pt x="0" y="508867"/>
                  </a:lnTo>
                  <a:lnTo>
                    <a:pt x="50771" y="536457"/>
                  </a:lnTo>
                  <a:cubicBezTo>
                    <a:pt x="119837" y="434605"/>
                    <a:pt x="127431" y="302802"/>
                    <a:pt x="187457" y="195526"/>
                  </a:cubicBezTo>
                  <a:cubicBezTo>
                    <a:pt x="233682" y="112840"/>
                    <a:pt x="306303" y="51669"/>
                    <a:pt x="385614" y="2190"/>
                  </a:cubicBezTo>
                  <a:cubicBezTo>
                    <a:pt x="390044" y="-552"/>
                    <a:pt x="395845" y="-642"/>
                    <a:pt x="400275" y="1490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" name="任意多边形: 形状 46"/>
            <p:cNvSpPr/>
            <p:nvPr/>
          </p:nvSpPr>
          <p:spPr>
            <a:xfrm>
              <a:off x="9692446" y="26291"/>
              <a:ext cx="2499554" cy="1309023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" name="任意多边形: 形状 47"/>
            <p:cNvSpPr/>
            <p:nvPr/>
          </p:nvSpPr>
          <p:spPr>
            <a:xfrm>
              <a:off x="8948735" y="4782630"/>
              <a:ext cx="3240931" cy="2075370"/>
            </a:xfrm>
            <a:custGeom>
              <a:avLst/>
              <a:gdLst>
                <a:gd name="connsiteX0" fmla="*/ 1095917 w 3240931"/>
                <a:gd name="connsiteY0" fmla="*/ 707 h 2075370"/>
                <a:gd name="connsiteX1" fmla="*/ 2408409 w 3240931"/>
                <a:gd name="connsiteY1" fmla="*/ 368508 h 2075370"/>
                <a:gd name="connsiteX2" fmla="*/ 3000290 w 3240931"/>
                <a:gd name="connsiteY2" fmla="*/ 1112292 h 2075370"/>
                <a:gd name="connsiteX3" fmla="*/ 3238392 w 3240931"/>
                <a:gd name="connsiteY3" fmla="*/ 1896017 h 2075370"/>
                <a:gd name="connsiteX4" fmla="*/ 3240931 w 3240931"/>
                <a:gd name="connsiteY4" fmla="*/ 2075370 h 2075370"/>
                <a:gd name="connsiteX5" fmla="*/ 184065 w 3240931"/>
                <a:gd name="connsiteY5" fmla="*/ 2075370 h 2075370"/>
                <a:gd name="connsiteX6" fmla="*/ 178346 w 3240931"/>
                <a:gd name="connsiteY6" fmla="*/ 2049159 h 2075370"/>
                <a:gd name="connsiteX7" fmla="*/ 141885 w 3240931"/>
                <a:gd name="connsiteY7" fmla="*/ 1716090 h 2075370"/>
                <a:gd name="connsiteX8" fmla="*/ 16144 w 3240931"/>
                <a:gd name="connsiteY8" fmla="*/ 1209834 h 2075370"/>
                <a:gd name="connsiteX9" fmla="*/ 288297 w 3240931"/>
                <a:gd name="connsiteY9" fmla="*/ 525447 h 2075370"/>
                <a:gd name="connsiteX10" fmla="*/ 1095917 w 3240931"/>
                <a:gd name="connsiteY10" fmla="*/ 707 h 207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40931" h="2075370">
                  <a:moveTo>
                    <a:pt x="1095917" y="707"/>
                  </a:moveTo>
                  <a:cubicBezTo>
                    <a:pt x="1583045" y="-9713"/>
                    <a:pt x="2016239" y="94188"/>
                    <a:pt x="2408409" y="368508"/>
                  </a:cubicBezTo>
                  <a:cubicBezTo>
                    <a:pt x="2648062" y="536102"/>
                    <a:pt x="2865645" y="868288"/>
                    <a:pt x="3000290" y="1112292"/>
                  </a:cubicBezTo>
                  <a:cubicBezTo>
                    <a:pt x="3130293" y="1347848"/>
                    <a:pt x="3217459" y="1621050"/>
                    <a:pt x="3238392" y="1896017"/>
                  </a:cubicBezTo>
                  <a:lnTo>
                    <a:pt x="3240931" y="2075370"/>
                  </a:lnTo>
                  <a:lnTo>
                    <a:pt x="184065" y="2075370"/>
                  </a:lnTo>
                  <a:lnTo>
                    <a:pt x="178346" y="2049159"/>
                  </a:lnTo>
                  <a:cubicBezTo>
                    <a:pt x="161125" y="1939373"/>
                    <a:pt x="154224" y="1827555"/>
                    <a:pt x="141885" y="1716090"/>
                  </a:cubicBezTo>
                  <a:cubicBezTo>
                    <a:pt x="122233" y="1539018"/>
                    <a:pt x="55832" y="1382020"/>
                    <a:pt x="16144" y="1209834"/>
                  </a:cubicBezTo>
                  <a:cubicBezTo>
                    <a:pt x="-60941" y="875235"/>
                    <a:pt x="155942" y="787228"/>
                    <a:pt x="288297" y="525447"/>
                  </a:cubicBezTo>
                  <a:cubicBezTo>
                    <a:pt x="468419" y="169125"/>
                    <a:pt x="664885" y="9890"/>
                    <a:pt x="1095917" y="707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" name="任意多边形: 形状 48"/>
            <p:cNvSpPr/>
            <p:nvPr/>
          </p:nvSpPr>
          <p:spPr>
            <a:xfrm>
              <a:off x="753602" y="5302693"/>
              <a:ext cx="4035661" cy="1555308"/>
            </a:xfrm>
            <a:custGeom>
              <a:avLst/>
              <a:gdLst>
                <a:gd name="connsiteX0" fmla="*/ 1032399 w 3740437"/>
                <a:gd name="connsiteY0" fmla="*/ 391 h 1311620"/>
                <a:gd name="connsiteX1" fmla="*/ 1318141 w 3740437"/>
                <a:gd name="connsiteY1" fmla="*/ 93846 h 1311620"/>
                <a:gd name="connsiteX2" fmla="*/ 1591871 w 3740437"/>
                <a:gd name="connsiteY2" fmla="*/ 313336 h 1311620"/>
                <a:gd name="connsiteX3" fmla="*/ 1913755 w 3740437"/>
                <a:gd name="connsiteY3" fmla="*/ 419021 h 1311620"/>
                <a:gd name="connsiteX4" fmla="*/ 2249844 w 3740437"/>
                <a:gd name="connsiteY4" fmla="*/ 466901 h 1311620"/>
                <a:gd name="connsiteX5" fmla="*/ 2812497 w 3740437"/>
                <a:gd name="connsiteY5" fmla="*/ 770851 h 1311620"/>
                <a:gd name="connsiteX6" fmla="*/ 3462353 w 3740437"/>
                <a:gd name="connsiteY6" fmla="*/ 945312 h 1311620"/>
                <a:gd name="connsiteX7" fmla="*/ 3695753 w 3740437"/>
                <a:gd name="connsiteY7" fmla="*/ 1228867 h 1311620"/>
                <a:gd name="connsiteX8" fmla="*/ 3740437 w 3740437"/>
                <a:gd name="connsiteY8" fmla="*/ 1311620 h 1311620"/>
                <a:gd name="connsiteX9" fmla="*/ 3699924 w 3740437"/>
                <a:gd name="connsiteY9" fmla="*/ 1311620 h 1311620"/>
                <a:gd name="connsiteX10" fmla="*/ 3678387 w 3740437"/>
                <a:gd name="connsiteY10" fmla="*/ 1273229 h 1311620"/>
                <a:gd name="connsiteX11" fmla="*/ 3465973 w 3740437"/>
                <a:gd name="connsiteY11" fmla="*/ 987213 h 1311620"/>
                <a:gd name="connsiteX12" fmla="*/ 2841455 w 3740437"/>
                <a:gd name="connsiteY12" fmla="*/ 812752 h 1311620"/>
                <a:gd name="connsiteX13" fmla="*/ 2330850 w 3740437"/>
                <a:gd name="connsiteY13" fmla="*/ 534524 h 1311620"/>
                <a:gd name="connsiteX14" fmla="*/ 2024542 w 3740437"/>
                <a:gd name="connsiteY14" fmla="*/ 455274 h 1311620"/>
                <a:gd name="connsiteX15" fmla="*/ 1738800 w 3740437"/>
                <a:gd name="connsiteY15" fmla="*/ 420447 h 1311620"/>
                <a:gd name="connsiteX16" fmla="*/ 1155965 w 3740437"/>
                <a:gd name="connsiteY16" fmla="*/ 47338 h 1311620"/>
                <a:gd name="connsiteX17" fmla="*/ 571538 w 3740437"/>
                <a:gd name="connsiteY17" fmla="*/ 186644 h 1311620"/>
                <a:gd name="connsiteX18" fmla="*/ 29781 w 3740437"/>
                <a:gd name="connsiteY18" fmla="*/ 1271310 h 1311620"/>
                <a:gd name="connsiteX19" fmla="*/ 29672 w 3740437"/>
                <a:gd name="connsiteY19" fmla="*/ 1271310 h 1311620"/>
                <a:gd name="connsiteX20" fmla="*/ 8776 w 3740437"/>
                <a:gd name="connsiteY20" fmla="*/ 1273064 h 1311620"/>
                <a:gd name="connsiteX21" fmla="*/ 4333 w 3740437"/>
                <a:gd name="connsiteY21" fmla="*/ 1241529 h 1311620"/>
                <a:gd name="connsiteX22" fmla="*/ 123511 w 3740437"/>
                <a:gd name="connsiteY22" fmla="*/ 686554 h 1311620"/>
                <a:gd name="connsiteX23" fmla="*/ 505560 w 3740437"/>
                <a:gd name="connsiteY23" fmla="*/ 200739 h 1311620"/>
                <a:gd name="connsiteX24" fmla="*/ 1032399 w 3740437"/>
                <a:gd name="connsiteY24" fmla="*/ 391 h 131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740437" h="1311620">
                  <a:moveTo>
                    <a:pt x="1032399" y="391"/>
                  </a:moveTo>
                  <a:cubicBezTo>
                    <a:pt x="1136275" y="4175"/>
                    <a:pt x="1232089" y="34998"/>
                    <a:pt x="1318141" y="93846"/>
                  </a:cubicBezTo>
                  <a:cubicBezTo>
                    <a:pt x="1414942" y="159989"/>
                    <a:pt x="1495728" y="246315"/>
                    <a:pt x="1591871" y="313336"/>
                  </a:cubicBezTo>
                  <a:cubicBezTo>
                    <a:pt x="1690317" y="381946"/>
                    <a:pt x="1795181" y="411124"/>
                    <a:pt x="1913755" y="419021"/>
                  </a:cubicBezTo>
                  <a:cubicBezTo>
                    <a:pt x="2027832" y="426645"/>
                    <a:pt x="2141087" y="426974"/>
                    <a:pt x="2249844" y="466901"/>
                  </a:cubicBezTo>
                  <a:cubicBezTo>
                    <a:pt x="2451728" y="541106"/>
                    <a:pt x="2609681" y="699004"/>
                    <a:pt x="2812497" y="770851"/>
                  </a:cubicBezTo>
                  <a:cubicBezTo>
                    <a:pt x="3025185" y="846208"/>
                    <a:pt x="3271823" y="806829"/>
                    <a:pt x="3462353" y="945312"/>
                  </a:cubicBezTo>
                  <a:cubicBezTo>
                    <a:pt x="3562473" y="1018091"/>
                    <a:pt x="3633456" y="1120007"/>
                    <a:pt x="3695753" y="1228867"/>
                  </a:cubicBezTo>
                  <a:lnTo>
                    <a:pt x="3740437" y="1311620"/>
                  </a:lnTo>
                  <a:lnTo>
                    <a:pt x="3699924" y="1311620"/>
                  </a:lnTo>
                  <a:lnTo>
                    <a:pt x="3678387" y="1273229"/>
                  </a:lnTo>
                  <a:cubicBezTo>
                    <a:pt x="3621074" y="1172699"/>
                    <a:pt x="3559319" y="1059006"/>
                    <a:pt x="3465973" y="987213"/>
                  </a:cubicBezTo>
                  <a:cubicBezTo>
                    <a:pt x="3280871" y="844836"/>
                    <a:pt x="3052553" y="879663"/>
                    <a:pt x="2841455" y="812752"/>
                  </a:cubicBezTo>
                  <a:cubicBezTo>
                    <a:pt x="2652679" y="752916"/>
                    <a:pt x="2505915" y="621179"/>
                    <a:pt x="2330850" y="534524"/>
                  </a:cubicBezTo>
                  <a:cubicBezTo>
                    <a:pt x="2232459" y="485822"/>
                    <a:pt x="2133792" y="462129"/>
                    <a:pt x="2024542" y="455274"/>
                  </a:cubicBezTo>
                  <a:cubicBezTo>
                    <a:pt x="1928728" y="449296"/>
                    <a:pt x="1831433" y="448363"/>
                    <a:pt x="1738800" y="420447"/>
                  </a:cubicBezTo>
                  <a:cubicBezTo>
                    <a:pt x="1510646" y="351672"/>
                    <a:pt x="1385271" y="110574"/>
                    <a:pt x="1155965" y="47338"/>
                  </a:cubicBezTo>
                  <a:cubicBezTo>
                    <a:pt x="953258" y="-8549"/>
                    <a:pt x="736621" y="67466"/>
                    <a:pt x="571538" y="186644"/>
                  </a:cubicBezTo>
                  <a:cubicBezTo>
                    <a:pt x="245157" y="422257"/>
                    <a:pt x="-13217" y="858712"/>
                    <a:pt x="29781" y="1271310"/>
                  </a:cubicBezTo>
                  <a:lnTo>
                    <a:pt x="29672" y="1271310"/>
                  </a:lnTo>
                  <a:cubicBezTo>
                    <a:pt x="31098" y="1284856"/>
                    <a:pt x="10860" y="1286282"/>
                    <a:pt x="8776" y="1273064"/>
                  </a:cubicBezTo>
                  <a:cubicBezTo>
                    <a:pt x="7130" y="1262590"/>
                    <a:pt x="5485" y="1252114"/>
                    <a:pt x="4333" y="1241529"/>
                  </a:cubicBezTo>
                  <a:cubicBezTo>
                    <a:pt x="-16508" y="1051766"/>
                    <a:pt x="40202" y="855641"/>
                    <a:pt x="123511" y="686554"/>
                  </a:cubicBezTo>
                  <a:cubicBezTo>
                    <a:pt x="214773" y="501288"/>
                    <a:pt x="343055" y="329514"/>
                    <a:pt x="505560" y="200739"/>
                  </a:cubicBezTo>
                  <a:cubicBezTo>
                    <a:pt x="654025" y="83097"/>
                    <a:pt x="838742" y="-6684"/>
                    <a:pt x="1032399" y="391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50" name="任意多边形: 形状 49"/>
            <p:cNvSpPr/>
            <p:nvPr/>
          </p:nvSpPr>
          <p:spPr>
            <a:xfrm>
              <a:off x="0" y="1"/>
              <a:ext cx="2247308" cy="3316621"/>
            </a:xfrm>
            <a:custGeom>
              <a:avLst/>
              <a:gdLst>
                <a:gd name="connsiteX0" fmla="*/ 850720 w 2247308"/>
                <a:gd name="connsiteY0" fmla="*/ 120 h 3316621"/>
                <a:gd name="connsiteX1" fmla="*/ 859271 w 2247308"/>
                <a:gd name="connsiteY1" fmla="*/ 5282 h 3316621"/>
                <a:gd name="connsiteX2" fmla="*/ 1432418 w 2247308"/>
                <a:gd name="connsiteY2" fmla="*/ 416551 h 3316621"/>
                <a:gd name="connsiteX3" fmla="*/ 1756237 w 2247308"/>
                <a:gd name="connsiteY3" fmla="*/ 504605 h 3316621"/>
                <a:gd name="connsiteX4" fmla="*/ 2007768 w 2247308"/>
                <a:gd name="connsiteY4" fmla="*/ 567405 h 3316621"/>
                <a:gd name="connsiteX5" fmla="*/ 2203783 w 2247308"/>
                <a:gd name="connsiteY5" fmla="*/ 895365 h 3316621"/>
                <a:gd name="connsiteX6" fmla="*/ 2113927 w 2247308"/>
                <a:gd name="connsiteY6" fmla="*/ 1179099 h 3316621"/>
                <a:gd name="connsiteX7" fmla="*/ 2212068 w 2247308"/>
                <a:gd name="connsiteY7" fmla="*/ 1520688 h 3316621"/>
                <a:gd name="connsiteX8" fmla="*/ 2169644 w 2247308"/>
                <a:gd name="connsiteY8" fmla="*/ 1833818 h 3316621"/>
                <a:gd name="connsiteX9" fmla="*/ 1873752 w 2247308"/>
                <a:gd name="connsiteY9" fmla="*/ 2005113 h 3316621"/>
                <a:gd name="connsiteX10" fmla="*/ 1519669 w 2247308"/>
                <a:gd name="connsiteY10" fmla="*/ 2165854 h 3316621"/>
                <a:gd name="connsiteX11" fmla="*/ 1404625 w 2247308"/>
                <a:gd name="connsiteY11" fmla="*/ 2354787 h 3316621"/>
                <a:gd name="connsiteX12" fmla="*/ 1397210 w 2247308"/>
                <a:gd name="connsiteY12" fmla="*/ 2557348 h 3316621"/>
                <a:gd name="connsiteX13" fmla="*/ 830009 w 2247308"/>
                <a:gd name="connsiteY13" fmla="*/ 3062819 h 3316621"/>
                <a:gd name="connsiteX14" fmla="*/ 418714 w 2247308"/>
                <a:gd name="connsiteY14" fmla="*/ 3204510 h 3316621"/>
                <a:gd name="connsiteX15" fmla="*/ 0 w 2247308"/>
                <a:gd name="connsiteY15" fmla="*/ 3316621 h 3316621"/>
                <a:gd name="connsiteX16" fmla="*/ 0 w 2247308"/>
                <a:gd name="connsiteY16" fmla="*/ 3277921 h 3316621"/>
                <a:gd name="connsiteX17" fmla="*/ 129013 w 2247308"/>
                <a:gd name="connsiteY17" fmla="*/ 3232496 h 3316621"/>
                <a:gd name="connsiteX18" fmla="*/ 1105792 w 2247308"/>
                <a:gd name="connsiteY18" fmla="*/ 2870411 h 3316621"/>
                <a:gd name="connsiteX19" fmla="*/ 1326727 w 2247308"/>
                <a:gd name="connsiteY19" fmla="*/ 2655690 h 3316621"/>
                <a:gd name="connsiteX20" fmla="*/ 1355120 w 2247308"/>
                <a:gd name="connsiteY20" fmla="*/ 2376566 h 3316621"/>
                <a:gd name="connsiteX21" fmla="*/ 1647806 w 2247308"/>
                <a:gd name="connsiteY21" fmla="*/ 2044263 h 3316621"/>
                <a:gd name="connsiteX22" fmla="*/ 2009973 w 2247308"/>
                <a:gd name="connsiteY22" fmla="*/ 1903565 h 3316621"/>
                <a:gd name="connsiteX23" fmla="*/ 2188217 w 2247308"/>
                <a:gd name="connsiteY23" fmla="*/ 1553090 h 3316621"/>
                <a:gd name="connsiteX24" fmla="*/ 2086067 w 2247308"/>
                <a:gd name="connsiteY24" fmla="*/ 1171282 h 3316621"/>
                <a:gd name="connsiteX25" fmla="*/ 2182805 w 2247308"/>
                <a:gd name="connsiteY25" fmla="*/ 773574 h 3316621"/>
                <a:gd name="connsiteX26" fmla="*/ 1920249 w 2247308"/>
                <a:gd name="connsiteY26" fmla="*/ 568206 h 3316621"/>
                <a:gd name="connsiteX27" fmla="*/ 1528621 w 2247308"/>
                <a:gd name="connsiteY27" fmla="*/ 474609 h 3316621"/>
                <a:gd name="connsiteX28" fmla="*/ 838025 w 2247308"/>
                <a:gd name="connsiteY28" fmla="*/ 17574 h 3316621"/>
                <a:gd name="connsiteX29" fmla="*/ 838092 w 2247308"/>
                <a:gd name="connsiteY29" fmla="*/ 17641 h 3316621"/>
                <a:gd name="connsiteX30" fmla="*/ 850720 w 2247308"/>
                <a:gd name="connsiteY30" fmla="*/ 120 h 3316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47308" h="3316621">
                  <a:moveTo>
                    <a:pt x="850720" y="120"/>
                  </a:moveTo>
                  <a:cubicBezTo>
                    <a:pt x="853876" y="547"/>
                    <a:pt x="856949" y="2142"/>
                    <a:pt x="859271" y="5282"/>
                  </a:cubicBezTo>
                  <a:cubicBezTo>
                    <a:pt x="1005180" y="202032"/>
                    <a:pt x="1201328" y="337719"/>
                    <a:pt x="1432418" y="416551"/>
                  </a:cubicBezTo>
                  <a:cubicBezTo>
                    <a:pt x="1538308" y="452628"/>
                    <a:pt x="1646805" y="481422"/>
                    <a:pt x="1756237" y="504605"/>
                  </a:cubicBezTo>
                  <a:cubicBezTo>
                    <a:pt x="1840347" y="522442"/>
                    <a:pt x="1926998" y="536940"/>
                    <a:pt x="2007768" y="567405"/>
                  </a:cubicBezTo>
                  <a:cubicBezTo>
                    <a:pt x="2155747" y="623323"/>
                    <a:pt x="2239994" y="732554"/>
                    <a:pt x="2203783" y="895365"/>
                  </a:cubicBezTo>
                  <a:cubicBezTo>
                    <a:pt x="2182338" y="991769"/>
                    <a:pt x="2128892" y="1082160"/>
                    <a:pt x="2113927" y="1179099"/>
                  </a:cubicBezTo>
                  <a:cubicBezTo>
                    <a:pt x="2094953" y="1301892"/>
                    <a:pt x="2159824" y="1414664"/>
                    <a:pt x="2212068" y="1520688"/>
                  </a:cubicBezTo>
                  <a:cubicBezTo>
                    <a:pt x="2268520" y="1635264"/>
                    <a:pt x="2259100" y="1736077"/>
                    <a:pt x="2169644" y="1833818"/>
                  </a:cubicBezTo>
                  <a:cubicBezTo>
                    <a:pt x="2090743" y="1920067"/>
                    <a:pt x="1981779" y="1966365"/>
                    <a:pt x="1873752" y="2005113"/>
                  </a:cubicBezTo>
                  <a:cubicBezTo>
                    <a:pt x="1754699" y="2047804"/>
                    <a:pt x="1617543" y="2081408"/>
                    <a:pt x="1519669" y="2165854"/>
                  </a:cubicBezTo>
                  <a:cubicBezTo>
                    <a:pt x="1462548" y="2215091"/>
                    <a:pt x="1418521" y="2279360"/>
                    <a:pt x="1404625" y="2354787"/>
                  </a:cubicBezTo>
                  <a:cubicBezTo>
                    <a:pt x="1392132" y="2422464"/>
                    <a:pt x="1402755" y="2489472"/>
                    <a:pt x="1397210" y="2557348"/>
                  </a:cubicBezTo>
                  <a:cubicBezTo>
                    <a:pt x="1375430" y="2825984"/>
                    <a:pt x="1047937" y="2974966"/>
                    <a:pt x="830009" y="3062819"/>
                  </a:cubicBezTo>
                  <a:cubicBezTo>
                    <a:pt x="695858" y="3116866"/>
                    <a:pt x="558050" y="3163114"/>
                    <a:pt x="418714" y="3204510"/>
                  </a:cubicBezTo>
                  <a:lnTo>
                    <a:pt x="0" y="3316621"/>
                  </a:lnTo>
                  <a:lnTo>
                    <a:pt x="0" y="3277921"/>
                  </a:lnTo>
                  <a:lnTo>
                    <a:pt x="129013" y="3232496"/>
                  </a:lnTo>
                  <a:cubicBezTo>
                    <a:pt x="459981" y="3125058"/>
                    <a:pt x="810175" y="3064664"/>
                    <a:pt x="1105792" y="2870411"/>
                  </a:cubicBezTo>
                  <a:cubicBezTo>
                    <a:pt x="1186965" y="2817099"/>
                    <a:pt x="1286041" y="2747217"/>
                    <a:pt x="1326727" y="2655690"/>
                  </a:cubicBezTo>
                  <a:cubicBezTo>
                    <a:pt x="1366812" y="2565499"/>
                    <a:pt x="1341959" y="2470832"/>
                    <a:pt x="1355120" y="2376566"/>
                  </a:cubicBezTo>
                  <a:cubicBezTo>
                    <a:pt x="1378570" y="2208811"/>
                    <a:pt x="1499092" y="2106862"/>
                    <a:pt x="1647806" y="2044263"/>
                  </a:cubicBezTo>
                  <a:cubicBezTo>
                    <a:pt x="1766859" y="1994156"/>
                    <a:pt x="1895798" y="1964829"/>
                    <a:pt x="2009973" y="1903565"/>
                  </a:cubicBezTo>
                  <a:cubicBezTo>
                    <a:pt x="2139914" y="1833818"/>
                    <a:pt x="2259368" y="1706549"/>
                    <a:pt x="2188217" y="1553090"/>
                  </a:cubicBezTo>
                  <a:cubicBezTo>
                    <a:pt x="2134636" y="1437579"/>
                    <a:pt x="2058876" y="1303429"/>
                    <a:pt x="2086067" y="1171282"/>
                  </a:cubicBezTo>
                  <a:cubicBezTo>
                    <a:pt x="2112790" y="1041140"/>
                    <a:pt x="2210732" y="911933"/>
                    <a:pt x="2182805" y="773574"/>
                  </a:cubicBezTo>
                  <a:cubicBezTo>
                    <a:pt x="2157151" y="646505"/>
                    <a:pt x="2033423" y="597268"/>
                    <a:pt x="1920249" y="568206"/>
                  </a:cubicBezTo>
                  <a:cubicBezTo>
                    <a:pt x="1790108" y="534803"/>
                    <a:pt x="1657694" y="512689"/>
                    <a:pt x="1528621" y="474609"/>
                  </a:cubicBezTo>
                  <a:cubicBezTo>
                    <a:pt x="1249630" y="392301"/>
                    <a:pt x="1012329" y="255011"/>
                    <a:pt x="838025" y="17574"/>
                  </a:cubicBezTo>
                  <a:lnTo>
                    <a:pt x="838092" y="17641"/>
                  </a:lnTo>
                  <a:cubicBezTo>
                    <a:pt x="831028" y="8071"/>
                    <a:pt x="841250" y="-1161"/>
                    <a:pt x="850720" y="12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" name="任意多边形: 形状 50"/>
            <p:cNvSpPr/>
            <p:nvPr/>
          </p:nvSpPr>
          <p:spPr>
            <a:xfrm>
              <a:off x="9507289" y="5330128"/>
              <a:ext cx="2606447" cy="1527873"/>
            </a:xfrm>
            <a:custGeom>
              <a:avLst/>
              <a:gdLst>
                <a:gd name="connsiteX0" fmla="*/ 1155106 w 2011611"/>
                <a:gd name="connsiteY0" fmla="*/ 196 h 1527873"/>
                <a:gd name="connsiteX1" fmla="*/ 1249989 w 2011611"/>
                <a:gd name="connsiteY1" fmla="*/ 6021 h 1527873"/>
                <a:gd name="connsiteX2" fmla="*/ 1501178 w 2011611"/>
                <a:gd name="connsiteY2" fmla="*/ 171872 h 1527873"/>
                <a:gd name="connsiteX3" fmla="*/ 1637577 w 2011611"/>
                <a:gd name="connsiteY3" fmla="*/ 361086 h 1527873"/>
                <a:gd name="connsiteX4" fmla="*/ 1783136 w 2011611"/>
                <a:gd name="connsiteY4" fmla="*/ 521891 h 1527873"/>
                <a:gd name="connsiteX5" fmla="*/ 2011180 w 2011611"/>
                <a:gd name="connsiteY5" fmla="*/ 851399 h 1527873"/>
                <a:gd name="connsiteX6" fmla="*/ 1993355 w 2011611"/>
                <a:gd name="connsiteY6" fmla="*/ 859845 h 1527873"/>
                <a:gd name="connsiteX7" fmla="*/ 1785603 w 2011611"/>
                <a:gd name="connsiteY7" fmla="*/ 570594 h 1527873"/>
                <a:gd name="connsiteX8" fmla="*/ 1572641 w 2011611"/>
                <a:gd name="connsiteY8" fmla="*/ 325711 h 1527873"/>
                <a:gd name="connsiteX9" fmla="*/ 1349807 w 2011611"/>
                <a:gd name="connsiteY9" fmla="*/ 70628 h 1527873"/>
                <a:gd name="connsiteX10" fmla="*/ 1044760 w 2011611"/>
                <a:gd name="connsiteY10" fmla="*/ 42767 h 1527873"/>
                <a:gd name="connsiteX11" fmla="*/ 662711 w 2011611"/>
                <a:gd name="connsiteY11" fmla="*/ 76990 h 1527873"/>
                <a:gd name="connsiteX12" fmla="*/ 271887 w 2011611"/>
                <a:gd name="connsiteY12" fmla="*/ 163536 h 1527873"/>
                <a:gd name="connsiteX13" fmla="*/ 33586 w 2011611"/>
                <a:gd name="connsiteY13" fmla="*/ 698382 h 1527873"/>
                <a:gd name="connsiteX14" fmla="*/ 99290 w 2011611"/>
                <a:gd name="connsiteY14" fmla="*/ 1421236 h 1527873"/>
                <a:gd name="connsiteX15" fmla="*/ 125120 w 2011611"/>
                <a:gd name="connsiteY15" fmla="*/ 1527873 h 1527873"/>
                <a:gd name="connsiteX16" fmla="*/ 96405 w 2011611"/>
                <a:gd name="connsiteY16" fmla="*/ 1527873 h 1527873"/>
                <a:gd name="connsiteX17" fmla="*/ 69290 w 2011611"/>
                <a:gd name="connsiteY17" fmla="*/ 1416191 h 1527873"/>
                <a:gd name="connsiteX18" fmla="*/ 3915 w 2011611"/>
                <a:gd name="connsiteY18" fmla="*/ 700192 h 1527873"/>
                <a:gd name="connsiteX19" fmla="*/ 186932 w 2011611"/>
                <a:gd name="connsiteY19" fmla="*/ 188161 h 1527873"/>
                <a:gd name="connsiteX20" fmla="*/ 468780 w 2011611"/>
                <a:gd name="connsiteY20" fmla="*/ 71012 h 1527873"/>
                <a:gd name="connsiteX21" fmla="*/ 868214 w 2011611"/>
                <a:gd name="connsiteY21" fmla="*/ 32511 h 1527873"/>
                <a:gd name="connsiteX22" fmla="*/ 1155106 w 2011611"/>
                <a:gd name="connsiteY22" fmla="*/ 196 h 1527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11611" h="1527873">
                  <a:moveTo>
                    <a:pt x="1155106" y="196"/>
                  </a:moveTo>
                  <a:cubicBezTo>
                    <a:pt x="1186993" y="-588"/>
                    <a:pt x="1218686" y="907"/>
                    <a:pt x="1249989" y="6021"/>
                  </a:cubicBezTo>
                  <a:cubicBezTo>
                    <a:pt x="1357540" y="23626"/>
                    <a:pt x="1435584" y="87520"/>
                    <a:pt x="1501178" y="171872"/>
                  </a:cubicBezTo>
                  <a:cubicBezTo>
                    <a:pt x="1548894" y="233298"/>
                    <a:pt x="1588436" y="300812"/>
                    <a:pt x="1637577" y="361086"/>
                  </a:cubicBezTo>
                  <a:cubicBezTo>
                    <a:pt x="1683318" y="417193"/>
                    <a:pt x="1733611" y="469186"/>
                    <a:pt x="1783136" y="521891"/>
                  </a:cubicBezTo>
                  <a:cubicBezTo>
                    <a:pt x="1874068" y="618638"/>
                    <a:pt x="1971033" y="721856"/>
                    <a:pt x="2011180" y="851399"/>
                  </a:cubicBezTo>
                  <a:cubicBezTo>
                    <a:pt x="2014416" y="861819"/>
                    <a:pt x="1998565" y="870211"/>
                    <a:pt x="1993355" y="859845"/>
                  </a:cubicBezTo>
                  <a:cubicBezTo>
                    <a:pt x="1939005" y="751581"/>
                    <a:pt x="1868089" y="658949"/>
                    <a:pt x="1785603" y="570594"/>
                  </a:cubicBezTo>
                  <a:cubicBezTo>
                    <a:pt x="1712221" y="491891"/>
                    <a:pt x="1632532" y="415712"/>
                    <a:pt x="1572641" y="325711"/>
                  </a:cubicBezTo>
                  <a:cubicBezTo>
                    <a:pt x="1512641" y="235601"/>
                    <a:pt x="1448363" y="123937"/>
                    <a:pt x="1349807" y="70628"/>
                  </a:cubicBezTo>
                  <a:cubicBezTo>
                    <a:pt x="1256077" y="19897"/>
                    <a:pt x="1146936" y="26698"/>
                    <a:pt x="1044760" y="42767"/>
                  </a:cubicBezTo>
                  <a:cubicBezTo>
                    <a:pt x="918178" y="62621"/>
                    <a:pt x="790225" y="66076"/>
                    <a:pt x="662711" y="76990"/>
                  </a:cubicBezTo>
                  <a:cubicBezTo>
                    <a:pt x="533332" y="88069"/>
                    <a:pt x="387719" y="98928"/>
                    <a:pt x="271887" y="163536"/>
                  </a:cubicBezTo>
                  <a:cubicBezTo>
                    <a:pt x="90625" y="264669"/>
                    <a:pt x="44775" y="508893"/>
                    <a:pt x="33586" y="698382"/>
                  </a:cubicBezTo>
                  <a:cubicBezTo>
                    <a:pt x="19327" y="940193"/>
                    <a:pt x="49765" y="1184746"/>
                    <a:pt x="99290" y="1421236"/>
                  </a:cubicBezTo>
                  <a:lnTo>
                    <a:pt x="125120" y="1527873"/>
                  </a:lnTo>
                  <a:lnTo>
                    <a:pt x="96405" y="1527873"/>
                  </a:lnTo>
                  <a:lnTo>
                    <a:pt x="69290" y="1416191"/>
                  </a:lnTo>
                  <a:cubicBezTo>
                    <a:pt x="21630" y="1182113"/>
                    <a:pt x="-11771" y="939535"/>
                    <a:pt x="3915" y="700192"/>
                  </a:cubicBezTo>
                  <a:cubicBezTo>
                    <a:pt x="15487" y="523701"/>
                    <a:pt x="50423" y="314907"/>
                    <a:pt x="186932" y="188161"/>
                  </a:cubicBezTo>
                  <a:cubicBezTo>
                    <a:pt x="262947" y="117576"/>
                    <a:pt x="368907" y="88508"/>
                    <a:pt x="468780" y="71012"/>
                  </a:cubicBezTo>
                  <a:cubicBezTo>
                    <a:pt x="600846" y="47868"/>
                    <a:pt x="734777" y="42657"/>
                    <a:pt x="868214" y="32511"/>
                  </a:cubicBezTo>
                  <a:cubicBezTo>
                    <a:pt x="962040" y="25395"/>
                    <a:pt x="1059444" y="2546"/>
                    <a:pt x="1155106" y="196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" name="任意多边形: 形状 51"/>
            <p:cNvSpPr/>
            <p:nvPr/>
          </p:nvSpPr>
          <p:spPr>
            <a:xfrm>
              <a:off x="11074553" y="5051401"/>
              <a:ext cx="1117449" cy="1566848"/>
            </a:xfrm>
            <a:custGeom>
              <a:avLst/>
              <a:gdLst>
                <a:gd name="connsiteX0" fmla="*/ 722102 w 1015625"/>
                <a:gd name="connsiteY0" fmla="*/ 655 h 1424074"/>
                <a:gd name="connsiteX1" fmla="*/ 740807 w 1015625"/>
                <a:gd name="connsiteY1" fmla="*/ 9966 h 1424074"/>
                <a:gd name="connsiteX2" fmla="*/ 784681 w 1015625"/>
                <a:gd name="connsiteY2" fmla="*/ 197818 h 1424074"/>
                <a:gd name="connsiteX3" fmla="*/ 801977 w 1015625"/>
                <a:gd name="connsiteY3" fmla="*/ 373496 h 1424074"/>
                <a:gd name="connsiteX4" fmla="*/ 763045 w 1015625"/>
                <a:gd name="connsiteY4" fmla="*/ 568399 h 1424074"/>
                <a:gd name="connsiteX5" fmla="*/ 734237 w 1015625"/>
                <a:gd name="connsiteY5" fmla="*/ 751129 h 1424074"/>
                <a:gd name="connsiteX6" fmla="*/ 742735 w 1015625"/>
                <a:gd name="connsiteY6" fmla="*/ 757577 h 1424074"/>
                <a:gd name="connsiteX7" fmla="*/ 830665 w 1015625"/>
                <a:gd name="connsiteY7" fmla="*/ 845386 h 1424074"/>
                <a:gd name="connsiteX8" fmla="*/ 910639 w 1015625"/>
                <a:gd name="connsiteY8" fmla="*/ 985868 h 1424074"/>
                <a:gd name="connsiteX9" fmla="*/ 935831 w 1015625"/>
                <a:gd name="connsiteY9" fmla="*/ 777827 h 1424074"/>
                <a:gd name="connsiteX10" fmla="*/ 910699 w 1015625"/>
                <a:gd name="connsiteY10" fmla="*/ 534047 h 1424074"/>
                <a:gd name="connsiteX11" fmla="*/ 932094 w 1015625"/>
                <a:gd name="connsiteY11" fmla="*/ 323715 h 1424074"/>
                <a:gd name="connsiteX12" fmla="*/ 979374 w 1015625"/>
                <a:gd name="connsiteY12" fmla="*/ 219823 h 1424074"/>
                <a:gd name="connsiteX13" fmla="*/ 1015625 w 1015625"/>
                <a:gd name="connsiteY13" fmla="*/ 157325 h 1424074"/>
                <a:gd name="connsiteX14" fmla="*/ 1015625 w 1015625"/>
                <a:gd name="connsiteY14" fmla="*/ 897092 h 1424074"/>
                <a:gd name="connsiteX15" fmla="*/ 999307 w 1015625"/>
                <a:gd name="connsiteY15" fmla="*/ 917707 h 1424074"/>
                <a:gd name="connsiteX16" fmla="*/ 926670 w 1015625"/>
                <a:gd name="connsiteY16" fmla="*/ 1026790 h 1424074"/>
                <a:gd name="connsiteX17" fmla="*/ 943002 w 1015625"/>
                <a:gd name="connsiteY17" fmla="*/ 1074762 h 1424074"/>
                <a:gd name="connsiteX18" fmla="*/ 967169 w 1015625"/>
                <a:gd name="connsiteY18" fmla="*/ 1154616 h 1424074"/>
                <a:gd name="connsiteX19" fmla="*/ 998255 w 1015625"/>
                <a:gd name="connsiteY19" fmla="*/ 1065124 h 1424074"/>
                <a:gd name="connsiteX20" fmla="*/ 1015625 w 1015625"/>
                <a:gd name="connsiteY20" fmla="*/ 1027745 h 1424074"/>
                <a:gd name="connsiteX21" fmla="*/ 1015625 w 1015625"/>
                <a:gd name="connsiteY21" fmla="*/ 1159905 h 1424074"/>
                <a:gd name="connsiteX22" fmla="*/ 981875 w 1015625"/>
                <a:gd name="connsiteY22" fmla="*/ 1189450 h 1424074"/>
                <a:gd name="connsiteX23" fmla="*/ 978981 w 1015625"/>
                <a:gd name="connsiteY23" fmla="*/ 1191379 h 1424074"/>
                <a:gd name="connsiteX24" fmla="*/ 1008181 w 1015625"/>
                <a:gd name="connsiteY24" fmla="*/ 1266186 h 1424074"/>
                <a:gd name="connsiteX25" fmla="*/ 1015625 w 1015625"/>
                <a:gd name="connsiteY25" fmla="*/ 1278727 h 1424074"/>
                <a:gd name="connsiteX26" fmla="*/ 1015625 w 1015625"/>
                <a:gd name="connsiteY26" fmla="*/ 1324359 h 1424074"/>
                <a:gd name="connsiteX27" fmla="*/ 997929 w 1015625"/>
                <a:gd name="connsiteY27" fmla="*/ 1297389 h 1424074"/>
                <a:gd name="connsiteX28" fmla="*/ 962047 w 1015625"/>
                <a:gd name="connsiteY28" fmla="*/ 1214581 h 1424074"/>
                <a:gd name="connsiteX29" fmla="*/ 583209 w 1015625"/>
                <a:gd name="connsiteY29" fmla="*/ 1412377 h 1424074"/>
                <a:gd name="connsiteX30" fmla="*/ 226790 w 1015625"/>
                <a:gd name="connsiteY30" fmla="*/ 1421598 h 1424074"/>
                <a:gd name="connsiteX31" fmla="*/ 222270 w 1015625"/>
                <a:gd name="connsiteY31" fmla="*/ 1388271 h 1424074"/>
                <a:gd name="connsiteX32" fmla="*/ 592791 w 1015625"/>
                <a:gd name="connsiteY32" fmla="*/ 1159558 h 1424074"/>
                <a:gd name="connsiteX33" fmla="*/ 798061 w 1015625"/>
                <a:gd name="connsiteY33" fmla="*/ 1154797 h 1424074"/>
                <a:gd name="connsiteX34" fmla="*/ 949089 w 1015625"/>
                <a:gd name="connsiteY34" fmla="*/ 1176553 h 1424074"/>
                <a:gd name="connsiteX35" fmla="*/ 942581 w 1015625"/>
                <a:gd name="connsiteY35" fmla="*/ 1156122 h 1424074"/>
                <a:gd name="connsiteX36" fmla="*/ 913833 w 1015625"/>
                <a:gd name="connsiteY36" fmla="*/ 1063794 h 1424074"/>
                <a:gd name="connsiteX37" fmla="*/ 906782 w 1015625"/>
                <a:gd name="connsiteY37" fmla="*/ 1058490 h 1424074"/>
                <a:gd name="connsiteX38" fmla="*/ 784741 w 1015625"/>
                <a:gd name="connsiteY38" fmla="*/ 1014435 h 1424074"/>
                <a:gd name="connsiteX39" fmla="*/ 653842 w 1015625"/>
                <a:gd name="connsiteY39" fmla="*/ 1015219 h 1424074"/>
                <a:gd name="connsiteX40" fmla="*/ 417716 w 1015625"/>
                <a:gd name="connsiteY40" fmla="*/ 1009433 h 1424074"/>
                <a:gd name="connsiteX41" fmla="*/ 11034 w 1015625"/>
                <a:gd name="connsiteY41" fmla="*/ 763966 h 1424074"/>
                <a:gd name="connsiteX42" fmla="*/ 18688 w 1015625"/>
                <a:gd name="connsiteY42" fmla="*/ 734073 h 1424074"/>
                <a:gd name="connsiteX43" fmla="*/ 166644 w 1015625"/>
                <a:gd name="connsiteY43" fmla="*/ 751490 h 1424074"/>
                <a:gd name="connsiteX44" fmla="*/ 289890 w 1015625"/>
                <a:gd name="connsiteY44" fmla="*/ 746066 h 1424074"/>
                <a:gd name="connsiteX45" fmla="*/ 509201 w 1015625"/>
                <a:gd name="connsiteY45" fmla="*/ 780720 h 1424074"/>
                <a:gd name="connsiteX46" fmla="*/ 724474 w 1015625"/>
                <a:gd name="connsiteY46" fmla="*/ 909570 h 1424074"/>
                <a:gd name="connsiteX47" fmla="*/ 895391 w 1015625"/>
                <a:gd name="connsiteY47" fmla="*/ 1028055 h 1424074"/>
                <a:gd name="connsiteX48" fmla="*/ 902322 w 1015625"/>
                <a:gd name="connsiteY48" fmla="*/ 1030767 h 1424074"/>
                <a:gd name="connsiteX49" fmla="*/ 838560 w 1015625"/>
                <a:gd name="connsiteY49" fmla="*/ 897517 h 1424074"/>
                <a:gd name="connsiteX50" fmla="*/ 767988 w 1015625"/>
                <a:gd name="connsiteY50" fmla="*/ 811516 h 1424074"/>
                <a:gd name="connsiteX51" fmla="*/ 612017 w 1015625"/>
                <a:gd name="connsiteY51" fmla="*/ 688572 h 1424074"/>
                <a:gd name="connsiteX52" fmla="*/ 432662 w 1015625"/>
                <a:gd name="connsiteY52" fmla="*/ 581055 h 1424074"/>
                <a:gd name="connsiteX53" fmla="*/ 287901 w 1015625"/>
                <a:gd name="connsiteY53" fmla="*/ 447685 h 1424074"/>
                <a:gd name="connsiteX54" fmla="*/ 183458 w 1015625"/>
                <a:gd name="connsiteY54" fmla="*/ 272067 h 1424074"/>
                <a:gd name="connsiteX55" fmla="*/ 150252 w 1015625"/>
                <a:gd name="connsiteY55" fmla="*/ 166238 h 1424074"/>
                <a:gd name="connsiteX56" fmla="*/ 131568 w 1015625"/>
                <a:gd name="connsiteY56" fmla="*/ 60650 h 1424074"/>
                <a:gd name="connsiteX57" fmla="*/ 155916 w 1015625"/>
                <a:gd name="connsiteY57" fmla="*/ 50345 h 1424074"/>
                <a:gd name="connsiteX58" fmla="*/ 323097 w 1015625"/>
                <a:gd name="connsiteY58" fmla="*/ 186910 h 1424074"/>
                <a:gd name="connsiteX59" fmla="*/ 474126 w 1015625"/>
                <a:gd name="connsiteY59" fmla="*/ 328838 h 1424074"/>
                <a:gd name="connsiteX60" fmla="*/ 582667 w 1015625"/>
                <a:gd name="connsiteY60" fmla="*/ 503974 h 1424074"/>
                <a:gd name="connsiteX61" fmla="*/ 621720 w 1015625"/>
                <a:gd name="connsiteY61" fmla="*/ 604560 h 1424074"/>
                <a:gd name="connsiteX62" fmla="*/ 642632 w 1015625"/>
                <a:gd name="connsiteY62" fmla="*/ 653918 h 1424074"/>
                <a:gd name="connsiteX63" fmla="*/ 658784 w 1015625"/>
                <a:gd name="connsiteY63" fmla="*/ 689355 h 1424074"/>
                <a:gd name="connsiteX64" fmla="*/ 690906 w 1015625"/>
                <a:gd name="connsiteY64" fmla="*/ 719790 h 1424074"/>
                <a:gd name="connsiteX65" fmla="*/ 714952 w 1015625"/>
                <a:gd name="connsiteY65" fmla="*/ 737267 h 1424074"/>
                <a:gd name="connsiteX66" fmla="*/ 668125 w 1015625"/>
                <a:gd name="connsiteY66" fmla="*/ 570509 h 1424074"/>
                <a:gd name="connsiteX67" fmla="*/ 647454 w 1015625"/>
                <a:gd name="connsiteY67" fmla="*/ 386634 h 1424074"/>
                <a:gd name="connsiteX68" fmla="*/ 709589 w 1015625"/>
                <a:gd name="connsiteY68" fmla="*/ 18102 h 1424074"/>
                <a:gd name="connsiteX69" fmla="*/ 722102 w 1015625"/>
                <a:gd name="connsiteY69" fmla="*/ 655 h 142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015625" h="1424074">
                  <a:moveTo>
                    <a:pt x="722102" y="655"/>
                  </a:moveTo>
                  <a:cubicBezTo>
                    <a:pt x="729386" y="-1350"/>
                    <a:pt x="737703" y="1107"/>
                    <a:pt x="740807" y="9966"/>
                  </a:cubicBezTo>
                  <a:cubicBezTo>
                    <a:pt x="762262" y="71077"/>
                    <a:pt x="773471" y="134176"/>
                    <a:pt x="784681" y="197818"/>
                  </a:cubicBezTo>
                  <a:cubicBezTo>
                    <a:pt x="794806" y="255132"/>
                    <a:pt x="807583" y="314977"/>
                    <a:pt x="801977" y="373496"/>
                  </a:cubicBezTo>
                  <a:cubicBezTo>
                    <a:pt x="795710" y="439669"/>
                    <a:pt x="774496" y="503130"/>
                    <a:pt x="763045" y="568399"/>
                  </a:cubicBezTo>
                  <a:cubicBezTo>
                    <a:pt x="753824" y="621073"/>
                    <a:pt x="742554" y="733410"/>
                    <a:pt x="734237" y="751129"/>
                  </a:cubicBezTo>
                  <a:cubicBezTo>
                    <a:pt x="737071" y="753298"/>
                    <a:pt x="739963" y="755347"/>
                    <a:pt x="742735" y="757577"/>
                  </a:cubicBezTo>
                  <a:cubicBezTo>
                    <a:pt x="775219" y="783432"/>
                    <a:pt x="805292" y="812420"/>
                    <a:pt x="830665" y="845386"/>
                  </a:cubicBezTo>
                  <a:cubicBezTo>
                    <a:pt x="864173" y="888959"/>
                    <a:pt x="889787" y="936208"/>
                    <a:pt x="910639" y="985868"/>
                  </a:cubicBezTo>
                  <a:cubicBezTo>
                    <a:pt x="918534" y="916441"/>
                    <a:pt x="935529" y="848098"/>
                    <a:pt x="935831" y="777827"/>
                  </a:cubicBezTo>
                  <a:cubicBezTo>
                    <a:pt x="936252" y="695442"/>
                    <a:pt x="919619" y="615528"/>
                    <a:pt x="910699" y="534047"/>
                  </a:cubicBezTo>
                  <a:cubicBezTo>
                    <a:pt x="903045" y="463896"/>
                    <a:pt x="909012" y="390793"/>
                    <a:pt x="932094" y="323715"/>
                  </a:cubicBezTo>
                  <a:cubicBezTo>
                    <a:pt x="944479" y="287646"/>
                    <a:pt x="961083" y="253324"/>
                    <a:pt x="979374" y="219823"/>
                  </a:cubicBezTo>
                  <a:lnTo>
                    <a:pt x="1015625" y="157325"/>
                  </a:lnTo>
                  <a:lnTo>
                    <a:pt x="1015625" y="897092"/>
                  </a:lnTo>
                  <a:lnTo>
                    <a:pt x="999307" y="917707"/>
                  </a:lnTo>
                  <a:cubicBezTo>
                    <a:pt x="971358" y="951517"/>
                    <a:pt x="944931" y="986291"/>
                    <a:pt x="926670" y="1026790"/>
                  </a:cubicBezTo>
                  <a:cubicBezTo>
                    <a:pt x="932456" y="1042580"/>
                    <a:pt x="937880" y="1058610"/>
                    <a:pt x="943002" y="1074762"/>
                  </a:cubicBezTo>
                  <a:cubicBezTo>
                    <a:pt x="951319" y="1100858"/>
                    <a:pt x="959033" y="1127737"/>
                    <a:pt x="967169" y="1154616"/>
                  </a:cubicBezTo>
                  <a:cubicBezTo>
                    <a:pt x="976631" y="1124573"/>
                    <a:pt x="986730" y="1094500"/>
                    <a:pt x="998255" y="1065124"/>
                  </a:cubicBezTo>
                  <a:lnTo>
                    <a:pt x="1015625" y="1027745"/>
                  </a:lnTo>
                  <a:lnTo>
                    <a:pt x="1015625" y="1159905"/>
                  </a:lnTo>
                  <a:lnTo>
                    <a:pt x="981875" y="1189450"/>
                  </a:lnTo>
                  <a:cubicBezTo>
                    <a:pt x="980971" y="1190234"/>
                    <a:pt x="980006" y="1190836"/>
                    <a:pt x="978981" y="1191379"/>
                  </a:cubicBezTo>
                  <a:cubicBezTo>
                    <a:pt x="987479" y="1216902"/>
                    <a:pt x="996881" y="1242079"/>
                    <a:pt x="1008181" y="1266186"/>
                  </a:cubicBezTo>
                  <a:lnTo>
                    <a:pt x="1015625" y="1278727"/>
                  </a:lnTo>
                  <a:lnTo>
                    <a:pt x="1015625" y="1324359"/>
                  </a:lnTo>
                  <a:lnTo>
                    <a:pt x="997929" y="1297389"/>
                  </a:lnTo>
                  <a:cubicBezTo>
                    <a:pt x="983954" y="1270796"/>
                    <a:pt x="972383" y="1243178"/>
                    <a:pt x="962047" y="1214581"/>
                  </a:cubicBezTo>
                  <a:cubicBezTo>
                    <a:pt x="824216" y="1255503"/>
                    <a:pt x="727006" y="1383088"/>
                    <a:pt x="583209" y="1412377"/>
                  </a:cubicBezTo>
                  <a:cubicBezTo>
                    <a:pt x="465266" y="1436364"/>
                    <a:pt x="345817" y="1414909"/>
                    <a:pt x="226790" y="1421598"/>
                  </a:cubicBezTo>
                  <a:cubicBezTo>
                    <a:pt x="206179" y="1422744"/>
                    <a:pt x="205576" y="1394840"/>
                    <a:pt x="222270" y="1388271"/>
                  </a:cubicBezTo>
                  <a:cubicBezTo>
                    <a:pt x="359196" y="1334573"/>
                    <a:pt x="444535" y="1188546"/>
                    <a:pt x="592791" y="1159558"/>
                  </a:cubicBezTo>
                  <a:cubicBezTo>
                    <a:pt x="660712" y="1146299"/>
                    <a:pt x="729417" y="1148227"/>
                    <a:pt x="798061" y="1154797"/>
                  </a:cubicBezTo>
                  <a:cubicBezTo>
                    <a:pt x="845491" y="1159317"/>
                    <a:pt x="902805" y="1158714"/>
                    <a:pt x="949089" y="1176553"/>
                  </a:cubicBezTo>
                  <a:cubicBezTo>
                    <a:pt x="946859" y="1169803"/>
                    <a:pt x="944690" y="1162993"/>
                    <a:pt x="942581" y="1156122"/>
                  </a:cubicBezTo>
                  <a:cubicBezTo>
                    <a:pt x="933118" y="1125507"/>
                    <a:pt x="923898" y="1094530"/>
                    <a:pt x="913833" y="1063794"/>
                  </a:cubicBezTo>
                  <a:cubicBezTo>
                    <a:pt x="911543" y="1061985"/>
                    <a:pt x="909132" y="1060238"/>
                    <a:pt x="906782" y="1058490"/>
                  </a:cubicBezTo>
                  <a:cubicBezTo>
                    <a:pt x="865439" y="1045894"/>
                    <a:pt x="827471" y="1022028"/>
                    <a:pt x="784741" y="1014435"/>
                  </a:cubicBezTo>
                  <a:cubicBezTo>
                    <a:pt x="741108" y="1006721"/>
                    <a:pt x="697535" y="1009493"/>
                    <a:pt x="653842" y="1015219"/>
                  </a:cubicBezTo>
                  <a:cubicBezTo>
                    <a:pt x="574771" y="1025645"/>
                    <a:pt x="494857" y="1036553"/>
                    <a:pt x="417716" y="1009433"/>
                  </a:cubicBezTo>
                  <a:cubicBezTo>
                    <a:pt x="265422" y="955916"/>
                    <a:pt x="161521" y="820737"/>
                    <a:pt x="11034" y="763966"/>
                  </a:cubicBezTo>
                  <a:cubicBezTo>
                    <a:pt x="-7467" y="756975"/>
                    <a:pt x="-1199" y="730517"/>
                    <a:pt x="18688" y="734073"/>
                  </a:cubicBezTo>
                  <a:cubicBezTo>
                    <a:pt x="67685" y="742872"/>
                    <a:pt x="116501" y="753479"/>
                    <a:pt x="166644" y="751490"/>
                  </a:cubicBezTo>
                  <a:cubicBezTo>
                    <a:pt x="207685" y="749863"/>
                    <a:pt x="248788" y="746850"/>
                    <a:pt x="289890" y="746066"/>
                  </a:cubicBezTo>
                  <a:cubicBezTo>
                    <a:pt x="365223" y="744620"/>
                    <a:pt x="439110" y="751309"/>
                    <a:pt x="509201" y="780720"/>
                  </a:cubicBezTo>
                  <a:cubicBezTo>
                    <a:pt x="586945" y="813384"/>
                    <a:pt x="655107" y="862381"/>
                    <a:pt x="724474" y="909570"/>
                  </a:cubicBezTo>
                  <a:cubicBezTo>
                    <a:pt x="780462" y="947780"/>
                    <a:pt x="841573" y="985145"/>
                    <a:pt x="895391" y="1028055"/>
                  </a:cubicBezTo>
                  <a:cubicBezTo>
                    <a:pt x="897681" y="1028959"/>
                    <a:pt x="899972" y="1029924"/>
                    <a:pt x="902322" y="1030767"/>
                  </a:cubicBezTo>
                  <a:cubicBezTo>
                    <a:pt x="885628" y="984181"/>
                    <a:pt x="865861" y="938920"/>
                    <a:pt x="838560" y="897517"/>
                  </a:cubicBezTo>
                  <a:cubicBezTo>
                    <a:pt x="818310" y="866841"/>
                    <a:pt x="794023" y="837431"/>
                    <a:pt x="767988" y="811516"/>
                  </a:cubicBezTo>
                  <a:cubicBezTo>
                    <a:pt x="721461" y="765231"/>
                    <a:pt x="665955" y="725756"/>
                    <a:pt x="612017" y="688572"/>
                  </a:cubicBezTo>
                  <a:cubicBezTo>
                    <a:pt x="554522" y="648916"/>
                    <a:pt x="490639" y="619867"/>
                    <a:pt x="432662" y="581055"/>
                  </a:cubicBezTo>
                  <a:cubicBezTo>
                    <a:pt x="377458" y="544112"/>
                    <a:pt x="329847" y="499032"/>
                    <a:pt x="287901" y="447685"/>
                  </a:cubicBezTo>
                  <a:cubicBezTo>
                    <a:pt x="244991" y="395132"/>
                    <a:pt x="208710" y="335106"/>
                    <a:pt x="183458" y="272067"/>
                  </a:cubicBezTo>
                  <a:cubicBezTo>
                    <a:pt x="169778" y="237895"/>
                    <a:pt x="157302" y="202398"/>
                    <a:pt x="150252" y="166238"/>
                  </a:cubicBezTo>
                  <a:cubicBezTo>
                    <a:pt x="143682" y="132549"/>
                    <a:pt x="143923" y="92110"/>
                    <a:pt x="131568" y="60650"/>
                  </a:cubicBezTo>
                  <a:cubicBezTo>
                    <a:pt x="126084" y="46608"/>
                    <a:pt x="149227" y="37026"/>
                    <a:pt x="155916" y="50345"/>
                  </a:cubicBezTo>
                  <a:cubicBezTo>
                    <a:pt x="189545" y="117241"/>
                    <a:pt x="265783" y="144180"/>
                    <a:pt x="323097" y="186910"/>
                  </a:cubicBezTo>
                  <a:cubicBezTo>
                    <a:pt x="378362" y="228132"/>
                    <a:pt x="430794" y="274960"/>
                    <a:pt x="474126" y="328838"/>
                  </a:cubicBezTo>
                  <a:cubicBezTo>
                    <a:pt x="516976" y="382114"/>
                    <a:pt x="556571" y="440452"/>
                    <a:pt x="582667" y="503974"/>
                  </a:cubicBezTo>
                  <a:cubicBezTo>
                    <a:pt x="596347" y="537242"/>
                    <a:pt x="608460" y="571112"/>
                    <a:pt x="621720" y="604560"/>
                  </a:cubicBezTo>
                  <a:cubicBezTo>
                    <a:pt x="628288" y="621193"/>
                    <a:pt x="635159" y="637646"/>
                    <a:pt x="642632" y="653918"/>
                  </a:cubicBezTo>
                  <a:cubicBezTo>
                    <a:pt x="647634" y="664766"/>
                    <a:pt x="652094" y="679712"/>
                    <a:pt x="658784" y="689355"/>
                  </a:cubicBezTo>
                  <a:cubicBezTo>
                    <a:pt x="665955" y="699661"/>
                    <a:pt x="680781" y="711835"/>
                    <a:pt x="690906" y="719790"/>
                  </a:cubicBezTo>
                  <a:cubicBezTo>
                    <a:pt x="698681" y="725877"/>
                    <a:pt x="706816" y="731602"/>
                    <a:pt x="714952" y="737267"/>
                  </a:cubicBezTo>
                  <a:cubicBezTo>
                    <a:pt x="703863" y="681460"/>
                    <a:pt x="678491" y="627521"/>
                    <a:pt x="668125" y="570509"/>
                  </a:cubicBezTo>
                  <a:cubicBezTo>
                    <a:pt x="657036" y="509217"/>
                    <a:pt x="646731" y="449131"/>
                    <a:pt x="647454" y="386634"/>
                  </a:cubicBezTo>
                  <a:cubicBezTo>
                    <a:pt x="648900" y="260194"/>
                    <a:pt x="723751" y="145446"/>
                    <a:pt x="709589" y="18102"/>
                  </a:cubicBezTo>
                  <a:cubicBezTo>
                    <a:pt x="708565" y="9122"/>
                    <a:pt x="714817" y="2659"/>
                    <a:pt x="722102" y="655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" name="任意多边形: 形状 52"/>
            <p:cNvSpPr/>
            <p:nvPr/>
          </p:nvSpPr>
          <p:spPr>
            <a:xfrm>
              <a:off x="1943573" y="3966955"/>
              <a:ext cx="759433" cy="454609"/>
            </a:xfrm>
            <a:custGeom>
              <a:avLst/>
              <a:gdLst>
                <a:gd name="connsiteX0" fmla="*/ 44181 w 1151600"/>
                <a:gd name="connsiteY0" fmla="*/ 443919 h 689367"/>
                <a:gd name="connsiteX1" fmla="*/ 737410 w 1151600"/>
                <a:gd name="connsiteY1" fmla="*/ 661185 h 689367"/>
                <a:gd name="connsiteX2" fmla="*/ 977821 w 1151600"/>
                <a:gd name="connsiteY2" fmla="*/ 369624 h 689367"/>
                <a:gd name="connsiteX3" fmla="*/ 1018683 w 1151600"/>
                <a:gd name="connsiteY3" fmla="*/ 13961 h 689367"/>
                <a:gd name="connsiteX4" fmla="*/ 549482 w 1151600"/>
                <a:gd name="connsiteY4" fmla="*/ 115021 h 689367"/>
                <a:gd name="connsiteX5" fmla="*/ 108570 w 1151600"/>
                <a:gd name="connsiteY5" fmla="*/ 189507 h 689367"/>
                <a:gd name="connsiteX6" fmla="*/ 44276 w 1151600"/>
                <a:gd name="connsiteY6" fmla="*/ 443919 h 689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1600" h="689367">
                  <a:moveTo>
                    <a:pt x="44181" y="443919"/>
                  </a:moveTo>
                  <a:cubicBezTo>
                    <a:pt x="168387" y="622418"/>
                    <a:pt x="532908" y="748053"/>
                    <a:pt x="737410" y="661185"/>
                  </a:cubicBezTo>
                  <a:cubicBezTo>
                    <a:pt x="871998" y="604035"/>
                    <a:pt x="863902" y="449634"/>
                    <a:pt x="977821" y="369624"/>
                  </a:cubicBezTo>
                  <a:cubicBezTo>
                    <a:pt x="1112314" y="275137"/>
                    <a:pt x="1269667" y="95685"/>
                    <a:pt x="1018683" y="13961"/>
                  </a:cubicBezTo>
                  <a:cubicBezTo>
                    <a:pt x="866855" y="-35474"/>
                    <a:pt x="687880" y="57871"/>
                    <a:pt x="549482" y="115021"/>
                  </a:cubicBezTo>
                  <a:cubicBezTo>
                    <a:pt x="408988" y="173029"/>
                    <a:pt x="249635" y="129023"/>
                    <a:pt x="108570" y="189507"/>
                  </a:cubicBezTo>
                  <a:cubicBezTo>
                    <a:pt x="-28971" y="248466"/>
                    <a:pt x="-18303" y="353908"/>
                    <a:pt x="44276" y="443919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" name="任意多边形: 形状 53"/>
            <p:cNvSpPr/>
            <p:nvPr/>
          </p:nvSpPr>
          <p:spPr>
            <a:xfrm>
              <a:off x="9647148" y="3107853"/>
              <a:ext cx="1112732" cy="1181069"/>
            </a:xfrm>
            <a:custGeom>
              <a:avLst/>
              <a:gdLst>
                <a:gd name="connsiteX0" fmla="*/ 1123585 w 2587621"/>
                <a:gd name="connsiteY0" fmla="*/ 53206 h 2746535"/>
                <a:gd name="connsiteX1" fmla="*/ 2547573 w 2587621"/>
                <a:gd name="connsiteY1" fmla="*/ 1219352 h 2746535"/>
                <a:gd name="connsiteX2" fmla="*/ 2273158 w 2587621"/>
                <a:gd name="connsiteY2" fmla="*/ 2362733 h 2746535"/>
                <a:gd name="connsiteX3" fmla="*/ 448930 w 2587621"/>
                <a:gd name="connsiteY3" fmla="*/ 1989734 h 2746535"/>
                <a:gd name="connsiteX4" fmla="*/ 264716 w 2587621"/>
                <a:gd name="connsiteY4" fmla="*/ 1031995 h 2746535"/>
                <a:gd name="connsiteX5" fmla="*/ 113078 w 2587621"/>
                <a:gd name="connsiteY5" fmla="*/ 239230 h 2746535"/>
                <a:gd name="connsiteX6" fmla="*/ 1123585 w 2587621"/>
                <a:gd name="connsiteY6" fmla="*/ 53302 h 274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87621" h="2746535">
                  <a:moveTo>
                    <a:pt x="1123585" y="53206"/>
                  </a:moveTo>
                  <a:cubicBezTo>
                    <a:pt x="1753474" y="221799"/>
                    <a:pt x="2392792" y="759771"/>
                    <a:pt x="2547573" y="1219352"/>
                  </a:cubicBezTo>
                  <a:cubicBezTo>
                    <a:pt x="2656634" y="1543202"/>
                    <a:pt x="2535667" y="2124227"/>
                    <a:pt x="2273158" y="2362733"/>
                  </a:cubicBezTo>
                  <a:cubicBezTo>
                    <a:pt x="1752712" y="2835650"/>
                    <a:pt x="391970" y="3032436"/>
                    <a:pt x="448930" y="1989734"/>
                  </a:cubicBezTo>
                  <a:cubicBezTo>
                    <a:pt x="469694" y="1609115"/>
                    <a:pt x="453216" y="1375658"/>
                    <a:pt x="264716" y="1031995"/>
                  </a:cubicBezTo>
                  <a:cubicBezTo>
                    <a:pt x="121270" y="770534"/>
                    <a:pt x="-156098" y="500024"/>
                    <a:pt x="113078" y="239230"/>
                  </a:cubicBezTo>
                  <a:cubicBezTo>
                    <a:pt x="377111" y="-16612"/>
                    <a:pt x="748681" y="-47092"/>
                    <a:pt x="1123585" y="53302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" name="任意多边形: 形状 54"/>
            <p:cNvSpPr/>
            <p:nvPr/>
          </p:nvSpPr>
          <p:spPr>
            <a:xfrm flipH="1">
              <a:off x="1044358" y="5790108"/>
              <a:ext cx="1545850" cy="1067893"/>
            </a:xfrm>
            <a:custGeom>
              <a:avLst/>
              <a:gdLst>
                <a:gd name="connsiteX0" fmla="*/ 1535006 w 1545850"/>
                <a:gd name="connsiteY0" fmla="*/ 710294 h 1067893"/>
                <a:gd name="connsiteX1" fmla="*/ 1544191 w 1545850"/>
                <a:gd name="connsiteY1" fmla="*/ 730590 h 1067893"/>
                <a:gd name="connsiteX2" fmla="*/ 1290840 w 1545850"/>
                <a:gd name="connsiteY2" fmla="*/ 998411 h 1067893"/>
                <a:gd name="connsiteX3" fmla="*/ 1111092 w 1545850"/>
                <a:gd name="connsiteY3" fmla="*/ 1045418 h 1067893"/>
                <a:gd name="connsiteX4" fmla="*/ 1058929 w 1545850"/>
                <a:gd name="connsiteY4" fmla="*/ 1062610 h 1067893"/>
                <a:gd name="connsiteX5" fmla="*/ 1050368 w 1545850"/>
                <a:gd name="connsiteY5" fmla="*/ 1067893 h 1067893"/>
                <a:gd name="connsiteX6" fmla="*/ 940848 w 1545850"/>
                <a:gd name="connsiteY6" fmla="*/ 1067893 h 1067893"/>
                <a:gd name="connsiteX7" fmla="*/ 952629 w 1545850"/>
                <a:gd name="connsiteY7" fmla="*/ 1037535 h 1067893"/>
                <a:gd name="connsiteX8" fmla="*/ 1118356 w 1545850"/>
                <a:gd name="connsiteY8" fmla="*/ 825087 h 1067893"/>
                <a:gd name="connsiteX9" fmla="*/ 1314854 w 1545850"/>
                <a:gd name="connsiteY9" fmla="*/ 765231 h 1067893"/>
                <a:gd name="connsiteX10" fmla="*/ 1526300 w 1545850"/>
                <a:gd name="connsiteY10" fmla="*/ 712039 h 1067893"/>
                <a:gd name="connsiteX11" fmla="*/ 1526421 w 1545850"/>
                <a:gd name="connsiteY11" fmla="*/ 712039 h 1067893"/>
                <a:gd name="connsiteX12" fmla="*/ 1535006 w 1545850"/>
                <a:gd name="connsiteY12" fmla="*/ 710294 h 1067893"/>
                <a:gd name="connsiteX13" fmla="*/ 722989 w 1545850"/>
                <a:gd name="connsiteY13" fmla="*/ 478 h 1067893"/>
                <a:gd name="connsiteX14" fmla="*/ 740730 w 1545850"/>
                <a:gd name="connsiteY14" fmla="*/ 10098 h 1067893"/>
                <a:gd name="connsiteX15" fmla="*/ 776571 w 1545850"/>
                <a:gd name="connsiteY15" fmla="*/ 192968 h 1067893"/>
                <a:gd name="connsiteX16" fmla="*/ 787198 w 1545850"/>
                <a:gd name="connsiteY16" fmla="*/ 363170 h 1067893"/>
                <a:gd name="connsiteX17" fmla="*/ 742831 w 1545850"/>
                <a:gd name="connsiteY17" fmla="*/ 549942 h 1067893"/>
                <a:gd name="connsiteX18" fmla="*/ 708670 w 1545850"/>
                <a:gd name="connsiteY18" fmla="*/ 725307 h 1067893"/>
                <a:gd name="connsiteX19" fmla="*/ 716656 w 1545850"/>
                <a:gd name="connsiteY19" fmla="*/ 731791 h 1067893"/>
                <a:gd name="connsiteX20" fmla="*/ 798484 w 1545850"/>
                <a:gd name="connsiteY20" fmla="*/ 819623 h 1067893"/>
                <a:gd name="connsiteX21" fmla="*/ 870828 w 1545850"/>
                <a:gd name="connsiteY21" fmla="*/ 958006 h 1067893"/>
                <a:gd name="connsiteX22" fmla="*/ 902347 w 1545850"/>
                <a:gd name="connsiteY22" fmla="*/ 758026 h 1067893"/>
                <a:gd name="connsiteX23" fmla="*/ 886497 w 1545850"/>
                <a:gd name="connsiteY23" fmla="*/ 521845 h 1067893"/>
                <a:gd name="connsiteX24" fmla="*/ 914414 w 1545850"/>
                <a:gd name="connsiteY24" fmla="*/ 319523 h 1067893"/>
                <a:gd name="connsiteX25" fmla="*/ 1022479 w 1545850"/>
                <a:gd name="connsiteY25" fmla="*/ 127288 h 1067893"/>
                <a:gd name="connsiteX26" fmla="*/ 1045292 w 1545850"/>
                <a:gd name="connsiteY26" fmla="*/ 130891 h 1067893"/>
                <a:gd name="connsiteX27" fmla="*/ 1137628 w 1545850"/>
                <a:gd name="connsiteY27" fmla="*/ 376437 h 1067893"/>
                <a:gd name="connsiteX28" fmla="*/ 1123940 w 1545850"/>
                <a:gd name="connsiteY28" fmla="*/ 578819 h 1067893"/>
                <a:gd name="connsiteX29" fmla="*/ 1041270 w 1545850"/>
                <a:gd name="connsiteY29" fmla="*/ 798370 h 1067893"/>
                <a:gd name="connsiteX30" fmla="*/ 884876 w 1545850"/>
                <a:gd name="connsiteY30" fmla="*/ 998050 h 1067893"/>
                <a:gd name="connsiteX31" fmla="*/ 898985 w 1545850"/>
                <a:gd name="connsiteY31" fmla="*/ 1044938 h 1067893"/>
                <a:gd name="connsiteX32" fmla="*/ 905033 w 1545850"/>
                <a:gd name="connsiteY32" fmla="*/ 1067893 h 1067893"/>
                <a:gd name="connsiteX33" fmla="*/ 880660 w 1545850"/>
                <a:gd name="connsiteY33" fmla="*/ 1067893 h 1067893"/>
                <a:gd name="connsiteX34" fmla="*/ 871248 w 1545850"/>
                <a:gd name="connsiteY34" fmla="*/ 1033351 h 1067893"/>
                <a:gd name="connsiteX35" fmla="*/ 864584 w 1545850"/>
                <a:gd name="connsiteY35" fmla="*/ 1027948 h 1067893"/>
                <a:gd name="connsiteX36" fmla="*/ 748294 w 1545850"/>
                <a:gd name="connsiteY36" fmla="*/ 981180 h 1067893"/>
                <a:gd name="connsiteX37" fmla="*/ 621919 w 1545850"/>
                <a:gd name="connsiteY37" fmla="*/ 977398 h 1067893"/>
                <a:gd name="connsiteX38" fmla="*/ 394202 w 1545850"/>
                <a:gd name="connsiteY38" fmla="*/ 963650 h 1067893"/>
                <a:gd name="connsiteX39" fmla="*/ 10092 w 1545850"/>
                <a:gd name="connsiteY39" fmla="*/ 712639 h 1067893"/>
                <a:gd name="connsiteX40" fmla="*/ 18557 w 1545850"/>
                <a:gd name="connsiteY40" fmla="*/ 684002 h 1067893"/>
                <a:gd name="connsiteX41" fmla="*/ 160782 w 1545850"/>
                <a:gd name="connsiteY41" fmla="*/ 705975 h 1067893"/>
                <a:gd name="connsiteX42" fmla="*/ 279954 w 1545850"/>
                <a:gd name="connsiteY42" fmla="*/ 705015 h 1067893"/>
                <a:gd name="connsiteX43" fmla="*/ 490500 w 1545850"/>
                <a:gd name="connsiteY43" fmla="*/ 746079 h 1067893"/>
                <a:gd name="connsiteX44" fmla="*/ 693902 w 1545850"/>
                <a:gd name="connsiteY44" fmla="*/ 877918 h 1067893"/>
                <a:gd name="connsiteX45" fmla="*/ 854798 w 1545850"/>
                <a:gd name="connsiteY45" fmla="*/ 998170 h 1067893"/>
                <a:gd name="connsiteX46" fmla="*/ 861402 w 1545850"/>
                <a:gd name="connsiteY46" fmla="*/ 1001052 h 1067893"/>
                <a:gd name="connsiteX47" fmla="*/ 804428 w 1545850"/>
                <a:gd name="connsiteY47" fmla="*/ 870234 h 1067893"/>
                <a:gd name="connsiteX48" fmla="*/ 739289 w 1545850"/>
                <a:gd name="connsiteY48" fmla="*/ 784743 h 1067893"/>
                <a:gd name="connsiteX49" fmla="*/ 592982 w 1545850"/>
                <a:gd name="connsiteY49" fmla="*/ 660708 h 1067893"/>
                <a:gd name="connsiteX50" fmla="*/ 423560 w 1545850"/>
                <a:gd name="connsiteY50" fmla="*/ 550722 h 1067893"/>
                <a:gd name="connsiteX51" fmla="*/ 288419 w 1545850"/>
                <a:gd name="connsiteY51" fmla="*/ 416962 h 1067893"/>
                <a:gd name="connsiteX52" fmla="*/ 193622 w 1545850"/>
                <a:gd name="connsiteY52" fmla="*/ 243818 h 1067893"/>
                <a:gd name="connsiteX53" fmla="*/ 165225 w 1545850"/>
                <a:gd name="connsiteY53" fmla="*/ 140496 h 1067893"/>
                <a:gd name="connsiteX54" fmla="*/ 150816 w 1545850"/>
                <a:gd name="connsiteY54" fmla="*/ 37895 h 1067893"/>
                <a:gd name="connsiteX55" fmla="*/ 174651 w 1545850"/>
                <a:gd name="connsiteY55" fmla="*/ 28829 h 1067893"/>
                <a:gd name="connsiteX56" fmla="*/ 331285 w 1545850"/>
                <a:gd name="connsiteY56" fmla="*/ 166492 h 1067893"/>
                <a:gd name="connsiteX57" fmla="*/ 472189 w 1545850"/>
                <a:gd name="connsiteY57" fmla="*/ 308717 h 1067893"/>
                <a:gd name="connsiteX58" fmla="*/ 570948 w 1545850"/>
                <a:gd name="connsiteY58" fmla="*/ 481501 h 1067893"/>
                <a:gd name="connsiteX59" fmla="*/ 605168 w 1545850"/>
                <a:gd name="connsiteY59" fmla="*/ 579960 h 1067893"/>
                <a:gd name="connsiteX60" fmla="*/ 623660 w 1545850"/>
                <a:gd name="connsiteY60" fmla="*/ 628348 h 1067893"/>
                <a:gd name="connsiteX61" fmla="*/ 638008 w 1545850"/>
                <a:gd name="connsiteY61" fmla="*/ 663109 h 1067893"/>
                <a:gd name="connsiteX62" fmla="*/ 667966 w 1545850"/>
                <a:gd name="connsiteY62" fmla="*/ 693608 h 1067893"/>
                <a:gd name="connsiteX63" fmla="*/ 690600 w 1545850"/>
                <a:gd name="connsiteY63" fmla="*/ 711318 h 1067893"/>
                <a:gd name="connsiteX64" fmla="*/ 651156 w 1545850"/>
                <a:gd name="connsiteY64" fmla="*/ 548681 h 1067893"/>
                <a:gd name="connsiteX65" fmla="*/ 637528 w 1545850"/>
                <a:gd name="connsiteY65" fmla="*/ 370494 h 1067893"/>
                <a:gd name="connsiteX66" fmla="*/ 710291 w 1545850"/>
                <a:gd name="connsiteY66" fmla="*/ 16882 h 1067893"/>
                <a:gd name="connsiteX67" fmla="*/ 722989 w 1545850"/>
                <a:gd name="connsiteY67" fmla="*/ 478 h 1067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1545850" h="1067893">
                  <a:moveTo>
                    <a:pt x="1535006" y="710294"/>
                  </a:moveTo>
                  <a:cubicBezTo>
                    <a:pt x="1543099" y="711926"/>
                    <a:pt x="1548829" y="722440"/>
                    <a:pt x="1544191" y="730590"/>
                  </a:cubicBezTo>
                  <a:cubicBezTo>
                    <a:pt x="1483195" y="837334"/>
                    <a:pt x="1404188" y="943177"/>
                    <a:pt x="1290840" y="998411"/>
                  </a:cubicBezTo>
                  <a:cubicBezTo>
                    <a:pt x="1231944" y="1027167"/>
                    <a:pt x="1174549" y="1033472"/>
                    <a:pt x="1111092" y="1045418"/>
                  </a:cubicBezTo>
                  <a:cubicBezTo>
                    <a:pt x="1091760" y="1049050"/>
                    <a:pt x="1074650" y="1055009"/>
                    <a:pt x="1058929" y="1062610"/>
                  </a:cubicBezTo>
                  <a:lnTo>
                    <a:pt x="1050368" y="1067893"/>
                  </a:lnTo>
                  <a:lnTo>
                    <a:pt x="940848" y="1067893"/>
                  </a:lnTo>
                  <a:lnTo>
                    <a:pt x="952629" y="1037535"/>
                  </a:lnTo>
                  <a:cubicBezTo>
                    <a:pt x="989061" y="953650"/>
                    <a:pt x="1037667" y="876282"/>
                    <a:pt x="1118356" y="825087"/>
                  </a:cubicBezTo>
                  <a:cubicBezTo>
                    <a:pt x="1178152" y="787204"/>
                    <a:pt x="1245152" y="772555"/>
                    <a:pt x="1314854" y="765231"/>
                  </a:cubicBezTo>
                  <a:cubicBezTo>
                    <a:pt x="1388458" y="757486"/>
                    <a:pt x="1462182" y="752863"/>
                    <a:pt x="1526300" y="712039"/>
                  </a:cubicBezTo>
                  <a:lnTo>
                    <a:pt x="1526421" y="712039"/>
                  </a:lnTo>
                  <a:cubicBezTo>
                    <a:pt x="1529348" y="710193"/>
                    <a:pt x="1532308" y="709750"/>
                    <a:pt x="1535006" y="710294"/>
                  </a:cubicBezTo>
                  <a:close/>
                  <a:moveTo>
                    <a:pt x="722989" y="478"/>
                  </a:moveTo>
                  <a:cubicBezTo>
                    <a:pt x="730088" y="-1204"/>
                    <a:pt x="738028" y="1453"/>
                    <a:pt x="740730" y="10098"/>
                  </a:cubicBezTo>
                  <a:cubicBezTo>
                    <a:pt x="759281" y="69834"/>
                    <a:pt x="767926" y="131131"/>
                    <a:pt x="776571" y="192968"/>
                  </a:cubicBezTo>
                  <a:cubicBezTo>
                    <a:pt x="784376" y="248681"/>
                    <a:pt x="794642" y="306856"/>
                    <a:pt x="787198" y="363170"/>
                  </a:cubicBezTo>
                  <a:cubicBezTo>
                    <a:pt x="778792" y="426808"/>
                    <a:pt x="756159" y="487324"/>
                    <a:pt x="742831" y="549942"/>
                  </a:cubicBezTo>
                  <a:cubicBezTo>
                    <a:pt x="732085" y="600432"/>
                    <a:pt x="717316" y="708497"/>
                    <a:pt x="708670" y="725307"/>
                  </a:cubicBezTo>
                  <a:cubicBezTo>
                    <a:pt x="711373" y="727468"/>
                    <a:pt x="714074" y="729569"/>
                    <a:pt x="716656" y="731791"/>
                  </a:cubicBezTo>
                  <a:cubicBezTo>
                    <a:pt x="747093" y="757906"/>
                    <a:pt x="775130" y="786904"/>
                    <a:pt x="798484" y="819623"/>
                  </a:cubicBezTo>
                  <a:cubicBezTo>
                    <a:pt x="829343" y="862849"/>
                    <a:pt x="852397" y="909317"/>
                    <a:pt x="870828" y="958006"/>
                  </a:cubicBezTo>
                  <a:cubicBezTo>
                    <a:pt x="880853" y="891246"/>
                    <a:pt x="899585" y="825867"/>
                    <a:pt x="902347" y="758026"/>
                  </a:cubicBezTo>
                  <a:cubicBezTo>
                    <a:pt x="905588" y="678538"/>
                    <a:pt x="892261" y="600852"/>
                    <a:pt x="886497" y="521845"/>
                  </a:cubicBezTo>
                  <a:cubicBezTo>
                    <a:pt x="881514" y="453884"/>
                    <a:pt x="889859" y="383462"/>
                    <a:pt x="914414" y="319523"/>
                  </a:cubicBezTo>
                  <a:cubicBezTo>
                    <a:pt x="940830" y="250722"/>
                    <a:pt x="983275" y="189246"/>
                    <a:pt x="1022479" y="127288"/>
                  </a:cubicBezTo>
                  <a:cubicBezTo>
                    <a:pt x="1028122" y="118343"/>
                    <a:pt x="1043071" y="119844"/>
                    <a:pt x="1045292" y="130891"/>
                  </a:cubicBezTo>
                  <a:cubicBezTo>
                    <a:pt x="1062823" y="217823"/>
                    <a:pt x="1123399" y="289265"/>
                    <a:pt x="1137628" y="376437"/>
                  </a:cubicBezTo>
                  <a:cubicBezTo>
                    <a:pt x="1148794" y="445059"/>
                    <a:pt x="1139069" y="511638"/>
                    <a:pt x="1123940" y="578819"/>
                  </a:cubicBezTo>
                  <a:cubicBezTo>
                    <a:pt x="1107009" y="654164"/>
                    <a:pt x="1087077" y="734552"/>
                    <a:pt x="1041270" y="798370"/>
                  </a:cubicBezTo>
                  <a:cubicBezTo>
                    <a:pt x="991740" y="867412"/>
                    <a:pt x="922939" y="921144"/>
                    <a:pt x="884876" y="998050"/>
                  </a:cubicBezTo>
                  <a:cubicBezTo>
                    <a:pt x="889919" y="1013539"/>
                    <a:pt x="894602" y="1029149"/>
                    <a:pt x="898985" y="1044938"/>
                  </a:cubicBezTo>
                  <a:lnTo>
                    <a:pt x="905033" y="1067893"/>
                  </a:lnTo>
                  <a:lnTo>
                    <a:pt x="880660" y="1067893"/>
                  </a:lnTo>
                  <a:lnTo>
                    <a:pt x="871248" y="1033351"/>
                  </a:lnTo>
                  <a:cubicBezTo>
                    <a:pt x="869026" y="1031490"/>
                    <a:pt x="866805" y="1029689"/>
                    <a:pt x="864584" y="1027948"/>
                  </a:cubicBezTo>
                  <a:cubicBezTo>
                    <a:pt x="825080" y="1014320"/>
                    <a:pt x="789239" y="989945"/>
                    <a:pt x="748294" y="981180"/>
                  </a:cubicBezTo>
                  <a:cubicBezTo>
                    <a:pt x="706449" y="972235"/>
                    <a:pt x="664304" y="973375"/>
                    <a:pt x="621919" y="977398"/>
                  </a:cubicBezTo>
                  <a:cubicBezTo>
                    <a:pt x="545253" y="984722"/>
                    <a:pt x="467746" y="992527"/>
                    <a:pt x="394202" y="963650"/>
                  </a:cubicBezTo>
                  <a:cubicBezTo>
                    <a:pt x="249035" y="906736"/>
                    <a:pt x="153398" y="772675"/>
                    <a:pt x="10092" y="712639"/>
                  </a:cubicBezTo>
                  <a:cubicBezTo>
                    <a:pt x="-7439" y="705255"/>
                    <a:pt x="-534" y="679860"/>
                    <a:pt x="18557" y="684002"/>
                  </a:cubicBezTo>
                  <a:cubicBezTo>
                    <a:pt x="65565" y="694208"/>
                    <a:pt x="112333" y="706155"/>
                    <a:pt x="160782" y="705975"/>
                  </a:cubicBezTo>
                  <a:cubicBezTo>
                    <a:pt x="200466" y="705855"/>
                    <a:pt x="240270" y="704354"/>
                    <a:pt x="279954" y="705015"/>
                  </a:cubicBezTo>
                  <a:cubicBezTo>
                    <a:pt x="352717" y="706215"/>
                    <a:pt x="423800" y="715281"/>
                    <a:pt x="490500" y="746079"/>
                  </a:cubicBezTo>
                  <a:cubicBezTo>
                    <a:pt x="564464" y="780240"/>
                    <a:pt x="628583" y="829949"/>
                    <a:pt x="693902" y="877918"/>
                  </a:cubicBezTo>
                  <a:cubicBezTo>
                    <a:pt x="746674" y="916701"/>
                    <a:pt x="804368" y="954884"/>
                    <a:pt x="854798" y="998170"/>
                  </a:cubicBezTo>
                  <a:cubicBezTo>
                    <a:pt x="857019" y="999131"/>
                    <a:pt x="859181" y="1000152"/>
                    <a:pt x="861402" y="1001052"/>
                  </a:cubicBezTo>
                  <a:cubicBezTo>
                    <a:pt x="846874" y="955545"/>
                    <a:pt x="829343" y="911118"/>
                    <a:pt x="804428" y="870234"/>
                  </a:cubicBezTo>
                  <a:cubicBezTo>
                    <a:pt x="785937" y="839915"/>
                    <a:pt x="763543" y="810678"/>
                    <a:pt x="739289" y="784743"/>
                  </a:cubicBezTo>
                  <a:cubicBezTo>
                    <a:pt x="696003" y="738455"/>
                    <a:pt x="643772" y="698470"/>
                    <a:pt x="592982" y="660708"/>
                  </a:cubicBezTo>
                  <a:cubicBezTo>
                    <a:pt x="538829" y="620424"/>
                    <a:pt x="478132" y="590226"/>
                    <a:pt x="423560" y="550722"/>
                  </a:cubicBezTo>
                  <a:cubicBezTo>
                    <a:pt x="371569" y="513140"/>
                    <a:pt x="327142" y="467993"/>
                    <a:pt x="288419" y="416962"/>
                  </a:cubicBezTo>
                  <a:cubicBezTo>
                    <a:pt x="248795" y="364731"/>
                    <a:pt x="215775" y="305595"/>
                    <a:pt x="193622" y="243818"/>
                  </a:cubicBezTo>
                  <a:cubicBezTo>
                    <a:pt x="181615" y="210378"/>
                    <a:pt x="170809" y="175677"/>
                    <a:pt x="165225" y="140496"/>
                  </a:cubicBezTo>
                  <a:cubicBezTo>
                    <a:pt x="160062" y="107777"/>
                    <a:pt x="161683" y="68693"/>
                    <a:pt x="150816" y="37895"/>
                  </a:cubicBezTo>
                  <a:cubicBezTo>
                    <a:pt x="145954" y="24207"/>
                    <a:pt x="168647" y="15741"/>
                    <a:pt x="174651" y="28829"/>
                  </a:cubicBezTo>
                  <a:cubicBezTo>
                    <a:pt x="204729" y="94629"/>
                    <a:pt x="277432" y="123266"/>
                    <a:pt x="331285" y="166492"/>
                  </a:cubicBezTo>
                  <a:cubicBezTo>
                    <a:pt x="383216" y="208217"/>
                    <a:pt x="432205" y="255225"/>
                    <a:pt x="472189" y="308717"/>
                  </a:cubicBezTo>
                  <a:cubicBezTo>
                    <a:pt x="511752" y="361609"/>
                    <a:pt x="547954" y="419303"/>
                    <a:pt x="570948" y="481501"/>
                  </a:cubicBezTo>
                  <a:cubicBezTo>
                    <a:pt x="583015" y="514100"/>
                    <a:pt x="593522" y="547240"/>
                    <a:pt x="605168" y="579960"/>
                  </a:cubicBezTo>
                  <a:cubicBezTo>
                    <a:pt x="610932" y="596230"/>
                    <a:pt x="616996" y="612439"/>
                    <a:pt x="623660" y="628348"/>
                  </a:cubicBezTo>
                  <a:cubicBezTo>
                    <a:pt x="628103" y="638975"/>
                    <a:pt x="631885" y="653563"/>
                    <a:pt x="638008" y="663109"/>
                  </a:cubicBezTo>
                  <a:cubicBezTo>
                    <a:pt x="644612" y="673316"/>
                    <a:pt x="658480" y="685623"/>
                    <a:pt x="667966" y="693608"/>
                  </a:cubicBezTo>
                  <a:cubicBezTo>
                    <a:pt x="675290" y="699791"/>
                    <a:pt x="682915" y="705555"/>
                    <a:pt x="690600" y="711318"/>
                  </a:cubicBezTo>
                  <a:cubicBezTo>
                    <a:pt x="681835" y="657046"/>
                    <a:pt x="659201" y="604094"/>
                    <a:pt x="651156" y="548681"/>
                  </a:cubicBezTo>
                  <a:cubicBezTo>
                    <a:pt x="642511" y="489185"/>
                    <a:pt x="634646" y="430830"/>
                    <a:pt x="637528" y="370494"/>
                  </a:cubicBezTo>
                  <a:cubicBezTo>
                    <a:pt x="643351" y="248501"/>
                    <a:pt x="719537" y="140316"/>
                    <a:pt x="710291" y="16882"/>
                  </a:cubicBezTo>
                  <a:cubicBezTo>
                    <a:pt x="709631" y="8177"/>
                    <a:pt x="715890" y="2159"/>
                    <a:pt x="722989" y="478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2964781" y="1622003"/>
            <a:ext cx="6262439" cy="1860430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>
          <a:xfrm>
            <a:off x="2964781" y="3482434"/>
            <a:ext cx="6262439" cy="20265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lnSpc>
                <a:spcPct val="120000"/>
              </a:lnSpc>
              <a:buFont typeface="+mj-lt"/>
              <a:buNone/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  <a:t>2024/12/4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f-ZA" altLang="zh-CN"/>
              <a:t>OfficePLUS</a:t>
            </a:r>
            <a:endParaRPr lang="zh-CN" altLang="en-US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">
    <p:bg>
      <p:bgPr>
        <a:solidFill>
          <a:schemeClr val="accent1">
            <a:lumMod val="20000"/>
            <a:lumOff val="80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/>
          <p:cNvGrpSpPr/>
          <p:nvPr/>
        </p:nvGrpSpPr>
        <p:grpSpPr>
          <a:xfrm>
            <a:off x="0" y="0"/>
            <a:ext cx="12192002" cy="6858001"/>
            <a:chOff x="0" y="0"/>
            <a:chExt cx="12192002" cy="6858001"/>
          </a:xfrm>
        </p:grpSpPr>
        <p:sp>
          <p:nvSpPr>
            <p:cNvPr id="30" name="任意多边形: 形状 29"/>
            <p:cNvSpPr/>
            <p:nvPr/>
          </p:nvSpPr>
          <p:spPr>
            <a:xfrm>
              <a:off x="7487559" y="1"/>
              <a:ext cx="4704441" cy="5421469"/>
            </a:xfrm>
            <a:custGeom>
              <a:avLst/>
              <a:gdLst>
                <a:gd name="connsiteX0" fmla="*/ 0 w 4704441"/>
                <a:gd name="connsiteY0" fmla="*/ 0 h 5421469"/>
                <a:gd name="connsiteX1" fmla="*/ 4704441 w 4704441"/>
                <a:gd name="connsiteY1" fmla="*/ 0 h 5421469"/>
                <a:gd name="connsiteX2" fmla="*/ 4704441 w 4704441"/>
                <a:gd name="connsiteY2" fmla="*/ 5370535 h 5421469"/>
                <a:gd name="connsiteX3" fmla="*/ 4618387 w 4704441"/>
                <a:gd name="connsiteY3" fmla="*/ 5391422 h 5421469"/>
                <a:gd name="connsiteX4" fmla="*/ 3138203 w 4704441"/>
                <a:gd name="connsiteY4" fmla="*/ 4424291 h 5421469"/>
                <a:gd name="connsiteX5" fmla="*/ 3331691 w 4704441"/>
                <a:gd name="connsiteY5" fmla="*/ 3052157 h 5421469"/>
                <a:gd name="connsiteX6" fmla="*/ 2379645 w 4704441"/>
                <a:gd name="connsiteY6" fmla="*/ 2383652 h 5421469"/>
                <a:gd name="connsiteX7" fmla="*/ 2343749 w 4704441"/>
                <a:gd name="connsiteY7" fmla="*/ 1147989 h 5421469"/>
                <a:gd name="connsiteX8" fmla="*/ 1139108 w 4704441"/>
                <a:gd name="connsiteY8" fmla="*/ 529925 h 5421469"/>
                <a:gd name="connsiteX9" fmla="*/ 7241 w 4704441"/>
                <a:gd name="connsiteY9" fmla="*/ 8695 h 5421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04441" h="5421469">
                  <a:moveTo>
                    <a:pt x="0" y="0"/>
                  </a:moveTo>
                  <a:lnTo>
                    <a:pt x="4704441" y="0"/>
                  </a:lnTo>
                  <a:lnTo>
                    <a:pt x="4704441" y="5370535"/>
                  </a:lnTo>
                  <a:lnTo>
                    <a:pt x="4618387" y="5391422"/>
                  </a:lnTo>
                  <a:cubicBezTo>
                    <a:pt x="3934279" y="5522693"/>
                    <a:pt x="3155112" y="5228063"/>
                    <a:pt x="3138203" y="4424291"/>
                  </a:cubicBezTo>
                  <a:cubicBezTo>
                    <a:pt x="3130080" y="4038708"/>
                    <a:pt x="3554810" y="3396584"/>
                    <a:pt x="3331691" y="3052157"/>
                  </a:cubicBezTo>
                  <a:cubicBezTo>
                    <a:pt x="3120177" y="2725602"/>
                    <a:pt x="2593945" y="2748116"/>
                    <a:pt x="2379645" y="2383652"/>
                  </a:cubicBezTo>
                  <a:cubicBezTo>
                    <a:pt x="2144845" y="1984220"/>
                    <a:pt x="2430706" y="1561192"/>
                    <a:pt x="2343749" y="1147989"/>
                  </a:cubicBezTo>
                  <a:cubicBezTo>
                    <a:pt x="2238997" y="650613"/>
                    <a:pt x="1537535" y="621060"/>
                    <a:pt x="1139108" y="529925"/>
                  </a:cubicBezTo>
                  <a:cubicBezTo>
                    <a:pt x="741649" y="439060"/>
                    <a:pt x="286833" y="311337"/>
                    <a:pt x="7241" y="8695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0" y="4971117"/>
              <a:ext cx="3659048" cy="1886883"/>
            </a:xfrm>
            <a:custGeom>
              <a:avLst/>
              <a:gdLst>
                <a:gd name="connsiteX0" fmla="*/ 1376466 w 3659048"/>
                <a:gd name="connsiteY0" fmla="*/ 157 h 1886883"/>
                <a:gd name="connsiteX1" fmla="*/ 1824758 w 3659048"/>
                <a:gd name="connsiteY1" fmla="*/ 179124 h 1886883"/>
                <a:gd name="connsiteX2" fmla="*/ 2386297 w 3659048"/>
                <a:gd name="connsiteY2" fmla="*/ 509232 h 1886883"/>
                <a:gd name="connsiteX3" fmla="*/ 3234326 w 3659048"/>
                <a:gd name="connsiteY3" fmla="*/ 746089 h 1886883"/>
                <a:gd name="connsiteX4" fmla="*/ 3596347 w 3659048"/>
                <a:gd name="connsiteY4" fmla="*/ 1755512 h 1886883"/>
                <a:gd name="connsiteX5" fmla="*/ 3526032 w 3659048"/>
                <a:gd name="connsiteY5" fmla="*/ 1886883 h 1886883"/>
                <a:gd name="connsiteX6" fmla="*/ 0 w 3659048"/>
                <a:gd name="connsiteY6" fmla="*/ 1886883 h 1886883"/>
                <a:gd name="connsiteX7" fmla="*/ 0 w 3659048"/>
                <a:gd name="connsiteY7" fmla="*/ 374471 h 1886883"/>
                <a:gd name="connsiteX8" fmla="*/ 22041 w 3659048"/>
                <a:gd name="connsiteY8" fmla="*/ 377578 h 1886883"/>
                <a:gd name="connsiteX9" fmla="*/ 436377 w 3659048"/>
                <a:gd name="connsiteY9" fmla="*/ 334107 h 1886883"/>
                <a:gd name="connsiteX10" fmla="*/ 1376466 w 3659048"/>
                <a:gd name="connsiteY10" fmla="*/ 157 h 188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59048" h="1886883">
                  <a:moveTo>
                    <a:pt x="1376466" y="157"/>
                  </a:moveTo>
                  <a:cubicBezTo>
                    <a:pt x="1516226" y="3261"/>
                    <a:pt x="1662254" y="52873"/>
                    <a:pt x="1824758" y="179124"/>
                  </a:cubicBezTo>
                  <a:cubicBezTo>
                    <a:pt x="2008711" y="322075"/>
                    <a:pt x="2154606" y="450443"/>
                    <a:pt x="2386297" y="509232"/>
                  </a:cubicBezTo>
                  <a:cubicBezTo>
                    <a:pt x="2675599" y="582604"/>
                    <a:pt x="2970788" y="586790"/>
                    <a:pt x="3234326" y="746089"/>
                  </a:cubicBezTo>
                  <a:cubicBezTo>
                    <a:pt x="3586212" y="958816"/>
                    <a:pt x="3761599" y="1364783"/>
                    <a:pt x="3596347" y="1755512"/>
                  </a:cubicBezTo>
                  <a:lnTo>
                    <a:pt x="3526032" y="1886883"/>
                  </a:lnTo>
                  <a:lnTo>
                    <a:pt x="0" y="1886883"/>
                  </a:lnTo>
                  <a:lnTo>
                    <a:pt x="0" y="374471"/>
                  </a:lnTo>
                  <a:lnTo>
                    <a:pt x="22041" y="377578"/>
                  </a:lnTo>
                  <a:cubicBezTo>
                    <a:pt x="157561" y="389377"/>
                    <a:pt x="294995" y="382826"/>
                    <a:pt x="436377" y="334107"/>
                  </a:cubicBezTo>
                  <a:cubicBezTo>
                    <a:pt x="791863" y="211596"/>
                    <a:pt x="1068996" y="-6672"/>
                    <a:pt x="1376466" y="157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" name="任意多边形: 形状 31"/>
            <p:cNvSpPr/>
            <p:nvPr/>
          </p:nvSpPr>
          <p:spPr>
            <a:xfrm>
              <a:off x="0" y="0"/>
              <a:ext cx="5208792" cy="2604768"/>
            </a:xfrm>
            <a:custGeom>
              <a:avLst/>
              <a:gdLst>
                <a:gd name="connsiteX0" fmla="*/ 1087027 w 5208792"/>
                <a:gd name="connsiteY0" fmla="*/ 0 h 2604768"/>
                <a:gd name="connsiteX1" fmla="*/ 4890008 w 5208792"/>
                <a:gd name="connsiteY1" fmla="*/ 0 h 2604768"/>
                <a:gd name="connsiteX2" fmla="*/ 4892209 w 5208792"/>
                <a:gd name="connsiteY2" fmla="*/ 1705 h 2604768"/>
                <a:gd name="connsiteX3" fmla="*/ 5200063 w 5208792"/>
                <a:gd name="connsiteY3" fmla="*/ 439630 h 2604768"/>
                <a:gd name="connsiteX4" fmla="*/ 4735072 w 5208792"/>
                <a:gd name="connsiteY4" fmla="*/ 1204674 h 2604768"/>
                <a:gd name="connsiteX5" fmla="*/ 3442569 w 5208792"/>
                <a:gd name="connsiteY5" fmla="*/ 1328318 h 2604768"/>
                <a:gd name="connsiteX6" fmla="*/ 2386885 w 5208792"/>
                <a:gd name="connsiteY6" fmla="*/ 1586078 h 2604768"/>
                <a:gd name="connsiteX7" fmla="*/ 1956128 w 5208792"/>
                <a:gd name="connsiteY7" fmla="*/ 2172772 h 2604768"/>
                <a:gd name="connsiteX8" fmla="*/ 1057500 w 5208792"/>
                <a:gd name="connsiteY8" fmla="*/ 2220653 h 2604768"/>
                <a:gd name="connsiteX9" fmla="*/ 310985 w 5208792"/>
                <a:gd name="connsiteY9" fmla="*/ 2411944 h 2604768"/>
                <a:gd name="connsiteX10" fmla="*/ 27507 w 5208792"/>
                <a:gd name="connsiteY10" fmla="*/ 2592801 h 2604768"/>
                <a:gd name="connsiteX11" fmla="*/ 0 w 5208792"/>
                <a:gd name="connsiteY11" fmla="*/ 2604768 h 2604768"/>
                <a:gd name="connsiteX12" fmla="*/ 0 w 5208792"/>
                <a:gd name="connsiteY12" fmla="*/ 413420 h 2604768"/>
                <a:gd name="connsiteX13" fmla="*/ 192917 w 5208792"/>
                <a:gd name="connsiteY13" fmla="*/ 307247 h 2604768"/>
                <a:gd name="connsiteX14" fmla="*/ 862861 w 5208792"/>
                <a:gd name="connsiteY14" fmla="*/ 55419 h 2604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208792" h="2604768">
                  <a:moveTo>
                    <a:pt x="1087027" y="0"/>
                  </a:moveTo>
                  <a:lnTo>
                    <a:pt x="4890008" y="0"/>
                  </a:lnTo>
                  <a:lnTo>
                    <a:pt x="4892209" y="1705"/>
                  </a:lnTo>
                  <a:cubicBezTo>
                    <a:pt x="5046331" y="132504"/>
                    <a:pt x="5172976" y="289662"/>
                    <a:pt x="5200063" y="439630"/>
                  </a:cubicBezTo>
                  <a:cubicBezTo>
                    <a:pt x="5259121" y="766800"/>
                    <a:pt x="5009066" y="1064735"/>
                    <a:pt x="4735072" y="1204674"/>
                  </a:cubicBezTo>
                  <a:cubicBezTo>
                    <a:pt x="4334434" y="1409258"/>
                    <a:pt x="3874090" y="1339554"/>
                    <a:pt x="3442569" y="1328318"/>
                  </a:cubicBezTo>
                  <a:cubicBezTo>
                    <a:pt x="3125516" y="1320083"/>
                    <a:pt x="2597292" y="1298614"/>
                    <a:pt x="2386885" y="1586078"/>
                  </a:cubicBezTo>
                  <a:cubicBezTo>
                    <a:pt x="2239181" y="1787956"/>
                    <a:pt x="2192182" y="2043245"/>
                    <a:pt x="1956128" y="2172772"/>
                  </a:cubicBezTo>
                  <a:cubicBezTo>
                    <a:pt x="1686840" y="2320533"/>
                    <a:pt x="1346611" y="2243947"/>
                    <a:pt x="1057500" y="2220653"/>
                  </a:cubicBezTo>
                  <a:cubicBezTo>
                    <a:pt x="762976" y="2196889"/>
                    <a:pt x="545216" y="2227065"/>
                    <a:pt x="310985" y="2411944"/>
                  </a:cubicBezTo>
                  <a:cubicBezTo>
                    <a:pt x="220619" y="2483281"/>
                    <a:pt x="124547" y="2546250"/>
                    <a:pt x="27507" y="2592801"/>
                  </a:cubicBezTo>
                  <a:lnTo>
                    <a:pt x="0" y="2604768"/>
                  </a:lnTo>
                  <a:lnTo>
                    <a:pt x="0" y="413420"/>
                  </a:lnTo>
                  <a:lnTo>
                    <a:pt x="192917" y="307247"/>
                  </a:lnTo>
                  <a:cubicBezTo>
                    <a:pt x="406227" y="201053"/>
                    <a:pt x="636168" y="117853"/>
                    <a:pt x="862861" y="55419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32"/>
            <p:cNvSpPr/>
            <p:nvPr/>
          </p:nvSpPr>
          <p:spPr>
            <a:xfrm>
              <a:off x="1" y="2286745"/>
              <a:ext cx="1952419" cy="2026550"/>
            </a:xfrm>
            <a:custGeom>
              <a:avLst/>
              <a:gdLst>
                <a:gd name="connsiteX0" fmla="*/ 0 w 1952419"/>
                <a:gd name="connsiteY0" fmla="*/ 0 h 2026550"/>
                <a:gd name="connsiteX1" fmla="*/ 18477 w 1952419"/>
                <a:gd name="connsiteY1" fmla="*/ 21580 h 2026550"/>
                <a:gd name="connsiteX2" fmla="*/ 1021088 w 1952419"/>
                <a:gd name="connsiteY2" fmla="*/ 693993 h 2026550"/>
                <a:gd name="connsiteX3" fmla="*/ 1952088 w 1952419"/>
                <a:gd name="connsiteY3" fmla="*/ 1329691 h 2026550"/>
                <a:gd name="connsiteX4" fmla="*/ 1395427 w 1952419"/>
                <a:gd name="connsiteY4" fmla="*/ 1957388 h 2026550"/>
                <a:gd name="connsiteX5" fmla="*/ 460246 w 1952419"/>
                <a:gd name="connsiteY5" fmla="*/ 1960358 h 2026550"/>
                <a:gd name="connsiteX6" fmla="*/ 222206 w 1952419"/>
                <a:gd name="connsiteY6" fmla="*/ 1899718 h 2026550"/>
                <a:gd name="connsiteX7" fmla="*/ 0 w 1952419"/>
                <a:gd name="connsiteY7" fmla="*/ 1824550 h 2026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52419" h="2026550">
                  <a:moveTo>
                    <a:pt x="0" y="0"/>
                  </a:moveTo>
                  <a:lnTo>
                    <a:pt x="18477" y="21580"/>
                  </a:lnTo>
                  <a:cubicBezTo>
                    <a:pt x="303246" y="354837"/>
                    <a:pt x="534434" y="608711"/>
                    <a:pt x="1021088" y="693993"/>
                  </a:cubicBezTo>
                  <a:cubicBezTo>
                    <a:pt x="1405913" y="761453"/>
                    <a:pt x="1968028" y="808488"/>
                    <a:pt x="1952088" y="1329691"/>
                  </a:cubicBezTo>
                  <a:cubicBezTo>
                    <a:pt x="1944632" y="1573230"/>
                    <a:pt x="1599569" y="1877683"/>
                    <a:pt x="1395427" y="1957388"/>
                  </a:cubicBezTo>
                  <a:cubicBezTo>
                    <a:pt x="1103824" y="2071278"/>
                    <a:pt x="757669" y="2024304"/>
                    <a:pt x="460246" y="1960358"/>
                  </a:cubicBezTo>
                  <a:cubicBezTo>
                    <a:pt x="381640" y="1943447"/>
                    <a:pt x="301994" y="1923264"/>
                    <a:pt x="222206" y="1899718"/>
                  </a:cubicBezTo>
                  <a:lnTo>
                    <a:pt x="0" y="182455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33"/>
            <p:cNvSpPr/>
            <p:nvPr/>
          </p:nvSpPr>
          <p:spPr>
            <a:xfrm>
              <a:off x="1100775" y="4744891"/>
              <a:ext cx="1460653" cy="735269"/>
            </a:xfrm>
            <a:custGeom>
              <a:avLst/>
              <a:gdLst>
                <a:gd name="connsiteX0" fmla="*/ 60610 w 1465988"/>
                <a:gd name="connsiteY0" fmla="*/ 183028 h 737955"/>
                <a:gd name="connsiteX1" fmla="*/ 1023909 w 1465988"/>
                <a:gd name="connsiteY1" fmla="*/ 33859 h 737955"/>
                <a:gd name="connsiteX2" fmla="*/ 1428148 w 1465988"/>
                <a:gd name="connsiteY2" fmla="*/ 435803 h 737955"/>
                <a:gd name="connsiteX3" fmla="*/ 759538 w 1465988"/>
                <a:gd name="connsiteY3" fmla="*/ 500085 h 737955"/>
                <a:gd name="connsiteX4" fmla="*/ 507764 w 1465988"/>
                <a:gd name="connsiteY4" fmla="*/ 714832 h 737955"/>
                <a:gd name="connsiteX5" fmla="*/ 1508 w 1465988"/>
                <a:gd name="connsiteY5" fmla="*/ 301998 h 737955"/>
                <a:gd name="connsiteX6" fmla="*/ 60610 w 1465988"/>
                <a:gd name="connsiteY6" fmla="*/ 182969 h 737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5988" h="737955">
                  <a:moveTo>
                    <a:pt x="60610" y="183028"/>
                  </a:moveTo>
                  <a:cubicBezTo>
                    <a:pt x="251692" y="-19239"/>
                    <a:pt x="837536" y="-28187"/>
                    <a:pt x="1023909" y="33859"/>
                  </a:cubicBezTo>
                  <a:cubicBezTo>
                    <a:pt x="1173490" y="83661"/>
                    <a:pt x="1593270" y="214522"/>
                    <a:pt x="1428148" y="435803"/>
                  </a:cubicBezTo>
                  <a:cubicBezTo>
                    <a:pt x="1252489" y="671153"/>
                    <a:pt x="968044" y="403956"/>
                    <a:pt x="759538" y="500085"/>
                  </a:cubicBezTo>
                  <a:cubicBezTo>
                    <a:pt x="657168" y="547297"/>
                    <a:pt x="607249" y="661381"/>
                    <a:pt x="507764" y="714832"/>
                  </a:cubicBezTo>
                  <a:cubicBezTo>
                    <a:pt x="297785" y="827739"/>
                    <a:pt x="-24747" y="500909"/>
                    <a:pt x="1508" y="301998"/>
                  </a:cubicBezTo>
                  <a:cubicBezTo>
                    <a:pt x="7512" y="256435"/>
                    <a:pt x="28469" y="216994"/>
                    <a:pt x="60610" y="182969"/>
                  </a:cubicBezTo>
                  <a:close/>
                </a:path>
              </a:pathLst>
            </a:custGeom>
            <a:solidFill>
              <a:schemeClr val="accent3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35"/>
            <p:cNvSpPr/>
            <p:nvPr/>
          </p:nvSpPr>
          <p:spPr>
            <a:xfrm>
              <a:off x="958673" y="1517193"/>
              <a:ext cx="1960673" cy="1371399"/>
            </a:xfrm>
            <a:custGeom>
              <a:avLst/>
              <a:gdLst>
                <a:gd name="connsiteX0" fmla="*/ 1237998 w 2382959"/>
                <a:gd name="connsiteY0" fmla="*/ 916 h 1666768"/>
                <a:gd name="connsiteX1" fmla="*/ 2376779 w 2382959"/>
                <a:gd name="connsiteY1" fmla="*/ 597474 h 1666768"/>
                <a:gd name="connsiteX2" fmla="*/ 1644945 w 2382959"/>
                <a:gd name="connsiteY2" fmla="*/ 893221 h 1666768"/>
                <a:gd name="connsiteX3" fmla="*/ 1051449 w 2382959"/>
                <a:gd name="connsiteY3" fmla="*/ 1576961 h 1666768"/>
                <a:gd name="connsiteX4" fmla="*/ 191756 w 2382959"/>
                <a:gd name="connsiteY4" fmla="*/ 1413664 h 1666768"/>
                <a:gd name="connsiteX5" fmla="*/ 1224341 w 2382959"/>
                <a:gd name="connsiteY5" fmla="*/ 1328 h 1666768"/>
                <a:gd name="connsiteX6" fmla="*/ 1237998 w 2382959"/>
                <a:gd name="connsiteY6" fmla="*/ 916 h 1666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82959" h="1666768">
                  <a:moveTo>
                    <a:pt x="1237998" y="916"/>
                  </a:moveTo>
                  <a:cubicBezTo>
                    <a:pt x="1589551" y="-8738"/>
                    <a:pt x="2464785" y="49246"/>
                    <a:pt x="2376779" y="597474"/>
                  </a:cubicBezTo>
                  <a:cubicBezTo>
                    <a:pt x="2320503" y="948262"/>
                    <a:pt x="1859456" y="701786"/>
                    <a:pt x="1644945" y="893221"/>
                  </a:cubicBezTo>
                  <a:cubicBezTo>
                    <a:pt x="1421957" y="1092250"/>
                    <a:pt x="1304400" y="1410897"/>
                    <a:pt x="1051449" y="1576961"/>
                  </a:cubicBezTo>
                  <a:cubicBezTo>
                    <a:pt x="779071" y="1755799"/>
                    <a:pt x="403206" y="1650074"/>
                    <a:pt x="191756" y="1413664"/>
                  </a:cubicBezTo>
                  <a:cubicBezTo>
                    <a:pt x="-425111" y="724273"/>
                    <a:pt x="588696" y="22697"/>
                    <a:pt x="1224341" y="1328"/>
                  </a:cubicBezTo>
                  <a:cubicBezTo>
                    <a:pt x="1228815" y="1151"/>
                    <a:pt x="1233348" y="1034"/>
                    <a:pt x="1237998" y="916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2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36"/>
            <p:cNvSpPr/>
            <p:nvPr/>
          </p:nvSpPr>
          <p:spPr>
            <a:xfrm>
              <a:off x="9815879" y="3495385"/>
              <a:ext cx="2376121" cy="2868907"/>
            </a:xfrm>
            <a:custGeom>
              <a:avLst/>
              <a:gdLst>
                <a:gd name="connsiteX0" fmla="*/ 1274512 w 2376121"/>
                <a:gd name="connsiteY0" fmla="*/ 2503 h 2868907"/>
                <a:gd name="connsiteX1" fmla="*/ 1425028 w 2376121"/>
                <a:gd name="connsiteY1" fmla="*/ 26514 h 2868907"/>
                <a:gd name="connsiteX2" fmla="*/ 2035893 w 2376121"/>
                <a:gd name="connsiteY2" fmla="*/ 161816 h 2868907"/>
                <a:gd name="connsiteX3" fmla="*/ 2286518 w 2376121"/>
                <a:gd name="connsiteY3" fmla="*/ 115080 h 2868907"/>
                <a:gd name="connsiteX4" fmla="*/ 2376121 w 2376121"/>
                <a:gd name="connsiteY4" fmla="*/ 101063 h 2868907"/>
                <a:gd name="connsiteX5" fmla="*/ 2376121 w 2376121"/>
                <a:gd name="connsiteY5" fmla="*/ 2800785 h 2868907"/>
                <a:gd name="connsiteX6" fmla="*/ 2302816 w 2376121"/>
                <a:gd name="connsiteY6" fmla="*/ 2830934 h 2868907"/>
                <a:gd name="connsiteX7" fmla="*/ 2022987 w 2376121"/>
                <a:gd name="connsiteY7" fmla="*/ 2867690 h 2868907"/>
                <a:gd name="connsiteX8" fmla="*/ 1372573 w 2376121"/>
                <a:gd name="connsiteY8" fmla="*/ 2540610 h 2868907"/>
                <a:gd name="connsiteX9" fmla="*/ 591645 w 2376121"/>
                <a:gd name="connsiteY9" fmla="*/ 2479343 h 2868907"/>
                <a:gd name="connsiteX10" fmla="*/ 408747 w 2376121"/>
                <a:gd name="connsiteY10" fmla="*/ 1970126 h 2868907"/>
                <a:gd name="connsiteX11" fmla="*/ 147789 w 2376121"/>
                <a:gd name="connsiteY11" fmla="*/ 1157837 h 2868907"/>
                <a:gd name="connsiteX12" fmla="*/ 261511 w 2376121"/>
                <a:gd name="connsiteY12" fmla="*/ 237584 h 2868907"/>
                <a:gd name="connsiteX13" fmla="*/ 1274512 w 2376121"/>
                <a:gd name="connsiteY13" fmla="*/ 2503 h 286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76121" h="2868907">
                  <a:moveTo>
                    <a:pt x="1274512" y="2503"/>
                  </a:moveTo>
                  <a:cubicBezTo>
                    <a:pt x="1324341" y="6138"/>
                    <a:pt x="1374498" y="13860"/>
                    <a:pt x="1425028" y="26514"/>
                  </a:cubicBezTo>
                  <a:cubicBezTo>
                    <a:pt x="1633044" y="78622"/>
                    <a:pt x="1812891" y="197548"/>
                    <a:pt x="2035893" y="161816"/>
                  </a:cubicBezTo>
                  <a:cubicBezTo>
                    <a:pt x="2122208" y="147991"/>
                    <a:pt x="2205617" y="129859"/>
                    <a:pt x="2286518" y="115080"/>
                  </a:cubicBezTo>
                  <a:lnTo>
                    <a:pt x="2376121" y="101063"/>
                  </a:lnTo>
                  <a:lnTo>
                    <a:pt x="2376121" y="2800785"/>
                  </a:lnTo>
                  <a:lnTo>
                    <a:pt x="2302816" y="2830934"/>
                  </a:lnTo>
                  <a:cubicBezTo>
                    <a:pt x="2211953" y="2859806"/>
                    <a:pt x="2116882" y="2873206"/>
                    <a:pt x="2022987" y="2867690"/>
                  </a:cubicBezTo>
                  <a:cubicBezTo>
                    <a:pt x="1777018" y="2853258"/>
                    <a:pt x="1604249" y="2605345"/>
                    <a:pt x="1372573" y="2540610"/>
                  </a:cubicBezTo>
                  <a:cubicBezTo>
                    <a:pt x="1116611" y="2469074"/>
                    <a:pt x="841709" y="2600557"/>
                    <a:pt x="591645" y="2479343"/>
                  </a:cubicBezTo>
                  <a:cubicBezTo>
                    <a:pt x="356916" y="2365620"/>
                    <a:pt x="425399" y="2181403"/>
                    <a:pt x="408747" y="1970126"/>
                  </a:cubicBezTo>
                  <a:cubicBezTo>
                    <a:pt x="387306" y="1697443"/>
                    <a:pt x="253255" y="1407137"/>
                    <a:pt x="147789" y="1157837"/>
                  </a:cubicBezTo>
                  <a:cubicBezTo>
                    <a:pt x="28517" y="876064"/>
                    <a:pt x="-162292" y="347143"/>
                    <a:pt x="261511" y="237584"/>
                  </a:cubicBezTo>
                  <a:cubicBezTo>
                    <a:pt x="592999" y="151919"/>
                    <a:pt x="925707" y="-22939"/>
                    <a:pt x="1274512" y="2503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/>
            <p:cNvSpPr/>
            <p:nvPr/>
          </p:nvSpPr>
          <p:spPr>
            <a:xfrm>
              <a:off x="8753494" y="0"/>
              <a:ext cx="3436172" cy="2361077"/>
            </a:xfrm>
            <a:custGeom>
              <a:avLst/>
              <a:gdLst>
                <a:gd name="connsiteX0" fmla="*/ 283281 w 3360242"/>
                <a:gd name="connsiteY0" fmla="*/ 0 h 2361077"/>
                <a:gd name="connsiteX1" fmla="*/ 374210 w 3360242"/>
                <a:gd name="connsiteY1" fmla="*/ 0 h 2361077"/>
                <a:gd name="connsiteX2" fmla="*/ 307441 w 3360242"/>
                <a:gd name="connsiteY2" fmla="*/ 13044 h 2361077"/>
                <a:gd name="connsiteX3" fmla="*/ 139780 w 3360242"/>
                <a:gd name="connsiteY3" fmla="*/ 76376 h 2361077"/>
                <a:gd name="connsiteX4" fmla="*/ 43967 w 3360242"/>
                <a:gd name="connsiteY4" fmla="*/ 157052 h 2361077"/>
                <a:gd name="connsiteX5" fmla="*/ 39524 w 3360242"/>
                <a:gd name="connsiteY5" fmla="*/ 345554 h 2361077"/>
                <a:gd name="connsiteX6" fmla="*/ 309251 w 3360242"/>
                <a:gd name="connsiteY6" fmla="*/ 700674 h 2361077"/>
                <a:gd name="connsiteX7" fmla="*/ 318903 w 3360242"/>
                <a:gd name="connsiteY7" fmla="*/ 955702 h 2361077"/>
                <a:gd name="connsiteX8" fmla="*/ 519745 w 3360242"/>
                <a:gd name="connsiteY8" fmla="*/ 1213802 h 2361077"/>
                <a:gd name="connsiteX9" fmla="*/ 833841 w 3360242"/>
                <a:gd name="connsiteY9" fmla="*/ 1328483 h 2361077"/>
                <a:gd name="connsiteX10" fmla="*/ 1152983 w 3360242"/>
                <a:gd name="connsiteY10" fmla="*/ 1346746 h 2361077"/>
                <a:gd name="connsiteX11" fmla="*/ 1682729 w 3360242"/>
                <a:gd name="connsiteY11" fmla="*/ 1554224 h 2361077"/>
                <a:gd name="connsiteX12" fmla="*/ 1888178 w 3360242"/>
                <a:gd name="connsiteY12" fmla="*/ 2047114 h 2361077"/>
                <a:gd name="connsiteX13" fmla="*/ 2303134 w 3360242"/>
                <a:gd name="connsiteY13" fmla="*/ 2300662 h 2361077"/>
                <a:gd name="connsiteX14" fmla="*/ 3350505 w 3360242"/>
                <a:gd name="connsiteY14" fmla="*/ 2298797 h 2361077"/>
                <a:gd name="connsiteX15" fmla="*/ 3351601 w 3360242"/>
                <a:gd name="connsiteY15" fmla="*/ 2317773 h 2361077"/>
                <a:gd name="connsiteX16" fmla="*/ 2351123 w 3360242"/>
                <a:gd name="connsiteY16" fmla="*/ 2332581 h 2361077"/>
                <a:gd name="connsiteX17" fmla="*/ 1940445 w 3360242"/>
                <a:gd name="connsiteY17" fmla="*/ 2149180 h 2361077"/>
                <a:gd name="connsiteX18" fmla="*/ 1742620 w 3360242"/>
                <a:gd name="connsiteY18" fmla="*/ 1713493 h 2361077"/>
                <a:gd name="connsiteX19" fmla="*/ 1586367 w 3360242"/>
                <a:gd name="connsiteY19" fmla="*/ 1483474 h 2361077"/>
                <a:gd name="connsiteX20" fmla="*/ 1271119 w 3360242"/>
                <a:gd name="connsiteY20" fmla="*/ 1376746 h 2361077"/>
                <a:gd name="connsiteX21" fmla="*/ 927680 w 3360242"/>
                <a:gd name="connsiteY21" fmla="*/ 1352011 h 2361077"/>
                <a:gd name="connsiteX22" fmla="*/ 643475 w 3360242"/>
                <a:gd name="connsiteY22" fmla="*/ 1300183 h 2361077"/>
                <a:gd name="connsiteX23" fmla="*/ 289451 w 3360242"/>
                <a:gd name="connsiteY23" fmla="*/ 884514 h 2361077"/>
                <a:gd name="connsiteX24" fmla="*/ 269543 w 3360242"/>
                <a:gd name="connsiteY24" fmla="*/ 628663 h 2361077"/>
                <a:gd name="connsiteX25" fmla="*/ 101334 w 3360242"/>
                <a:gd name="connsiteY25" fmla="*/ 446578 h 2361077"/>
                <a:gd name="connsiteX26" fmla="*/ 1791 w 3360242"/>
                <a:gd name="connsiteY26" fmla="*/ 289228 h 2361077"/>
                <a:gd name="connsiteX27" fmla="*/ 46489 w 3360242"/>
                <a:gd name="connsiteY27" fmla="*/ 122610 h 2361077"/>
                <a:gd name="connsiteX28" fmla="*/ 196291 w 3360242"/>
                <a:gd name="connsiteY28" fmla="*/ 27735 h 2361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3360242" h="2361077">
                  <a:moveTo>
                    <a:pt x="283281" y="0"/>
                  </a:moveTo>
                  <a:lnTo>
                    <a:pt x="374210" y="0"/>
                  </a:lnTo>
                  <a:lnTo>
                    <a:pt x="307441" y="13044"/>
                  </a:lnTo>
                  <a:cubicBezTo>
                    <a:pt x="248976" y="28208"/>
                    <a:pt x="191965" y="48186"/>
                    <a:pt x="139780" y="76376"/>
                  </a:cubicBezTo>
                  <a:cubicBezTo>
                    <a:pt x="103912" y="95736"/>
                    <a:pt x="64369" y="120306"/>
                    <a:pt x="43967" y="157052"/>
                  </a:cubicBezTo>
                  <a:cubicBezTo>
                    <a:pt x="13034" y="212665"/>
                    <a:pt x="7385" y="289283"/>
                    <a:pt x="39524" y="345554"/>
                  </a:cubicBezTo>
                  <a:cubicBezTo>
                    <a:pt x="113839" y="475646"/>
                    <a:pt x="291262" y="535975"/>
                    <a:pt x="309251" y="700674"/>
                  </a:cubicBezTo>
                  <a:cubicBezTo>
                    <a:pt x="318574" y="785684"/>
                    <a:pt x="291700" y="872283"/>
                    <a:pt x="318903" y="955702"/>
                  </a:cubicBezTo>
                  <a:cubicBezTo>
                    <a:pt x="353072" y="1060401"/>
                    <a:pt x="429855" y="1151718"/>
                    <a:pt x="519745" y="1213802"/>
                  </a:cubicBezTo>
                  <a:cubicBezTo>
                    <a:pt x="612542" y="1277916"/>
                    <a:pt x="721190" y="1318830"/>
                    <a:pt x="833841" y="1328483"/>
                  </a:cubicBezTo>
                  <a:cubicBezTo>
                    <a:pt x="940021" y="1337587"/>
                    <a:pt x="1046694" y="1338574"/>
                    <a:pt x="1152983" y="1346746"/>
                  </a:cubicBezTo>
                  <a:cubicBezTo>
                    <a:pt x="1338907" y="1361006"/>
                    <a:pt x="1565745" y="1389470"/>
                    <a:pt x="1682729" y="1554224"/>
                  </a:cubicBezTo>
                  <a:cubicBezTo>
                    <a:pt x="1787977" y="1702469"/>
                    <a:pt x="1795764" y="1893165"/>
                    <a:pt x="1888178" y="2047114"/>
                  </a:cubicBezTo>
                  <a:cubicBezTo>
                    <a:pt x="1976972" y="2194976"/>
                    <a:pt x="2140025" y="2266877"/>
                    <a:pt x="2303134" y="2300662"/>
                  </a:cubicBezTo>
                  <a:cubicBezTo>
                    <a:pt x="2650576" y="2372618"/>
                    <a:pt x="3001089" y="2311960"/>
                    <a:pt x="3350505" y="2298797"/>
                  </a:cubicBezTo>
                  <a:cubicBezTo>
                    <a:pt x="3362790" y="2298358"/>
                    <a:pt x="3363778" y="2316731"/>
                    <a:pt x="3351601" y="2317773"/>
                  </a:cubicBezTo>
                  <a:cubicBezTo>
                    <a:pt x="3021381" y="2346622"/>
                    <a:pt x="2680631" y="2390662"/>
                    <a:pt x="2351123" y="2332581"/>
                  </a:cubicBezTo>
                  <a:cubicBezTo>
                    <a:pt x="2204742" y="2306750"/>
                    <a:pt x="2046954" y="2258815"/>
                    <a:pt x="1940445" y="2149180"/>
                  </a:cubicBezTo>
                  <a:cubicBezTo>
                    <a:pt x="1824393" y="2029728"/>
                    <a:pt x="1799329" y="1863713"/>
                    <a:pt x="1742620" y="1713493"/>
                  </a:cubicBezTo>
                  <a:cubicBezTo>
                    <a:pt x="1709658" y="1626235"/>
                    <a:pt x="1664631" y="1538538"/>
                    <a:pt x="1586367" y="1483474"/>
                  </a:cubicBezTo>
                  <a:cubicBezTo>
                    <a:pt x="1494447" y="1418757"/>
                    <a:pt x="1381028" y="1391499"/>
                    <a:pt x="1271119" y="1376746"/>
                  </a:cubicBezTo>
                  <a:cubicBezTo>
                    <a:pt x="1157152" y="1361499"/>
                    <a:pt x="1042361" y="1358154"/>
                    <a:pt x="927680" y="1352011"/>
                  </a:cubicBezTo>
                  <a:cubicBezTo>
                    <a:pt x="830277" y="1346801"/>
                    <a:pt x="734627" y="1337697"/>
                    <a:pt x="643475" y="1300183"/>
                  </a:cubicBezTo>
                  <a:cubicBezTo>
                    <a:pt x="477844" y="1232011"/>
                    <a:pt x="297130" y="1077568"/>
                    <a:pt x="289451" y="884514"/>
                  </a:cubicBezTo>
                  <a:cubicBezTo>
                    <a:pt x="286106" y="799779"/>
                    <a:pt x="312870" y="707475"/>
                    <a:pt x="269543" y="628663"/>
                  </a:cubicBezTo>
                  <a:cubicBezTo>
                    <a:pt x="228574" y="554239"/>
                    <a:pt x="162376" y="503288"/>
                    <a:pt x="101334" y="446578"/>
                  </a:cubicBezTo>
                  <a:cubicBezTo>
                    <a:pt x="55758" y="404183"/>
                    <a:pt x="9689" y="353836"/>
                    <a:pt x="1791" y="289228"/>
                  </a:cubicBezTo>
                  <a:cubicBezTo>
                    <a:pt x="-5065" y="233232"/>
                    <a:pt x="7330" y="165553"/>
                    <a:pt x="46489" y="122610"/>
                  </a:cubicBezTo>
                  <a:cubicBezTo>
                    <a:pt x="85758" y="79557"/>
                    <a:pt x="139108" y="49749"/>
                    <a:pt x="196291" y="27735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" name="任意多边形: 形状 38"/>
            <p:cNvSpPr/>
            <p:nvPr/>
          </p:nvSpPr>
          <p:spPr>
            <a:xfrm>
              <a:off x="2" y="1002420"/>
              <a:ext cx="1251276" cy="1363409"/>
            </a:xfrm>
            <a:custGeom>
              <a:avLst/>
              <a:gdLst>
                <a:gd name="connsiteX0" fmla="*/ 400275 w 1376921"/>
                <a:gd name="connsiteY0" fmla="*/ 1490 h 1500314"/>
                <a:gd name="connsiteX1" fmla="*/ 406708 w 1376921"/>
                <a:gd name="connsiteY1" fmla="*/ 14123 h 1500314"/>
                <a:gd name="connsiteX2" fmla="*/ 340776 w 1376921"/>
                <a:gd name="connsiteY2" fmla="*/ 161355 h 1500314"/>
                <a:gd name="connsiteX3" fmla="*/ 273759 w 1376921"/>
                <a:gd name="connsiteY3" fmla="*/ 321665 h 1500314"/>
                <a:gd name="connsiteX4" fmla="*/ 137676 w 1376921"/>
                <a:gd name="connsiteY4" fmla="*/ 489388 h 1500314"/>
                <a:gd name="connsiteX5" fmla="*/ 73793 w 1376921"/>
                <a:gd name="connsiteY5" fmla="*/ 546822 h 1500314"/>
                <a:gd name="connsiteX6" fmla="*/ 72166 w 1376921"/>
                <a:gd name="connsiteY6" fmla="*/ 549233 h 1500314"/>
                <a:gd name="connsiteX7" fmla="*/ 118572 w 1376921"/>
                <a:gd name="connsiteY7" fmla="*/ 577739 h 1500314"/>
                <a:gd name="connsiteX8" fmla="*/ 150634 w 1376921"/>
                <a:gd name="connsiteY8" fmla="*/ 597567 h 1500314"/>
                <a:gd name="connsiteX9" fmla="*/ 293587 w 1376921"/>
                <a:gd name="connsiteY9" fmla="*/ 434907 h 1500314"/>
                <a:gd name="connsiteX10" fmla="*/ 389110 w 1376921"/>
                <a:gd name="connsiteY10" fmla="*/ 284782 h 1500314"/>
                <a:gd name="connsiteX11" fmla="*/ 655972 w 1376921"/>
                <a:gd name="connsiteY11" fmla="*/ 153038 h 1500314"/>
                <a:gd name="connsiteX12" fmla="*/ 670074 w 1376921"/>
                <a:gd name="connsiteY12" fmla="*/ 177025 h 1500314"/>
                <a:gd name="connsiteX13" fmla="*/ 553759 w 1376921"/>
                <a:gd name="connsiteY13" fmla="*/ 319556 h 1500314"/>
                <a:gd name="connsiteX14" fmla="*/ 415507 w 1376921"/>
                <a:gd name="connsiteY14" fmla="*/ 466125 h 1500314"/>
                <a:gd name="connsiteX15" fmla="*/ 283522 w 1376921"/>
                <a:gd name="connsiteY15" fmla="*/ 560202 h 1500314"/>
                <a:gd name="connsiteX16" fmla="*/ 173595 w 1376921"/>
                <a:gd name="connsiteY16" fmla="*/ 611188 h 1500314"/>
                <a:gd name="connsiteX17" fmla="*/ 323961 w 1376921"/>
                <a:gd name="connsiteY17" fmla="*/ 690197 h 1500314"/>
                <a:gd name="connsiteX18" fmla="*/ 537788 w 1376921"/>
                <a:gd name="connsiteY18" fmla="*/ 414054 h 1500314"/>
                <a:gd name="connsiteX19" fmla="*/ 838279 w 1376921"/>
                <a:gd name="connsiteY19" fmla="*/ 294183 h 1500314"/>
                <a:gd name="connsiteX20" fmla="*/ 848525 w 1376921"/>
                <a:gd name="connsiteY20" fmla="*/ 318411 h 1500314"/>
                <a:gd name="connsiteX21" fmla="*/ 694603 w 1376921"/>
                <a:gd name="connsiteY21" fmla="*/ 429543 h 1500314"/>
                <a:gd name="connsiteX22" fmla="*/ 568223 w 1376921"/>
                <a:gd name="connsiteY22" fmla="*/ 559298 h 1500314"/>
                <a:gd name="connsiteX23" fmla="*/ 357771 w 1376921"/>
                <a:gd name="connsiteY23" fmla="*/ 705023 h 1500314"/>
                <a:gd name="connsiteX24" fmla="*/ 407190 w 1376921"/>
                <a:gd name="connsiteY24" fmla="*/ 724730 h 1500314"/>
                <a:gd name="connsiteX25" fmla="*/ 435154 w 1376921"/>
                <a:gd name="connsiteY25" fmla="*/ 734253 h 1500314"/>
                <a:gd name="connsiteX26" fmla="*/ 585580 w 1376921"/>
                <a:gd name="connsiteY26" fmla="*/ 622096 h 1500314"/>
                <a:gd name="connsiteX27" fmla="*/ 724254 w 1376921"/>
                <a:gd name="connsiteY27" fmla="*/ 528381 h 1500314"/>
                <a:gd name="connsiteX28" fmla="*/ 863170 w 1376921"/>
                <a:gd name="connsiteY28" fmla="*/ 495535 h 1500314"/>
                <a:gd name="connsiteX29" fmla="*/ 1043006 w 1376921"/>
                <a:gd name="connsiteY29" fmla="*/ 472212 h 1500314"/>
                <a:gd name="connsiteX30" fmla="*/ 1051926 w 1376921"/>
                <a:gd name="connsiteY30" fmla="*/ 493245 h 1500314"/>
                <a:gd name="connsiteX31" fmla="*/ 910720 w 1376921"/>
                <a:gd name="connsiteY31" fmla="*/ 552005 h 1500314"/>
                <a:gd name="connsiteX32" fmla="*/ 737031 w 1376921"/>
                <a:gd name="connsiteY32" fmla="*/ 647589 h 1500314"/>
                <a:gd name="connsiteX33" fmla="*/ 609265 w 1376921"/>
                <a:gd name="connsiteY33" fmla="*/ 718222 h 1500314"/>
                <a:gd name="connsiteX34" fmla="*/ 478908 w 1376921"/>
                <a:gd name="connsiteY34" fmla="*/ 746848 h 1500314"/>
                <a:gd name="connsiteX35" fmla="*/ 566717 w 1376921"/>
                <a:gd name="connsiteY35" fmla="*/ 769629 h 1500314"/>
                <a:gd name="connsiteX36" fmla="*/ 888783 w 1376921"/>
                <a:gd name="connsiteY36" fmla="*/ 672720 h 1500314"/>
                <a:gd name="connsiteX37" fmla="*/ 1265632 w 1376921"/>
                <a:gd name="connsiteY37" fmla="*/ 724068 h 1500314"/>
                <a:gd name="connsiteX38" fmla="*/ 1271599 w 1376921"/>
                <a:gd name="connsiteY38" fmla="*/ 745462 h 1500314"/>
                <a:gd name="connsiteX39" fmla="*/ 958934 w 1376921"/>
                <a:gd name="connsiteY39" fmla="*/ 804283 h 1500314"/>
                <a:gd name="connsiteX40" fmla="*/ 622283 w 1376921"/>
                <a:gd name="connsiteY40" fmla="*/ 787107 h 1500314"/>
                <a:gd name="connsiteX41" fmla="*/ 656996 w 1376921"/>
                <a:gd name="connsiteY41" fmla="*/ 801269 h 1500314"/>
                <a:gd name="connsiteX42" fmla="*/ 1032459 w 1376921"/>
                <a:gd name="connsiteY42" fmla="*/ 875639 h 1500314"/>
                <a:gd name="connsiteX43" fmla="*/ 1370316 w 1376921"/>
                <a:gd name="connsiteY43" fmla="*/ 1074339 h 1500314"/>
                <a:gd name="connsiteX44" fmla="*/ 1364832 w 1376921"/>
                <a:gd name="connsiteY44" fmla="*/ 1095915 h 1500314"/>
                <a:gd name="connsiteX45" fmla="*/ 970505 w 1376921"/>
                <a:gd name="connsiteY45" fmla="*/ 1006780 h 1500314"/>
                <a:gd name="connsiteX46" fmla="*/ 616979 w 1376921"/>
                <a:gd name="connsiteY46" fmla="*/ 808140 h 1500314"/>
                <a:gd name="connsiteX47" fmla="*/ 612399 w 1376921"/>
                <a:gd name="connsiteY47" fmla="*/ 803258 h 1500314"/>
                <a:gd name="connsiteX48" fmla="*/ 589919 w 1376921"/>
                <a:gd name="connsiteY48" fmla="*/ 796267 h 1500314"/>
                <a:gd name="connsiteX49" fmla="*/ 817186 w 1376921"/>
                <a:gd name="connsiteY49" fmla="*/ 1040348 h 1500314"/>
                <a:gd name="connsiteX50" fmla="*/ 1044754 w 1376921"/>
                <a:gd name="connsiteY50" fmla="*/ 1366392 h 1500314"/>
                <a:gd name="connsiteX51" fmla="*/ 1030953 w 1376921"/>
                <a:gd name="connsiteY51" fmla="*/ 1380254 h 1500314"/>
                <a:gd name="connsiteX52" fmla="*/ 855576 w 1376921"/>
                <a:gd name="connsiteY52" fmla="*/ 1285635 h 1500314"/>
                <a:gd name="connsiteX53" fmla="*/ 745167 w 1376921"/>
                <a:gd name="connsiteY53" fmla="*/ 1159315 h 1500314"/>
                <a:gd name="connsiteX54" fmla="*/ 540862 w 1376921"/>
                <a:gd name="connsiteY54" fmla="*/ 784877 h 1500314"/>
                <a:gd name="connsiteX55" fmla="*/ 540500 w 1376921"/>
                <a:gd name="connsiteY55" fmla="*/ 783129 h 1500314"/>
                <a:gd name="connsiteX56" fmla="*/ 473845 w 1376921"/>
                <a:gd name="connsiteY56" fmla="*/ 766736 h 1500314"/>
                <a:gd name="connsiteX57" fmla="*/ 538391 w 1376921"/>
                <a:gd name="connsiteY57" fmla="*/ 877266 h 1500314"/>
                <a:gd name="connsiteX58" fmla="*/ 617823 w 1376921"/>
                <a:gd name="connsiteY58" fmla="*/ 1071808 h 1500314"/>
                <a:gd name="connsiteX59" fmla="*/ 680561 w 1376921"/>
                <a:gd name="connsiteY59" fmla="*/ 1273280 h 1500314"/>
                <a:gd name="connsiteX60" fmla="*/ 714129 w 1376921"/>
                <a:gd name="connsiteY60" fmla="*/ 1487167 h 1500314"/>
                <a:gd name="connsiteX61" fmla="*/ 695989 w 1376921"/>
                <a:gd name="connsiteY61" fmla="*/ 1497835 h 1500314"/>
                <a:gd name="connsiteX62" fmla="*/ 518563 w 1376921"/>
                <a:gd name="connsiteY62" fmla="*/ 1176672 h 1500314"/>
                <a:gd name="connsiteX63" fmla="*/ 476798 w 1376921"/>
                <a:gd name="connsiteY63" fmla="*/ 960555 h 1500314"/>
                <a:gd name="connsiteX64" fmla="*/ 438288 w 1376921"/>
                <a:gd name="connsiteY64" fmla="*/ 797232 h 1500314"/>
                <a:gd name="connsiteX65" fmla="*/ 432141 w 1376921"/>
                <a:gd name="connsiteY65" fmla="*/ 774210 h 1500314"/>
                <a:gd name="connsiteX66" fmla="*/ 428344 w 1376921"/>
                <a:gd name="connsiteY66" fmla="*/ 756069 h 1500314"/>
                <a:gd name="connsiteX67" fmla="*/ 406889 w 1376921"/>
                <a:gd name="connsiteY67" fmla="*/ 747330 h 1500314"/>
                <a:gd name="connsiteX68" fmla="*/ 378503 w 1376921"/>
                <a:gd name="connsiteY68" fmla="*/ 736965 h 1500314"/>
                <a:gd name="connsiteX69" fmla="*/ 366570 w 1376921"/>
                <a:gd name="connsiteY69" fmla="*/ 732023 h 1500314"/>
                <a:gd name="connsiteX70" fmla="*/ 393329 w 1376921"/>
                <a:gd name="connsiteY70" fmla="*/ 821338 h 1500314"/>
                <a:gd name="connsiteX71" fmla="*/ 409540 w 1376921"/>
                <a:gd name="connsiteY71" fmla="*/ 1004670 h 1500314"/>
                <a:gd name="connsiteX72" fmla="*/ 399114 w 1376921"/>
                <a:gd name="connsiteY72" fmla="*/ 1457215 h 1500314"/>
                <a:gd name="connsiteX73" fmla="*/ 383324 w 1376921"/>
                <a:gd name="connsiteY73" fmla="*/ 1466496 h 1500314"/>
                <a:gd name="connsiteX74" fmla="*/ 267431 w 1376921"/>
                <a:gd name="connsiteY74" fmla="*/ 1177094 h 1500314"/>
                <a:gd name="connsiteX75" fmla="*/ 334568 w 1376921"/>
                <a:gd name="connsiteY75" fmla="*/ 724128 h 1500314"/>
                <a:gd name="connsiteX76" fmla="*/ 334870 w 1376921"/>
                <a:gd name="connsiteY76" fmla="*/ 718704 h 1500314"/>
                <a:gd name="connsiteX77" fmla="*/ 334629 w 1376921"/>
                <a:gd name="connsiteY77" fmla="*/ 718885 h 1500314"/>
                <a:gd name="connsiteX78" fmla="*/ 325890 w 1376921"/>
                <a:gd name="connsiteY78" fmla="*/ 714967 h 1500314"/>
                <a:gd name="connsiteX79" fmla="*/ 321069 w 1376921"/>
                <a:gd name="connsiteY79" fmla="*/ 712858 h 1500314"/>
                <a:gd name="connsiteX80" fmla="*/ 233923 w 1376921"/>
                <a:gd name="connsiteY80" fmla="*/ 670671 h 1500314"/>
                <a:gd name="connsiteX81" fmla="*/ 253389 w 1376921"/>
                <a:gd name="connsiteY81" fmla="*/ 932049 h 1500314"/>
                <a:gd name="connsiteX82" fmla="*/ 201800 w 1376921"/>
                <a:gd name="connsiteY82" fmla="*/ 1117611 h 1500314"/>
                <a:gd name="connsiteX83" fmla="*/ 172691 w 1376921"/>
                <a:gd name="connsiteY83" fmla="*/ 1307331 h 1500314"/>
                <a:gd name="connsiteX84" fmla="*/ 184142 w 1376921"/>
                <a:gd name="connsiteY84" fmla="*/ 1342587 h 1500314"/>
                <a:gd name="connsiteX85" fmla="*/ 161904 w 1376921"/>
                <a:gd name="connsiteY85" fmla="*/ 1351989 h 1500314"/>
                <a:gd name="connsiteX86" fmla="*/ 149428 w 1376921"/>
                <a:gd name="connsiteY86" fmla="*/ 1316733 h 1500314"/>
                <a:gd name="connsiteX87" fmla="*/ 121766 w 1376921"/>
                <a:gd name="connsiteY87" fmla="*/ 1006418 h 1500314"/>
                <a:gd name="connsiteX88" fmla="*/ 154310 w 1376921"/>
                <a:gd name="connsiteY88" fmla="*/ 817602 h 1500314"/>
                <a:gd name="connsiteX89" fmla="*/ 192700 w 1376921"/>
                <a:gd name="connsiteY89" fmla="*/ 648553 h 1500314"/>
                <a:gd name="connsiteX90" fmla="*/ 168051 w 1376921"/>
                <a:gd name="connsiteY90" fmla="*/ 634210 h 1500314"/>
                <a:gd name="connsiteX91" fmla="*/ 142317 w 1376921"/>
                <a:gd name="connsiteY91" fmla="*/ 618781 h 1500314"/>
                <a:gd name="connsiteX92" fmla="*/ 122188 w 1376921"/>
                <a:gd name="connsiteY92" fmla="*/ 606366 h 1500314"/>
                <a:gd name="connsiteX93" fmla="*/ 133940 w 1376921"/>
                <a:gd name="connsiteY93" fmla="*/ 702311 h 1500314"/>
                <a:gd name="connsiteX94" fmla="*/ 98021 w 1376921"/>
                <a:gd name="connsiteY94" fmla="*/ 866056 h 1500314"/>
                <a:gd name="connsiteX95" fmla="*/ 10091 w 1376921"/>
                <a:gd name="connsiteY95" fmla="*/ 1067529 h 1500314"/>
                <a:gd name="connsiteX96" fmla="*/ 0 w 1376921"/>
                <a:gd name="connsiteY96" fmla="*/ 1118340 h 1500314"/>
                <a:gd name="connsiteX97" fmla="*/ 0 w 1376921"/>
                <a:gd name="connsiteY97" fmla="*/ 773825 h 1500314"/>
                <a:gd name="connsiteX98" fmla="*/ 10573 w 1376921"/>
                <a:gd name="connsiteY98" fmla="*/ 749199 h 1500314"/>
                <a:gd name="connsiteX99" fmla="*/ 83255 w 1376921"/>
                <a:gd name="connsiteY99" fmla="*/ 582259 h 1500314"/>
                <a:gd name="connsiteX100" fmla="*/ 43238 w 1376921"/>
                <a:gd name="connsiteY100" fmla="*/ 557791 h 1500314"/>
                <a:gd name="connsiteX101" fmla="*/ 10189 w 1376921"/>
                <a:gd name="connsiteY101" fmla="*/ 695667 h 1500314"/>
                <a:gd name="connsiteX102" fmla="*/ 0 w 1376921"/>
                <a:gd name="connsiteY102" fmla="*/ 710433 h 1500314"/>
                <a:gd name="connsiteX103" fmla="*/ 0 w 1376921"/>
                <a:gd name="connsiteY103" fmla="*/ 561721 h 1500314"/>
                <a:gd name="connsiteX104" fmla="*/ 10814 w 1376921"/>
                <a:gd name="connsiteY104" fmla="*/ 538506 h 1500314"/>
                <a:gd name="connsiteX105" fmla="*/ 0 w 1376921"/>
                <a:gd name="connsiteY105" fmla="*/ 533069 h 1500314"/>
                <a:gd name="connsiteX106" fmla="*/ 0 w 1376921"/>
                <a:gd name="connsiteY106" fmla="*/ 508867 h 1500314"/>
                <a:gd name="connsiteX107" fmla="*/ 50771 w 1376921"/>
                <a:gd name="connsiteY107" fmla="*/ 536457 h 1500314"/>
                <a:gd name="connsiteX108" fmla="*/ 187457 w 1376921"/>
                <a:gd name="connsiteY108" fmla="*/ 195526 h 1500314"/>
                <a:gd name="connsiteX109" fmla="*/ 385614 w 1376921"/>
                <a:gd name="connsiteY109" fmla="*/ 2190 h 1500314"/>
                <a:gd name="connsiteX110" fmla="*/ 400275 w 1376921"/>
                <a:gd name="connsiteY110" fmla="*/ 1490 h 150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</a:cxnLst>
              <a:rect l="l" t="t" r="r" b="b"/>
              <a:pathLst>
                <a:path w="1376921" h="1500314">
                  <a:moveTo>
                    <a:pt x="400275" y="1490"/>
                  </a:moveTo>
                  <a:cubicBezTo>
                    <a:pt x="404704" y="3622"/>
                    <a:pt x="407763" y="7976"/>
                    <a:pt x="406708" y="14123"/>
                  </a:cubicBezTo>
                  <a:cubicBezTo>
                    <a:pt x="397608" y="67158"/>
                    <a:pt x="357470" y="110008"/>
                    <a:pt x="340776" y="161355"/>
                  </a:cubicBezTo>
                  <a:cubicBezTo>
                    <a:pt x="322575" y="217283"/>
                    <a:pt x="305580" y="271583"/>
                    <a:pt x="273759" y="321665"/>
                  </a:cubicBezTo>
                  <a:cubicBezTo>
                    <a:pt x="234766" y="383077"/>
                    <a:pt x="188963" y="437860"/>
                    <a:pt x="137676" y="489388"/>
                  </a:cubicBezTo>
                  <a:cubicBezTo>
                    <a:pt x="119656" y="507468"/>
                    <a:pt x="98744" y="534528"/>
                    <a:pt x="73793" y="546822"/>
                  </a:cubicBezTo>
                  <a:cubicBezTo>
                    <a:pt x="73251" y="547606"/>
                    <a:pt x="72709" y="548450"/>
                    <a:pt x="72166" y="549233"/>
                  </a:cubicBezTo>
                  <a:cubicBezTo>
                    <a:pt x="87775" y="558575"/>
                    <a:pt x="103264" y="568097"/>
                    <a:pt x="118572" y="577739"/>
                  </a:cubicBezTo>
                  <a:cubicBezTo>
                    <a:pt x="129179" y="584429"/>
                    <a:pt x="139906" y="591058"/>
                    <a:pt x="150634" y="597567"/>
                  </a:cubicBezTo>
                  <a:cubicBezTo>
                    <a:pt x="201981" y="547124"/>
                    <a:pt x="252364" y="493848"/>
                    <a:pt x="293587" y="434907"/>
                  </a:cubicBezTo>
                  <a:cubicBezTo>
                    <a:pt x="327517" y="386332"/>
                    <a:pt x="354095" y="332513"/>
                    <a:pt x="389110" y="284782"/>
                  </a:cubicBezTo>
                  <a:cubicBezTo>
                    <a:pt x="455886" y="193718"/>
                    <a:pt x="551469" y="176301"/>
                    <a:pt x="655972" y="153038"/>
                  </a:cubicBezTo>
                  <a:cubicBezTo>
                    <a:pt x="668748" y="150206"/>
                    <a:pt x="678391" y="167322"/>
                    <a:pt x="670074" y="177025"/>
                  </a:cubicBezTo>
                  <a:cubicBezTo>
                    <a:pt x="630057" y="223671"/>
                    <a:pt x="597573" y="276043"/>
                    <a:pt x="553759" y="319556"/>
                  </a:cubicBezTo>
                  <a:cubicBezTo>
                    <a:pt x="505967" y="367046"/>
                    <a:pt x="462214" y="417670"/>
                    <a:pt x="415507" y="466125"/>
                  </a:cubicBezTo>
                  <a:cubicBezTo>
                    <a:pt x="377659" y="505359"/>
                    <a:pt x="331917" y="535553"/>
                    <a:pt x="283522" y="560202"/>
                  </a:cubicBezTo>
                  <a:cubicBezTo>
                    <a:pt x="248989" y="577739"/>
                    <a:pt x="212046" y="601002"/>
                    <a:pt x="173595" y="611188"/>
                  </a:cubicBezTo>
                  <a:cubicBezTo>
                    <a:pt x="222412" y="639995"/>
                    <a:pt x="272433" y="666693"/>
                    <a:pt x="323961" y="690197"/>
                  </a:cubicBezTo>
                  <a:cubicBezTo>
                    <a:pt x="408817" y="609500"/>
                    <a:pt x="450763" y="493004"/>
                    <a:pt x="537788" y="414054"/>
                  </a:cubicBezTo>
                  <a:cubicBezTo>
                    <a:pt x="624091" y="335768"/>
                    <a:pt x="728413" y="320580"/>
                    <a:pt x="838279" y="294183"/>
                  </a:cubicBezTo>
                  <a:cubicBezTo>
                    <a:pt x="852020" y="290929"/>
                    <a:pt x="858710" y="310516"/>
                    <a:pt x="848525" y="318411"/>
                  </a:cubicBezTo>
                  <a:cubicBezTo>
                    <a:pt x="798081" y="357645"/>
                    <a:pt x="741611" y="385186"/>
                    <a:pt x="694603" y="429543"/>
                  </a:cubicBezTo>
                  <a:cubicBezTo>
                    <a:pt x="650668" y="471007"/>
                    <a:pt x="610832" y="516448"/>
                    <a:pt x="568223" y="559298"/>
                  </a:cubicBezTo>
                  <a:cubicBezTo>
                    <a:pt x="507715" y="620107"/>
                    <a:pt x="441241" y="681459"/>
                    <a:pt x="357771" y="705023"/>
                  </a:cubicBezTo>
                  <a:cubicBezTo>
                    <a:pt x="374103" y="711894"/>
                    <a:pt x="390556" y="718583"/>
                    <a:pt x="407190" y="724730"/>
                  </a:cubicBezTo>
                  <a:cubicBezTo>
                    <a:pt x="416411" y="728166"/>
                    <a:pt x="425752" y="731300"/>
                    <a:pt x="435154" y="734253"/>
                  </a:cubicBezTo>
                  <a:cubicBezTo>
                    <a:pt x="483367" y="694476"/>
                    <a:pt x="535739" y="659823"/>
                    <a:pt x="585580" y="622096"/>
                  </a:cubicBezTo>
                  <a:cubicBezTo>
                    <a:pt x="629213" y="589070"/>
                    <a:pt x="673751" y="550680"/>
                    <a:pt x="724254" y="528381"/>
                  </a:cubicBezTo>
                  <a:cubicBezTo>
                    <a:pt x="769575" y="508372"/>
                    <a:pt x="813992" y="500357"/>
                    <a:pt x="863170" y="495535"/>
                  </a:cubicBezTo>
                  <a:cubicBezTo>
                    <a:pt x="923376" y="489629"/>
                    <a:pt x="982739" y="477636"/>
                    <a:pt x="1043006" y="472212"/>
                  </a:cubicBezTo>
                  <a:cubicBezTo>
                    <a:pt x="1054939" y="471127"/>
                    <a:pt x="1061026" y="485410"/>
                    <a:pt x="1051926" y="493245"/>
                  </a:cubicBezTo>
                  <a:cubicBezTo>
                    <a:pt x="1012270" y="527236"/>
                    <a:pt x="957608" y="531695"/>
                    <a:pt x="910720" y="552005"/>
                  </a:cubicBezTo>
                  <a:cubicBezTo>
                    <a:pt x="849790" y="578402"/>
                    <a:pt x="791392" y="609259"/>
                    <a:pt x="737031" y="647589"/>
                  </a:cubicBezTo>
                  <a:cubicBezTo>
                    <a:pt x="697737" y="675312"/>
                    <a:pt x="656695" y="706228"/>
                    <a:pt x="609265" y="718222"/>
                  </a:cubicBezTo>
                  <a:cubicBezTo>
                    <a:pt x="566234" y="729130"/>
                    <a:pt x="522420" y="737567"/>
                    <a:pt x="478908" y="746848"/>
                  </a:cubicBezTo>
                  <a:cubicBezTo>
                    <a:pt x="508137" y="754623"/>
                    <a:pt x="537608" y="761614"/>
                    <a:pt x="566717" y="769629"/>
                  </a:cubicBezTo>
                  <a:cubicBezTo>
                    <a:pt x="672244" y="710025"/>
                    <a:pt x="765597" y="675131"/>
                    <a:pt x="888783" y="672720"/>
                  </a:cubicBezTo>
                  <a:cubicBezTo>
                    <a:pt x="1017332" y="670189"/>
                    <a:pt x="1137264" y="726840"/>
                    <a:pt x="1265632" y="724068"/>
                  </a:cubicBezTo>
                  <a:cubicBezTo>
                    <a:pt x="1277686" y="723826"/>
                    <a:pt x="1284134" y="740098"/>
                    <a:pt x="1271599" y="745462"/>
                  </a:cubicBezTo>
                  <a:cubicBezTo>
                    <a:pt x="1173846" y="787167"/>
                    <a:pt x="1065666" y="812660"/>
                    <a:pt x="958934" y="804283"/>
                  </a:cubicBezTo>
                  <a:cubicBezTo>
                    <a:pt x="849007" y="795665"/>
                    <a:pt x="732993" y="774933"/>
                    <a:pt x="622283" y="787107"/>
                  </a:cubicBezTo>
                  <a:cubicBezTo>
                    <a:pt x="634035" y="791386"/>
                    <a:pt x="645606" y="796026"/>
                    <a:pt x="656996" y="801269"/>
                  </a:cubicBezTo>
                  <a:cubicBezTo>
                    <a:pt x="779097" y="837671"/>
                    <a:pt x="911022" y="836706"/>
                    <a:pt x="1032459" y="875639"/>
                  </a:cubicBezTo>
                  <a:cubicBezTo>
                    <a:pt x="1159924" y="916500"/>
                    <a:pt x="1253880" y="1012083"/>
                    <a:pt x="1370316" y="1074339"/>
                  </a:cubicBezTo>
                  <a:cubicBezTo>
                    <a:pt x="1381224" y="1080185"/>
                    <a:pt x="1378090" y="1096999"/>
                    <a:pt x="1364832" y="1095915"/>
                  </a:cubicBezTo>
                  <a:cubicBezTo>
                    <a:pt x="1225856" y="1084464"/>
                    <a:pt x="1096282" y="1073375"/>
                    <a:pt x="970505" y="1006780"/>
                  </a:cubicBezTo>
                  <a:cubicBezTo>
                    <a:pt x="850996" y="943499"/>
                    <a:pt x="735826" y="872505"/>
                    <a:pt x="616979" y="808140"/>
                  </a:cubicBezTo>
                  <a:cubicBezTo>
                    <a:pt x="614689" y="806874"/>
                    <a:pt x="613243" y="805127"/>
                    <a:pt x="612399" y="803258"/>
                  </a:cubicBezTo>
                  <a:cubicBezTo>
                    <a:pt x="604926" y="800848"/>
                    <a:pt x="597453" y="798497"/>
                    <a:pt x="589919" y="796267"/>
                  </a:cubicBezTo>
                  <a:cubicBezTo>
                    <a:pt x="682791" y="850990"/>
                    <a:pt x="758365" y="957783"/>
                    <a:pt x="817186" y="1040348"/>
                  </a:cubicBezTo>
                  <a:cubicBezTo>
                    <a:pt x="892941" y="1146780"/>
                    <a:pt x="956764" y="1269845"/>
                    <a:pt x="1044754" y="1366392"/>
                  </a:cubicBezTo>
                  <a:cubicBezTo>
                    <a:pt x="1052227" y="1374649"/>
                    <a:pt x="1039149" y="1387848"/>
                    <a:pt x="1030953" y="1380254"/>
                  </a:cubicBezTo>
                  <a:cubicBezTo>
                    <a:pt x="981233" y="1334451"/>
                    <a:pt x="908490" y="1328424"/>
                    <a:pt x="855576" y="1285635"/>
                  </a:cubicBezTo>
                  <a:cubicBezTo>
                    <a:pt x="811039" y="1249595"/>
                    <a:pt x="777410" y="1206444"/>
                    <a:pt x="745167" y="1159315"/>
                  </a:cubicBezTo>
                  <a:cubicBezTo>
                    <a:pt x="662722" y="1038962"/>
                    <a:pt x="598477" y="918428"/>
                    <a:pt x="540862" y="784877"/>
                  </a:cubicBezTo>
                  <a:cubicBezTo>
                    <a:pt x="540561" y="784274"/>
                    <a:pt x="540681" y="783732"/>
                    <a:pt x="540500" y="783129"/>
                  </a:cubicBezTo>
                  <a:cubicBezTo>
                    <a:pt x="518322" y="777585"/>
                    <a:pt x="496023" y="772402"/>
                    <a:pt x="473845" y="766736"/>
                  </a:cubicBezTo>
                  <a:cubicBezTo>
                    <a:pt x="504401" y="794640"/>
                    <a:pt x="522661" y="841889"/>
                    <a:pt x="538391" y="877266"/>
                  </a:cubicBezTo>
                  <a:cubicBezTo>
                    <a:pt x="566897" y="941209"/>
                    <a:pt x="591788" y="1006840"/>
                    <a:pt x="617823" y="1071808"/>
                  </a:cubicBezTo>
                  <a:cubicBezTo>
                    <a:pt x="644099" y="1137559"/>
                    <a:pt x="668628" y="1203250"/>
                    <a:pt x="680561" y="1273280"/>
                  </a:cubicBezTo>
                  <a:cubicBezTo>
                    <a:pt x="692674" y="1344455"/>
                    <a:pt x="699123" y="1416474"/>
                    <a:pt x="714129" y="1487167"/>
                  </a:cubicBezTo>
                  <a:cubicBezTo>
                    <a:pt x="716118" y="1496569"/>
                    <a:pt x="703281" y="1504524"/>
                    <a:pt x="695989" y="1497835"/>
                  </a:cubicBezTo>
                  <a:cubicBezTo>
                    <a:pt x="610651" y="1419126"/>
                    <a:pt x="550445" y="1286418"/>
                    <a:pt x="518563" y="1176672"/>
                  </a:cubicBezTo>
                  <a:cubicBezTo>
                    <a:pt x="498133" y="1106461"/>
                    <a:pt x="489274" y="1032453"/>
                    <a:pt x="476798" y="960555"/>
                  </a:cubicBezTo>
                  <a:cubicBezTo>
                    <a:pt x="467276" y="905592"/>
                    <a:pt x="452692" y="851231"/>
                    <a:pt x="438288" y="797232"/>
                  </a:cubicBezTo>
                  <a:cubicBezTo>
                    <a:pt x="436239" y="789578"/>
                    <a:pt x="434190" y="781864"/>
                    <a:pt x="432141" y="774210"/>
                  </a:cubicBezTo>
                  <a:cubicBezTo>
                    <a:pt x="430875" y="769328"/>
                    <a:pt x="430574" y="760288"/>
                    <a:pt x="428344" y="756069"/>
                  </a:cubicBezTo>
                  <a:cubicBezTo>
                    <a:pt x="425391" y="750645"/>
                    <a:pt x="412313" y="749139"/>
                    <a:pt x="406889" y="747330"/>
                  </a:cubicBezTo>
                  <a:cubicBezTo>
                    <a:pt x="397306" y="744136"/>
                    <a:pt x="387844" y="740701"/>
                    <a:pt x="378503" y="736965"/>
                  </a:cubicBezTo>
                  <a:cubicBezTo>
                    <a:pt x="374525" y="735337"/>
                    <a:pt x="370548" y="733650"/>
                    <a:pt x="366570" y="732023"/>
                  </a:cubicBezTo>
                  <a:cubicBezTo>
                    <a:pt x="382601" y="758118"/>
                    <a:pt x="386760" y="791446"/>
                    <a:pt x="393329" y="821338"/>
                  </a:cubicBezTo>
                  <a:cubicBezTo>
                    <a:pt x="406587" y="881485"/>
                    <a:pt x="412494" y="943078"/>
                    <a:pt x="409540" y="1004670"/>
                  </a:cubicBezTo>
                  <a:cubicBezTo>
                    <a:pt x="402128" y="1157568"/>
                    <a:pt x="383505" y="1304318"/>
                    <a:pt x="399114" y="1457215"/>
                  </a:cubicBezTo>
                  <a:cubicBezTo>
                    <a:pt x="399958" y="1465411"/>
                    <a:pt x="390315" y="1472402"/>
                    <a:pt x="383324" y="1466496"/>
                  </a:cubicBezTo>
                  <a:cubicBezTo>
                    <a:pt x="296540" y="1393513"/>
                    <a:pt x="263273" y="1288588"/>
                    <a:pt x="267431" y="1177094"/>
                  </a:cubicBezTo>
                  <a:cubicBezTo>
                    <a:pt x="273277" y="1020882"/>
                    <a:pt x="358133" y="882208"/>
                    <a:pt x="334568" y="724128"/>
                  </a:cubicBezTo>
                  <a:cubicBezTo>
                    <a:pt x="334267" y="722139"/>
                    <a:pt x="334388" y="720331"/>
                    <a:pt x="334870" y="718704"/>
                  </a:cubicBezTo>
                  <a:lnTo>
                    <a:pt x="334629" y="718885"/>
                  </a:lnTo>
                  <a:cubicBezTo>
                    <a:pt x="331676" y="717498"/>
                    <a:pt x="328783" y="716233"/>
                    <a:pt x="325890" y="714967"/>
                  </a:cubicBezTo>
                  <a:cubicBezTo>
                    <a:pt x="324082" y="714726"/>
                    <a:pt x="322515" y="713943"/>
                    <a:pt x="321069" y="712858"/>
                  </a:cubicBezTo>
                  <a:cubicBezTo>
                    <a:pt x="291538" y="699659"/>
                    <a:pt x="262549" y="685617"/>
                    <a:pt x="233923" y="670671"/>
                  </a:cubicBezTo>
                  <a:cubicBezTo>
                    <a:pt x="277978" y="741726"/>
                    <a:pt x="268877" y="862079"/>
                    <a:pt x="253389" y="932049"/>
                  </a:cubicBezTo>
                  <a:cubicBezTo>
                    <a:pt x="239467" y="994907"/>
                    <a:pt x="219097" y="1055716"/>
                    <a:pt x="201800" y="1117611"/>
                  </a:cubicBezTo>
                  <a:cubicBezTo>
                    <a:pt x="186613" y="1172092"/>
                    <a:pt x="161662" y="1246461"/>
                    <a:pt x="172691" y="1307331"/>
                  </a:cubicBezTo>
                  <a:cubicBezTo>
                    <a:pt x="176187" y="1319083"/>
                    <a:pt x="179923" y="1330835"/>
                    <a:pt x="184142" y="1342587"/>
                  </a:cubicBezTo>
                  <a:cubicBezTo>
                    <a:pt x="189446" y="1357292"/>
                    <a:pt x="168955" y="1365850"/>
                    <a:pt x="161904" y="1351989"/>
                  </a:cubicBezTo>
                  <a:cubicBezTo>
                    <a:pt x="156239" y="1340779"/>
                    <a:pt x="152201" y="1328967"/>
                    <a:pt x="149428" y="1316733"/>
                  </a:cubicBezTo>
                  <a:cubicBezTo>
                    <a:pt x="116944" y="1217051"/>
                    <a:pt x="110014" y="1110740"/>
                    <a:pt x="121766" y="1006418"/>
                  </a:cubicBezTo>
                  <a:cubicBezTo>
                    <a:pt x="128877" y="942897"/>
                    <a:pt x="140027" y="879918"/>
                    <a:pt x="154310" y="817602"/>
                  </a:cubicBezTo>
                  <a:cubicBezTo>
                    <a:pt x="157926" y="801993"/>
                    <a:pt x="191013" y="647890"/>
                    <a:pt x="192700" y="648553"/>
                  </a:cubicBezTo>
                  <a:cubicBezTo>
                    <a:pt x="183901" y="645299"/>
                    <a:pt x="176127" y="638910"/>
                    <a:pt x="168051" y="634210"/>
                  </a:cubicBezTo>
                  <a:cubicBezTo>
                    <a:pt x="159433" y="629147"/>
                    <a:pt x="150814" y="624024"/>
                    <a:pt x="142317" y="618781"/>
                  </a:cubicBezTo>
                  <a:cubicBezTo>
                    <a:pt x="135567" y="614683"/>
                    <a:pt x="128877" y="610525"/>
                    <a:pt x="122188" y="606366"/>
                  </a:cubicBezTo>
                  <a:cubicBezTo>
                    <a:pt x="133156" y="636379"/>
                    <a:pt x="134422" y="674166"/>
                    <a:pt x="133940" y="702311"/>
                  </a:cubicBezTo>
                  <a:cubicBezTo>
                    <a:pt x="132975" y="759324"/>
                    <a:pt x="119898" y="813443"/>
                    <a:pt x="98021" y="866056"/>
                  </a:cubicBezTo>
                  <a:cubicBezTo>
                    <a:pt x="69996" y="933495"/>
                    <a:pt x="32932" y="998041"/>
                    <a:pt x="10091" y="1067529"/>
                  </a:cubicBezTo>
                  <a:lnTo>
                    <a:pt x="0" y="1118340"/>
                  </a:lnTo>
                  <a:lnTo>
                    <a:pt x="0" y="773825"/>
                  </a:lnTo>
                  <a:lnTo>
                    <a:pt x="10573" y="749199"/>
                  </a:lnTo>
                  <a:cubicBezTo>
                    <a:pt x="33475" y="695200"/>
                    <a:pt x="46010" y="628183"/>
                    <a:pt x="83255" y="582259"/>
                  </a:cubicBezTo>
                  <a:cubicBezTo>
                    <a:pt x="69936" y="574003"/>
                    <a:pt x="56617" y="565867"/>
                    <a:pt x="43238" y="557791"/>
                  </a:cubicBezTo>
                  <a:cubicBezTo>
                    <a:pt x="49717" y="605613"/>
                    <a:pt x="34092" y="652139"/>
                    <a:pt x="10189" y="695667"/>
                  </a:cubicBezTo>
                  <a:lnTo>
                    <a:pt x="0" y="710433"/>
                  </a:lnTo>
                  <a:lnTo>
                    <a:pt x="0" y="561721"/>
                  </a:lnTo>
                  <a:lnTo>
                    <a:pt x="10814" y="538506"/>
                  </a:lnTo>
                  <a:lnTo>
                    <a:pt x="0" y="533069"/>
                  </a:lnTo>
                  <a:lnTo>
                    <a:pt x="0" y="508867"/>
                  </a:lnTo>
                  <a:lnTo>
                    <a:pt x="50771" y="536457"/>
                  </a:lnTo>
                  <a:cubicBezTo>
                    <a:pt x="119837" y="434605"/>
                    <a:pt x="127431" y="302802"/>
                    <a:pt x="187457" y="195526"/>
                  </a:cubicBezTo>
                  <a:cubicBezTo>
                    <a:pt x="233682" y="112840"/>
                    <a:pt x="306303" y="51669"/>
                    <a:pt x="385614" y="2190"/>
                  </a:cubicBezTo>
                  <a:cubicBezTo>
                    <a:pt x="390044" y="-552"/>
                    <a:pt x="395845" y="-642"/>
                    <a:pt x="400275" y="1490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" name="任意多边形: 形状 39"/>
            <p:cNvSpPr/>
            <p:nvPr/>
          </p:nvSpPr>
          <p:spPr>
            <a:xfrm>
              <a:off x="9692446" y="26291"/>
              <a:ext cx="2499554" cy="1309023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" name="任意多边形: 形状 40"/>
            <p:cNvSpPr/>
            <p:nvPr/>
          </p:nvSpPr>
          <p:spPr>
            <a:xfrm>
              <a:off x="8948735" y="4782630"/>
              <a:ext cx="3240931" cy="2075370"/>
            </a:xfrm>
            <a:custGeom>
              <a:avLst/>
              <a:gdLst>
                <a:gd name="connsiteX0" fmla="*/ 1095917 w 3240931"/>
                <a:gd name="connsiteY0" fmla="*/ 707 h 2075370"/>
                <a:gd name="connsiteX1" fmla="*/ 2408409 w 3240931"/>
                <a:gd name="connsiteY1" fmla="*/ 368508 h 2075370"/>
                <a:gd name="connsiteX2" fmla="*/ 3000290 w 3240931"/>
                <a:gd name="connsiteY2" fmla="*/ 1112292 h 2075370"/>
                <a:gd name="connsiteX3" fmla="*/ 3238392 w 3240931"/>
                <a:gd name="connsiteY3" fmla="*/ 1896017 h 2075370"/>
                <a:gd name="connsiteX4" fmla="*/ 3240931 w 3240931"/>
                <a:gd name="connsiteY4" fmla="*/ 2075370 h 2075370"/>
                <a:gd name="connsiteX5" fmla="*/ 184065 w 3240931"/>
                <a:gd name="connsiteY5" fmla="*/ 2075370 h 2075370"/>
                <a:gd name="connsiteX6" fmla="*/ 178346 w 3240931"/>
                <a:gd name="connsiteY6" fmla="*/ 2049159 h 2075370"/>
                <a:gd name="connsiteX7" fmla="*/ 141885 w 3240931"/>
                <a:gd name="connsiteY7" fmla="*/ 1716090 h 2075370"/>
                <a:gd name="connsiteX8" fmla="*/ 16144 w 3240931"/>
                <a:gd name="connsiteY8" fmla="*/ 1209834 h 2075370"/>
                <a:gd name="connsiteX9" fmla="*/ 288297 w 3240931"/>
                <a:gd name="connsiteY9" fmla="*/ 525447 h 2075370"/>
                <a:gd name="connsiteX10" fmla="*/ 1095917 w 3240931"/>
                <a:gd name="connsiteY10" fmla="*/ 707 h 207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40931" h="2075370">
                  <a:moveTo>
                    <a:pt x="1095917" y="707"/>
                  </a:moveTo>
                  <a:cubicBezTo>
                    <a:pt x="1583045" y="-9713"/>
                    <a:pt x="2016239" y="94188"/>
                    <a:pt x="2408409" y="368508"/>
                  </a:cubicBezTo>
                  <a:cubicBezTo>
                    <a:pt x="2648062" y="536102"/>
                    <a:pt x="2865645" y="868288"/>
                    <a:pt x="3000290" y="1112292"/>
                  </a:cubicBezTo>
                  <a:cubicBezTo>
                    <a:pt x="3130293" y="1347848"/>
                    <a:pt x="3217459" y="1621050"/>
                    <a:pt x="3238392" y="1896017"/>
                  </a:cubicBezTo>
                  <a:lnTo>
                    <a:pt x="3240931" y="2075370"/>
                  </a:lnTo>
                  <a:lnTo>
                    <a:pt x="184065" y="2075370"/>
                  </a:lnTo>
                  <a:lnTo>
                    <a:pt x="178346" y="2049159"/>
                  </a:lnTo>
                  <a:cubicBezTo>
                    <a:pt x="161125" y="1939373"/>
                    <a:pt x="154224" y="1827555"/>
                    <a:pt x="141885" y="1716090"/>
                  </a:cubicBezTo>
                  <a:cubicBezTo>
                    <a:pt x="122233" y="1539018"/>
                    <a:pt x="55832" y="1382020"/>
                    <a:pt x="16144" y="1209834"/>
                  </a:cubicBezTo>
                  <a:cubicBezTo>
                    <a:pt x="-60941" y="875235"/>
                    <a:pt x="155942" y="787228"/>
                    <a:pt x="288297" y="525447"/>
                  </a:cubicBezTo>
                  <a:cubicBezTo>
                    <a:pt x="468419" y="169125"/>
                    <a:pt x="664885" y="9890"/>
                    <a:pt x="1095917" y="707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" name="任意多边形: 形状 41"/>
            <p:cNvSpPr/>
            <p:nvPr/>
          </p:nvSpPr>
          <p:spPr>
            <a:xfrm>
              <a:off x="753602" y="5302693"/>
              <a:ext cx="4035661" cy="1555308"/>
            </a:xfrm>
            <a:custGeom>
              <a:avLst/>
              <a:gdLst>
                <a:gd name="connsiteX0" fmla="*/ 1032399 w 3740437"/>
                <a:gd name="connsiteY0" fmla="*/ 391 h 1311620"/>
                <a:gd name="connsiteX1" fmla="*/ 1318141 w 3740437"/>
                <a:gd name="connsiteY1" fmla="*/ 93846 h 1311620"/>
                <a:gd name="connsiteX2" fmla="*/ 1591871 w 3740437"/>
                <a:gd name="connsiteY2" fmla="*/ 313336 h 1311620"/>
                <a:gd name="connsiteX3" fmla="*/ 1913755 w 3740437"/>
                <a:gd name="connsiteY3" fmla="*/ 419021 h 1311620"/>
                <a:gd name="connsiteX4" fmla="*/ 2249844 w 3740437"/>
                <a:gd name="connsiteY4" fmla="*/ 466901 h 1311620"/>
                <a:gd name="connsiteX5" fmla="*/ 2812497 w 3740437"/>
                <a:gd name="connsiteY5" fmla="*/ 770851 h 1311620"/>
                <a:gd name="connsiteX6" fmla="*/ 3462353 w 3740437"/>
                <a:gd name="connsiteY6" fmla="*/ 945312 h 1311620"/>
                <a:gd name="connsiteX7" fmla="*/ 3695753 w 3740437"/>
                <a:gd name="connsiteY7" fmla="*/ 1228867 h 1311620"/>
                <a:gd name="connsiteX8" fmla="*/ 3740437 w 3740437"/>
                <a:gd name="connsiteY8" fmla="*/ 1311620 h 1311620"/>
                <a:gd name="connsiteX9" fmla="*/ 3699924 w 3740437"/>
                <a:gd name="connsiteY9" fmla="*/ 1311620 h 1311620"/>
                <a:gd name="connsiteX10" fmla="*/ 3678387 w 3740437"/>
                <a:gd name="connsiteY10" fmla="*/ 1273229 h 1311620"/>
                <a:gd name="connsiteX11" fmla="*/ 3465973 w 3740437"/>
                <a:gd name="connsiteY11" fmla="*/ 987213 h 1311620"/>
                <a:gd name="connsiteX12" fmla="*/ 2841455 w 3740437"/>
                <a:gd name="connsiteY12" fmla="*/ 812752 h 1311620"/>
                <a:gd name="connsiteX13" fmla="*/ 2330850 w 3740437"/>
                <a:gd name="connsiteY13" fmla="*/ 534524 h 1311620"/>
                <a:gd name="connsiteX14" fmla="*/ 2024542 w 3740437"/>
                <a:gd name="connsiteY14" fmla="*/ 455274 h 1311620"/>
                <a:gd name="connsiteX15" fmla="*/ 1738800 w 3740437"/>
                <a:gd name="connsiteY15" fmla="*/ 420447 h 1311620"/>
                <a:gd name="connsiteX16" fmla="*/ 1155965 w 3740437"/>
                <a:gd name="connsiteY16" fmla="*/ 47338 h 1311620"/>
                <a:gd name="connsiteX17" fmla="*/ 571538 w 3740437"/>
                <a:gd name="connsiteY17" fmla="*/ 186644 h 1311620"/>
                <a:gd name="connsiteX18" fmla="*/ 29781 w 3740437"/>
                <a:gd name="connsiteY18" fmla="*/ 1271310 h 1311620"/>
                <a:gd name="connsiteX19" fmla="*/ 29672 w 3740437"/>
                <a:gd name="connsiteY19" fmla="*/ 1271310 h 1311620"/>
                <a:gd name="connsiteX20" fmla="*/ 8776 w 3740437"/>
                <a:gd name="connsiteY20" fmla="*/ 1273064 h 1311620"/>
                <a:gd name="connsiteX21" fmla="*/ 4333 w 3740437"/>
                <a:gd name="connsiteY21" fmla="*/ 1241529 h 1311620"/>
                <a:gd name="connsiteX22" fmla="*/ 123511 w 3740437"/>
                <a:gd name="connsiteY22" fmla="*/ 686554 h 1311620"/>
                <a:gd name="connsiteX23" fmla="*/ 505560 w 3740437"/>
                <a:gd name="connsiteY23" fmla="*/ 200739 h 1311620"/>
                <a:gd name="connsiteX24" fmla="*/ 1032399 w 3740437"/>
                <a:gd name="connsiteY24" fmla="*/ 391 h 131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740437" h="1311620">
                  <a:moveTo>
                    <a:pt x="1032399" y="391"/>
                  </a:moveTo>
                  <a:cubicBezTo>
                    <a:pt x="1136275" y="4175"/>
                    <a:pt x="1232089" y="34998"/>
                    <a:pt x="1318141" y="93846"/>
                  </a:cubicBezTo>
                  <a:cubicBezTo>
                    <a:pt x="1414942" y="159989"/>
                    <a:pt x="1495728" y="246315"/>
                    <a:pt x="1591871" y="313336"/>
                  </a:cubicBezTo>
                  <a:cubicBezTo>
                    <a:pt x="1690317" y="381946"/>
                    <a:pt x="1795181" y="411124"/>
                    <a:pt x="1913755" y="419021"/>
                  </a:cubicBezTo>
                  <a:cubicBezTo>
                    <a:pt x="2027832" y="426645"/>
                    <a:pt x="2141087" y="426974"/>
                    <a:pt x="2249844" y="466901"/>
                  </a:cubicBezTo>
                  <a:cubicBezTo>
                    <a:pt x="2451728" y="541106"/>
                    <a:pt x="2609681" y="699004"/>
                    <a:pt x="2812497" y="770851"/>
                  </a:cubicBezTo>
                  <a:cubicBezTo>
                    <a:pt x="3025185" y="846208"/>
                    <a:pt x="3271823" y="806829"/>
                    <a:pt x="3462353" y="945312"/>
                  </a:cubicBezTo>
                  <a:cubicBezTo>
                    <a:pt x="3562473" y="1018091"/>
                    <a:pt x="3633456" y="1120007"/>
                    <a:pt x="3695753" y="1228867"/>
                  </a:cubicBezTo>
                  <a:lnTo>
                    <a:pt x="3740437" y="1311620"/>
                  </a:lnTo>
                  <a:lnTo>
                    <a:pt x="3699924" y="1311620"/>
                  </a:lnTo>
                  <a:lnTo>
                    <a:pt x="3678387" y="1273229"/>
                  </a:lnTo>
                  <a:cubicBezTo>
                    <a:pt x="3621074" y="1172699"/>
                    <a:pt x="3559319" y="1059006"/>
                    <a:pt x="3465973" y="987213"/>
                  </a:cubicBezTo>
                  <a:cubicBezTo>
                    <a:pt x="3280871" y="844836"/>
                    <a:pt x="3052553" y="879663"/>
                    <a:pt x="2841455" y="812752"/>
                  </a:cubicBezTo>
                  <a:cubicBezTo>
                    <a:pt x="2652679" y="752916"/>
                    <a:pt x="2505915" y="621179"/>
                    <a:pt x="2330850" y="534524"/>
                  </a:cubicBezTo>
                  <a:cubicBezTo>
                    <a:pt x="2232459" y="485822"/>
                    <a:pt x="2133792" y="462129"/>
                    <a:pt x="2024542" y="455274"/>
                  </a:cubicBezTo>
                  <a:cubicBezTo>
                    <a:pt x="1928728" y="449296"/>
                    <a:pt x="1831433" y="448363"/>
                    <a:pt x="1738800" y="420447"/>
                  </a:cubicBezTo>
                  <a:cubicBezTo>
                    <a:pt x="1510646" y="351672"/>
                    <a:pt x="1385271" y="110574"/>
                    <a:pt x="1155965" y="47338"/>
                  </a:cubicBezTo>
                  <a:cubicBezTo>
                    <a:pt x="953258" y="-8549"/>
                    <a:pt x="736621" y="67466"/>
                    <a:pt x="571538" y="186644"/>
                  </a:cubicBezTo>
                  <a:cubicBezTo>
                    <a:pt x="245157" y="422257"/>
                    <a:pt x="-13217" y="858712"/>
                    <a:pt x="29781" y="1271310"/>
                  </a:cubicBezTo>
                  <a:lnTo>
                    <a:pt x="29672" y="1271310"/>
                  </a:lnTo>
                  <a:cubicBezTo>
                    <a:pt x="31098" y="1284856"/>
                    <a:pt x="10860" y="1286282"/>
                    <a:pt x="8776" y="1273064"/>
                  </a:cubicBezTo>
                  <a:cubicBezTo>
                    <a:pt x="7130" y="1262590"/>
                    <a:pt x="5485" y="1252114"/>
                    <a:pt x="4333" y="1241529"/>
                  </a:cubicBezTo>
                  <a:cubicBezTo>
                    <a:pt x="-16508" y="1051766"/>
                    <a:pt x="40202" y="855641"/>
                    <a:pt x="123511" y="686554"/>
                  </a:cubicBezTo>
                  <a:cubicBezTo>
                    <a:pt x="214773" y="501288"/>
                    <a:pt x="343055" y="329514"/>
                    <a:pt x="505560" y="200739"/>
                  </a:cubicBezTo>
                  <a:cubicBezTo>
                    <a:pt x="654025" y="83097"/>
                    <a:pt x="838742" y="-6684"/>
                    <a:pt x="1032399" y="391"/>
                  </a:cubicBez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43" name="任意多边形: 形状 42"/>
            <p:cNvSpPr/>
            <p:nvPr/>
          </p:nvSpPr>
          <p:spPr>
            <a:xfrm>
              <a:off x="0" y="1"/>
              <a:ext cx="2247308" cy="3316621"/>
            </a:xfrm>
            <a:custGeom>
              <a:avLst/>
              <a:gdLst>
                <a:gd name="connsiteX0" fmla="*/ 850720 w 2247308"/>
                <a:gd name="connsiteY0" fmla="*/ 120 h 3316621"/>
                <a:gd name="connsiteX1" fmla="*/ 859271 w 2247308"/>
                <a:gd name="connsiteY1" fmla="*/ 5282 h 3316621"/>
                <a:gd name="connsiteX2" fmla="*/ 1432418 w 2247308"/>
                <a:gd name="connsiteY2" fmla="*/ 416551 h 3316621"/>
                <a:gd name="connsiteX3" fmla="*/ 1756237 w 2247308"/>
                <a:gd name="connsiteY3" fmla="*/ 504605 h 3316621"/>
                <a:gd name="connsiteX4" fmla="*/ 2007768 w 2247308"/>
                <a:gd name="connsiteY4" fmla="*/ 567405 h 3316621"/>
                <a:gd name="connsiteX5" fmla="*/ 2203783 w 2247308"/>
                <a:gd name="connsiteY5" fmla="*/ 895365 h 3316621"/>
                <a:gd name="connsiteX6" fmla="*/ 2113927 w 2247308"/>
                <a:gd name="connsiteY6" fmla="*/ 1179099 h 3316621"/>
                <a:gd name="connsiteX7" fmla="*/ 2212068 w 2247308"/>
                <a:gd name="connsiteY7" fmla="*/ 1520688 h 3316621"/>
                <a:gd name="connsiteX8" fmla="*/ 2169644 w 2247308"/>
                <a:gd name="connsiteY8" fmla="*/ 1833818 h 3316621"/>
                <a:gd name="connsiteX9" fmla="*/ 1873752 w 2247308"/>
                <a:gd name="connsiteY9" fmla="*/ 2005113 h 3316621"/>
                <a:gd name="connsiteX10" fmla="*/ 1519669 w 2247308"/>
                <a:gd name="connsiteY10" fmla="*/ 2165854 h 3316621"/>
                <a:gd name="connsiteX11" fmla="*/ 1404625 w 2247308"/>
                <a:gd name="connsiteY11" fmla="*/ 2354787 h 3316621"/>
                <a:gd name="connsiteX12" fmla="*/ 1397210 w 2247308"/>
                <a:gd name="connsiteY12" fmla="*/ 2557348 h 3316621"/>
                <a:gd name="connsiteX13" fmla="*/ 830009 w 2247308"/>
                <a:gd name="connsiteY13" fmla="*/ 3062819 h 3316621"/>
                <a:gd name="connsiteX14" fmla="*/ 418714 w 2247308"/>
                <a:gd name="connsiteY14" fmla="*/ 3204510 h 3316621"/>
                <a:gd name="connsiteX15" fmla="*/ 0 w 2247308"/>
                <a:gd name="connsiteY15" fmla="*/ 3316621 h 3316621"/>
                <a:gd name="connsiteX16" fmla="*/ 0 w 2247308"/>
                <a:gd name="connsiteY16" fmla="*/ 3277921 h 3316621"/>
                <a:gd name="connsiteX17" fmla="*/ 129013 w 2247308"/>
                <a:gd name="connsiteY17" fmla="*/ 3232496 h 3316621"/>
                <a:gd name="connsiteX18" fmla="*/ 1105792 w 2247308"/>
                <a:gd name="connsiteY18" fmla="*/ 2870411 h 3316621"/>
                <a:gd name="connsiteX19" fmla="*/ 1326727 w 2247308"/>
                <a:gd name="connsiteY19" fmla="*/ 2655690 h 3316621"/>
                <a:gd name="connsiteX20" fmla="*/ 1355120 w 2247308"/>
                <a:gd name="connsiteY20" fmla="*/ 2376566 h 3316621"/>
                <a:gd name="connsiteX21" fmla="*/ 1647806 w 2247308"/>
                <a:gd name="connsiteY21" fmla="*/ 2044263 h 3316621"/>
                <a:gd name="connsiteX22" fmla="*/ 2009973 w 2247308"/>
                <a:gd name="connsiteY22" fmla="*/ 1903565 h 3316621"/>
                <a:gd name="connsiteX23" fmla="*/ 2188217 w 2247308"/>
                <a:gd name="connsiteY23" fmla="*/ 1553090 h 3316621"/>
                <a:gd name="connsiteX24" fmla="*/ 2086067 w 2247308"/>
                <a:gd name="connsiteY24" fmla="*/ 1171282 h 3316621"/>
                <a:gd name="connsiteX25" fmla="*/ 2182805 w 2247308"/>
                <a:gd name="connsiteY25" fmla="*/ 773574 h 3316621"/>
                <a:gd name="connsiteX26" fmla="*/ 1920249 w 2247308"/>
                <a:gd name="connsiteY26" fmla="*/ 568206 h 3316621"/>
                <a:gd name="connsiteX27" fmla="*/ 1528621 w 2247308"/>
                <a:gd name="connsiteY27" fmla="*/ 474609 h 3316621"/>
                <a:gd name="connsiteX28" fmla="*/ 838025 w 2247308"/>
                <a:gd name="connsiteY28" fmla="*/ 17574 h 3316621"/>
                <a:gd name="connsiteX29" fmla="*/ 838092 w 2247308"/>
                <a:gd name="connsiteY29" fmla="*/ 17641 h 3316621"/>
                <a:gd name="connsiteX30" fmla="*/ 850720 w 2247308"/>
                <a:gd name="connsiteY30" fmla="*/ 120 h 3316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47308" h="3316621">
                  <a:moveTo>
                    <a:pt x="850720" y="120"/>
                  </a:moveTo>
                  <a:cubicBezTo>
                    <a:pt x="853876" y="547"/>
                    <a:pt x="856949" y="2142"/>
                    <a:pt x="859271" y="5282"/>
                  </a:cubicBezTo>
                  <a:cubicBezTo>
                    <a:pt x="1005180" y="202032"/>
                    <a:pt x="1201328" y="337719"/>
                    <a:pt x="1432418" y="416551"/>
                  </a:cubicBezTo>
                  <a:cubicBezTo>
                    <a:pt x="1538308" y="452628"/>
                    <a:pt x="1646805" y="481422"/>
                    <a:pt x="1756237" y="504605"/>
                  </a:cubicBezTo>
                  <a:cubicBezTo>
                    <a:pt x="1840347" y="522442"/>
                    <a:pt x="1926998" y="536940"/>
                    <a:pt x="2007768" y="567405"/>
                  </a:cubicBezTo>
                  <a:cubicBezTo>
                    <a:pt x="2155747" y="623323"/>
                    <a:pt x="2239994" y="732554"/>
                    <a:pt x="2203783" y="895365"/>
                  </a:cubicBezTo>
                  <a:cubicBezTo>
                    <a:pt x="2182338" y="991769"/>
                    <a:pt x="2128892" y="1082160"/>
                    <a:pt x="2113927" y="1179099"/>
                  </a:cubicBezTo>
                  <a:cubicBezTo>
                    <a:pt x="2094953" y="1301892"/>
                    <a:pt x="2159824" y="1414664"/>
                    <a:pt x="2212068" y="1520688"/>
                  </a:cubicBezTo>
                  <a:cubicBezTo>
                    <a:pt x="2268520" y="1635264"/>
                    <a:pt x="2259100" y="1736077"/>
                    <a:pt x="2169644" y="1833818"/>
                  </a:cubicBezTo>
                  <a:cubicBezTo>
                    <a:pt x="2090743" y="1920067"/>
                    <a:pt x="1981779" y="1966365"/>
                    <a:pt x="1873752" y="2005113"/>
                  </a:cubicBezTo>
                  <a:cubicBezTo>
                    <a:pt x="1754699" y="2047804"/>
                    <a:pt x="1617543" y="2081408"/>
                    <a:pt x="1519669" y="2165854"/>
                  </a:cubicBezTo>
                  <a:cubicBezTo>
                    <a:pt x="1462548" y="2215091"/>
                    <a:pt x="1418521" y="2279360"/>
                    <a:pt x="1404625" y="2354787"/>
                  </a:cubicBezTo>
                  <a:cubicBezTo>
                    <a:pt x="1392132" y="2422464"/>
                    <a:pt x="1402755" y="2489472"/>
                    <a:pt x="1397210" y="2557348"/>
                  </a:cubicBezTo>
                  <a:cubicBezTo>
                    <a:pt x="1375430" y="2825984"/>
                    <a:pt x="1047937" y="2974966"/>
                    <a:pt x="830009" y="3062819"/>
                  </a:cubicBezTo>
                  <a:cubicBezTo>
                    <a:pt x="695858" y="3116866"/>
                    <a:pt x="558050" y="3163114"/>
                    <a:pt x="418714" y="3204510"/>
                  </a:cubicBezTo>
                  <a:lnTo>
                    <a:pt x="0" y="3316621"/>
                  </a:lnTo>
                  <a:lnTo>
                    <a:pt x="0" y="3277921"/>
                  </a:lnTo>
                  <a:lnTo>
                    <a:pt x="129013" y="3232496"/>
                  </a:lnTo>
                  <a:cubicBezTo>
                    <a:pt x="459981" y="3125058"/>
                    <a:pt x="810175" y="3064664"/>
                    <a:pt x="1105792" y="2870411"/>
                  </a:cubicBezTo>
                  <a:cubicBezTo>
                    <a:pt x="1186965" y="2817099"/>
                    <a:pt x="1286041" y="2747217"/>
                    <a:pt x="1326727" y="2655690"/>
                  </a:cubicBezTo>
                  <a:cubicBezTo>
                    <a:pt x="1366812" y="2565499"/>
                    <a:pt x="1341959" y="2470832"/>
                    <a:pt x="1355120" y="2376566"/>
                  </a:cubicBezTo>
                  <a:cubicBezTo>
                    <a:pt x="1378570" y="2208811"/>
                    <a:pt x="1499092" y="2106862"/>
                    <a:pt x="1647806" y="2044263"/>
                  </a:cubicBezTo>
                  <a:cubicBezTo>
                    <a:pt x="1766859" y="1994156"/>
                    <a:pt x="1895798" y="1964829"/>
                    <a:pt x="2009973" y="1903565"/>
                  </a:cubicBezTo>
                  <a:cubicBezTo>
                    <a:pt x="2139914" y="1833818"/>
                    <a:pt x="2259368" y="1706549"/>
                    <a:pt x="2188217" y="1553090"/>
                  </a:cubicBezTo>
                  <a:cubicBezTo>
                    <a:pt x="2134636" y="1437579"/>
                    <a:pt x="2058876" y="1303429"/>
                    <a:pt x="2086067" y="1171282"/>
                  </a:cubicBezTo>
                  <a:cubicBezTo>
                    <a:pt x="2112790" y="1041140"/>
                    <a:pt x="2210732" y="911933"/>
                    <a:pt x="2182805" y="773574"/>
                  </a:cubicBezTo>
                  <a:cubicBezTo>
                    <a:pt x="2157151" y="646505"/>
                    <a:pt x="2033423" y="597268"/>
                    <a:pt x="1920249" y="568206"/>
                  </a:cubicBezTo>
                  <a:cubicBezTo>
                    <a:pt x="1790108" y="534803"/>
                    <a:pt x="1657694" y="512689"/>
                    <a:pt x="1528621" y="474609"/>
                  </a:cubicBezTo>
                  <a:cubicBezTo>
                    <a:pt x="1249630" y="392301"/>
                    <a:pt x="1012329" y="255011"/>
                    <a:pt x="838025" y="17574"/>
                  </a:cubicBezTo>
                  <a:lnTo>
                    <a:pt x="838092" y="17641"/>
                  </a:lnTo>
                  <a:cubicBezTo>
                    <a:pt x="831028" y="8071"/>
                    <a:pt x="841250" y="-1161"/>
                    <a:pt x="850720" y="12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" name="任意多边形: 形状 43"/>
            <p:cNvSpPr/>
            <p:nvPr/>
          </p:nvSpPr>
          <p:spPr>
            <a:xfrm>
              <a:off x="9507289" y="5330128"/>
              <a:ext cx="2606447" cy="1527873"/>
            </a:xfrm>
            <a:custGeom>
              <a:avLst/>
              <a:gdLst>
                <a:gd name="connsiteX0" fmla="*/ 1155106 w 2011611"/>
                <a:gd name="connsiteY0" fmla="*/ 196 h 1527873"/>
                <a:gd name="connsiteX1" fmla="*/ 1249989 w 2011611"/>
                <a:gd name="connsiteY1" fmla="*/ 6021 h 1527873"/>
                <a:gd name="connsiteX2" fmla="*/ 1501178 w 2011611"/>
                <a:gd name="connsiteY2" fmla="*/ 171872 h 1527873"/>
                <a:gd name="connsiteX3" fmla="*/ 1637577 w 2011611"/>
                <a:gd name="connsiteY3" fmla="*/ 361086 h 1527873"/>
                <a:gd name="connsiteX4" fmla="*/ 1783136 w 2011611"/>
                <a:gd name="connsiteY4" fmla="*/ 521891 h 1527873"/>
                <a:gd name="connsiteX5" fmla="*/ 2011180 w 2011611"/>
                <a:gd name="connsiteY5" fmla="*/ 851399 h 1527873"/>
                <a:gd name="connsiteX6" fmla="*/ 1993355 w 2011611"/>
                <a:gd name="connsiteY6" fmla="*/ 859845 h 1527873"/>
                <a:gd name="connsiteX7" fmla="*/ 1785603 w 2011611"/>
                <a:gd name="connsiteY7" fmla="*/ 570594 h 1527873"/>
                <a:gd name="connsiteX8" fmla="*/ 1572641 w 2011611"/>
                <a:gd name="connsiteY8" fmla="*/ 325711 h 1527873"/>
                <a:gd name="connsiteX9" fmla="*/ 1349807 w 2011611"/>
                <a:gd name="connsiteY9" fmla="*/ 70628 h 1527873"/>
                <a:gd name="connsiteX10" fmla="*/ 1044760 w 2011611"/>
                <a:gd name="connsiteY10" fmla="*/ 42767 h 1527873"/>
                <a:gd name="connsiteX11" fmla="*/ 662711 w 2011611"/>
                <a:gd name="connsiteY11" fmla="*/ 76990 h 1527873"/>
                <a:gd name="connsiteX12" fmla="*/ 271887 w 2011611"/>
                <a:gd name="connsiteY12" fmla="*/ 163536 h 1527873"/>
                <a:gd name="connsiteX13" fmla="*/ 33586 w 2011611"/>
                <a:gd name="connsiteY13" fmla="*/ 698382 h 1527873"/>
                <a:gd name="connsiteX14" fmla="*/ 99290 w 2011611"/>
                <a:gd name="connsiteY14" fmla="*/ 1421236 h 1527873"/>
                <a:gd name="connsiteX15" fmla="*/ 125120 w 2011611"/>
                <a:gd name="connsiteY15" fmla="*/ 1527873 h 1527873"/>
                <a:gd name="connsiteX16" fmla="*/ 96405 w 2011611"/>
                <a:gd name="connsiteY16" fmla="*/ 1527873 h 1527873"/>
                <a:gd name="connsiteX17" fmla="*/ 69290 w 2011611"/>
                <a:gd name="connsiteY17" fmla="*/ 1416191 h 1527873"/>
                <a:gd name="connsiteX18" fmla="*/ 3915 w 2011611"/>
                <a:gd name="connsiteY18" fmla="*/ 700192 h 1527873"/>
                <a:gd name="connsiteX19" fmla="*/ 186932 w 2011611"/>
                <a:gd name="connsiteY19" fmla="*/ 188161 h 1527873"/>
                <a:gd name="connsiteX20" fmla="*/ 468780 w 2011611"/>
                <a:gd name="connsiteY20" fmla="*/ 71012 h 1527873"/>
                <a:gd name="connsiteX21" fmla="*/ 868214 w 2011611"/>
                <a:gd name="connsiteY21" fmla="*/ 32511 h 1527873"/>
                <a:gd name="connsiteX22" fmla="*/ 1155106 w 2011611"/>
                <a:gd name="connsiteY22" fmla="*/ 196 h 1527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11611" h="1527873">
                  <a:moveTo>
                    <a:pt x="1155106" y="196"/>
                  </a:moveTo>
                  <a:cubicBezTo>
                    <a:pt x="1186993" y="-588"/>
                    <a:pt x="1218686" y="907"/>
                    <a:pt x="1249989" y="6021"/>
                  </a:cubicBezTo>
                  <a:cubicBezTo>
                    <a:pt x="1357540" y="23626"/>
                    <a:pt x="1435584" y="87520"/>
                    <a:pt x="1501178" y="171872"/>
                  </a:cubicBezTo>
                  <a:cubicBezTo>
                    <a:pt x="1548894" y="233298"/>
                    <a:pt x="1588436" y="300812"/>
                    <a:pt x="1637577" y="361086"/>
                  </a:cubicBezTo>
                  <a:cubicBezTo>
                    <a:pt x="1683318" y="417193"/>
                    <a:pt x="1733611" y="469186"/>
                    <a:pt x="1783136" y="521891"/>
                  </a:cubicBezTo>
                  <a:cubicBezTo>
                    <a:pt x="1874068" y="618638"/>
                    <a:pt x="1971033" y="721856"/>
                    <a:pt x="2011180" y="851399"/>
                  </a:cubicBezTo>
                  <a:cubicBezTo>
                    <a:pt x="2014416" y="861819"/>
                    <a:pt x="1998565" y="870211"/>
                    <a:pt x="1993355" y="859845"/>
                  </a:cubicBezTo>
                  <a:cubicBezTo>
                    <a:pt x="1939005" y="751581"/>
                    <a:pt x="1868089" y="658949"/>
                    <a:pt x="1785603" y="570594"/>
                  </a:cubicBezTo>
                  <a:cubicBezTo>
                    <a:pt x="1712221" y="491891"/>
                    <a:pt x="1632532" y="415712"/>
                    <a:pt x="1572641" y="325711"/>
                  </a:cubicBezTo>
                  <a:cubicBezTo>
                    <a:pt x="1512641" y="235601"/>
                    <a:pt x="1448363" y="123937"/>
                    <a:pt x="1349807" y="70628"/>
                  </a:cubicBezTo>
                  <a:cubicBezTo>
                    <a:pt x="1256077" y="19897"/>
                    <a:pt x="1146936" y="26698"/>
                    <a:pt x="1044760" y="42767"/>
                  </a:cubicBezTo>
                  <a:cubicBezTo>
                    <a:pt x="918178" y="62621"/>
                    <a:pt x="790225" y="66076"/>
                    <a:pt x="662711" y="76990"/>
                  </a:cubicBezTo>
                  <a:cubicBezTo>
                    <a:pt x="533332" y="88069"/>
                    <a:pt x="387719" y="98928"/>
                    <a:pt x="271887" y="163536"/>
                  </a:cubicBezTo>
                  <a:cubicBezTo>
                    <a:pt x="90625" y="264669"/>
                    <a:pt x="44775" y="508893"/>
                    <a:pt x="33586" y="698382"/>
                  </a:cubicBezTo>
                  <a:cubicBezTo>
                    <a:pt x="19327" y="940193"/>
                    <a:pt x="49765" y="1184746"/>
                    <a:pt x="99290" y="1421236"/>
                  </a:cubicBezTo>
                  <a:lnTo>
                    <a:pt x="125120" y="1527873"/>
                  </a:lnTo>
                  <a:lnTo>
                    <a:pt x="96405" y="1527873"/>
                  </a:lnTo>
                  <a:lnTo>
                    <a:pt x="69290" y="1416191"/>
                  </a:lnTo>
                  <a:cubicBezTo>
                    <a:pt x="21630" y="1182113"/>
                    <a:pt x="-11771" y="939535"/>
                    <a:pt x="3915" y="700192"/>
                  </a:cubicBezTo>
                  <a:cubicBezTo>
                    <a:pt x="15487" y="523701"/>
                    <a:pt x="50423" y="314907"/>
                    <a:pt x="186932" y="188161"/>
                  </a:cubicBezTo>
                  <a:cubicBezTo>
                    <a:pt x="262947" y="117576"/>
                    <a:pt x="368907" y="88508"/>
                    <a:pt x="468780" y="71012"/>
                  </a:cubicBezTo>
                  <a:cubicBezTo>
                    <a:pt x="600846" y="47868"/>
                    <a:pt x="734777" y="42657"/>
                    <a:pt x="868214" y="32511"/>
                  </a:cubicBezTo>
                  <a:cubicBezTo>
                    <a:pt x="962040" y="25395"/>
                    <a:pt x="1059444" y="2546"/>
                    <a:pt x="1155106" y="196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" name="任意多边形: 形状 44"/>
            <p:cNvSpPr/>
            <p:nvPr/>
          </p:nvSpPr>
          <p:spPr>
            <a:xfrm>
              <a:off x="11074553" y="5051401"/>
              <a:ext cx="1117449" cy="1566848"/>
            </a:xfrm>
            <a:custGeom>
              <a:avLst/>
              <a:gdLst>
                <a:gd name="connsiteX0" fmla="*/ 722102 w 1015625"/>
                <a:gd name="connsiteY0" fmla="*/ 655 h 1424074"/>
                <a:gd name="connsiteX1" fmla="*/ 740807 w 1015625"/>
                <a:gd name="connsiteY1" fmla="*/ 9966 h 1424074"/>
                <a:gd name="connsiteX2" fmla="*/ 784681 w 1015625"/>
                <a:gd name="connsiteY2" fmla="*/ 197818 h 1424074"/>
                <a:gd name="connsiteX3" fmla="*/ 801977 w 1015625"/>
                <a:gd name="connsiteY3" fmla="*/ 373496 h 1424074"/>
                <a:gd name="connsiteX4" fmla="*/ 763045 w 1015625"/>
                <a:gd name="connsiteY4" fmla="*/ 568399 h 1424074"/>
                <a:gd name="connsiteX5" fmla="*/ 734237 w 1015625"/>
                <a:gd name="connsiteY5" fmla="*/ 751129 h 1424074"/>
                <a:gd name="connsiteX6" fmla="*/ 742735 w 1015625"/>
                <a:gd name="connsiteY6" fmla="*/ 757577 h 1424074"/>
                <a:gd name="connsiteX7" fmla="*/ 830665 w 1015625"/>
                <a:gd name="connsiteY7" fmla="*/ 845386 h 1424074"/>
                <a:gd name="connsiteX8" fmla="*/ 910639 w 1015625"/>
                <a:gd name="connsiteY8" fmla="*/ 985868 h 1424074"/>
                <a:gd name="connsiteX9" fmla="*/ 935831 w 1015625"/>
                <a:gd name="connsiteY9" fmla="*/ 777827 h 1424074"/>
                <a:gd name="connsiteX10" fmla="*/ 910699 w 1015625"/>
                <a:gd name="connsiteY10" fmla="*/ 534047 h 1424074"/>
                <a:gd name="connsiteX11" fmla="*/ 932094 w 1015625"/>
                <a:gd name="connsiteY11" fmla="*/ 323715 h 1424074"/>
                <a:gd name="connsiteX12" fmla="*/ 979374 w 1015625"/>
                <a:gd name="connsiteY12" fmla="*/ 219823 h 1424074"/>
                <a:gd name="connsiteX13" fmla="*/ 1015625 w 1015625"/>
                <a:gd name="connsiteY13" fmla="*/ 157325 h 1424074"/>
                <a:gd name="connsiteX14" fmla="*/ 1015625 w 1015625"/>
                <a:gd name="connsiteY14" fmla="*/ 897092 h 1424074"/>
                <a:gd name="connsiteX15" fmla="*/ 999307 w 1015625"/>
                <a:gd name="connsiteY15" fmla="*/ 917707 h 1424074"/>
                <a:gd name="connsiteX16" fmla="*/ 926670 w 1015625"/>
                <a:gd name="connsiteY16" fmla="*/ 1026790 h 1424074"/>
                <a:gd name="connsiteX17" fmla="*/ 943002 w 1015625"/>
                <a:gd name="connsiteY17" fmla="*/ 1074762 h 1424074"/>
                <a:gd name="connsiteX18" fmla="*/ 967169 w 1015625"/>
                <a:gd name="connsiteY18" fmla="*/ 1154616 h 1424074"/>
                <a:gd name="connsiteX19" fmla="*/ 998255 w 1015625"/>
                <a:gd name="connsiteY19" fmla="*/ 1065124 h 1424074"/>
                <a:gd name="connsiteX20" fmla="*/ 1015625 w 1015625"/>
                <a:gd name="connsiteY20" fmla="*/ 1027745 h 1424074"/>
                <a:gd name="connsiteX21" fmla="*/ 1015625 w 1015625"/>
                <a:gd name="connsiteY21" fmla="*/ 1159905 h 1424074"/>
                <a:gd name="connsiteX22" fmla="*/ 981875 w 1015625"/>
                <a:gd name="connsiteY22" fmla="*/ 1189450 h 1424074"/>
                <a:gd name="connsiteX23" fmla="*/ 978981 w 1015625"/>
                <a:gd name="connsiteY23" fmla="*/ 1191379 h 1424074"/>
                <a:gd name="connsiteX24" fmla="*/ 1008181 w 1015625"/>
                <a:gd name="connsiteY24" fmla="*/ 1266186 h 1424074"/>
                <a:gd name="connsiteX25" fmla="*/ 1015625 w 1015625"/>
                <a:gd name="connsiteY25" fmla="*/ 1278727 h 1424074"/>
                <a:gd name="connsiteX26" fmla="*/ 1015625 w 1015625"/>
                <a:gd name="connsiteY26" fmla="*/ 1324359 h 1424074"/>
                <a:gd name="connsiteX27" fmla="*/ 997929 w 1015625"/>
                <a:gd name="connsiteY27" fmla="*/ 1297389 h 1424074"/>
                <a:gd name="connsiteX28" fmla="*/ 962047 w 1015625"/>
                <a:gd name="connsiteY28" fmla="*/ 1214581 h 1424074"/>
                <a:gd name="connsiteX29" fmla="*/ 583209 w 1015625"/>
                <a:gd name="connsiteY29" fmla="*/ 1412377 h 1424074"/>
                <a:gd name="connsiteX30" fmla="*/ 226790 w 1015625"/>
                <a:gd name="connsiteY30" fmla="*/ 1421598 h 1424074"/>
                <a:gd name="connsiteX31" fmla="*/ 222270 w 1015625"/>
                <a:gd name="connsiteY31" fmla="*/ 1388271 h 1424074"/>
                <a:gd name="connsiteX32" fmla="*/ 592791 w 1015625"/>
                <a:gd name="connsiteY32" fmla="*/ 1159558 h 1424074"/>
                <a:gd name="connsiteX33" fmla="*/ 798061 w 1015625"/>
                <a:gd name="connsiteY33" fmla="*/ 1154797 h 1424074"/>
                <a:gd name="connsiteX34" fmla="*/ 949089 w 1015625"/>
                <a:gd name="connsiteY34" fmla="*/ 1176553 h 1424074"/>
                <a:gd name="connsiteX35" fmla="*/ 942581 w 1015625"/>
                <a:gd name="connsiteY35" fmla="*/ 1156122 h 1424074"/>
                <a:gd name="connsiteX36" fmla="*/ 913833 w 1015625"/>
                <a:gd name="connsiteY36" fmla="*/ 1063794 h 1424074"/>
                <a:gd name="connsiteX37" fmla="*/ 906782 w 1015625"/>
                <a:gd name="connsiteY37" fmla="*/ 1058490 h 1424074"/>
                <a:gd name="connsiteX38" fmla="*/ 784741 w 1015625"/>
                <a:gd name="connsiteY38" fmla="*/ 1014435 h 1424074"/>
                <a:gd name="connsiteX39" fmla="*/ 653842 w 1015625"/>
                <a:gd name="connsiteY39" fmla="*/ 1015219 h 1424074"/>
                <a:gd name="connsiteX40" fmla="*/ 417716 w 1015625"/>
                <a:gd name="connsiteY40" fmla="*/ 1009433 h 1424074"/>
                <a:gd name="connsiteX41" fmla="*/ 11034 w 1015625"/>
                <a:gd name="connsiteY41" fmla="*/ 763966 h 1424074"/>
                <a:gd name="connsiteX42" fmla="*/ 18688 w 1015625"/>
                <a:gd name="connsiteY42" fmla="*/ 734073 h 1424074"/>
                <a:gd name="connsiteX43" fmla="*/ 166644 w 1015625"/>
                <a:gd name="connsiteY43" fmla="*/ 751490 h 1424074"/>
                <a:gd name="connsiteX44" fmla="*/ 289890 w 1015625"/>
                <a:gd name="connsiteY44" fmla="*/ 746066 h 1424074"/>
                <a:gd name="connsiteX45" fmla="*/ 509201 w 1015625"/>
                <a:gd name="connsiteY45" fmla="*/ 780720 h 1424074"/>
                <a:gd name="connsiteX46" fmla="*/ 724474 w 1015625"/>
                <a:gd name="connsiteY46" fmla="*/ 909570 h 1424074"/>
                <a:gd name="connsiteX47" fmla="*/ 895391 w 1015625"/>
                <a:gd name="connsiteY47" fmla="*/ 1028055 h 1424074"/>
                <a:gd name="connsiteX48" fmla="*/ 902322 w 1015625"/>
                <a:gd name="connsiteY48" fmla="*/ 1030767 h 1424074"/>
                <a:gd name="connsiteX49" fmla="*/ 838560 w 1015625"/>
                <a:gd name="connsiteY49" fmla="*/ 897517 h 1424074"/>
                <a:gd name="connsiteX50" fmla="*/ 767988 w 1015625"/>
                <a:gd name="connsiteY50" fmla="*/ 811516 h 1424074"/>
                <a:gd name="connsiteX51" fmla="*/ 612017 w 1015625"/>
                <a:gd name="connsiteY51" fmla="*/ 688572 h 1424074"/>
                <a:gd name="connsiteX52" fmla="*/ 432662 w 1015625"/>
                <a:gd name="connsiteY52" fmla="*/ 581055 h 1424074"/>
                <a:gd name="connsiteX53" fmla="*/ 287901 w 1015625"/>
                <a:gd name="connsiteY53" fmla="*/ 447685 h 1424074"/>
                <a:gd name="connsiteX54" fmla="*/ 183458 w 1015625"/>
                <a:gd name="connsiteY54" fmla="*/ 272067 h 1424074"/>
                <a:gd name="connsiteX55" fmla="*/ 150252 w 1015625"/>
                <a:gd name="connsiteY55" fmla="*/ 166238 h 1424074"/>
                <a:gd name="connsiteX56" fmla="*/ 131568 w 1015625"/>
                <a:gd name="connsiteY56" fmla="*/ 60650 h 1424074"/>
                <a:gd name="connsiteX57" fmla="*/ 155916 w 1015625"/>
                <a:gd name="connsiteY57" fmla="*/ 50345 h 1424074"/>
                <a:gd name="connsiteX58" fmla="*/ 323097 w 1015625"/>
                <a:gd name="connsiteY58" fmla="*/ 186910 h 1424074"/>
                <a:gd name="connsiteX59" fmla="*/ 474126 w 1015625"/>
                <a:gd name="connsiteY59" fmla="*/ 328838 h 1424074"/>
                <a:gd name="connsiteX60" fmla="*/ 582667 w 1015625"/>
                <a:gd name="connsiteY60" fmla="*/ 503974 h 1424074"/>
                <a:gd name="connsiteX61" fmla="*/ 621720 w 1015625"/>
                <a:gd name="connsiteY61" fmla="*/ 604560 h 1424074"/>
                <a:gd name="connsiteX62" fmla="*/ 642632 w 1015625"/>
                <a:gd name="connsiteY62" fmla="*/ 653918 h 1424074"/>
                <a:gd name="connsiteX63" fmla="*/ 658784 w 1015625"/>
                <a:gd name="connsiteY63" fmla="*/ 689355 h 1424074"/>
                <a:gd name="connsiteX64" fmla="*/ 690906 w 1015625"/>
                <a:gd name="connsiteY64" fmla="*/ 719790 h 1424074"/>
                <a:gd name="connsiteX65" fmla="*/ 714952 w 1015625"/>
                <a:gd name="connsiteY65" fmla="*/ 737267 h 1424074"/>
                <a:gd name="connsiteX66" fmla="*/ 668125 w 1015625"/>
                <a:gd name="connsiteY66" fmla="*/ 570509 h 1424074"/>
                <a:gd name="connsiteX67" fmla="*/ 647454 w 1015625"/>
                <a:gd name="connsiteY67" fmla="*/ 386634 h 1424074"/>
                <a:gd name="connsiteX68" fmla="*/ 709589 w 1015625"/>
                <a:gd name="connsiteY68" fmla="*/ 18102 h 1424074"/>
                <a:gd name="connsiteX69" fmla="*/ 722102 w 1015625"/>
                <a:gd name="connsiteY69" fmla="*/ 655 h 142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015625" h="1424074">
                  <a:moveTo>
                    <a:pt x="722102" y="655"/>
                  </a:moveTo>
                  <a:cubicBezTo>
                    <a:pt x="729386" y="-1350"/>
                    <a:pt x="737703" y="1107"/>
                    <a:pt x="740807" y="9966"/>
                  </a:cubicBezTo>
                  <a:cubicBezTo>
                    <a:pt x="762262" y="71077"/>
                    <a:pt x="773471" y="134176"/>
                    <a:pt x="784681" y="197818"/>
                  </a:cubicBezTo>
                  <a:cubicBezTo>
                    <a:pt x="794806" y="255132"/>
                    <a:pt x="807583" y="314977"/>
                    <a:pt x="801977" y="373496"/>
                  </a:cubicBezTo>
                  <a:cubicBezTo>
                    <a:pt x="795710" y="439669"/>
                    <a:pt x="774496" y="503130"/>
                    <a:pt x="763045" y="568399"/>
                  </a:cubicBezTo>
                  <a:cubicBezTo>
                    <a:pt x="753824" y="621073"/>
                    <a:pt x="742554" y="733410"/>
                    <a:pt x="734237" y="751129"/>
                  </a:cubicBezTo>
                  <a:cubicBezTo>
                    <a:pt x="737071" y="753298"/>
                    <a:pt x="739963" y="755347"/>
                    <a:pt x="742735" y="757577"/>
                  </a:cubicBezTo>
                  <a:cubicBezTo>
                    <a:pt x="775219" y="783432"/>
                    <a:pt x="805292" y="812420"/>
                    <a:pt x="830665" y="845386"/>
                  </a:cubicBezTo>
                  <a:cubicBezTo>
                    <a:pt x="864173" y="888959"/>
                    <a:pt x="889787" y="936208"/>
                    <a:pt x="910639" y="985868"/>
                  </a:cubicBezTo>
                  <a:cubicBezTo>
                    <a:pt x="918534" y="916441"/>
                    <a:pt x="935529" y="848098"/>
                    <a:pt x="935831" y="777827"/>
                  </a:cubicBezTo>
                  <a:cubicBezTo>
                    <a:pt x="936252" y="695442"/>
                    <a:pt x="919619" y="615528"/>
                    <a:pt x="910699" y="534047"/>
                  </a:cubicBezTo>
                  <a:cubicBezTo>
                    <a:pt x="903045" y="463896"/>
                    <a:pt x="909012" y="390793"/>
                    <a:pt x="932094" y="323715"/>
                  </a:cubicBezTo>
                  <a:cubicBezTo>
                    <a:pt x="944479" y="287646"/>
                    <a:pt x="961083" y="253324"/>
                    <a:pt x="979374" y="219823"/>
                  </a:cubicBezTo>
                  <a:lnTo>
                    <a:pt x="1015625" y="157325"/>
                  </a:lnTo>
                  <a:lnTo>
                    <a:pt x="1015625" y="897092"/>
                  </a:lnTo>
                  <a:lnTo>
                    <a:pt x="999307" y="917707"/>
                  </a:lnTo>
                  <a:cubicBezTo>
                    <a:pt x="971358" y="951517"/>
                    <a:pt x="944931" y="986291"/>
                    <a:pt x="926670" y="1026790"/>
                  </a:cubicBezTo>
                  <a:cubicBezTo>
                    <a:pt x="932456" y="1042580"/>
                    <a:pt x="937880" y="1058610"/>
                    <a:pt x="943002" y="1074762"/>
                  </a:cubicBezTo>
                  <a:cubicBezTo>
                    <a:pt x="951319" y="1100858"/>
                    <a:pt x="959033" y="1127737"/>
                    <a:pt x="967169" y="1154616"/>
                  </a:cubicBezTo>
                  <a:cubicBezTo>
                    <a:pt x="976631" y="1124573"/>
                    <a:pt x="986730" y="1094500"/>
                    <a:pt x="998255" y="1065124"/>
                  </a:cubicBezTo>
                  <a:lnTo>
                    <a:pt x="1015625" y="1027745"/>
                  </a:lnTo>
                  <a:lnTo>
                    <a:pt x="1015625" y="1159905"/>
                  </a:lnTo>
                  <a:lnTo>
                    <a:pt x="981875" y="1189450"/>
                  </a:lnTo>
                  <a:cubicBezTo>
                    <a:pt x="980971" y="1190234"/>
                    <a:pt x="980006" y="1190836"/>
                    <a:pt x="978981" y="1191379"/>
                  </a:cubicBezTo>
                  <a:cubicBezTo>
                    <a:pt x="987479" y="1216902"/>
                    <a:pt x="996881" y="1242079"/>
                    <a:pt x="1008181" y="1266186"/>
                  </a:cubicBezTo>
                  <a:lnTo>
                    <a:pt x="1015625" y="1278727"/>
                  </a:lnTo>
                  <a:lnTo>
                    <a:pt x="1015625" y="1324359"/>
                  </a:lnTo>
                  <a:lnTo>
                    <a:pt x="997929" y="1297389"/>
                  </a:lnTo>
                  <a:cubicBezTo>
                    <a:pt x="983954" y="1270796"/>
                    <a:pt x="972383" y="1243178"/>
                    <a:pt x="962047" y="1214581"/>
                  </a:cubicBezTo>
                  <a:cubicBezTo>
                    <a:pt x="824216" y="1255503"/>
                    <a:pt x="727006" y="1383088"/>
                    <a:pt x="583209" y="1412377"/>
                  </a:cubicBezTo>
                  <a:cubicBezTo>
                    <a:pt x="465266" y="1436364"/>
                    <a:pt x="345817" y="1414909"/>
                    <a:pt x="226790" y="1421598"/>
                  </a:cubicBezTo>
                  <a:cubicBezTo>
                    <a:pt x="206179" y="1422744"/>
                    <a:pt x="205576" y="1394840"/>
                    <a:pt x="222270" y="1388271"/>
                  </a:cubicBezTo>
                  <a:cubicBezTo>
                    <a:pt x="359196" y="1334573"/>
                    <a:pt x="444535" y="1188546"/>
                    <a:pt x="592791" y="1159558"/>
                  </a:cubicBezTo>
                  <a:cubicBezTo>
                    <a:pt x="660712" y="1146299"/>
                    <a:pt x="729417" y="1148227"/>
                    <a:pt x="798061" y="1154797"/>
                  </a:cubicBezTo>
                  <a:cubicBezTo>
                    <a:pt x="845491" y="1159317"/>
                    <a:pt x="902805" y="1158714"/>
                    <a:pt x="949089" y="1176553"/>
                  </a:cubicBezTo>
                  <a:cubicBezTo>
                    <a:pt x="946859" y="1169803"/>
                    <a:pt x="944690" y="1162993"/>
                    <a:pt x="942581" y="1156122"/>
                  </a:cubicBezTo>
                  <a:cubicBezTo>
                    <a:pt x="933118" y="1125507"/>
                    <a:pt x="923898" y="1094530"/>
                    <a:pt x="913833" y="1063794"/>
                  </a:cubicBezTo>
                  <a:cubicBezTo>
                    <a:pt x="911543" y="1061985"/>
                    <a:pt x="909132" y="1060238"/>
                    <a:pt x="906782" y="1058490"/>
                  </a:cubicBezTo>
                  <a:cubicBezTo>
                    <a:pt x="865439" y="1045894"/>
                    <a:pt x="827471" y="1022028"/>
                    <a:pt x="784741" y="1014435"/>
                  </a:cubicBezTo>
                  <a:cubicBezTo>
                    <a:pt x="741108" y="1006721"/>
                    <a:pt x="697535" y="1009493"/>
                    <a:pt x="653842" y="1015219"/>
                  </a:cubicBezTo>
                  <a:cubicBezTo>
                    <a:pt x="574771" y="1025645"/>
                    <a:pt x="494857" y="1036553"/>
                    <a:pt x="417716" y="1009433"/>
                  </a:cubicBezTo>
                  <a:cubicBezTo>
                    <a:pt x="265422" y="955916"/>
                    <a:pt x="161521" y="820737"/>
                    <a:pt x="11034" y="763966"/>
                  </a:cubicBezTo>
                  <a:cubicBezTo>
                    <a:pt x="-7467" y="756975"/>
                    <a:pt x="-1199" y="730517"/>
                    <a:pt x="18688" y="734073"/>
                  </a:cubicBezTo>
                  <a:cubicBezTo>
                    <a:pt x="67685" y="742872"/>
                    <a:pt x="116501" y="753479"/>
                    <a:pt x="166644" y="751490"/>
                  </a:cubicBezTo>
                  <a:cubicBezTo>
                    <a:pt x="207685" y="749863"/>
                    <a:pt x="248788" y="746850"/>
                    <a:pt x="289890" y="746066"/>
                  </a:cubicBezTo>
                  <a:cubicBezTo>
                    <a:pt x="365223" y="744620"/>
                    <a:pt x="439110" y="751309"/>
                    <a:pt x="509201" y="780720"/>
                  </a:cubicBezTo>
                  <a:cubicBezTo>
                    <a:pt x="586945" y="813384"/>
                    <a:pt x="655107" y="862381"/>
                    <a:pt x="724474" y="909570"/>
                  </a:cubicBezTo>
                  <a:cubicBezTo>
                    <a:pt x="780462" y="947780"/>
                    <a:pt x="841573" y="985145"/>
                    <a:pt x="895391" y="1028055"/>
                  </a:cubicBezTo>
                  <a:cubicBezTo>
                    <a:pt x="897681" y="1028959"/>
                    <a:pt x="899972" y="1029924"/>
                    <a:pt x="902322" y="1030767"/>
                  </a:cubicBezTo>
                  <a:cubicBezTo>
                    <a:pt x="885628" y="984181"/>
                    <a:pt x="865861" y="938920"/>
                    <a:pt x="838560" y="897517"/>
                  </a:cubicBezTo>
                  <a:cubicBezTo>
                    <a:pt x="818310" y="866841"/>
                    <a:pt x="794023" y="837431"/>
                    <a:pt x="767988" y="811516"/>
                  </a:cubicBezTo>
                  <a:cubicBezTo>
                    <a:pt x="721461" y="765231"/>
                    <a:pt x="665955" y="725756"/>
                    <a:pt x="612017" y="688572"/>
                  </a:cubicBezTo>
                  <a:cubicBezTo>
                    <a:pt x="554522" y="648916"/>
                    <a:pt x="490639" y="619867"/>
                    <a:pt x="432662" y="581055"/>
                  </a:cubicBezTo>
                  <a:cubicBezTo>
                    <a:pt x="377458" y="544112"/>
                    <a:pt x="329847" y="499032"/>
                    <a:pt x="287901" y="447685"/>
                  </a:cubicBezTo>
                  <a:cubicBezTo>
                    <a:pt x="244991" y="395132"/>
                    <a:pt x="208710" y="335106"/>
                    <a:pt x="183458" y="272067"/>
                  </a:cubicBezTo>
                  <a:cubicBezTo>
                    <a:pt x="169778" y="237895"/>
                    <a:pt x="157302" y="202398"/>
                    <a:pt x="150252" y="166238"/>
                  </a:cubicBezTo>
                  <a:cubicBezTo>
                    <a:pt x="143682" y="132549"/>
                    <a:pt x="143923" y="92110"/>
                    <a:pt x="131568" y="60650"/>
                  </a:cubicBezTo>
                  <a:cubicBezTo>
                    <a:pt x="126084" y="46608"/>
                    <a:pt x="149227" y="37026"/>
                    <a:pt x="155916" y="50345"/>
                  </a:cubicBezTo>
                  <a:cubicBezTo>
                    <a:pt x="189545" y="117241"/>
                    <a:pt x="265783" y="144180"/>
                    <a:pt x="323097" y="186910"/>
                  </a:cubicBezTo>
                  <a:cubicBezTo>
                    <a:pt x="378362" y="228132"/>
                    <a:pt x="430794" y="274960"/>
                    <a:pt x="474126" y="328838"/>
                  </a:cubicBezTo>
                  <a:cubicBezTo>
                    <a:pt x="516976" y="382114"/>
                    <a:pt x="556571" y="440452"/>
                    <a:pt x="582667" y="503974"/>
                  </a:cubicBezTo>
                  <a:cubicBezTo>
                    <a:pt x="596347" y="537242"/>
                    <a:pt x="608460" y="571112"/>
                    <a:pt x="621720" y="604560"/>
                  </a:cubicBezTo>
                  <a:cubicBezTo>
                    <a:pt x="628288" y="621193"/>
                    <a:pt x="635159" y="637646"/>
                    <a:pt x="642632" y="653918"/>
                  </a:cubicBezTo>
                  <a:cubicBezTo>
                    <a:pt x="647634" y="664766"/>
                    <a:pt x="652094" y="679712"/>
                    <a:pt x="658784" y="689355"/>
                  </a:cubicBezTo>
                  <a:cubicBezTo>
                    <a:pt x="665955" y="699661"/>
                    <a:pt x="680781" y="711835"/>
                    <a:pt x="690906" y="719790"/>
                  </a:cubicBezTo>
                  <a:cubicBezTo>
                    <a:pt x="698681" y="725877"/>
                    <a:pt x="706816" y="731602"/>
                    <a:pt x="714952" y="737267"/>
                  </a:cubicBezTo>
                  <a:cubicBezTo>
                    <a:pt x="703863" y="681460"/>
                    <a:pt x="678491" y="627521"/>
                    <a:pt x="668125" y="570509"/>
                  </a:cubicBezTo>
                  <a:cubicBezTo>
                    <a:pt x="657036" y="509217"/>
                    <a:pt x="646731" y="449131"/>
                    <a:pt x="647454" y="386634"/>
                  </a:cubicBezTo>
                  <a:cubicBezTo>
                    <a:pt x="648900" y="260194"/>
                    <a:pt x="723751" y="145446"/>
                    <a:pt x="709589" y="18102"/>
                  </a:cubicBezTo>
                  <a:cubicBezTo>
                    <a:pt x="708565" y="9122"/>
                    <a:pt x="714817" y="2659"/>
                    <a:pt x="722102" y="655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" name="任意多边形: 形状 45"/>
            <p:cNvSpPr/>
            <p:nvPr/>
          </p:nvSpPr>
          <p:spPr>
            <a:xfrm>
              <a:off x="1943573" y="3966955"/>
              <a:ext cx="759433" cy="454609"/>
            </a:xfrm>
            <a:custGeom>
              <a:avLst/>
              <a:gdLst>
                <a:gd name="connsiteX0" fmla="*/ 44181 w 1151600"/>
                <a:gd name="connsiteY0" fmla="*/ 443919 h 689367"/>
                <a:gd name="connsiteX1" fmla="*/ 737410 w 1151600"/>
                <a:gd name="connsiteY1" fmla="*/ 661185 h 689367"/>
                <a:gd name="connsiteX2" fmla="*/ 977821 w 1151600"/>
                <a:gd name="connsiteY2" fmla="*/ 369624 h 689367"/>
                <a:gd name="connsiteX3" fmla="*/ 1018683 w 1151600"/>
                <a:gd name="connsiteY3" fmla="*/ 13961 h 689367"/>
                <a:gd name="connsiteX4" fmla="*/ 549482 w 1151600"/>
                <a:gd name="connsiteY4" fmla="*/ 115021 h 689367"/>
                <a:gd name="connsiteX5" fmla="*/ 108570 w 1151600"/>
                <a:gd name="connsiteY5" fmla="*/ 189507 h 689367"/>
                <a:gd name="connsiteX6" fmla="*/ 44276 w 1151600"/>
                <a:gd name="connsiteY6" fmla="*/ 443919 h 689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1600" h="689367">
                  <a:moveTo>
                    <a:pt x="44181" y="443919"/>
                  </a:moveTo>
                  <a:cubicBezTo>
                    <a:pt x="168387" y="622418"/>
                    <a:pt x="532908" y="748053"/>
                    <a:pt x="737410" y="661185"/>
                  </a:cubicBezTo>
                  <a:cubicBezTo>
                    <a:pt x="871998" y="604035"/>
                    <a:pt x="863902" y="449634"/>
                    <a:pt x="977821" y="369624"/>
                  </a:cubicBezTo>
                  <a:cubicBezTo>
                    <a:pt x="1112314" y="275137"/>
                    <a:pt x="1269667" y="95685"/>
                    <a:pt x="1018683" y="13961"/>
                  </a:cubicBezTo>
                  <a:cubicBezTo>
                    <a:pt x="866855" y="-35474"/>
                    <a:pt x="687880" y="57871"/>
                    <a:pt x="549482" y="115021"/>
                  </a:cubicBezTo>
                  <a:cubicBezTo>
                    <a:pt x="408988" y="173029"/>
                    <a:pt x="249635" y="129023"/>
                    <a:pt x="108570" y="189507"/>
                  </a:cubicBezTo>
                  <a:cubicBezTo>
                    <a:pt x="-28971" y="248466"/>
                    <a:pt x="-18303" y="353908"/>
                    <a:pt x="44276" y="443919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" name="任意多边形: 形状 46"/>
            <p:cNvSpPr/>
            <p:nvPr/>
          </p:nvSpPr>
          <p:spPr>
            <a:xfrm>
              <a:off x="9647148" y="3107853"/>
              <a:ext cx="1112732" cy="1181069"/>
            </a:xfrm>
            <a:custGeom>
              <a:avLst/>
              <a:gdLst>
                <a:gd name="connsiteX0" fmla="*/ 1123585 w 2587621"/>
                <a:gd name="connsiteY0" fmla="*/ 53206 h 2746535"/>
                <a:gd name="connsiteX1" fmla="*/ 2547573 w 2587621"/>
                <a:gd name="connsiteY1" fmla="*/ 1219352 h 2746535"/>
                <a:gd name="connsiteX2" fmla="*/ 2273158 w 2587621"/>
                <a:gd name="connsiteY2" fmla="*/ 2362733 h 2746535"/>
                <a:gd name="connsiteX3" fmla="*/ 448930 w 2587621"/>
                <a:gd name="connsiteY3" fmla="*/ 1989734 h 2746535"/>
                <a:gd name="connsiteX4" fmla="*/ 264716 w 2587621"/>
                <a:gd name="connsiteY4" fmla="*/ 1031995 h 2746535"/>
                <a:gd name="connsiteX5" fmla="*/ 113078 w 2587621"/>
                <a:gd name="connsiteY5" fmla="*/ 239230 h 2746535"/>
                <a:gd name="connsiteX6" fmla="*/ 1123585 w 2587621"/>
                <a:gd name="connsiteY6" fmla="*/ 53302 h 274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87621" h="2746535">
                  <a:moveTo>
                    <a:pt x="1123585" y="53206"/>
                  </a:moveTo>
                  <a:cubicBezTo>
                    <a:pt x="1753474" y="221799"/>
                    <a:pt x="2392792" y="759771"/>
                    <a:pt x="2547573" y="1219352"/>
                  </a:cubicBezTo>
                  <a:cubicBezTo>
                    <a:pt x="2656634" y="1543202"/>
                    <a:pt x="2535667" y="2124227"/>
                    <a:pt x="2273158" y="2362733"/>
                  </a:cubicBezTo>
                  <a:cubicBezTo>
                    <a:pt x="1752712" y="2835650"/>
                    <a:pt x="391970" y="3032436"/>
                    <a:pt x="448930" y="1989734"/>
                  </a:cubicBezTo>
                  <a:cubicBezTo>
                    <a:pt x="469694" y="1609115"/>
                    <a:pt x="453216" y="1375658"/>
                    <a:pt x="264716" y="1031995"/>
                  </a:cubicBezTo>
                  <a:cubicBezTo>
                    <a:pt x="121270" y="770534"/>
                    <a:pt x="-156098" y="500024"/>
                    <a:pt x="113078" y="239230"/>
                  </a:cubicBezTo>
                  <a:cubicBezTo>
                    <a:pt x="377111" y="-16612"/>
                    <a:pt x="748681" y="-47092"/>
                    <a:pt x="1123585" y="53302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35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" name="任意多边形: 形状 47"/>
            <p:cNvSpPr/>
            <p:nvPr/>
          </p:nvSpPr>
          <p:spPr>
            <a:xfrm flipH="1">
              <a:off x="1044358" y="5790108"/>
              <a:ext cx="1545850" cy="1067893"/>
            </a:xfrm>
            <a:custGeom>
              <a:avLst/>
              <a:gdLst>
                <a:gd name="connsiteX0" fmla="*/ 1535006 w 1545850"/>
                <a:gd name="connsiteY0" fmla="*/ 710294 h 1067893"/>
                <a:gd name="connsiteX1" fmla="*/ 1544191 w 1545850"/>
                <a:gd name="connsiteY1" fmla="*/ 730590 h 1067893"/>
                <a:gd name="connsiteX2" fmla="*/ 1290840 w 1545850"/>
                <a:gd name="connsiteY2" fmla="*/ 998411 h 1067893"/>
                <a:gd name="connsiteX3" fmla="*/ 1111092 w 1545850"/>
                <a:gd name="connsiteY3" fmla="*/ 1045418 h 1067893"/>
                <a:gd name="connsiteX4" fmla="*/ 1058929 w 1545850"/>
                <a:gd name="connsiteY4" fmla="*/ 1062610 h 1067893"/>
                <a:gd name="connsiteX5" fmla="*/ 1050368 w 1545850"/>
                <a:gd name="connsiteY5" fmla="*/ 1067893 h 1067893"/>
                <a:gd name="connsiteX6" fmla="*/ 940848 w 1545850"/>
                <a:gd name="connsiteY6" fmla="*/ 1067893 h 1067893"/>
                <a:gd name="connsiteX7" fmla="*/ 952629 w 1545850"/>
                <a:gd name="connsiteY7" fmla="*/ 1037535 h 1067893"/>
                <a:gd name="connsiteX8" fmla="*/ 1118356 w 1545850"/>
                <a:gd name="connsiteY8" fmla="*/ 825087 h 1067893"/>
                <a:gd name="connsiteX9" fmla="*/ 1314854 w 1545850"/>
                <a:gd name="connsiteY9" fmla="*/ 765231 h 1067893"/>
                <a:gd name="connsiteX10" fmla="*/ 1526300 w 1545850"/>
                <a:gd name="connsiteY10" fmla="*/ 712039 h 1067893"/>
                <a:gd name="connsiteX11" fmla="*/ 1526421 w 1545850"/>
                <a:gd name="connsiteY11" fmla="*/ 712039 h 1067893"/>
                <a:gd name="connsiteX12" fmla="*/ 1535006 w 1545850"/>
                <a:gd name="connsiteY12" fmla="*/ 710294 h 1067893"/>
                <a:gd name="connsiteX13" fmla="*/ 722989 w 1545850"/>
                <a:gd name="connsiteY13" fmla="*/ 478 h 1067893"/>
                <a:gd name="connsiteX14" fmla="*/ 740730 w 1545850"/>
                <a:gd name="connsiteY14" fmla="*/ 10098 h 1067893"/>
                <a:gd name="connsiteX15" fmla="*/ 776571 w 1545850"/>
                <a:gd name="connsiteY15" fmla="*/ 192968 h 1067893"/>
                <a:gd name="connsiteX16" fmla="*/ 787198 w 1545850"/>
                <a:gd name="connsiteY16" fmla="*/ 363170 h 1067893"/>
                <a:gd name="connsiteX17" fmla="*/ 742831 w 1545850"/>
                <a:gd name="connsiteY17" fmla="*/ 549942 h 1067893"/>
                <a:gd name="connsiteX18" fmla="*/ 708670 w 1545850"/>
                <a:gd name="connsiteY18" fmla="*/ 725307 h 1067893"/>
                <a:gd name="connsiteX19" fmla="*/ 716656 w 1545850"/>
                <a:gd name="connsiteY19" fmla="*/ 731791 h 1067893"/>
                <a:gd name="connsiteX20" fmla="*/ 798484 w 1545850"/>
                <a:gd name="connsiteY20" fmla="*/ 819623 h 1067893"/>
                <a:gd name="connsiteX21" fmla="*/ 870828 w 1545850"/>
                <a:gd name="connsiteY21" fmla="*/ 958006 h 1067893"/>
                <a:gd name="connsiteX22" fmla="*/ 902347 w 1545850"/>
                <a:gd name="connsiteY22" fmla="*/ 758026 h 1067893"/>
                <a:gd name="connsiteX23" fmla="*/ 886497 w 1545850"/>
                <a:gd name="connsiteY23" fmla="*/ 521845 h 1067893"/>
                <a:gd name="connsiteX24" fmla="*/ 914414 w 1545850"/>
                <a:gd name="connsiteY24" fmla="*/ 319523 h 1067893"/>
                <a:gd name="connsiteX25" fmla="*/ 1022479 w 1545850"/>
                <a:gd name="connsiteY25" fmla="*/ 127288 h 1067893"/>
                <a:gd name="connsiteX26" fmla="*/ 1045292 w 1545850"/>
                <a:gd name="connsiteY26" fmla="*/ 130891 h 1067893"/>
                <a:gd name="connsiteX27" fmla="*/ 1137628 w 1545850"/>
                <a:gd name="connsiteY27" fmla="*/ 376437 h 1067893"/>
                <a:gd name="connsiteX28" fmla="*/ 1123940 w 1545850"/>
                <a:gd name="connsiteY28" fmla="*/ 578819 h 1067893"/>
                <a:gd name="connsiteX29" fmla="*/ 1041270 w 1545850"/>
                <a:gd name="connsiteY29" fmla="*/ 798370 h 1067893"/>
                <a:gd name="connsiteX30" fmla="*/ 884876 w 1545850"/>
                <a:gd name="connsiteY30" fmla="*/ 998050 h 1067893"/>
                <a:gd name="connsiteX31" fmla="*/ 898985 w 1545850"/>
                <a:gd name="connsiteY31" fmla="*/ 1044938 h 1067893"/>
                <a:gd name="connsiteX32" fmla="*/ 905033 w 1545850"/>
                <a:gd name="connsiteY32" fmla="*/ 1067893 h 1067893"/>
                <a:gd name="connsiteX33" fmla="*/ 880660 w 1545850"/>
                <a:gd name="connsiteY33" fmla="*/ 1067893 h 1067893"/>
                <a:gd name="connsiteX34" fmla="*/ 871248 w 1545850"/>
                <a:gd name="connsiteY34" fmla="*/ 1033351 h 1067893"/>
                <a:gd name="connsiteX35" fmla="*/ 864584 w 1545850"/>
                <a:gd name="connsiteY35" fmla="*/ 1027948 h 1067893"/>
                <a:gd name="connsiteX36" fmla="*/ 748294 w 1545850"/>
                <a:gd name="connsiteY36" fmla="*/ 981180 h 1067893"/>
                <a:gd name="connsiteX37" fmla="*/ 621919 w 1545850"/>
                <a:gd name="connsiteY37" fmla="*/ 977398 h 1067893"/>
                <a:gd name="connsiteX38" fmla="*/ 394202 w 1545850"/>
                <a:gd name="connsiteY38" fmla="*/ 963650 h 1067893"/>
                <a:gd name="connsiteX39" fmla="*/ 10092 w 1545850"/>
                <a:gd name="connsiteY39" fmla="*/ 712639 h 1067893"/>
                <a:gd name="connsiteX40" fmla="*/ 18557 w 1545850"/>
                <a:gd name="connsiteY40" fmla="*/ 684002 h 1067893"/>
                <a:gd name="connsiteX41" fmla="*/ 160782 w 1545850"/>
                <a:gd name="connsiteY41" fmla="*/ 705975 h 1067893"/>
                <a:gd name="connsiteX42" fmla="*/ 279954 w 1545850"/>
                <a:gd name="connsiteY42" fmla="*/ 705015 h 1067893"/>
                <a:gd name="connsiteX43" fmla="*/ 490500 w 1545850"/>
                <a:gd name="connsiteY43" fmla="*/ 746079 h 1067893"/>
                <a:gd name="connsiteX44" fmla="*/ 693902 w 1545850"/>
                <a:gd name="connsiteY44" fmla="*/ 877918 h 1067893"/>
                <a:gd name="connsiteX45" fmla="*/ 854798 w 1545850"/>
                <a:gd name="connsiteY45" fmla="*/ 998170 h 1067893"/>
                <a:gd name="connsiteX46" fmla="*/ 861402 w 1545850"/>
                <a:gd name="connsiteY46" fmla="*/ 1001052 h 1067893"/>
                <a:gd name="connsiteX47" fmla="*/ 804428 w 1545850"/>
                <a:gd name="connsiteY47" fmla="*/ 870234 h 1067893"/>
                <a:gd name="connsiteX48" fmla="*/ 739289 w 1545850"/>
                <a:gd name="connsiteY48" fmla="*/ 784743 h 1067893"/>
                <a:gd name="connsiteX49" fmla="*/ 592982 w 1545850"/>
                <a:gd name="connsiteY49" fmla="*/ 660708 h 1067893"/>
                <a:gd name="connsiteX50" fmla="*/ 423560 w 1545850"/>
                <a:gd name="connsiteY50" fmla="*/ 550722 h 1067893"/>
                <a:gd name="connsiteX51" fmla="*/ 288419 w 1545850"/>
                <a:gd name="connsiteY51" fmla="*/ 416962 h 1067893"/>
                <a:gd name="connsiteX52" fmla="*/ 193622 w 1545850"/>
                <a:gd name="connsiteY52" fmla="*/ 243818 h 1067893"/>
                <a:gd name="connsiteX53" fmla="*/ 165225 w 1545850"/>
                <a:gd name="connsiteY53" fmla="*/ 140496 h 1067893"/>
                <a:gd name="connsiteX54" fmla="*/ 150816 w 1545850"/>
                <a:gd name="connsiteY54" fmla="*/ 37895 h 1067893"/>
                <a:gd name="connsiteX55" fmla="*/ 174651 w 1545850"/>
                <a:gd name="connsiteY55" fmla="*/ 28829 h 1067893"/>
                <a:gd name="connsiteX56" fmla="*/ 331285 w 1545850"/>
                <a:gd name="connsiteY56" fmla="*/ 166492 h 1067893"/>
                <a:gd name="connsiteX57" fmla="*/ 472189 w 1545850"/>
                <a:gd name="connsiteY57" fmla="*/ 308717 h 1067893"/>
                <a:gd name="connsiteX58" fmla="*/ 570948 w 1545850"/>
                <a:gd name="connsiteY58" fmla="*/ 481501 h 1067893"/>
                <a:gd name="connsiteX59" fmla="*/ 605168 w 1545850"/>
                <a:gd name="connsiteY59" fmla="*/ 579960 h 1067893"/>
                <a:gd name="connsiteX60" fmla="*/ 623660 w 1545850"/>
                <a:gd name="connsiteY60" fmla="*/ 628348 h 1067893"/>
                <a:gd name="connsiteX61" fmla="*/ 638008 w 1545850"/>
                <a:gd name="connsiteY61" fmla="*/ 663109 h 1067893"/>
                <a:gd name="connsiteX62" fmla="*/ 667966 w 1545850"/>
                <a:gd name="connsiteY62" fmla="*/ 693608 h 1067893"/>
                <a:gd name="connsiteX63" fmla="*/ 690600 w 1545850"/>
                <a:gd name="connsiteY63" fmla="*/ 711318 h 1067893"/>
                <a:gd name="connsiteX64" fmla="*/ 651156 w 1545850"/>
                <a:gd name="connsiteY64" fmla="*/ 548681 h 1067893"/>
                <a:gd name="connsiteX65" fmla="*/ 637528 w 1545850"/>
                <a:gd name="connsiteY65" fmla="*/ 370494 h 1067893"/>
                <a:gd name="connsiteX66" fmla="*/ 710291 w 1545850"/>
                <a:gd name="connsiteY66" fmla="*/ 16882 h 1067893"/>
                <a:gd name="connsiteX67" fmla="*/ 722989 w 1545850"/>
                <a:gd name="connsiteY67" fmla="*/ 478 h 1067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1545850" h="1067893">
                  <a:moveTo>
                    <a:pt x="1535006" y="710294"/>
                  </a:moveTo>
                  <a:cubicBezTo>
                    <a:pt x="1543099" y="711926"/>
                    <a:pt x="1548829" y="722440"/>
                    <a:pt x="1544191" y="730590"/>
                  </a:cubicBezTo>
                  <a:cubicBezTo>
                    <a:pt x="1483195" y="837334"/>
                    <a:pt x="1404188" y="943177"/>
                    <a:pt x="1290840" y="998411"/>
                  </a:cubicBezTo>
                  <a:cubicBezTo>
                    <a:pt x="1231944" y="1027167"/>
                    <a:pt x="1174549" y="1033472"/>
                    <a:pt x="1111092" y="1045418"/>
                  </a:cubicBezTo>
                  <a:cubicBezTo>
                    <a:pt x="1091760" y="1049050"/>
                    <a:pt x="1074650" y="1055009"/>
                    <a:pt x="1058929" y="1062610"/>
                  </a:cubicBezTo>
                  <a:lnTo>
                    <a:pt x="1050368" y="1067893"/>
                  </a:lnTo>
                  <a:lnTo>
                    <a:pt x="940848" y="1067893"/>
                  </a:lnTo>
                  <a:lnTo>
                    <a:pt x="952629" y="1037535"/>
                  </a:lnTo>
                  <a:cubicBezTo>
                    <a:pt x="989061" y="953650"/>
                    <a:pt x="1037667" y="876282"/>
                    <a:pt x="1118356" y="825087"/>
                  </a:cubicBezTo>
                  <a:cubicBezTo>
                    <a:pt x="1178152" y="787204"/>
                    <a:pt x="1245152" y="772555"/>
                    <a:pt x="1314854" y="765231"/>
                  </a:cubicBezTo>
                  <a:cubicBezTo>
                    <a:pt x="1388458" y="757486"/>
                    <a:pt x="1462182" y="752863"/>
                    <a:pt x="1526300" y="712039"/>
                  </a:cubicBezTo>
                  <a:lnTo>
                    <a:pt x="1526421" y="712039"/>
                  </a:lnTo>
                  <a:cubicBezTo>
                    <a:pt x="1529348" y="710193"/>
                    <a:pt x="1532308" y="709750"/>
                    <a:pt x="1535006" y="710294"/>
                  </a:cubicBezTo>
                  <a:close/>
                  <a:moveTo>
                    <a:pt x="722989" y="478"/>
                  </a:moveTo>
                  <a:cubicBezTo>
                    <a:pt x="730088" y="-1204"/>
                    <a:pt x="738028" y="1453"/>
                    <a:pt x="740730" y="10098"/>
                  </a:cubicBezTo>
                  <a:cubicBezTo>
                    <a:pt x="759281" y="69834"/>
                    <a:pt x="767926" y="131131"/>
                    <a:pt x="776571" y="192968"/>
                  </a:cubicBezTo>
                  <a:cubicBezTo>
                    <a:pt x="784376" y="248681"/>
                    <a:pt x="794642" y="306856"/>
                    <a:pt x="787198" y="363170"/>
                  </a:cubicBezTo>
                  <a:cubicBezTo>
                    <a:pt x="778792" y="426808"/>
                    <a:pt x="756159" y="487324"/>
                    <a:pt x="742831" y="549942"/>
                  </a:cubicBezTo>
                  <a:cubicBezTo>
                    <a:pt x="732085" y="600432"/>
                    <a:pt x="717316" y="708497"/>
                    <a:pt x="708670" y="725307"/>
                  </a:cubicBezTo>
                  <a:cubicBezTo>
                    <a:pt x="711373" y="727468"/>
                    <a:pt x="714074" y="729569"/>
                    <a:pt x="716656" y="731791"/>
                  </a:cubicBezTo>
                  <a:cubicBezTo>
                    <a:pt x="747093" y="757906"/>
                    <a:pt x="775130" y="786904"/>
                    <a:pt x="798484" y="819623"/>
                  </a:cubicBezTo>
                  <a:cubicBezTo>
                    <a:pt x="829343" y="862849"/>
                    <a:pt x="852397" y="909317"/>
                    <a:pt x="870828" y="958006"/>
                  </a:cubicBezTo>
                  <a:cubicBezTo>
                    <a:pt x="880853" y="891246"/>
                    <a:pt x="899585" y="825867"/>
                    <a:pt x="902347" y="758026"/>
                  </a:cubicBezTo>
                  <a:cubicBezTo>
                    <a:pt x="905588" y="678538"/>
                    <a:pt x="892261" y="600852"/>
                    <a:pt x="886497" y="521845"/>
                  </a:cubicBezTo>
                  <a:cubicBezTo>
                    <a:pt x="881514" y="453884"/>
                    <a:pt x="889859" y="383462"/>
                    <a:pt x="914414" y="319523"/>
                  </a:cubicBezTo>
                  <a:cubicBezTo>
                    <a:pt x="940830" y="250722"/>
                    <a:pt x="983275" y="189246"/>
                    <a:pt x="1022479" y="127288"/>
                  </a:cubicBezTo>
                  <a:cubicBezTo>
                    <a:pt x="1028122" y="118343"/>
                    <a:pt x="1043071" y="119844"/>
                    <a:pt x="1045292" y="130891"/>
                  </a:cubicBezTo>
                  <a:cubicBezTo>
                    <a:pt x="1062823" y="217823"/>
                    <a:pt x="1123399" y="289265"/>
                    <a:pt x="1137628" y="376437"/>
                  </a:cubicBezTo>
                  <a:cubicBezTo>
                    <a:pt x="1148794" y="445059"/>
                    <a:pt x="1139069" y="511638"/>
                    <a:pt x="1123940" y="578819"/>
                  </a:cubicBezTo>
                  <a:cubicBezTo>
                    <a:pt x="1107009" y="654164"/>
                    <a:pt x="1087077" y="734552"/>
                    <a:pt x="1041270" y="798370"/>
                  </a:cubicBezTo>
                  <a:cubicBezTo>
                    <a:pt x="991740" y="867412"/>
                    <a:pt x="922939" y="921144"/>
                    <a:pt x="884876" y="998050"/>
                  </a:cubicBezTo>
                  <a:cubicBezTo>
                    <a:pt x="889919" y="1013539"/>
                    <a:pt x="894602" y="1029149"/>
                    <a:pt x="898985" y="1044938"/>
                  </a:cubicBezTo>
                  <a:lnTo>
                    <a:pt x="905033" y="1067893"/>
                  </a:lnTo>
                  <a:lnTo>
                    <a:pt x="880660" y="1067893"/>
                  </a:lnTo>
                  <a:lnTo>
                    <a:pt x="871248" y="1033351"/>
                  </a:lnTo>
                  <a:cubicBezTo>
                    <a:pt x="869026" y="1031490"/>
                    <a:pt x="866805" y="1029689"/>
                    <a:pt x="864584" y="1027948"/>
                  </a:cubicBezTo>
                  <a:cubicBezTo>
                    <a:pt x="825080" y="1014320"/>
                    <a:pt x="789239" y="989945"/>
                    <a:pt x="748294" y="981180"/>
                  </a:cubicBezTo>
                  <a:cubicBezTo>
                    <a:pt x="706449" y="972235"/>
                    <a:pt x="664304" y="973375"/>
                    <a:pt x="621919" y="977398"/>
                  </a:cubicBezTo>
                  <a:cubicBezTo>
                    <a:pt x="545253" y="984722"/>
                    <a:pt x="467746" y="992527"/>
                    <a:pt x="394202" y="963650"/>
                  </a:cubicBezTo>
                  <a:cubicBezTo>
                    <a:pt x="249035" y="906736"/>
                    <a:pt x="153398" y="772675"/>
                    <a:pt x="10092" y="712639"/>
                  </a:cubicBezTo>
                  <a:cubicBezTo>
                    <a:pt x="-7439" y="705255"/>
                    <a:pt x="-534" y="679860"/>
                    <a:pt x="18557" y="684002"/>
                  </a:cubicBezTo>
                  <a:cubicBezTo>
                    <a:pt x="65565" y="694208"/>
                    <a:pt x="112333" y="706155"/>
                    <a:pt x="160782" y="705975"/>
                  </a:cubicBezTo>
                  <a:cubicBezTo>
                    <a:pt x="200466" y="705855"/>
                    <a:pt x="240270" y="704354"/>
                    <a:pt x="279954" y="705015"/>
                  </a:cubicBezTo>
                  <a:cubicBezTo>
                    <a:pt x="352717" y="706215"/>
                    <a:pt x="423800" y="715281"/>
                    <a:pt x="490500" y="746079"/>
                  </a:cubicBezTo>
                  <a:cubicBezTo>
                    <a:pt x="564464" y="780240"/>
                    <a:pt x="628583" y="829949"/>
                    <a:pt x="693902" y="877918"/>
                  </a:cubicBezTo>
                  <a:cubicBezTo>
                    <a:pt x="746674" y="916701"/>
                    <a:pt x="804368" y="954884"/>
                    <a:pt x="854798" y="998170"/>
                  </a:cubicBezTo>
                  <a:cubicBezTo>
                    <a:pt x="857019" y="999131"/>
                    <a:pt x="859181" y="1000152"/>
                    <a:pt x="861402" y="1001052"/>
                  </a:cubicBezTo>
                  <a:cubicBezTo>
                    <a:pt x="846874" y="955545"/>
                    <a:pt x="829343" y="911118"/>
                    <a:pt x="804428" y="870234"/>
                  </a:cubicBezTo>
                  <a:cubicBezTo>
                    <a:pt x="785937" y="839915"/>
                    <a:pt x="763543" y="810678"/>
                    <a:pt x="739289" y="784743"/>
                  </a:cubicBezTo>
                  <a:cubicBezTo>
                    <a:pt x="696003" y="738455"/>
                    <a:pt x="643772" y="698470"/>
                    <a:pt x="592982" y="660708"/>
                  </a:cubicBezTo>
                  <a:cubicBezTo>
                    <a:pt x="538829" y="620424"/>
                    <a:pt x="478132" y="590226"/>
                    <a:pt x="423560" y="550722"/>
                  </a:cubicBezTo>
                  <a:cubicBezTo>
                    <a:pt x="371569" y="513140"/>
                    <a:pt x="327142" y="467993"/>
                    <a:pt x="288419" y="416962"/>
                  </a:cubicBezTo>
                  <a:cubicBezTo>
                    <a:pt x="248795" y="364731"/>
                    <a:pt x="215775" y="305595"/>
                    <a:pt x="193622" y="243818"/>
                  </a:cubicBezTo>
                  <a:cubicBezTo>
                    <a:pt x="181615" y="210378"/>
                    <a:pt x="170809" y="175677"/>
                    <a:pt x="165225" y="140496"/>
                  </a:cubicBezTo>
                  <a:cubicBezTo>
                    <a:pt x="160062" y="107777"/>
                    <a:pt x="161683" y="68693"/>
                    <a:pt x="150816" y="37895"/>
                  </a:cubicBezTo>
                  <a:cubicBezTo>
                    <a:pt x="145954" y="24207"/>
                    <a:pt x="168647" y="15741"/>
                    <a:pt x="174651" y="28829"/>
                  </a:cubicBezTo>
                  <a:cubicBezTo>
                    <a:pt x="204729" y="94629"/>
                    <a:pt x="277432" y="123266"/>
                    <a:pt x="331285" y="166492"/>
                  </a:cubicBezTo>
                  <a:cubicBezTo>
                    <a:pt x="383216" y="208217"/>
                    <a:pt x="432205" y="255225"/>
                    <a:pt x="472189" y="308717"/>
                  </a:cubicBezTo>
                  <a:cubicBezTo>
                    <a:pt x="511752" y="361609"/>
                    <a:pt x="547954" y="419303"/>
                    <a:pt x="570948" y="481501"/>
                  </a:cubicBezTo>
                  <a:cubicBezTo>
                    <a:pt x="583015" y="514100"/>
                    <a:pt x="593522" y="547240"/>
                    <a:pt x="605168" y="579960"/>
                  </a:cubicBezTo>
                  <a:cubicBezTo>
                    <a:pt x="610932" y="596230"/>
                    <a:pt x="616996" y="612439"/>
                    <a:pt x="623660" y="628348"/>
                  </a:cubicBezTo>
                  <a:cubicBezTo>
                    <a:pt x="628103" y="638975"/>
                    <a:pt x="631885" y="653563"/>
                    <a:pt x="638008" y="663109"/>
                  </a:cubicBezTo>
                  <a:cubicBezTo>
                    <a:pt x="644612" y="673316"/>
                    <a:pt x="658480" y="685623"/>
                    <a:pt x="667966" y="693608"/>
                  </a:cubicBezTo>
                  <a:cubicBezTo>
                    <a:pt x="675290" y="699791"/>
                    <a:pt x="682915" y="705555"/>
                    <a:pt x="690600" y="711318"/>
                  </a:cubicBezTo>
                  <a:cubicBezTo>
                    <a:pt x="681835" y="657046"/>
                    <a:pt x="659201" y="604094"/>
                    <a:pt x="651156" y="548681"/>
                  </a:cubicBezTo>
                  <a:cubicBezTo>
                    <a:pt x="642511" y="489185"/>
                    <a:pt x="634646" y="430830"/>
                    <a:pt x="637528" y="370494"/>
                  </a:cubicBezTo>
                  <a:cubicBezTo>
                    <a:pt x="643351" y="248501"/>
                    <a:pt x="719537" y="140316"/>
                    <a:pt x="710291" y="16882"/>
                  </a:cubicBezTo>
                  <a:cubicBezTo>
                    <a:pt x="709631" y="8177"/>
                    <a:pt x="715890" y="2159"/>
                    <a:pt x="722989" y="478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3243265" y="1130301"/>
            <a:ext cx="5705470" cy="2785402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44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3243265" y="5648175"/>
            <a:ext cx="5705470" cy="342899"/>
          </a:xfrm>
          <a:prstGeom prst="rect">
            <a:avLst/>
          </a:prstGeom>
          <a:noFill/>
        </p:spPr>
        <p:txBody>
          <a:bodyPr wrap="square" lIns="9000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3265" y="5305276"/>
            <a:ext cx="5705470" cy="342899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www.officeplus.cn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lide Master">
    <p:bg>
      <p:bgPr>
        <a:solidFill>
          <a:schemeClr val="accent1">
            <a:lumMod val="20000"/>
            <a:lumOff val="80000"/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lvl="0"/>
            <a:r>
              <a:rPr lang="en-US"/>
              <a:t>Click to add title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1" name="组合 20"/>
          <p:cNvGrpSpPr/>
          <p:nvPr/>
        </p:nvGrpSpPr>
        <p:grpSpPr>
          <a:xfrm>
            <a:off x="0" y="26291"/>
            <a:ext cx="12191999" cy="6831709"/>
            <a:chOff x="0" y="26291"/>
            <a:chExt cx="12191999" cy="6831709"/>
          </a:xfrm>
        </p:grpSpPr>
        <p:sp>
          <p:nvSpPr>
            <p:cNvPr id="20" name="任意多边形: 形状 19"/>
            <p:cNvSpPr/>
            <p:nvPr/>
          </p:nvSpPr>
          <p:spPr>
            <a:xfrm flipV="1">
              <a:off x="10765699" y="5219699"/>
              <a:ext cx="1426300" cy="1638299"/>
            </a:xfrm>
            <a:custGeom>
              <a:avLst/>
              <a:gdLst>
                <a:gd name="connsiteX0" fmla="*/ 1307581 w 1413600"/>
                <a:gd name="connsiteY0" fmla="*/ 1638010 h 1638300"/>
                <a:gd name="connsiteX1" fmla="*/ 1387184 w 1413600"/>
                <a:gd name="connsiteY1" fmla="*/ 1629077 h 1638300"/>
                <a:gd name="connsiteX2" fmla="*/ 1413600 w 1413600"/>
                <a:gd name="connsiteY2" fmla="*/ 1622665 h 1638300"/>
                <a:gd name="connsiteX3" fmla="*/ 1413600 w 1413600"/>
                <a:gd name="connsiteY3" fmla="*/ 0 h 1638300"/>
                <a:gd name="connsiteX4" fmla="*/ 0 w 1413600"/>
                <a:gd name="connsiteY4" fmla="*/ 0 h 1638300"/>
                <a:gd name="connsiteX5" fmla="*/ 45049 w 1413600"/>
                <a:gd name="connsiteY5" fmla="*/ 37022 h 1638300"/>
                <a:gd name="connsiteX6" fmla="*/ 319157 w 1413600"/>
                <a:gd name="connsiteY6" fmla="*/ 136752 h 1638300"/>
                <a:gd name="connsiteX7" fmla="*/ 688943 w 1413600"/>
                <a:gd name="connsiteY7" fmla="*/ 326478 h 1638300"/>
                <a:gd name="connsiteX8" fmla="*/ 699962 w 1413600"/>
                <a:gd name="connsiteY8" fmla="*/ 705787 h 1638300"/>
                <a:gd name="connsiteX9" fmla="*/ 992210 w 1413600"/>
                <a:gd name="connsiteY9" fmla="*/ 910997 h 1638300"/>
                <a:gd name="connsiteX10" fmla="*/ 932815 w 1413600"/>
                <a:gd name="connsiteY10" fmla="*/ 1332198 h 1638300"/>
                <a:gd name="connsiteX11" fmla="*/ 1307581 w 1413600"/>
                <a:gd name="connsiteY11" fmla="*/ 1638010 h 1638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3600" h="1638300">
                  <a:moveTo>
                    <a:pt x="1307581" y="1638010"/>
                  </a:moveTo>
                  <a:cubicBezTo>
                    <a:pt x="1334228" y="1637108"/>
                    <a:pt x="1360934" y="1634114"/>
                    <a:pt x="1387184" y="1629077"/>
                  </a:cubicBezTo>
                  <a:lnTo>
                    <a:pt x="1413600" y="1622665"/>
                  </a:lnTo>
                  <a:lnTo>
                    <a:pt x="1413600" y="0"/>
                  </a:lnTo>
                  <a:lnTo>
                    <a:pt x="0" y="0"/>
                  </a:lnTo>
                  <a:lnTo>
                    <a:pt x="45049" y="37022"/>
                  </a:lnTo>
                  <a:cubicBezTo>
                    <a:pt x="126243" y="88549"/>
                    <a:pt x="227652" y="115833"/>
                    <a:pt x="319157" y="136752"/>
                  </a:cubicBezTo>
                  <a:cubicBezTo>
                    <a:pt x="441461" y="164728"/>
                    <a:pt x="656787" y="173800"/>
                    <a:pt x="688943" y="326478"/>
                  </a:cubicBezTo>
                  <a:cubicBezTo>
                    <a:pt x="715636" y="453318"/>
                    <a:pt x="627886" y="583174"/>
                    <a:pt x="699962" y="705787"/>
                  </a:cubicBezTo>
                  <a:cubicBezTo>
                    <a:pt x="765745" y="817666"/>
                    <a:pt x="927282" y="810755"/>
                    <a:pt x="992210" y="910997"/>
                  </a:cubicBezTo>
                  <a:cubicBezTo>
                    <a:pt x="1060700" y="1016725"/>
                    <a:pt x="930321" y="1213837"/>
                    <a:pt x="932815" y="1332198"/>
                  </a:cubicBezTo>
                  <a:cubicBezTo>
                    <a:pt x="937356" y="1548089"/>
                    <a:pt x="1121046" y="1644320"/>
                    <a:pt x="1307581" y="1638010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  <a:alpha val="3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多边形: 形状 10"/>
            <p:cNvSpPr/>
            <p:nvPr/>
          </p:nvSpPr>
          <p:spPr>
            <a:xfrm>
              <a:off x="0" y="6262032"/>
              <a:ext cx="1155700" cy="595967"/>
            </a:xfrm>
            <a:custGeom>
              <a:avLst/>
              <a:gdLst>
                <a:gd name="connsiteX0" fmla="*/ 1376466 w 3659048"/>
                <a:gd name="connsiteY0" fmla="*/ 157 h 1886883"/>
                <a:gd name="connsiteX1" fmla="*/ 1824758 w 3659048"/>
                <a:gd name="connsiteY1" fmla="*/ 179124 h 1886883"/>
                <a:gd name="connsiteX2" fmla="*/ 2386297 w 3659048"/>
                <a:gd name="connsiteY2" fmla="*/ 509232 h 1886883"/>
                <a:gd name="connsiteX3" fmla="*/ 3234326 w 3659048"/>
                <a:gd name="connsiteY3" fmla="*/ 746089 h 1886883"/>
                <a:gd name="connsiteX4" fmla="*/ 3596347 w 3659048"/>
                <a:gd name="connsiteY4" fmla="*/ 1755512 h 1886883"/>
                <a:gd name="connsiteX5" fmla="*/ 3526032 w 3659048"/>
                <a:gd name="connsiteY5" fmla="*/ 1886883 h 1886883"/>
                <a:gd name="connsiteX6" fmla="*/ 0 w 3659048"/>
                <a:gd name="connsiteY6" fmla="*/ 1886883 h 1886883"/>
                <a:gd name="connsiteX7" fmla="*/ 0 w 3659048"/>
                <a:gd name="connsiteY7" fmla="*/ 374471 h 1886883"/>
                <a:gd name="connsiteX8" fmla="*/ 22041 w 3659048"/>
                <a:gd name="connsiteY8" fmla="*/ 377578 h 1886883"/>
                <a:gd name="connsiteX9" fmla="*/ 436377 w 3659048"/>
                <a:gd name="connsiteY9" fmla="*/ 334107 h 1886883"/>
                <a:gd name="connsiteX10" fmla="*/ 1376466 w 3659048"/>
                <a:gd name="connsiteY10" fmla="*/ 157 h 188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59048" h="1886883">
                  <a:moveTo>
                    <a:pt x="1376466" y="157"/>
                  </a:moveTo>
                  <a:cubicBezTo>
                    <a:pt x="1516226" y="3261"/>
                    <a:pt x="1662254" y="52873"/>
                    <a:pt x="1824758" y="179124"/>
                  </a:cubicBezTo>
                  <a:cubicBezTo>
                    <a:pt x="2008711" y="322075"/>
                    <a:pt x="2154606" y="450443"/>
                    <a:pt x="2386297" y="509232"/>
                  </a:cubicBezTo>
                  <a:cubicBezTo>
                    <a:pt x="2675599" y="582604"/>
                    <a:pt x="2970788" y="586790"/>
                    <a:pt x="3234326" y="746089"/>
                  </a:cubicBezTo>
                  <a:cubicBezTo>
                    <a:pt x="3586212" y="958816"/>
                    <a:pt x="3761599" y="1364783"/>
                    <a:pt x="3596347" y="1755512"/>
                  </a:cubicBezTo>
                  <a:lnTo>
                    <a:pt x="3526032" y="1886883"/>
                  </a:lnTo>
                  <a:lnTo>
                    <a:pt x="0" y="1886883"/>
                  </a:lnTo>
                  <a:lnTo>
                    <a:pt x="0" y="374471"/>
                  </a:lnTo>
                  <a:lnTo>
                    <a:pt x="22041" y="377578"/>
                  </a:lnTo>
                  <a:cubicBezTo>
                    <a:pt x="157561" y="389377"/>
                    <a:pt x="294995" y="382826"/>
                    <a:pt x="436377" y="334107"/>
                  </a:cubicBezTo>
                  <a:cubicBezTo>
                    <a:pt x="791863" y="211596"/>
                    <a:pt x="1068996" y="-6672"/>
                    <a:pt x="1376466" y="157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  <a:alpha val="3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3"/>
            <p:cNvSpPr/>
            <p:nvPr/>
          </p:nvSpPr>
          <p:spPr>
            <a:xfrm>
              <a:off x="10277918" y="26291"/>
              <a:ext cx="1914081" cy="1002409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>
                <a:alpha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7"/>
            <p:cNvSpPr/>
            <p:nvPr/>
          </p:nvSpPr>
          <p:spPr>
            <a:xfrm flipH="1">
              <a:off x="0" y="6118888"/>
              <a:ext cx="1015999" cy="739112"/>
            </a:xfrm>
            <a:custGeom>
              <a:avLst/>
              <a:gdLst>
                <a:gd name="connsiteX0" fmla="*/ 1015999 w 1015999"/>
                <a:gd name="connsiteY0" fmla="*/ 511394 h 739112"/>
                <a:gd name="connsiteX1" fmla="*/ 985677 w 1015999"/>
                <a:gd name="connsiteY1" fmla="*/ 519813 h 739112"/>
                <a:gd name="connsiteX2" fmla="*/ 910041 w 1015999"/>
                <a:gd name="connsiteY2" fmla="*/ 529635 h 739112"/>
                <a:gd name="connsiteX3" fmla="*/ 774040 w 1015999"/>
                <a:gd name="connsiteY3" fmla="*/ 571062 h 739112"/>
                <a:gd name="connsiteX4" fmla="*/ 659337 w 1015999"/>
                <a:gd name="connsiteY4" fmla="*/ 718103 h 739112"/>
                <a:gd name="connsiteX5" fmla="*/ 651184 w 1015999"/>
                <a:gd name="connsiteY5" fmla="*/ 739112 h 739112"/>
                <a:gd name="connsiteX6" fmla="*/ 726988 w 1015999"/>
                <a:gd name="connsiteY6" fmla="*/ 739112 h 739112"/>
                <a:gd name="connsiteX7" fmla="*/ 732909 w 1015999"/>
                <a:gd name="connsiteY7" fmla="*/ 735458 h 739112"/>
                <a:gd name="connsiteX8" fmla="*/ 769013 w 1015999"/>
                <a:gd name="connsiteY8" fmla="*/ 723559 h 739112"/>
                <a:gd name="connsiteX9" fmla="*/ 893420 w 1015999"/>
                <a:gd name="connsiteY9" fmla="*/ 691024 h 739112"/>
                <a:gd name="connsiteX10" fmla="*/ 994683 w 1015999"/>
                <a:gd name="connsiteY10" fmla="*/ 611711 h 739112"/>
                <a:gd name="connsiteX11" fmla="*/ 1015999 w 1015999"/>
                <a:gd name="connsiteY11" fmla="*/ 581199 h 739112"/>
                <a:gd name="connsiteX12" fmla="*/ 500397 w 1015999"/>
                <a:gd name="connsiteY12" fmla="*/ 331 h 739112"/>
                <a:gd name="connsiteX13" fmla="*/ 491609 w 1015999"/>
                <a:gd name="connsiteY13" fmla="*/ 11685 h 739112"/>
                <a:gd name="connsiteX14" fmla="*/ 441248 w 1015999"/>
                <a:gd name="connsiteY14" fmla="*/ 256428 h 739112"/>
                <a:gd name="connsiteX15" fmla="*/ 450680 w 1015999"/>
                <a:gd name="connsiteY15" fmla="*/ 379755 h 739112"/>
                <a:gd name="connsiteX16" fmla="*/ 477980 w 1015999"/>
                <a:gd name="connsiteY16" fmla="*/ 492320 h 739112"/>
                <a:gd name="connsiteX17" fmla="*/ 462315 w 1015999"/>
                <a:gd name="connsiteY17" fmla="*/ 480063 h 739112"/>
                <a:gd name="connsiteX18" fmla="*/ 441580 w 1015999"/>
                <a:gd name="connsiteY18" fmla="*/ 458954 h 739112"/>
                <a:gd name="connsiteX19" fmla="*/ 431650 w 1015999"/>
                <a:gd name="connsiteY19" fmla="*/ 434895 h 739112"/>
                <a:gd name="connsiteX20" fmla="*/ 418851 w 1015999"/>
                <a:gd name="connsiteY20" fmla="*/ 401404 h 739112"/>
                <a:gd name="connsiteX21" fmla="*/ 395166 w 1015999"/>
                <a:gd name="connsiteY21" fmla="*/ 333258 h 739112"/>
                <a:gd name="connsiteX22" fmla="*/ 326813 w 1015999"/>
                <a:gd name="connsiteY22" fmla="*/ 213671 h 739112"/>
                <a:gd name="connsiteX23" fmla="*/ 229290 w 1015999"/>
                <a:gd name="connsiteY23" fmla="*/ 115233 h 739112"/>
                <a:gd name="connsiteX24" fmla="*/ 120880 w 1015999"/>
                <a:gd name="connsiteY24" fmla="*/ 19953 h 739112"/>
                <a:gd name="connsiteX25" fmla="*/ 104383 w 1015999"/>
                <a:gd name="connsiteY25" fmla="*/ 26228 h 739112"/>
                <a:gd name="connsiteX26" fmla="*/ 114356 w 1015999"/>
                <a:gd name="connsiteY26" fmla="*/ 97241 h 739112"/>
                <a:gd name="connsiteX27" fmla="*/ 134010 w 1015999"/>
                <a:gd name="connsiteY27" fmla="*/ 168752 h 739112"/>
                <a:gd name="connsiteX28" fmla="*/ 199621 w 1015999"/>
                <a:gd name="connsiteY28" fmla="*/ 288589 h 739112"/>
                <a:gd name="connsiteX29" fmla="*/ 293156 w 1015999"/>
                <a:gd name="connsiteY29" fmla="*/ 381168 h 739112"/>
                <a:gd name="connsiteX30" fmla="*/ 410417 w 1015999"/>
                <a:gd name="connsiteY30" fmla="*/ 457292 h 739112"/>
                <a:gd name="connsiteX31" fmla="*/ 511679 w 1015999"/>
                <a:gd name="connsiteY31" fmla="*/ 543139 h 739112"/>
                <a:gd name="connsiteX32" fmla="*/ 556763 w 1015999"/>
                <a:gd name="connsiteY32" fmla="*/ 602310 h 739112"/>
                <a:gd name="connsiteX33" fmla="*/ 596196 w 1015999"/>
                <a:gd name="connsiteY33" fmla="*/ 692852 h 739112"/>
                <a:gd name="connsiteX34" fmla="*/ 591626 w 1015999"/>
                <a:gd name="connsiteY34" fmla="*/ 690857 h 739112"/>
                <a:gd name="connsiteX35" fmla="*/ 480266 w 1015999"/>
                <a:gd name="connsiteY35" fmla="*/ 607628 h 739112"/>
                <a:gd name="connsiteX36" fmla="*/ 339486 w 1015999"/>
                <a:gd name="connsiteY36" fmla="*/ 516379 h 739112"/>
                <a:gd name="connsiteX37" fmla="*/ 193763 w 1015999"/>
                <a:gd name="connsiteY37" fmla="*/ 487958 h 739112"/>
                <a:gd name="connsiteX38" fmla="*/ 111281 w 1015999"/>
                <a:gd name="connsiteY38" fmla="*/ 488622 h 739112"/>
                <a:gd name="connsiteX39" fmla="*/ 12844 w 1015999"/>
                <a:gd name="connsiteY39" fmla="*/ 473414 h 739112"/>
                <a:gd name="connsiteX40" fmla="*/ 6985 w 1015999"/>
                <a:gd name="connsiteY40" fmla="*/ 493235 h 739112"/>
                <a:gd name="connsiteX41" fmla="*/ 272836 w 1015999"/>
                <a:gd name="connsiteY41" fmla="*/ 666965 h 739112"/>
                <a:gd name="connsiteX42" fmla="*/ 430445 w 1015999"/>
                <a:gd name="connsiteY42" fmla="*/ 676480 h 739112"/>
                <a:gd name="connsiteX43" fmla="*/ 517912 w 1015999"/>
                <a:gd name="connsiteY43" fmla="*/ 679098 h 739112"/>
                <a:gd name="connsiteX44" fmla="*/ 598399 w 1015999"/>
                <a:gd name="connsiteY44" fmla="*/ 711467 h 739112"/>
                <a:gd name="connsiteX45" fmla="*/ 603011 w 1015999"/>
                <a:gd name="connsiteY45" fmla="*/ 715207 h 739112"/>
                <a:gd name="connsiteX46" fmla="*/ 609525 w 1015999"/>
                <a:gd name="connsiteY46" fmla="*/ 739112 h 739112"/>
                <a:gd name="connsiteX47" fmla="*/ 626394 w 1015999"/>
                <a:gd name="connsiteY47" fmla="*/ 739112 h 739112"/>
                <a:gd name="connsiteX48" fmla="*/ 622208 w 1015999"/>
                <a:gd name="connsiteY48" fmla="*/ 723227 h 739112"/>
                <a:gd name="connsiteX49" fmla="*/ 612443 w 1015999"/>
                <a:gd name="connsiteY49" fmla="*/ 690774 h 739112"/>
                <a:gd name="connsiteX50" fmla="*/ 720687 w 1015999"/>
                <a:gd name="connsiteY50" fmla="*/ 552571 h 739112"/>
                <a:gd name="connsiteX51" fmla="*/ 777905 w 1015999"/>
                <a:gd name="connsiteY51" fmla="*/ 400615 h 739112"/>
                <a:gd name="connsiteX52" fmla="*/ 787379 w 1015999"/>
                <a:gd name="connsiteY52" fmla="*/ 260541 h 739112"/>
                <a:gd name="connsiteX53" fmla="*/ 723471 w 1015999"/>
                <a:gd name="connsiteY53" fmla="*/ 90593 h 739112"/>
                <a:gd name="connsiteX54" fmla="*/ 707681 w 1015999"/>
                <a:gd name="connsiteY54" fmla="*/ 88099 h 739112"/>
                <a:gd name="connsiteX55" fmla="*/ 632887 w 1015999"/>
                <a:gd name="connsiteY55" fmla="*/ 221150 h 739112"/>
                <a:gd name="connsiteX56" fmla="*/ 613565 w 1015999"/>
                <a:gd name="connsiteY56" fmla="*/ 361182 h 739112"/>
                <a:gd name="connsiteX57" fmla="*/ 624535 w 1015999"/>
                <a:gd name="connsiteY57" fmla="*/ 524648 h 739112"/>
                <a:gd name="connsiteX58" fmla="*/ 602720 w 1015999"/>
                <a:gd name="connsiteY58" fmla="*/ 663059 h 739112"/>
                <a:gd name="connsiteX59" fmla="*/ 552649 w 1015999"/>
                <a:gd name="connsiteY59" fmla="*/ 567281 h 739112"/>
                <a:gd name="connsiteX60" fmla="*/ 496014 w 1015999"/>
                <a:gd name="connsiteY60" fmla="*/ 506490 h 739112"/>
                <a:gd name="connsiteX61" fmla="*/ 490487 w 1015999"/>
                <a:gd name="connsiteY61" fmla="*/ 502002 h 739112"/>
                <a:gd name="connsiteX62" fmla="*/ 514131 w 1015999"/>
                <a:gd name="connsiteY62" fmla="*/ 380628 h 739112"/>
                <a:gd name="connsiteX63" fmla="*/ 544838 w 1015999"/>
                <a:gd name="connsiteY63" fmla="*/ 251359 h 739112"/>
                <a:gd name="connsiteX64" fmla="*/ 537483 w 1015999"/>
                <a:gd name="connsiteY64" fmla="*/ 133558 h 739112"/>
                <a:gd name="connsiteX65" fmla="*/ 512676 w 1015999"/>
                <a:gd name="connsiteY65" fmla="*/ 6989 h 739112"/>
                <a:gd name="connsiteX66" fmla="*/ 500397 w 1015999"/>
                <a:gd name="connsiteY66" fmla="*/ 331 h 73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1015999" h="739112">
                  <a:moveTo>
                    <a:pt x="1015999" y="511394"/>
                  </a:moveTo>
                  <a:lnTo>
                    <a:pt x="985677" y="519813"/>
                  </a:lnTo>
                  <a:cubicBezTo>
                    <a:pt x="961005" y="524815"/>
                    <a:pt x="935513" y="526955"/>
                    <a:pt x="910041" y="529635"/>
                  </a:cubicBezTo>
                  <a:cubicBezTo>
                    <a:pt x="861799" y="534704"/>
                    <a:pt x="815426" y="544843"/>
                    <a:pt x="774040" y="571062"/>
                  </a:cubicBezTo>
                  <a:cubicBezTo>
                    <a:pt x="718193" y="606496"/>
                    <a:pt x="684552" y="660044"/>
                    <a:pt x="659337" y="718103"/>
                  </a:cubicBezTo>
                  <a:lnTo>
                    <a:pt x="651184" y="739112"/>
                  </a:lnTo>
                  <a:lnTo>
                    <a:pt x="726988" y="739112"/>
                  </a:lnTo>
                  <a:lnTo>
                    <a:pt x="732909" y="735458"/>
                  </a:lnTo>
                  <a:cubicBezTo>
                    <a:pt x="743790" y="730197"/>
                    <a:pt x="755633" y="726073"/>
                    <a:pt x="769013" y="723559"/>
                  </a:cubicBezTo>
                  <a:cubicBezTo>
                    <a:pt x="812933" y="715291"/>
                    <a:pt x="852657" y="710927"/>
                    <a:pt x="893420" y="691024"/>
                  </a:cubicBezTo>
                  <a:cubicBezTo>
                    <a:pt x="932646" y="671910"/>
                    <a:pt x="965929" y="644038"/>
                    <a:pt x="994683" y="611711"/>
                  </a:cubicBezTo>
                  <a:lnTo>
                    <a:pt x="1015999" y="581199"/>
                  </a:lnTo>
                  <a:close/>
                  <a:moveTo>
                    <a:pt x="500397" y="331"/>
                  </a:moveTo>
                  <a:cubicBezTo>
                    <a:pt x="495484" y="1495"/>
                    <a:pt x="491152" y="5660"/>
                    <a:pt x="491609" y="11685"/>
                  </a:cubicBezTo>
                  <a:cubicBezTo>
                    <a:pt x="498008" y="97116"/>
                    <a:pt x="445278" y="171994"/>
                    <a:pt x="441248" y="256428"/>
                  </a:cubicBezTo>
                  <a:cubicBezTo>
                    <a:pt x="439253" y="298188"/>
                    <a:pt x="444697" y="338577"/>
                    <a:pt x="450680" y="379755"/>
                  </a:cubicBezTo>
                  <a:cubicBezTo>
                    <a:pt x="456248" y="418108"/>
                    <a:pt x="471914" y="454757"/>
                    <a:pt x="477980" y="492320"/>
                  </a:cubicBezTo>
                  <a:cubicBezTo>
                    <a:pt x="472661" y="488332"/>
                    <a:pt x="467384" y="484342"/>
                    <a:pt x="462315" y="480063"/>
                  </a:cubicBezTo>
                  <a:cubicBezTo>
                    <a:pt x="455749" y="474536"/>
                    <a:pt x="446151" y="466018"/>
                    <a:pt x="441580" y="458954"/>
                  </a:cubicBezTo>
                  <a:cubicBezTo>
                    <a:pt x="437342" y="452347"/>
                    <a:pt x="434725" y="442250"/>
                    <a:pt x="431650" y="434895"/>
                  </a:cubicBezTo>
                  <a:cubicBezTo>
                    <a:pt x="427037" y="423884"/>
                    <a:pt x="422840" y="412665"/>
                    <a:pt x="418851" y="401404"/>
                  </a:cubicBezTo>
                  <a:cubicBezTo>
                    <a:pt x="410790" y="378758"/>
                    <a:pt x="403518" y="355821"/>
                    <a:pt x="395166" y="333258"/>
                  </a:cubicBezTo>
                  <a:cubicBezTo>
                    <a:pt x="379252" y="290210"/>
                    <a:pt x="354195" y="250278"/>
                    <a:pt x="326813" y="213671"/>
                  </a:cubicBezTo>
                  <a:cubicBezTo>
                    <a:pt x="299139" y="176648"/>
                    <a:pt x="265233" y="144112"/>
                    <a:pt x="229290" y="115233"/>
                  </a:cubicBezTo>
                  <a:cubicBezTo>
                    <a:pt x="192017" y="85316"/>
                    <a:pt x="141698" y="65495"/>
                    <a:pt x="120880" y="19953"/>
                  </a:cubicBezTo>
                  <a:cubicBezTo>
                    <a:pt x="116724" y="10895"/>
                    <a:pt x="101018" y="16754"/>
                    <a:pt x="104383" y="26228"/>
                  </a:cubicBezTo>
                  <a:cubicBezTo>
                    <a:pt x="111905" y="47544"/>
                    <a:pt x="110782" y="74595"/>
                    <a:pt x="114356" y="97241"/>
                  </a:cubicBezTo>
                  <a:cubicBezTo>
                    <a:pt x="118221" y="121590"/>
                    <a:pt x="125700" y="145608"/>
                    <a:pt x="134010" y="168752"/>
                  </a:cubicBezTo>
                  <a:cubicBezTo>
                    <a:pt x="149343" y="211510"/>
                    <a:pt x="172197" y="252439"/>
                    <a:pt x="199621" y="288589"/>
                  </a:cubicBezTo>
                  <a:cubicBezTo>
                    <a:pt x="226423" y="323909"/>
                    <a:pt x="257171" y="355157"/>
                    <a:pt x="293156" y="381168"/>
                  </a:cubicBezTo>
                  <a:cubicBezTo>
                    <a:pt x="330926" y="408510"/>
                    <a:pt x="372936" y="429410"/>
                    <a:pt x="410417" y="457292"/>
                  </a:cubicBezTo>
                  <a:cubicBezTo>
                    <a:pt x="445570" y="483428"/>
                    <a:pt x="481720" y="511102"/>
                    <a:pt x="511679" y="543139"/>
                  </a:cubicBezTo>
                  <a:cubicBezTo>
                    <a:pt x="528466" y="561090"/>
                    <a:pt x="543965" y="581325"/>
                    <a:pt x="556763" y="602310"/>
                  </a:cubicBezTo>
                  <a:cubicBezTo>
                    <a:pt x="574008" y="630607"/>
                    <a:pt x="586141" y="661356"/>
                    <a:pt x="596196" y="692852"/>
                  </a:cubicBezTo>
                  <a:cubicBezTo>
                    <a:pt x="594659" y="692229"/>
                    <a:pt x="593163" y="691522"/>
                    <a:pt x="591626" y="690857"/>
                  </a:cubicBezTo>
                  <a:cubicBezTo>
                    <a:pt x="556722" y="660898"/>
                    <a:pt x="516790" y="634471"/>
                    <a:pt x="480266" y="607628"/>
                  </a:cubicBezTo>
                  <a:cubicBezTo>
                    <a:pt x="435057" y="574428"/>
                    <a:pt x="390679" y="540023"/>
                    <a:pt x="339486" y="516379"/>
                  </a:cubicBezTo>
                  <a:cubicBezTo>
                    <a:pt x="293322" y="495063"/>
                    <a:pt x="244123" y="488788"/>
                    <a:pt x="193763" y="487958"/>
                  </a:cubicBezTo>
                  <a:cubicBezTo>
                    <a:pt x="166296" y="487500"/>
                    <a:pt x="138747" y="488539"/>
                    <a:pt x="111281" y="488622"/>
                  </a:cubicBezTo>
                  <a:cubicBezTo>
                    <a:pt x="77748" y="488747"/>
                    <a:pt x="45379" y="480478"/>
                    <a:pt x="12844" y="473414"/>
                  </a:cubicBezTo>
                  <a:cubicBezTo>
                    <a:pt x="-370" y="470547"/>
                    <a:pt x="-5149" y="488124"/>
                    <a:pt x="6985" y="493235"/>
                  </a:cubicBezTo>
                  <a:cubicBezTo>
                    <a:pt x="106170" y="534787"/>
                    <a:pt x="172363" y="627574"/>
                    <a:pt x="272836" y="666965"/>
                  </a:cubicBezTo>
                  <a:cubicBezTo>
                    <a:pt x="323738" y="686952"/>
                    <a:pt x="377382" y="681550"/>
                    <a:pt x="430445" y="676480"/>
                  </a:cubicBezTo>
                  <a:cubicBezTo>
                    <a:pt x="459780" y="673696"/>
                    <a:pt x="488950" y="672907"/>
                    <a:pt x="517912" y="679098"/>
                  </a:cubicBezTo>
                  <a:cubicBezTo>
                    <a:pt x="546251" y="685165"/>
                    <a:pt x="571057" y="702035"/>
                    <a:pt x="598399" y="711467"/>
                  </a:cubicBezTo>
                  <a:cubicBezTo>
                    <a:pt x="599936" y="712672"/>
                    <a:pt x="601473" y="713919"/>
                    <a:pt x="603011" y="715207"/>
                  </a:cubicBezTo>
                  <a:lnTo>
                    <a:pt x="609525" y="739112"/>
                  </a:lnTo>
                  <a:lnTo>
                    <a:pt x="626394" y="739112"/>
                  </a:lnTo>
                  <a:lnTo>
                    <a:pt x="622208" y="723227"/>
                  </a:lnTo>
                  <a:cubicBezTo>
                    <a:pt x="619175" y="712299"/>
                    <a:pt x="615934" y="701495"/>
                    <a:pt x="612443" y="690774"/>
                  </a:cubicBezTo>
                  <a:cubicBezTo>
                    <a:pt x="638787" y="637546"/>
                    <a:pt x="686406" y="600357"/>
                    <a:pt x="720687" y="552571"/>
                  </a:cubicBezTo>
                  <a:cubicBezTo>
                    <a:pt x="752391" y="508401"/>
                    <a:pt x="766187" y="452763"/>
                    <a:pt x="777905" y="400615"/>
                  </a:cubicBezTo>
                  <a:cubicBezTo>
                    <a:pt x="788376" y="354117"/>
                    <a:pt x="795107" y="308036"/>
                    <a:pt x="787379" y="260541"/>
                  </a:cubicBezTo>
                  <a:cubicBezTo>
                    <a:pt x="777531" y="200207"/>
                    <a:pt x="735604" y="150761"/>
                    <a:pt x="723471" y="90593"/>
                  </a:cubicBezTo>
                  <a:cubicBezTo>
                    <a:pt x="721934" y="82947"/>
                    <a:pt x="711587" y="81908"/>
                    <a:pt x="707681" y="88099"/>
                  </a:cubicBezTo>
                  <a:cubicBezTo>
                    <a:pt x="680547" y="130982"/>
                    <a:pt x="651170" y="173531"/>
                    <a:pt x="632887" y="221150"/>
                  </a:cubicBezTo>
                  <a:cubicBezTo>
                    <a:pt x="615892" y="265403"/>
                    <a:pt x="610116" y="314144"/>
                    <a:pt x="613565" y="361182"/>
                  </a:cubicBezTo>
                  <a:cubicBezTo>
                    <a:pt x="617555" y="415864"/>
                    <a:pt x="626779" y="469632"/>
                    <a:pt x="624535" y="524648"/>
                  </a:cubicBezTo>
                  <a:cubicBezTo>
                    <a:pt x="622624" y="571602"/>
                    <a:pt x="609659" y="616853"/>
                    <a:pt x="602720" y="663059"/>
                  </a:cubicBezTo>
                  <a:cubicBezTo>
                    <a:pt x="589964" y="629360"/>
                    <a:pt x="574008" y="597198"/>
                    <a:pt x="552649" y="567281"/>
                  </a:cubicBezTo>
                  <a:cubicBezTo>
                    <a:pt x="536485" y="544635"/>
                    <a:pt x="517080" y="524565"/>
                    <a:pt x="496014" y="506490"/>
                  </a:cubicBezTo>
                  <a:cubicBezTo>
                    <a:pt x="494227" y="504952"/>
                    <a:pt x="492358" y="503498"/>
                    <a:pt x="490487" y="502002"/>
                  </a:cubicBezTo>
                  <a:cubicBezTo>
                    <a:pt x="496471" y="490368"/>
                    <a:pt x="506693" y="415573"/>
                    <a:pt x="514131" y="380628"/>
                  </a:cubicBezTo>
                  <a:cubicBezTo>
                    <a:pt x="523355" y="337289"/>
                    <a:pt x="539020" y="295404"/>
                    <a:pt x="544838" y="251359"/>
                  </a:cubicBezTo>
                  <a:cubicBezTo>
                    <a:pt x="549990" y="212383"/>
                    <a:pt x="542885" y="172118"/>
                    <a:pt x="537483" y="133558"/>
                  </a:cubicBezTo>
                  <a:cubicBezTo>
                    <a:pt x="531499" y="90759"/>
                    <a:pt x="525516" y="48334"/>
                    <a:pt x="512676" y="6989"/>
                  </a:cubicBezTo>
                  <a:cubicBezTo>
                    <a:pt x="510806" y="1006"/>
                    <a:pt x="505311" y="-834"/>
                    <a:pt x="500397" y="331"/>
                  </a:cubicBezTo>
                  <a:close/>
                </a:path>
              </a:pathLst>
            </a:custGeom>
            <a:solidFill>
              <a:schemeClr val="accent2">
                <a:alpha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1" r:id="rId4"/>
    <p:sldLayoutId id="2147483654" r:id="rId5"/>
    <p:sldLayoutId id="2147483655" r:id="rId6"/>
    <p:sldLayoutId id="2147483657" r:id="rId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 userDrawn="1">
          <p15:clr>
            <a:srgbClr val="F26B43"/>
          </p15:clr>
        </p15:guide>
        <p15:guide id="2" pos="7256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28" userDrawn="1">
          <p15:clr>
            <a:srgbClr val="F26B43"/>
          </p15:clr>
        </p15:guide>
        <p15:guide id="6" orient="horz" pos="386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jp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2548505" y="1184275"/>
            <a:ext cx="7094991" cy="2117272"/>
          </a:xfrm>
        </p:spPr>
        <p:txBody>
          <a:bodyPr>
            <a:normAutofit/>
          </a:bodyPr>
          <a:lstStyle/>
          <a:p>
            <a:r>
              <a:rPr lang="en-US" altLang="zh-CN" sz="4800" dirty="0">
                <a:solidFill>
                  <a:schemeClr val="accent1">
                    <a:lumMod val="50000"/>
                  </a:schemeClr>
                </a:solidFill>
              </a:rPr>
              <a:t>{title}</a:t>
            </a:r>
            <a:endParaRPr lang="en-US" sz="48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9" name="副标题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3192463" y="3644447"/>
            <a:ext cx="5807075" cy="620713"/>
          </a:xfrm>
        </p:spPr>
        <p:txBody>
          <a:bodyPr/>
          <a:lstStyle/>
          <a:p>
            <a:r>
              <a:rPr lang="en-US" altLang="zh-CN" dirty="0"/>
              <a:t>{subtitle}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3243265" y="5537323"/>
            <a:ext cx="5705470" cy="342899"/>
          </a:xfrm>
        </p:spPr>
        <p:txBody>
          <a:bodyPr/>
          <a:lstStyle/>
          <a:p>
            <a:r>
              <a:rPr lang="en-US" altLang="zh-CN" dirty="0"/>
              <a:t>{author}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3265" y="5194424"/>
            <a:ext cx="5705470" cy="342899"/>
          </a:xfrm>
        </p:spPr>
        <p:txBody>
          <a:bodyPr/>
          <a:lstStyle/>
          <a:p>
            <a:r>
              <a:rPr lang="en-US" altLang="zh-CN" dirty="0"/>
              <a:t>{company}</a:t>
            </a:r>
            <a:r>
              <a:rPr lang="en-US" dirty="0"/>
              <a:t> </a:t>
            </a:r>
            <a:r>
              <a:rPr lang="en-US" altLang="zh-CN" dirty="0"/>
              <a:t>- {department}</a:t>
            </a:r>
            <a:endParaRPr lang="en-US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52F434B1-6E2D-45E3-FBB3-B52825AEB6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39120" y="6505120"/>
            <a:ext cx="352880" cy="352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2964781" y="1622003"/>
            <a:ext cx="6262439" cy="1860430"/>
          </a:xfrm>
        </p:spPr>
        <p:txBody>
          <a:bodyPr/>
          <a:lstStyle/>
          <a:p>
            <a:r>
              <a:rPr lang="en-US" dirty="0"/>
              <a:t>{</a:t>
            </a:r>
            <a:r>
              <a:rPr lang="en-US" altLang="zh-CN" dirty="0" err="1"/>
              <a:t>chapterTitle</a:t>
            </a:r>
            <a:r>
              <a:rPr lang="en-US" dirty="0"/>
              <a:t>}</a:t>
            </a:r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>
          <a:xfrm>
            <a:off x="2964781" y="3482434"/>
            <a:ext cx="6262439" cy="2026551"/>
          </a:xfrm>
        </p:spPr>
        <p:txBody>
          <a:bodyPr/>
          <a:lstStyle/>
          <a:p>
            <a:r>
              <a:rPr lang="en-US" altLang="zh-CN" dirty="0"/>
              <a:t>{</a:t>
            </a:r>
            <a:r>
              <a:rPr lang="en-US" altLang="zh-CN" dirty="0" err="1"/>
              <a:t>chapterSubTitle</a:t>
            </a:r>
            <a:r>
              <a:rPr lang="en-US" altLang="zh-CN" dirty="0"/>
              <a:t>}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组合 39">
            <a:extLst>
              <a:ext uri="{FF2B5EF4-FFF2-40B4-BE49-F238E27FC236}">
                <a16:creationId xmlns:a16="http://schemas.microsoft.com/office/drawing/2014/main" id="{CF5BFFB1-092F-4905-AB57-68CA4D9D2199}"/>
              </a:ext>
            </a:extLst>
          </p:cNvPr>
          <p:cNvGrpSpPr/>
          <p:nvPr/>
        </p:nvGrpSpPr>
        <p:grpSpPr>
          <a:xfrm>
            <a:off x="-1" y="26291"/>
            <a:ext cx="12192001" cy="6831709"/>
            <a:chOff x="-1" y="26291"/>
            <a:chExt cx="12192001" cy="6831709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381F5202-3991-0F2E-528F-AD81B0ABBFA8}"/>
                </a:ext>
              </a:extLst>
            </p:cNvPr>
            <p:cNvGrpSpPr/>
            <p:nvPr/>
          </p:nvGrpSpPr>
          <p:grpSpPr>
            <a:xfrm flipH="1">
              <a:off x="-1" y="26291"/>
              <a:ext cx="12192001" cy="6831709"/>
              <a:chOff x="-1" y="26291"/>
              <a:chExt cx="12192001" cy="6831709"/>
            </a:xfrm>
          </p:grpSpPr>
          <p:sp>
            <p:nvSpPr>
              <p:cNvPr id="36" name="任意多边形: 形状 35">
                <a:extLst>
                  <a:ext uri="{FF2B5EF4-FFF2-40B4-BE49-F238E27FC236}">
                    <a16:creationId xmlns:a16="http://schemas.microsoft.com/office/drawing/2014/main" id="{51454387-C7E3-5B6E-7D7D-0348A44BD68B}"/>
                  </a:ext>
                </a:extLst>
              </p:cNvPr>
              <p:cNvSpPr/>
              <p:nvPr userDrawn="1"/>
            </p:nvSpPr>
            <p:spPr>
              <a:xfrm flipH="1" flipV="1">
                <a:off x="-1" y="5573488"/>
                <a:ext cx="1118294" cy="1284512"/>
              </a:xfrm>
              <a:custGeom>
                <a:avLst/>
                <a:gdLst>
                  <a:gd name="connsiteX0" fmla="*/ 1307581 w 1413600"/>
                  <a:gd name="connsiteY0" fmla="*/ 1638010 h 1638300"/>
                  <a:gd name="connsiteX1" fmla="*/ 1387184 w 1413600"/>
                  <a:gd name="connsiteY1" fmla="*/ 1629077 h 1638300"/>
                  <a:gd name="connsiteX2" fmla="*/ 1413600 w 1413600"/>
                  <a:gd name="connsiteY2" fmla="*/ 1622665 h 1638300"/>
                  <a:gd name="connsiteX3" fmla="*/ 1413600 w 1413600"/>
                  <a:gd name="connsiteY3" fmla="*/ 0 h 1638300"/>
                  <a:gd name="connsiteX4" fmla="*/ 0 w 1413600"/>
                  <a:gd name="connsiteY4" fmla="*/ 0 h 1638300"/>
                  <a:gd name="connsiteX5" fmla="*/ 45049 w 1413600"/>
                  <a:gd name="connsiteY5" fmla="*/ 37022 h 1638300"/>
                  <a:gd name="connsiteX6" fmla="*/ 319157 w 1413600"/>
                  <a:gd name="connsiteY6" fmla="*/ 136752 h 1638300"/>
                  <a:gd name="connsiteX7" fmla="*/ 688943 w 1413600"/>
                  <a:gd name="connsiteY7" fmla="*/ 326478 h 1638300"/>
                  <a:gd name="connsiteX8" fmla="*/ 699962 w 1413600"/>
                  <a:gd name="connsiteY8" fmla="*/ 705787 h 1638300"/>
                  <a:gd name="connsiteX9" fmla="*/ 992210 w 1413600"/>
                  <a:gd name="connsiteY9" fmla="*/ 910997 h 1638300"/>
                  <a:gd name="connsiteX10" fmla="*/ 932815 w 1413600"/>
                  <a:gd name="connsiteY10" fmla="*/ 1332198 h 1638300"/>
                  <a:gd name="connsiteX11" fmla="*/ 1307581 w 1413600"/>
                  <a:gd name="connsiteY11" fmla="*/ 1638010 h 1638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13600" h="1638300">
                    <a:moveTo>
                      <a:pt x="1307581" y="1638010"/>
                    </a:moveTo>
                    <a:cubicBezTo>
                      <a:pt x="1334228" y="1637108"/>
                      <a:pt x="1360934" y="1634114"/>
                      <a:pt x="1387184" y="1629077"/>
                    </a:cubicBezTo>
                    <a:lnTo>
                      <a:pt x="1413600" y="1622665"/>
                    </a:lnTo>
                    <a:lnTo>
                      <a:pt x="1413600" y="0"/>
                    </a:lnTo>
                    <a:lnTo>
                      <a:pt x="0" y="0"/>
                    </a:lnTo>
                    <a:lnTo>
                      <a:pt x="45049" y="37022"/>
                    </a:lnTo>
                    <a:cubicBezTo>
                      <a:pt x="126243" y="88549"/>
                      <a:pt x="227652" y="115833"/>
                      <a:pt x="319157" y="136752"/>
                    </a:cubicBezTo>
                    <a:cubicBezTo>
                      <a:pt x="441461" y="164728"/>
                      <a:pt x="656787" y="173800"/>
                      <a:pt x="688943" y="326478"/>
                    </a:cubicBezTo>
                    <a:cubicBezTo>
                      <a:pt x="715636" y="453318"/>
                      <a:pt x="627886" y="583174"/>
                      <a:pt x="699962" y="705787"/>
                    </a:cubicBezTo>
                    <a:cubicBezTo>
                      <a:pt x="765745" y="817666"/>
                      <a:pt x="927282" y="810755"/>
                      <a:pt x="992210" y="910997"/>
                    </a:cubicBezTo>
                    <a:cubicBezTo>
                      <a:pt x="1060700" y="1016725"/>
                      <a:pt x="930321" y="1213837"/>
                      <a:pt x="932815" y="1332198"/>
                    </a:cubicBezTo>
                    <a:cubicBezTo>
                      <a:pt x="937356" y="1548089"/>
                      <a:pt x="1121046" y="1644320"/>
                      <a:pt x="1307581" y="1638010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  <a:alpha val="3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>
                <a:extLst>
                  <a:ext uri="{FF2B5EF4-FFF2-40B4-BE49-F238E27FC236}">
                    <a16:creationId xmlns:a16="http://schemas.microsoft.com/office/drawing/2014/main" id="{57ED74CD-2E6F-4405-410C-B80D1541166E}"/>
                  </a:ext>
                </a:extLst>
              </p:cNvPr>
              <p:cNvSpPr/>
              <p:nvPr userDrawn="1"/>
            </p:nvSpPr>
            <p:spPr>
              <a:xfrm>
                <a:off x="9886449" y="26291"/>
                <a:ext cx="2305551" cy="1207423"/>
              </a:xfrm>
              <a:custGeom>
                <a:avLst/>
                <a:gdLst>
                  <a:gd name="connsiteX0" fmla="*/ 2327548 w 2327548"/>
                  <a:gd name="connsiteY0" fmla="*/ 379583 h 1218943"/>
                  <a:gd name="connsiteX1" fmla="*/ 2327548 w 2327548"/>
                  <a:gd name="connsiteY1" fmla="*/ 493956 h 1218943"/>
                  <a:gd name="connsiteX2" fmla="*/ 2297176 w 2327548"/>
                  <a:gd name="connsiteY2" fmla="*/ 550647 h 1218943"/>
                  <a:gd name="connsiteX3" fmla="*/ 2265717 w 2327548"/>
                  <a:gd name="connsiteY3" fmla="*/ 664310 h 1218943"/>
                  <a:gd name="connsiteX4" fmla="*/ 2283857 w 2327548"/>
                  <a:gd name="connsiteY4" fmla="*/ 713006 h 1218943"/>
                  <a:gd name="connsiteX5" fmla="*/ 2294042 w 2327548"/>
                  <a:gd name="connsiteY5" fmla="*/ 789424 h 1218943"/>
                  <a:gd name="connsiteX6" fmla="*/ 2209186 w 2327548"/>
                  <a:gd name="connsiteY6" fmla="*/ 968297 h 1218943"/>
                  <a:gd name="connsiteX7" fmla="*/ 2062918 w 2327548"/>
                  <a:gd name="connsiteY7" fmla="*/ 1073041 h 1218943"/>
                  <a:gd name="connsiteX8" fmla="*/ 2045380 w 2327548"/>
                  <a:gd name="connsiteY8" fmla="*/ 1053996 h 1218943"/>
                  <a:gd name="connsiteX9" fmla="*/ 2127042 w 2327548"/>
                  <a:gd name="connsiteY9" fmla="*/ 828297 h 1218943"/>
                  <a:gd name="connsiteX10" fmla="*/ 2155669 w 2327548"/>
                  <a:gd name="connsiteY10" fmla="*/ 618990 h 1218943"/>
                  <a:gd name="connsiteX11" fmla="*/ 2279108 w 2327548"/>
                  <a:gd name="connsiteY11" fmla="*/ 426479 h 1218943"/>
                  <a:gd name="connsiteX12" fmla="*/ 1387046 w 2327548"/>
                  <a:gd name="connsiteY12" fmla="*/ 47461 h 1218943"/>
                  <a:gd name="connsiteX13" fmla="*/ 1706801 w 2327548"/>
                  <a:gd name="connsiteY13" fmla="*/ 219721 h 1218943"/>
                  <a:gd name="connsiteX14" fmla="*/ 1828781 w 2327548"/>
                  <a:gd name="connsiteY14" fmla="*/ 297707 h 1218943"/>
                  <a:gd name="connsiteX15" fmla="*/ 1955463 w 2327548"/>
                  <a:gd name="connsiteY15" fmla="*/ 301744 h 1218943"/>
                  <a:gd name="connsiteX16" fmla="*/ 2057374 w 2327548"/>
                  <a:gd name="connsiteY16" fmla="*/ 337965 h 1218943"/>
                  <a:gd name="connsiteX17" fmla="*/ 2057494 w 2327548"/>
                  <a:gd name="connsiteY17" fmla="*/ 338206 h 1218943"/>
                  <a:gd name="connsiteX18" fmla="*/ 2167662 w 2327548"/>
                  <a:gd name="connsiteY18" fmla="*/ 402571 h 1218943"/>
                  <a:gd name="connsiteX19" fmla="*/ 2171338 w 2327548"/>
                  <a:gd name="connsiteY19" fmla="*/ 404319 h 1218943"/>
                  <a:gd name="connsiteX20" fmla="*/ 2185561 w 2327548"/>
                  <a:gd name="connsiteY20" fmla="*/ 399980 h 1218943"/>
                  <a:gd name="connsiteX21" fmla="*/ 2191046 w 2327548"/>
                  <a:gd name="connsiteY21" fmla="*/ 399919 h 1218943"/>
                  <a:gd name="connsiteX22" fmla="*/ 2327548 w 2327548"/>
                  <a:gd name="connsiteY22" fmla="*/ 350872 h 1218943"/>
                  <a:gd name="connsiteX23" fmla="*/ 2327548 w 2327548"/>
                  <a:gd name="connsiteY23" fmla="*/ 373761 h 1218943"/>
                  <a:gd name="connsiteX24" fmla="*/ 2130598 w 2327548"/>
                  <a:gd name="connsiteY24" fmla="*/ 443553 h 1218943"/>
                  <a:gd name="connsiteX25" fmla="*/ 2088471 w 2327548"/>
                  <a:gd name="connsiteY25" fmla="*/ 554986 h 1218943"/>
                  <a:gd name="connsiteX26" fmla="*/ 2016573 w 2327548"/>
                  <a:gd name="connsiteY26" fmla="*/ 656897 h 1218943"/>
                  <a:gd name="connsiteX27" fmla="*/ 1956969 w 2327548"/>
                  <a:gd name="connsiteY27" fmla="*/ 862347 h 1218943"/>
                  <a:gd name="connsiteX28" fmla="*/ 1940275 w 2327548"/>
                  <a:gd name="connsiteY28" fmla="*/ 987823 h 1218943"/>
                  <a:gd name="connsiteX29" fmla="*/ 1555772 w 2327548"/>
                  <a:gd name="connsiteY29" fmla="*/ 1218103 h 1218943"/>
                  <a:gd name="connsiteX30" fmla="*/ 1540284 w 2327548"/>
                  <a:gd name="connsiteY30" fmla="*/ 1196166 h 1218943"/>
                  <a:gd name="connsiteX31" fmla="*/ 1591571 w 2327548"/>
                  <a:gd name="connsiteY31" fmla="*/ 1150182 h 1218943"/>
                  <a:gd name="connsiteX32" fmla="*/ 1638097 w 2327548"/>
                  <a:gd name="connsiteY32" fmla="*/ 1073824 h 1218943"/>
                  <a:gd name="connsiteX33" fmla="*/ 1713732 w 2327548"/>
                  <a:gd name="connsiteY33" fmla="*/ 985654 h 1218943"/>
                  <a:gd name="connsiteX34" fmla="*/ 1793706 w 2327548"/>
                  <a:gd name="connsiteY34" fmla="*/ 841495 h 1218943"/>
                  <a:gd name="connsiteX35" fmla="*/ 1820344 w 2327548"/>
                  <a:gd name="connsiteY35" fmla="*/ 722528 h 1218943"/>
                  <a:gd name="connsiteX36" fmla="*/ 1987705 w 2327548"/>
                  <a:gd name="connsiteY36" fmla="*/ 523949 h 1218943"/>
                  <a:gd name="connsiteX37" fmla="*/ 2060628 w 2327548"/>
                  <a:gd name="connsiteY37" fmla="*/ 467780 h 1218943"/>
                  <a:gd name="connsiteX38" fmla="*/ 1803530 w 2327548"/>
                  <a:gd name="connsiteY38" fmla="*/ 551008 h 1218943"/>
                  <a:gd name="connsiteX39" fmla="*/ 1802565 w 2327548"/>
                  <a:gd name="connsiteY39" fmla="*/ 556372 h 1218943"/>
                  <a:gd name="connsiteX40" fmla="*/ 1655514 w 2327548"/>
                  <a:gd name="connsiteY40" fmla="*/ 827212 h 1218943"/>
                  <a:gd name="connsiteX41" fmla="*/ 1509065 w 2327548"/>
                  <a:gd name="connsiteY41" fmla="*/ 913213 h 1218943"/>
                  <a:gd name="connsiteX42" fmla="*/ 1382806 w 2327548"/>
                  <a:gd name="connsiteY42" fmla="*/ 1027961 h 1218943"/>
                  <a:gd name="connsiteX43" fmla="*/ 1102806 w 2327548"/>
                  <a:gd name="connsiteY43" fmla="*/ 1146144 h 1218943"/>
                  <a:gd name="connsiteX44" fmla="*/ 717278 w 2327548"/>
                  <a:gd name="connsiteY44" fmla="*/ 1209304 h 1218943"/>
                  <a:gd name="connsiteX45" fmla="*/ 711855 w 2327548"/>
                  <a:gd name="connsiteY45" fmla="*/ 1185378 h 1218943"/>
                  <a:gd name="connsiteX46" fmla="*/ 1005475 w 2327548"/>
                  <a:gd name="connsiteY46" fmla="*/ 1007952 h 1218943"/>
                  <a:gd name="connsiteX47" fmla="*/ 1238949 w 2327548"/>
                  <a:gd name="connsiteY47" fmla="*/ 846437 h 1218943"/>
                  <a:gd name="connsiteX48" fmla="*/ 1545045 w 2327548"/>
                  <a:gd name="connsiteY48" fmla="*/ 731809 h 1218943"/>
                  <a:gd name="connsiteX49" fmla="*/ 1745251 w 2327548"/>
                  <a:gd name="connsiteY49" fmla="*/ 567823 h 1218943"/>
                  <a:gd name="connsiteX50" fmla="*/ 1307593 w 2327548"/>
                  <a:gd name="connsiteY50" fmla="*/ 647857 h 1218943"/>
                  <a:gd name="connsiteX51" fmla="*/ 1274988 w 2327548"/>
                  <a:gd name="connsiteY51" fmla="*/ 649726 h 1218943"/>
                  <a:gd name="connsiteX52" fmla="*/ 1262574 w 2327548"/>
                  <a:gd name="connsiteY52" fmla="*/ 650630 h 1218943"/>
                  <a:gd name="connsiteX53" fmla="*/ 1261910 w 2327548"/>
                  <a:gd name="connsiteY53" fmla="*/ 650328 h 1218943"/>
                  <a:gd name="connsiteX54" fmla="*/ 1212552 w 2327548"/>
                  <a:gd name="connsiteY54" fmla="*/ 651775 h 1218943"/>
                  <a:gd name="connsiteX55" fmla="*/ 1131131 w 2327548"/>
                  <a:gd name="connsiteY55" fmla="*/ 716803 h 1218943"/>
                  <a:gd name="connsiteX56" fmla="*/ 1030907 w 2327548"/>
                  <a:gd name="connsiteY56" fmla="*/ 784724 h 1218943"/>
                  <a:gd name="connsiteX57" fmla="*/ 850046 w 2327548"/>
                  <a:gd name="connsiteY57" fmla="*/ 911887 h 1218943"/>
                  <a:gd name="connsiteX58" fmla="*/ 630132 w 2327548"/>
                  <a:gd name="connsiteY58" fmla="*/ 922313 h 1218943"/>
                  <a:gd name="connsiteX59" fmla="*/ 489951 w 2327548"/>
                  <a:gd name="connsiteY59" fmla="*/ 910079 h 1218943"/>
                  <a:gd name="connsiteX60" fmla="*/ 375263 w 2327548"/>
                  <a:gd name="connsiteY60" fmla="*/ 937380 h 1218943"/>
                  <a:gd name="connsiteX61" fmla="*/ 368031 w 2327548"/>
                  <a:gd name="connsiteY61" fmla="*/ 917673 h 1218943"/>
                  <a:gd name="connsiteX62" fmla="*/ 558535 w 2327548"/>
                  <a:gd name="connsiteY62" fmla="*/ 815701 h 1218943"/>
                  <a:gd name="connsiteX63" fmla="*/ 746568 w 2327548"/>
                  <a:gd name="connsiteY63" fmla="*/ 745128 h 1218943"/>
                  <a:gd name="connsiteX64" fmla="*/ 870899 w 2327548"/>
                  <a:gd name="connsiteY64" fmla="*/ 739945 h 1218943"/>
                  <a:gd name="connsiteX65" fmla="*/ 999328 w 2327548"/>
                  <a:gd name="connsiteY65" fmla="*/ 692576 h 1218943"/>
                  <a:gd name="connsiteX66" fmla="*/ 1100576 w 2327548"/>
                  <a:gd name="connsiteY66" fmla="*/ 647677 h 1218943"/>
                  <a:gd name="connsiteX67" fmla="*/ 929177 w 2327548"/>
                  <a:gd name="connsiteY67" fmla="*/ 608262 h 1218943"/>
                  <a:gd name="connsiteX68" fmla="*/ 923994 w 2327548"/>
                  <a:gd name="connsiteY68" fmla="*/ 606996 h 1218943"/>
                  <a:gd name="connsiteX69" fmla="*/ 918027 w 2327548"/>
                  <a:gd name="connsiteY69" fmla="*/ 603863 h 1218943"/>
                  <a:gd name="connsiteX70" fmla="*/ 902840 w 2327548"/>
                  <a:gd name="connsiteY70" fmla="*/ 596872 h 1218943"/>
                  <a:gd name="connsiteX71" fmla="*/ 694256 w 2327548"/>
                  <a:gd name="connsiteY71" fmla="*/ 596751 h 1218943"/>
                  <a:gd name="connsiteX72" fmla="*/ 476512 w 2327548"/>
                  <a:gd name="connsiteY72" fmla="*/ 578008 h 1218943"/>
                  <a:gd name="connsiteX73" fmla="*/ 225922 w 2327548"/>
                  <a:gd name="connsiteY73" fmla="*/ 487306 h 1218943"/>
                  <a:gd name="connsiteX74" fmla="*/ 16977 w 2327548"/>
                  <a:gd name="connsiteY74" fmla="*/ 417276 h 1218943"/>
                  <a:gd name="connsiteX75" fmla="*/ 12095 w 2327548"/>
                  <a:gd name="connsiteY75" fmla="*/ 419506 h 1218943"/>
                  <a:gd name="connsiteX76" fmla="*/ 3778 w 2327548"/>
                  <a:gd name="connsiteY76" fmla="*/ 403776 h 1218943"/>
                  <a:gd name="connsiteX77" fmla="*/ 301316 w 2327548"/>
                  <a:gd name="connsiteY77" fmla="*/ 357853 h 1218943"/>
                  <a:gd name="connsiteX78" fmla="*/ 652069 w 2327548"/>
                  <a:gd name="connsiteY78" fmla="*/ 378404 h 1218943"/>
                  <a:gd name="connsiteX79" fmla="*/ 974979 w 2327548"/>
                  <a:gd name="connsiteY79" fmla="*/ 481159 h 1218943"/>
                  <a:gd name="connsiteX80" fmla="*/ 1146680 w 2327548"/>
                  <a:gd name="connsiteY80" fmla="*/ 554745 h 1218943"/>
                  <a:gd name="connsiteX81" fmla="*/ 1273663 w 2327548"/>
                  <a:gd name="connsiteY81" fmla="*/ 627186 h 1218943"/>
                  <a:gd name="connsiteX82" fmla="*/ 1277279 w 2327548"/>
                  <a:gd name="connsiteY82" fmla="*/ 629657 h 1218943"/>
                  <a:gd name="connsiteX83" fmla="*/ 1358398 w 2327548"/>
                  <a:gd name="connsiteY83" fmla="*/ 622485 h 1218943"/>
                  <a:gd name="connsiteX84" fmla="*/ 1641833 w 2327548"/>
                  <a:gd name="connsiteY84" fmla="*/ 572283 h 1218943"/>
                  <a:gd name="connsiteX85" fmla="*/ 1477245 w 2327548"/>
                  <a:gd name="connsiteY85" fmla="*/ 547814 h 1218943"/>
                  <a:gd name="connsiteX86" fmla="*/ 1290357 w 2327548"/>
                  <a:gd name="connsiteY86" fmla="*/ 457715 h 1218943"/>
                  <a:gd name="connsiteX87" fmla="*/ 1026810 w 2327548"/>
                  <a:gd name="connsiteY87" fmla="*/ 360685 h 1218943"/>
                  <a:gd name="connsiteX88" fmla="*/ 769892 w 2327548"/>
                  <a:gd name="connsiteY88" fmla="*/ 264078 h 1218943"/>
                  <a:gd name="connsiteX89" fmla="*/ 770916 w 2327548"/>
                  <a:gd name="connsiteY89" fmla="*/ 242683 h 1218943"/>
                  <a:gd name="connsiteX90" fmla="*/ 1069478 w 2327548"/>
                  <a:gd name="connsiteY90" fmla="*/ 210380 h 1218943"/>
                  <a:gd name="connsiteX91" fmla="*/ 1293189 w 2327548"/>
                  <a:gd name="connsiteY91" fmla="*/ 289450 h 1218943"/>
                  <a:gd name="connsiteX92" fmla="*/ 1546792 w 2327548"/>
                  <a:gd name="connsiteY92" fmla="*/ 435356 h 1218943"/>
                  <a:gd name="connsiteX93" fmla="*/ 1725665 w 2327548"/>
                  <a:gd name="connsiteY93" fmla="*/ 550828 h 1218943"/>
                  <a:gd name="connsiteX94" fmla="*/ 1845957 w 2327548"/>
                  <a:gd name="connsiteY94" fmla="*/ 514969 h 1218943"/>
                  <a:gd name="connsiteX95" fmla="*/ 2106853 w 2327548"/>
                  <a:gd name="connsiteY95" fmla="*/ 428847 h 1218943"/>
                  <a:gd name="connsiteX96" fmla="*/ 2078045 w 2327548"/>
                  <a:gd name="connsiteY96" fmla="*/ 431198 h 1218943"/>
                  <a:gd name="connsiteX97" fmla="*/ 1930090 w 2327548"/>
                  <a:gd name="connsiteY97" fmla="*/ 453677 h 1218943"/>
                  <a:gd name="connsiteX98" fmla="*/ 1681851 w 2327548"/>
                  <a:gd name="connsiteY98" fmla="*/ 417397 h 1218943"/>
                  <a:gd name="connsiteX99" fmla="*/ 1519250 w 2327548"/>
                  <a:gd name="connsiteY99" fmla="*/ 272093 h 1218943"/>
                  <a:gd name="connsiteX100" fmla="*/ 1452113 w 2327548"/>
                  <a:gd name="connsiteY100" fmla="*/ 166566 h 1218943"/>
                  <a:gd name="connsiteX101" fmla="*/ 1332363 w 2327548"/>
                  <a:gd name="connsiteY101" fmla="*/ 74418 h 1218943"/>
                  <a:gd name="connsiteX102" fmla="*/ 1333146 w 2327548"/>
                  <a:gd name="connsiteY102" fmla="*/ 56518 h 1218943"/>
                  <a:gd name="connsiteX103" fmla="*/ 1387046 w 2327548"/>
                  <a:gd name="connsiteY103" fmla="*/ 47461 h 1218943"/>
                  <a:gd name="connsiteX104" fmla="*/ 1945518 w 2327548"/>
                  <a:gd name="connsiteY104" fmla="*/ 349 h 1218943"/>
                  <a:gd name="connsiteX105" fmla="*/ 2098416 w 2327548"/>
                  <a:gd name="connsiteY105" fmla="*/ 45068 h 1218943"/>
                  <a:gd name="connsiteX106" fmla="*/ 2212200 w 2327548"/>
                  <a:gd name="connsiteY106" fmla="*/ 197001 h 1218943"/>
                  <a:gd name="connsiteX107" fmla="*/ 2291518 w 2327548"/>
                  <a:gd name="connsiteY107" fmla="*/ 273720 h 1218943"/>
                  <a:gd name="connsiteX108" fmla="*/ 2327548 w 2327548"/>
                  <a:gd name="connsiteY108" fmla="*/ 295960 h 1218943"/>
                  <a:gd name="connsiteX109" fmla="*/ 2327548 w 2327548"/>
                  <a:gd name="connsiteY109" fmla="*/ 342551 h 1218943"/>
                  <a:gd name="connsiteX110" fmla="*/ 2273737 w 2327548"/>
                  <a:gd name="connsiteY110" fmla="*/ 339100 h 1218943"/>
                  <a:gd name="connsiteX111" fmla="*/ 2067921 w 2327548"/>
                  <a:gd name="connsiteY111" fmla="*/ 269562 h 1218943"/>
                  <a:gd name="connsiteX112" fmla="*/ 1948351 w 2327548"/>
                  <a:gd name="connsiteY112" fmla="*/ 140892 h 1218943"/>
                  <a:gd name="connsiteX113" fmla="*/ 1775023 w 2327548"/>
                  <a:gd name="connsiteY113" fmla="*/ 37233 h 1218943"/>
                  <a:gd name="connsiteX114" fmla="*/ 1781050 w 2327548"/>
                  <a:gd name="connsiteY114" fmla="*/ 18188 h 1218943"/>
                  <a:gd name="connsiteX115" fmla="*/ 1945518 w 2327548"/>
                  <a:gd name="connsiteY115" fmla="*/ 349 h 12189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</a:cxnLst>
                <a:rect l="l" t="t" r="r" b="b"/>
                <a:pathLst>
                  <a:path w="2327548" h="1218943">
                    <a:moveTo>
                      <a:pt x="2327548" y="379583"/>
                    </a:moveTo>
                    <a:lnTo>
                      <a:pt x="2327548" y="493956"/>
                    </a:lnTo>
                    <a:lnTo>
                      <a:pt x="2297176" y="550647"/>
                    </a:lnTo>
                    <a:cubicBezTo>
                      <a:pt x="2274154" y="585602"/>
                      <a:pt x="2250168" y="619833"/>
                      <a:pt x="2265717" y="664310"/>
                    </a:cubicBezTo>
                    <a:cubicBezTo>
                      <a:pt x="2271442" y="680582"/>
                      <a:pt x="2278674" y="696553"/>
                      <a:pt x="2283857" y="713006"/>
                    </a:cubicBezTo>
                    <a:cubicBezTo>
                      <a:pt x="2291692" y="738077"/>
                      <a:pt x="2296392" y="762847"/>
                      <a:pt x="2294042" y="789424"/>
                    </a:cubicBezTo>
                    <a:cubicBezTo>
                      <a:pt x="2287895" y="859515"/>
                      <a:pt x="2258545" y="918456"/>
                      <a:pt x="2209186" y="968297"/>
                    </a:cubicBezTo>
                    <a:cubicBezTo>
                      <a:pt x="2167542" y="1010363"/>
                      <a:pt x="2122281" y="1058516"/>
                      <a:pt x="2062918" y="1073041"/>
                    </a:cubicBezTo>
                    <a:cubicBezTo>
                      <a:pt x="2050564" y="1076054"/>
                      <a:pt x="2041102" y="1066170"/>
                      <a:pt x="2045380" y="1053996"/>
                    </a:cubicBezTo>
                    <a:cubicBezTo>
                      <a:pt x="2072802" y="976372"/>
                      <a:pt x="2118364" y="912610"/>
                      <a:pt x="2127042" y="828297"/>
                    </a:cubicBezTo>
                    <a:cubicBezTo>
                      <a:pt x="2134154" y="759170"/>
                      <a:pt x="2126018" y="683716"/>
                      <a:pt x="2155669" y="618990"/>
                    </a:cubicBezTo>
                    <a:cubicBezTo>
                      <a:pt x="2185773" y="553268"/>
                      <a:pt x="2227402" y="484123"/>
                      <a:pt x="2279108" y="426479"/>
                    </a:cubicBezTo>
                    <a:close/>
                    <a:moveTo>
                      <a:pt x="1387046" y="47461"/>
                    </a:moveTo>
                    <a:cubicBezTo>
                      <a:pt x="1512280" y="40348"/>
                      <a:pt x="1631919" y="127174"/>
                      <a:pt x="1706801" y="219721"/>
                    </a:cubicBezTo>
                    <a:cubicBezTo>
                      <a:pt x="1737899" y="258111"/>
                      <a:pt x="1777554" y="292041"/>
                      <a:pt x="1828781" y="297707"/>
                    </a:cubicBezTo>
                    <a:cubicBezTo>
                      <a:pt x="1870848" y="302407"/>
                      <a:pt x="1913457" y="295899"/>
                      <a:pt x="1955463" y="301744"/>
                    </a:cubicBezTo>
                    <a:cubicBezTo>
                      <a:pt x="1993672" y="307108"/>
                      <a:pt x="2024770" y="317414"/>
                      <a:pt x="2057374" y="337965"/>
                    </a:cubicBezTo>
                    <a:lnTo>
                      <a:pt x="2057494" y="338206"/>
                    </a:lnTo>
                    <a:cubicBezTo>
                      <a:pt x="2094197" y="361348"/>
                      <a:pt x="2124210" y="391783"/>
                      <a:pt x="2167662" y="402571"/>
                    </a:cubicBezTo>
                    <a:cubicBezTo>
                      <a:pt x="2169109" y="402933"/>
                      <a:pt x="2170254" y="403596"/>
                      <a:pt x="2171338" y="404319"/>
                    </a:cubicBezTo>
                    <a:cubicBezTo>
                      <a:pt x="2176100" y="403113"/>
                      <a:pt x="2180861" y="401667"/>
                      <a:pt x="2185561" y="399980"/>
                    </a:cubicBezTo>
                    <a:cubicBezTo>
                      <a:pt x="2187611" y="399256"/>
                      <a:pt x="2189419" y="399437"/>
                      <a:pt x="2191046" y="399919"/>
                    </a:cubicBezTo>
                    <a:lnTo>
                      <a:pt x="2327548" y="350872"/>
                    </a:lnTo>
                    <a:lnTo>
                      <a:pt x="2327548" y="373761"/>
                    </a:lnTo>
                    <a:lnTo>
                      <a:pt x="2130598" y="443553"/>
                    </a:lnTo>
                    <a:cubicBezTo>
                      <a:pt x="2105647" y="474289"/>
                      <a:pt x="2103960" y="518766"/>
                      <a:pt x="2088471" y="554986"/>
                    </a:cubicBezTo>
                    <a:cubicBezTo>
                      <a:pt x="2071838" y="594039"/>
                      <a:pt x="2041162" y="622967"/>
                      <a:pt x="2016573" y="656897"/>
                    </a:cubicBezTo>
                    <a:cubicBezTo>
                      <a:pt x="1974085" y="715417"/>
                      <a:pt x="1958837" y="791052"/>
                      <a:pt x="1956969" y="862347"/>
                    </a:cubicBezTo>
                    <a:cubicBezTo>
                      <a:pt x="1955884" y="904354"/>
                      <a:pt x="1956005" y="948107"/>
                      <a:pt x="1940275" y="987823"/>
                    </a:cubicBezTo>
                    <a:cubicBezTo>
                      <a:pt x="1877839" y="1145421"/>
                      <a:pt x="1695290" y="1164405"/>
                      <a:pt x="1555772" y="1218103"/>
                    </a:cubicBezTo>
                    <a:cubicBezTo>
                      <a:pt x="1543297" y="1222864"/>
                      <a:pt x="1530279" y="1206291"/>
                      <a:pt x="1540284" y="1196166"/>
                    </a:cubicBezTo>
                    <a:cubicBezTo>
                      <a:pt x="1555531" y="1180677"/>
                      <a:pt x="1578975" y="1166876"/>
                      <a:pt x="1591571" y="1150182"/>
                    </a:cubicBezTo>
                    <a:cubicBezTo>
                      <a:pt x="1610072" y="1125835"/>
                      <a:pt x="1622367" y="1099679"/>
                      <a:pt x="1638097" y="1073824"/>
                    </a:cubicBezTo>
                    <a:cubicBezTo>
                      <a:pt x="1658769" y="1039834"/>
                      <a:pt x="1685647" y="1013497"/>
                      <a:pt x="1713732" y="985654"/>
                    </a:cubicBezTo>
                    <a:cubicBezTo>
                      <a:pt x="1756220" y="943406"/>
                      <a:pt x="1781653" y="901400"/>
                      <a:pt x="1793706" y="841495"/>
                    </a:cubicBezTo>
                    <a:cubicBezTo>
                      <a:pt x="1801661" y="801900"/>
                      <a:pt x="1806965" y="760798"/>
                      <a:pt x="1820344" y="722528"/>
                    </a:cubicBezTo>
                    <a:cubicBezTo>
                      <a:pt x="1850296" y="636588"/>
                      <a:pt x="1913939" y="574693"/>
                      <a:pt x="1987705" y="523949"/>
                    </a:cubicBezTo>
                    <a:cubicBezTo>
                      <a:pt x="2011631" y="507496"/>
                      <a:pt x="2035677" y="487005"/>
                      <a:pt x="2060628" y="467780"/>
                    </a:cubicBezTo>
                    <a:cubicBezTo>
                      <a:pt x="1975411" y="497190"/>
                      <a:pt x="1889771" y="525395"/>
                      <a:pt x="1803530" y="551008"/>
                    </a:cubicBezTo>
                    <a:cubicBezTo>
                      <a:pt x="1803650" y="552696"/>
                      <a:pt x="1803409" y="554444"/>
                      <a:pt x="1802565" y="556372"/>
                    </a:cubicBezTo>
                    <a:cubicBezTo>
                      <a:pt x="1759414" y="652558"/>
                      <a:pt x="1741636" y="757001"/>
                      <a:pt x="1655514" y="827212"/>
                    </a:cubicBezTo>
                    <a:cubicBezTo>
                      <a:pt x="1610193" y="864216"/>
                      <a:pt x="1556254" y="880247"/>
                      <a:pt x="1509065" y="913213"/>
                    </a:cubicBezTo>
                    <a:cubicBezTo>
                      <a:pt x="1461816" y="946239"/>
                      <a:pt x="1424571" y="988787"/>
                      <a:pt x="1382806" y="1027961"/>
                    </a:cubicBezTo>
                    <a:cubicBezTo>
                      <a:pt x="1300843" y="1104862"/>
                      <a:pt x="1212552" y="1131982"/>
                      <a:pt x="1102806" y="1146144"/>
                    </a:cubicBezTo>
                    <a:cubicBezTo>
                      <a:pt x="973593" y="1162778"/>
                      <a:pt x="845767" y="1187909"/>
                      <a:pt x="717278" y="1209304"/>
                    </a:cubicBezTo>
                    <a:cubicBezTo>
                      <a:pt x="702453" y="1211775"/>
                      <a:pt x="700223" y="1191104"/>
                      <a:pt x="711855" y="1185378"/>
                    </a:cubicBezTo>
                    <a:cubicBezTo>
                      <a:pt x="815393" y="1134694"/>
                      <a:pt x="917063" y="1082744"/>
                      <a:pt x="1005475" y="1007952"/>
                    </a:cubicBezTo>
                    <a:cubicBezTo>
                      <a:pt x="1076710" y="947685"/>
                      <a:pt x="1148669" y="877113"/>
                      <a:pt x="1238949" y="846437"/>
                    </a:cubicBezTo>
                    <a:cubicBezTo>
                      <a:pt x="1343391" y="810940"/>
                      <a:pt x="1458441" y="807083"/>
                      <a:pt x="1545045" y="731809"/>
                    </a:cubicBezTo>
                    <a:cubicBezTo>
                      <a:pt x="1610193" y="675158"/>
                      <a:pt x="1677993" y="621943"/>
                      <a:pt x="1745251" y="567823"/>
                    </a:cubicBezTo>
                    <a:cubicBezTo>
                      <a:pt x="1602238" y="607780"/>
                      <a:pt x="1456031" y="638215"/>
                      <a:pt x="1307593" y="647857"/>
                    </a:cubicBezTo>
                    <a:cubicBezTo>
                      <a:pt x="1296745" y="648581"/>
                      <a:pt x="1285897" y="649183"/>
                      <a:pt x="1274988" y="649726"/>
                    </a:cubicBezTo>
                    <a:cubicBezTo>
                      <a:pt x="1271734" y="652016"/>
                      <a:pt x="1267334" y="652860"/>
                      <a:pt x="1262574" y="650630"/>
                    </a:cubicBezTo>
                    <a:cubicBezTo>
                      <a:pt x="1262333" y="650509"/>
                      <a:pt x="1262152" y="650449"/>
                      <a:pt x="1261910" y="650328"/>
                    </a:cubicBezTo>
                    <a:cubicBezTo>
                      <a:pt x="1245518" y="651112"/>
                      <a:pt x="1229065" y="651534"/>
                      <a:pt x="1212552" y="651775"/>
                    </a:cubicBezTo>
                    <a:cubicBezTo>
                      <a:pt x="1179465" y="665335"/>
                      <a:pt x="1160843" y="697096"/>
                      <a:pt x="1131131" y="716803"/>
                    </a:cubicBezTo>
                    <a:cubicBezTo>
                      <a:pt x="1097442" y="739102"/>
                      <a:pt x="1063271" y="760376"/>
                      <a:pt x="1030907" y="784724"/>
                    </a:cubicBezTo>
                    <a:cubicBezTo>
                      <a:pt x="973714" y="827694"/>
                      <a:pt x="917123" y="884465"/>
                      <a:pt x="850046" y="911887"/>
                    </a:cubicBezTo>
                    <a:cubicBezTo>
                      <a:pt x="779172" y="940875"/>
                      <a:pt x="704201" y="932920"/>
                      <a:pt x="630132" y="922313"/>
                    </a:cubicBezTo>
                    <a:cubicBezTo>
                      <a:pt x="585836" y="915925"/>
                      <a:pt x="534489" y="903208"/>
                      <a:pt x="489951" y="910079"/>
                    </a:cubicBezTo>
                    <a:cubicBezTo>
                      <a:pt x="450898" y="916166"/>
                      <a:pt x="414075" y="930268"/>
                      <a:pt x="375263" y="937380"/>
                    </a:cubicBezTo>
                    <a:cubicBezTo>
                      <a:pt x="363873" y="939429"/>
                      <a:pt x="360257" y="923820"/>
                      <a:pt x="368031" y="917673"/>
                    </a:cubicBezTo>
                    <a:cubicBezTo>
                      <a:pt x="425647" y="872412"/>
                      <a:pt x="495978" y="852464"/>
                      <a:pt x="558535" y="815701"/>
                    </a:cubicBezTo>
                    <a:cubicBezTo>
                      <a:pt x="616211" y="781771"/>
                      <a:pt x="679792" y="754530"/>
                      <a:pt x="746568" y="745128"/>
                    </a:cubicBezTo>
                    <a:cubicBezTo>
                      <a:pt x="788092" y="739282"/>
                      <a:pt x="829495" y="744465"/>
                      <a:pt x="870899" y="739945"/>
                    </a:cubicBezTo>
                    <a:cubicBezTo>
                      <a:pt x="918449" y="734762"/>
                      <a:pt x="957804" y="714452"/>
                      <a:pt x="999328" y="692576"/>
                    </a:cubicBezTo>
                    <a:cubicBezTo>
                      <a:pt x="1032776" y="674917"/>
                      <a:pt x="1066043" y="659368"/>
                      <a:pt x="1100576" y="647677"/>
                    </a:cubicBezTo>
                    <a:cubicBezTo>
                      <a:pt x="1041695" y="642072"/>
                      <a:pt x="983900" y="630139"/>
                      <a:pt x="929177" y="608262"/>
                    </a:cubicBezTo>
                    <a:cubicBezTo>
                      <a:pt x="927549" y="608322"/>
                      <a:pt x="925802" y="608081"/>
                      <a:pt x="923994" y="606996"/>
                    </a:cubicBezTo>
                    <a:cubicBezTo>
                      <a:pt x="922066" y="605851"/>
                      <a:pt x="920016" y="604947"/>
                      <a:pt x="918027" y="603863"/>
                    </a:cubicBezTo>
                    <a:cubicBezTo>
                      <a:pt x="912905" y="601693"/>
                      <a:pt x="907902" y="599282"/>
                      <a:pt x="902840" y="596872"/>
                    </a:cubicBezTo>
                    <a:cubicBezTo>
                      <a:pt x="839379" y="572102"/>
                      <a:pt x="758561" y="590544"/>
                      <a:pt x="694256" y="596751"/>
                    </a:cubicBezTo>
                    <a:cubicBezTo>
                      <a:pt x="617114" y="604224"/>
                      <a:pt x="550339" y="603863"/>
                      <a:pt x="476512" y="578008"/>
                    </a:cubicBezTo>
                    <a:cubicBezTo>
                      <a:pt x="392680" y="548658"/>
                      <a:pt x="309934" y="515993"/>
                      <a:pt x="225922" y="487306"/>
                    </a:cubicBezTo>
                    <a:cubicBezTo>
                      <a:pt x="156495" y="463621"/>
                      <a:pt x="85078" y="444637"/>
                      <a:pt x="16977" y="417276"/>
                    </a:cubicBezTo>
                    <a:cubicBezTo>
                      <a:pt x="15349" y="418060"/>
                      <a:pt x="13722" y="418723"/>
                      <a:pt x="12095" y="419506"/>
                    </a:cubicBezTo>
                    <a:cubicBezTo>
                      <a:pt x="2995" y="424026"/>
                      <a:pt x="-4961" y="408839"/>
                      <a:pt x="3778" y="403776"/>
                    </a:cubicBezTo>
                    <a:cubicBezTo>
                      <a:pt x="96107" y="350320"/>
                      <a:pt x="198380" y="361228"/>
                      <a:pt x="301316" y="357853"/>
                    </a:cubicBezTo>
                    <a:cubicBezTo>
                      <a:pt x="418173" y="354056"/>
                      <a:pt x="537864" y="348150"/>
                      <a:pt x="652069" y="378404"/>
                    </a:cubicBezTo>
                    <a:cubicBezTo>
                      <a:pt x="760671" y="407212"/>
                      <a:pt x="868729" y="444698"/>
                      <a:pt x="974979" y="481159"/>
                    </a:cubicBezTo>
                    <a:cubicBezTo>
                      <a:pt x="1033499" y="501228"/>
                      <a:pt x="1094308" y="521176"/>
                      <a:pt x="1146680" y="554745"/>
                    </a:cubicBezTo>
                    <a:cubicBezTo>
                      <a:pt x="1188867" y="581745"/>
                      <a:pt x="1228040" y="606092"/>
                      <a:pt x="1273663" y="627186"/>
                    </a:cubicBezTo>
                    <a:cubicBezTo>
                      <a:pt x="1275109" y="627849"/>
                      <a:pt x="1276254" y="628693"/>
                      <a:pt x="1277279" y="629657"/>
                    </a:cubicBezTo>
                    <a:cubicBezTo>
                      <a:pt x="1304580" y="627849"/>
                      <a:pt x="1331700" y="625378"/>
                      <a:pt x="1358398" y="622485"/>
                    </a:cubicBezTo>
                    <a:cubicBezTo>
                      <a:pt x="1454222" y="612059"/>
                      <a:pt x="1548540" y="594702"/>
                      <a:pt x="1641833" y="572283"/>
                    </a:cubicBezTo>
                    <a:cubicBezTo>
                      <a:pt x="1586448" y="570595"/>
                      <a:pt x="1531123" y="560531"/>
                      <a:pt x="1477245" y="547814"/>
                    </a:cubicBezTo>
                    <a:cubicBezTo>
                      <a:pt x="1405527" y="530879"/>
                      <a:pt x="1353154" y="493454"/>
                      <a:pt x="1290357" y="457715"/>
                    </a:cubicBezTo>
                    <a:cubicBezTo>
                      <a:pt x="1210141" y="412033"/>
                      <a:pt x="1113112" y="393230"/>
                      <a:pt x="1026810" y="360685"/>
                    </a:cubicBezTo>
                    <a:cubicBezTo>
                      <a:pt x="941351" y="328443"/>
                      <a:pt x="858303" y="287823"/>
                      <a:pt x="769892" y="264078"/>
                    </a:cubicBezTo>
                    <a:cubicBezTo>
                      <a:pt x="758802" y="261064"/>
                      <a:pt x="758018" y="243044"/>
                      <a:pt x="770916" y="242683"/>
                    </a:cubicBezTo>
                    <a:cubicBezTo>
                      <a:pt x="872104" y="240091"/>
                      <a:pt x="966964" y="206221"/>
                      <a:pt x="1069478" y="210380"/>
                    </a:cubicBezTo>
                    <a:cubicBezTo>
                      <a:pt x="1153550" y="213755"/>
                      <a:pt x="1223943" y="243768"/>
                      <a:pt x="1293189" y="289450"/>
                    </a:cubicBezTo>
                    <a:cubicBezTo>
                      <a:pt x="1374007" y="342786"/>
                      <a:pt x="1453982" y="404198"/>
                      <a:pt x="1546792" y="435356"/>
                    </a:cubicBezTo>
                    <a:cubicBezTo>
                      <a:pt x="1622307" y="460668"/>
                      <a:pt x="1675884" y="487547"/>
                      <a:pt x="1725665" y="550828"/>
                    </a:cubicBezTo>
                    <a:cubicBezTo>
                      <a:pt x="1765923" y="539739"/>
                      <a:pt x="1806061" y="527745"/>
                      <a:pt x="1845957" y="514969"/>
                    </a:cubicBezTo>
                    <a:cubicBezTo>
                      <a:pt x="1932923" y="487065"/>
                      <a:pt x="2020008" y="458438"/>
                      <a:pt x="2106853" y="428847"/>
                    </a:cubicBezTo>
                    <a:cubicBezTo>
                      <a:pt x="2097331" y="429330"/>
                      <a:pt x="2087748" y="429992"/>
                      <a:pt x="2078045" y="431198"/>
                    </a:cubicBezTo>
                    <a:cubicBezTo>
                      <a:pt x="2028566" y="437466"/>
                      <a:pt x="1979630" y="447771"/>
                      <a:pt x="1930090" y="453677"/>
                    </a:cubicBezTo>
                    <a:cubicBezTo>
                      <a:pt x="1842884" y="464164"/>
                      <a:pt x="1761765" y="456209"/>
                      <a:pt x="1681851" y="417397"/>
                    </a:cubicBezTo>
                    <a:cubicBezTo>
                      <a:pt x="1609952" y="382502"/>
                      <a:pt x="1559750" y="341641"/>
                      <a:pt x="1519250" y="272093"/>
                    </a:cubicBezTo>
                    <a:cubicBezTo>
                      <a:pt x="1498518" y="236536"/>
                      <a:pt x="1480258" y="197061"/>
                      <a:pt x="1452113" y="166566"/>
                    </a:cubicBezTo>
                    <a:cubicBezTo>
                      <a:pt x="1417218" y="128718"/>
                      <a:pt x="1376117" y="101056"/>
                      <a:pt x="1332363" y="74418"/>
                    </a:cubicBezTo>
                    <a:cubicBezTo>
                      <a:pt x="1325974" y="70500"/>
                      <a:pt x="1324166" y="59049"/>
                      <a:pt x="1333146" y="56518"/>
                    </a:cubicBezTo>
                    <a:cubicBezTo>
                      <a:pt x="1351151" y="51410"/>
                      <a:pt x="1369155" y="48477"/>
                      <a:pt x="1387046" y="47461"/>
                    </a:cubicBezTo>
                    <a:close/>
                    <a:moveTo>
                      <a:pt x="1945518" y="349"/>
                    </a:moveTo>
                    <a:cubicBezTo>
                      <a:pt x="2001989" y="-1926"/>
                      <a:pt x="2056530" y="6226"/>
                      <a:pt x="2098416" y="45068"/>
                    </a:cubicBezTo>
                    <a:cubicBezTo>
                      <a:pt x="2146087" y="89243"/>
                      <a:pt x="2172062" y="147160"/>
                      <a:pt x="2212200" y="197001"/>
                    </a:cubicBezTo>
                    <a:cubicBezTo>
                      <a:pt x="2231545" y="221017"/>
                      <a:pt x="2259976" y="250051"/>
                      <a:pt x="2291518" y="273720"/>
                    </a:cubicBezTo>
                    <a:lnTo>
                      <a:pt x="2327548" y="295960"/>
                    </a:lnTo>
                    <a:lnTo>
                      <a:pt x="2327548" y="342551"/>
                    </a:lnTo>
                    <a:lnTo>
                      <a:pt x="2273737" y="339100"/>
                    </a:lnTo>
                    <a:cubicBezTo>
                      <a:pt x="2199657" y="329972"/>
                      <a:pt x="2125551" y="307394"/>
                      <a:pt x="2067921" y="269562"/>
                    </a:cubicBezTo>
                    <a:cubicBezTo>
                      <a:pt x="2016030" y="235511"/>
                      <a:pt x="1994877" y="179041"/>
                      <a:pt x="1948351" y="140892"/>
                    </a:cubicBezTo>
                    <a:cubicBezTo>
                      <a:pt x="1896039" y="97982"/>
                      <a:pt x="1828118" y="80022"/>
                      <a:pt x="1775023" y="37233"/>
                    </a:cubicBezTo>
                    <a:cubicBezTo>
                      <a:pt x="1767791" y="31447"/>
                      <a:pt x="1771648" y="18731"/>
                      <a:pt x="1781050" y="18188"/>
                    </a:cubicBezTo>
                    <a:cubicBezTo>
                      <a:pt x="1830650" y="15326"/>
                      <a:pt x="1889049" y="2624"/>
                      <a:pt x="1945518" y="349"/>
                    </a:cubicBezTo>
                    <a:close/>
                  </a:path>
                </a:pathLst>
              </a:custGeom>
              <a:solidFill>
                <a:schemeClr val="accent2">
                  <a:alpha val="4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EFAD3C41-BE42-0A5F-398E-E2BD754A1FEA}"/>
                </a:ext>
              </a:extLst>
            </p:cNvPr>
            <p:cNvSpPr/>
            <p:nvPr/>
          </p:nvSpPr>
          <p:spPr>
            <a:xfrm>
              <a:off x="2945253" y="3790918"/>
              <a:ext cx="5030845" cy="757398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</a:rPr>
                <a:t>{chapterTitle2}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063CFF24-BFCF-20E9-6D06-9349CFF0982D}"/>
                </a:ext>
              </a:extLst>
            </p:cNvPr>
            <p:cNvSpPr txBox="1"/>
            <p:nvPr/>
          </p:nvSpPr>
          <p:spPr>
            <a:xfrm>
              <a:off x="673100" y="3569453"/>
              <a:ext cx="2158868" cy="1200329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en-GB" sz="7200" b="1" dirty="0">
                  <a:gradFill flip="none" rotWithShape="1">
                    <a:gsLst>
                      <a:gs pos="56000">
                        <a:schemeClr val="accent2"/>
                      </a:gs>
                      <a:gs pos="100000">
                        <a:schemeClr val="accent2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02</a:t>
              </a: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BEE4F4F2-F105-3309-E222-30D195809A41}"/>
                </a:ext>
              </a:extLst>
            </p:cNvPr>
            <p:cNvSpPr/>
            <p:nvPr/>
          </p:nvSpPr>
          <p:spPr>
            <a:xfrm>
              <a:off x="2945251" y="5150553"/>
              <a:ext cx="5030847" cy="757398"/>
            </a:xfrm>
            <a:prstGeom prst="roundRect">
              <a:avLst>
                <a:gd name="adj" fmla="val 14331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</a:rPr>
                <a:t>{chapterTitle3}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A5713118-36F5-4C73-3864-11729422DD49}"/>
                </a:ext>
              </a:extLst>
            </p:cNvPr>
            <p:cNvSpPr txBox="1"/>
            <p:nvPr/>
          </p:nvSpPr>
          <p:spPr>
            <a:xfrm>
              <a:off x="738068" y="4929088"/>
              <a:ext cx="2028931" cy="1200329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en-GB" sz="7200" b="1" dirty="0">
                  <a:gradFill flip="none" rotWithShape="1">
                    <a:gsLst>
                      <a:gs pos="56000">
                        <a:schemeClr val="accent1"/>
                      </a:gs>
                      <a:gs pos="100000">
                        <a:schemeClr val="accent1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03</a:t>
              </a: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F9BB6AB2-8C65-B8AF-B9BE-C64E58F9773B}"/>
                </a:ext>
              </a:extLst>
            </p:cNvPr>
            <p:cNvSpPr/>
            <p:nvPr/>
          </p:nvSpPr>
          <p:spPr>
            <a:xfrm>
              <a:off x="2945253" y="2503569"/>
              <a:ext cx="5030847" cy="757398"/>
            </a:xfrm>
            <a:prstGeom prst="roundRect">
              <a:avLst>
                <a:gd name="adj" fmla="val 14331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</a:rPr>
                <a:t>{chapterTitle1}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12CE3A4A-178B-3375-ED30-12C580059B68}"/>
                </a:ext>
              </a:extLst>
            </p:cNvPr>
            <p:cNvSpPr txBox="1"/>
            <p:nvPr/>
          </p:nvSpPr>
          <p:spPr>
            <a:xfrm>
              <a:off x="660400" y="2309133"/>
              <a:ext cx="2028931" cy="1200329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en-GB" sz="7200" b="1" dirty="0">
                  <a:gradFill flip="none" rotWithShape="1">
                    <a:gsLst>
                      <a:gs pos="56000">
                        <a:schemeClr val="accent1"/>
                      </a:gs>
                      <a:gs pos="100000">
                        <a:schemeClr val="accent1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01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58CF474-20FB-23FE-F000-6F01273F72B4}"/>
                </a:ext>
              </a:extLst>
            </p:cNvPr>
            <p:cNvSpPr/>
            <p:nvPr/>
          </p:nvSpPr>
          <p:spPr>
            <a:xfrm>
              <a:off x="2373906" y="995128"/>
              <a:ext cx="1840286" cy="1089415"/>
            </a:xfrm>
            <a:prstGeom prst="rect">
              <a:avLst/>
            </a:prstGeom>
          </p:spPr>
          <p:txBody>
            <a:bodyPr wrap="square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sz="5400" b="1" dirty="0">
                  <a:solidFill>
                    <a:schemeClr val="accent1"/>
                  </a:solidFill>
                </a:rPr>
                <a:t>目录</a:t>
              </a:r>
              <a:endParaRPr lang="en-US" altLang="zh-CN" sz="5400" b="1" dirty="0">
                <a:solidFill>
                  <a:schemeClr val="accent1"/>
                </a:solidFill>
              </a:endParaRP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2A6B9AA0-E3CC-6B84-F35F-D88A8BF2A2BA}"/>
                </a:ext>
              </a:extLst>
            </p:cNvPr>
            <p:cNvSpPr/>
            <p:nvPr/>
          </p:nvSpPr>
          <p:spPr>
            <a:xfrm>
              <a:off x="3975100" y="1385683"/>
              <a:ext cx="8216900" cy="578649"/>
            </a:xfrm>
            <a:prstGeom prst="roundRect">
              <a:avLst/>
            </a:prstGeom>
            <a:solidFill>
              <a:schemeClr val="accent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endParaRPr lang="zh-CN" altLang="en-US" sz="10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30752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5A0DF-DBFC-28CE-0B03-F19D2BD18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组合 39">
            <a:extLst>
              <a:ext uri="{FF2B5EF4-FFF2-40B4-BE49-F238E27FC236}">
                <a16:creationId xmlns:a16="http://schemas.microsoft.com/office/drawing/2014/main" id="{B701A10F-8D29-9E91-1D6C-870B706BCF1E}"/>
              </a:ext>
            </a:extLst>
          </p:cNvPr>
          <p:cNvGrpSpPr/>
          <p:nvPr/>
        </p:nvGrpSpPr>
        <p:grpSpPr>
          <a:xfrm>
            <a:off x="-1" y="26291"/>
            <a:ext cx="12192001" cy="6831709"/>
            <a:chOff x="-1" y="26291"/>
            <a:chExt cx="12192001" cy="6831709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0406E8E9-A12B-106F-FD72-7342160926DC}"/>
                </a:ext>
              </a:extLst>
            </p:cNvPr>
            <p:cNvGrpSpPr/>
            <p:nvPr/>
          </p:nvGrpSpPr>
          <p:grpSpPr>
            <a:xfrm flipH="1">
              <a:off x="-1" y="26291"/>
              <a:ext cx="12192001" cy="6831709"/>
              <a:chOff x="-1" y="26291"/>
              <a:chExt cx="12192001" cy="6831709"/>
            </a:xfrm>
          </p:grpSpPr>
          <p:sp>
            <p:nvSpPr>
              <p:cNvPr id="36" name="任意多边形: 形状 35">
                <a:extLst>
                  <a:ext uri="{FF2B5EF4-FFF2-40B4-BE49-F238E27FC236}">
                    <a16:creationId xmlns:a16="http://schemas.microsoft.com/office/drawing/2014/main" id="{13A4D0F3-4417-C53C-C9E9-0B6A716768F6}"/>
                  </a:ext>
                </a:extLst>
              </p:cNvPr>
              <p:cNvSpPr/>
              <p:nvPr userDrawn="1"/>
            </p:nvSpPr>
            <p:spPr>
              <a:xfrm flipH="1" flipV="1">
                <a:off x="-1" y="5573488"/>
                <a:ext cx="1118294" cy="1284512"/>
              </a:xfrm>
              <a:custGeom>
                <a:avLst/>
                <a:gdLst>
                  <a:gd name="connsiteX0" fmla="*/ 1307581 w 1413600"/>
                  <a:gd name="connsiteY0" fmla="*/ 1638010 h 1638300"/>
                  <a:gd name="connsiteX1" fmla="*/ 1387184 w 1413600"/>
                  <a:gd name="connsiteY1" fmla="*/ 1629077 h 1638300"/>
                  <a:gd name="connsiteX2" fmla="*/ 1413600 w 1413600"/>
                  <a:gd name="connsiteY2" fmla="*/ 1622665 h 1638300"/>
                  <a:gd name="connsiteX3" fmla="*/ 1413600 w 1413600"/>
                  <a:gd name="connsiteY3" fmla="*/ 0 h 1638300"/>
                  <a:gd name="connsiteX4" fmla="*/ 0 w 1413600"/>
                  <a:gd name="connsiteY4" fmla="*/ 0 h 1638300"/>
                  <a:gd name="connsiteX5" fmla="*/ 45049 w 1413600"/>
                  <a:gd name="connsiteY5" fmla="*/ 37022 h 1638300"/>
                  <a:gd name="connsiteX6" fmla="*/ 319157 w 1413600"/>
                  <a:gd name="connsiteY6" fmla="*/ 136752 h 1638300"/>
                  <a:gd name="connsiteX7" fmla="*/ 688943 w 1413600"/>
                  <a:gd name="connsiteY7" fmla="*/ 326478 h 1638300"/>
                  <a:gd name="connsiteX8" fmla="*/ 699962 w 1413600"/>
                  <a:gd name="connsiteY8" fmla="*/ 705787 h 1638300"/>
                  <a:gd name="connsiteX9" fmla="*/ 992210 w 1413600"/>
                  <a:gd name="connsiteY9" fmla="*/ 910997 h 1638300"/>
                  <a:gd name="connsiteX10" fmla="*/ 932815 w 1413600"/>
                  <a:gd name="connsiteY10" fmla="*/ 1332198 h 1638300"/>
                  <a:gd name="connsiteX11" fmla="*/ 1307581 w 1413600"/>
                  <a:gd name="connsiteY11" fmla="*/ 1638010 h 1638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13600" h="1638300">
                    <a:moveTo>
                      <a:pt x="1307581" y="1638010"/>
                    </a:moveTo>
                    <a:cubicBezTo>
                      <a:pt x="1334228" y="1637108"/>
                      <a:pt x="1360934" y="1634114"/>
                      <a:pt x="1387184" y="1629077"/>
                    </a:cubicBezTo>
                    <a:lnTo>
                      <a:pt x="1413600" y="1622665"/>
                    </a:lnTo>
                    <a:lnTo>
                      <a:pt x="1413600" y="0"/>
                    </a:lnTo>
                    <a:lnTo>
                      <a:pt x="0" y="0"/>
                    </a:lnTo>
                    <a:lnTo>
                      <a:pt x="45049" y="37022"/>
                    </a:lnTo>
                    <a:cubicBezTo>
                      <a:pt x="126243" y="88549"/>
                      <a:pt x="227652" y="115833"/>
                      <a:pt x="319157" y="136752"/>
                    </a:cubicBezTo>
                    <a:cubicBezTo>
                      <a:pt x="441461" y="164728"/>
                      <a:pt x="656787" y="173800"/>
                      <a:pt x="688943" y="326478"/>
                    </a:cubicBezTo>
                    <a:cubicBezTo>
                      <a:pt x="715636" y="453318"/>
                      <a:pt x="627886" y="583174"/>
                      <a:pt x="699962" y="705787"/>
                    </a:cubicBezTo>
                    <a:cubicBezTo>
                      <a:pt x="765745" y="817666"/>
                      <a:pt x="927282" y="810755"/>
                      <a:pt x="992210" y="910997"/>
                    </a:cubicBezTo>
                    <a:cubicBezTo>
                      <a:pt x="1060700" y="1016725"/>
                      <a:pt x="930321" y="1213837"/>
                      <a:pt x="932815" y="1332198"/>
                    </a:cubicBezTo>
                    <a:cubicBezTo>
                      <a:pt x="937356" y="1548089"/>
                      <a:pt x="1121046" y="1644320"/>
                      <a:pt x="1307581" y="1638010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  <a:alpha val="3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>
                <a:extLst>
                  <a:ext uri="{FF2B5EF4-FFF2-40B4-BE49-F238E27FC236}">
                    <a16:creationId xmlns:a16="http://schemas.microsoft.com/office/drawing/2014/main" id="{F7A4B598-0958-4FB9-AE71-E4A828F43AE5}"/>
                  </a:ext>
                </a:extLst>
              </p:cNvPr>
              <p:cNvSpPr/>
              <p:nvPr userDrawn="1"/>
            </p:nvSpPr>
            <p:spPr>
              <a:xfrm>
                <a:off x="9886449" y="26291"/>
                <a:ext cx="2305551" cy="1207423"/>
              </a:xfrm>
              <a:custGeom>
                <a:avLst/>
                <a:gdLst>
                  <a:gd name="connsiteX0" fmla="*/ 2327548 w 2327548"/>
                  <a:gd name="connsiteY0" fmla="*/ 379583 h 1218943"/>
                  <a:gd name="connsiteX1" fmla="*/ 2327548 w 2327548"/>
                  <a:gd name="connsiteY1" fmla="*/ 493956 h 1218943"/>
                  <a:gd name="connsiteX2" fmla="*/ 2297176 w 2327548"/>
                  <a:gd name="connsiteY2" fmla="*/ 550647 h 1218943"/>
                  <a:gd name="connsiteX3" fmla="*/ 2265717 w 2327548"/>
                  <a:gd name="connsiteY3" fmla="*/ 664310 h 1218943"/>
                  <a:gd name="connsiteX4" fmla="*/ 2283857 w 2327548"/>
                  <a:gd name="connsiteY4" fmla="*/ 713006 h 1218943"/>
                  <a:gd name="connsiteX5" fmla="*/ 2294042 w 2327548"/>
                  <a:gd name="connsiteY5" fmla="*/ 789424 h 1218943"/>
                  <a:gd name="connsiteX6" fmla="*/ 2209186 w 2327548"/>
                  <a:gd name="connsiteY6" fmla="*/ 968297 h 1218943"/>
                  <a:gd name="connsiteX7" fmla="*/ 2062918 w 2327548"/>
                  <a:gd name="connsiteY7" fmla="*/ 1073041 h 1218943"/>
                  <a:gd name="connsiteX8" fmla="*/ 2045380 w 2327548"/>
                  <a:gd name="connsiteY8" fmla="*/ 1053996 h 1218943"/>
                  <a:gd name="connsiteX9" fmla="*/ 2127042 w 2327548"/>
                  <a:gd name="connsiteY9" fmla="*/ 828297 h 1218943"/>
                  <a:gd name="connsiteX10" fmla="*/ 2155669 w 2327548"/>
                  <a:gd name="connsiteY10" fmla="*/ 618990 h 1218943"/>
                  <a:gd name="connsiteX11" fmla="*/ 2279108 w 2327548"/>
                  <a:gd name="connsiteY11" fmla="*/ 426479 h 1218943"/>
                  <a:gd name="connsiteX12" fmla="*/ 1387046 w 2327548"/>
                  <a:gd name="connsiteY12" fmla="*/ 47461 h 1218943"/>
                  <a:gd name="connsiteX13" fmla="*/ 1706801 w 2327548"/>
                  <a:gd name="connsiteY13" fmla="*/ 219721 h 1218943"/>
                  <a:gd name="connsiteX14" fmla="*/ 1828781 w 2327548"/>
                  <a:gd name="connsiteY14" fmla="*/ 297707 h 1218943"/>
                  <a:gd name="connsiteX15" fmla="*/ 1955463 w 2327548"/>
                  <a:gd name="connsiteY15" fmla="*/ 301744 h 1218943"/>
                  <a:gd name="connsiteX16" fmla="*/ 2057374 w 2327548"/>
                  <a:gd name="connsiteY16" fmla="*/ 337965 h 1218943"/>
                  <a:gd name="connsiteX17" fmla="*/ 2057494 w 2327548"/>
                  <a:gd name="connsiteY17" fmla="*/ 338206 h 1218943"/>
                  <a:gd name="connsiteX18" fmla="*/ 2167662 w 2327548"/>
                  <a:gd name="connsiteY18" fmla="*/ 402571 h 1218943"/>
                  <a:gd name="connsiteX19" fmla="*/ 2171338 w 2327548"/>
                  <a:gd name="connsiteY19" fmla="*/ 404319 h 1218943"/>
                  <a:gd name="connsiteX20" fmla="*/ 2185561 w 2327548"/>
                  <a:gd name="connsiteY20" fmla="*/ 399980 h 1218943"/>
                  <a:gd name="connsiteX21" fmla="*/ 2191046 w 2327548"/>
                  <a:gd name="connsiteY21" fmla="*/ 399919 h 1218943"/>
                  <a:gd name="connsiteX22" fmla="*/ 2327548 w 2327548"/>
                  <a:gd name="connsiteY22" fmla="*/ 350872 h 1218943"/>
                  <a:gd name="connsiteX23" fmla="*/ 2327548 w 2327548"/>
                  <a:gd name="connsiteY23" fmla="*/ 373761 h 1218943"/>
                  <a:gd name="connsiteX24" fmla="*/ 2130598 w 2327548"/>
                  <a:gd name="connsiteY24" fmla="*/ 443553 h 1218943"/>
                  <a:gd name="connsiteX25" fmla="*/ 2088471 w 2327548"/>
                  <a:gd name="connsiteY25" fmla="*/ 554986 h 1218943"/>
                  <a:gd name="connsiteX26" fmla="*/ 2016573 w 2327548"/>
                  <a:gd name="connsiteY26" fmla="*/ 656897 h 1218943"/>
                  <a:gd name="connsiteX27" fmla="*/ 1956969 w 2327548"/>
                  <a:gd name="connsiteY27" fmla="*/ 862347 h 1218943"/>
                  <a:gd name="connsiteX28" fmla="*/ 1940275 w 2327548"/>
                  <a:gd name="connsiteY28" fmla="*/ 987823 h 1218943"/>
                  <a:gd name="connsiteX29" fmla="*/ 1555772 w 2327548"/>
                  <a:gd name="connsiteY29" fmla="*/ 1218103 h 1218943"/>
                  <a:gd name="connsiteX30" fmla="*/ 1540284 w 2327548"/>
                  <a:gd name="connsiteY30" fmla="*/ 1196166 h 1218943"/>
                  <a:gd name="connsiteX31" fmla="*/ 1591571 w 2327548"/>
                  <a:gd name="connsiteY31" fmla="*/ 1150182 h 1218943"/>
                  <a:gd name="connsiteX32" fmla="*/ 1638097 w 2327548"/>
                  <a:gd name="connsiteY32" fmla="*/ 1073824 h 1218943"/>
                  <a:gd name="connsiteX33" fmla="*/ 1713732 w 2327548"/>
                  <a:gd name="connsiteY33" fmla="*/ 985654 h 1218943"/>
                  <a:gd name="connsiteX34" fmla="*/ 1793706 w 2327548"/>
                  <a:gd name="connsiteY34" fmla="*/ 841495 h 1218943"/>
                  <a:gd name="connsiteX35" fmla="*/ 1820344 w 2327548"/>
                  <a:gd name="connsiteY35" fmla="*/ 722528 h 1218943"/>
                  <a:gd name="connsiteX36" fmla="*/ 1987705 w 2327548"/>
                  <a:gd name="connsiteY36" fmla="*/ 523949 h 1218943"/>
                  <a:gd name="connsiteX37" fmla="*/ 2060628 w 2327548"/>
                  <a:gd name="connsiteY37" fmla="*/ 467780 h 1218943"/>
                  <a:gd name="connsiteX38" fmla="*/ 1803530 w 2327548"/>
                  <a:gd name="connsiteY38" fmla="*/ 551008 h 1218943"/>
                  <a:gd name="connsiteX39" fmla="*/ 1802565 w 2327548"/>
                  <a:gd name="connsiteY39" fmla="*/ 556372 h 1218943"/>
                  <a:gd name="connsiteX40" fmla="*/ 1655514 w 2327548"/>
                  <a:gd name="connsiteY40" fmla="*/ 827212 h 1218943"/>
                  <a:gd name="connsiteX41" fmla="*/ 1509065 w 2327548"/>
                  <a:gd name="connsiteY41" fmla="*/ 913213 h 1218943"/>
                  <a:gd name="connsiteX42" fmla="*/ 1382806 w 2327548"/>
                  <a:gd name="connsiteY42" fmla="*/ 1027961 h 1218943"/>
                  <a:gd name="connsiteX43" fmla="*/ 1102806 w 2327548"/>
                  <a:gd name="connsiteY43" fmla="*/ 1146144 h 1218943"/>
                  <a:gd name="connsiteX44" fmla="*/ 717278 w 2327548"/>
                  <a:gd name="connsiteY44" fmla="*/ 1209304 h 1218943"/>
                  <a:gd name="connsiteX45" fmla="*/ 711855 w 2327548"/>
                  <a:gd name="connsiteY45" fmla="*/ 1185378 h 1218943"/>
                  <a:gd name="connsiteX46" fmla="*/ 1005475 w 2327548"/>
                  <a:gd name="connsiteY46" fmla="*/ 1007952 h 1218943"/>
                  <a:gd name="connsiteX47" fmla="*/ 1238949 w 2327548"/>
                  <a:gd name="connsiteY47" fmla="*/ 846437 h 1218943"/>
                  <a:gd name="connsiteX48" fmla="*/ 1545045 w 2327548"/>
                  <a:gd name="connsiteY48" fmla="*/ 731809 h 1218943"/>
                  <a:gd name="connsiteX49" fmla="*/ 1745251 w 2327548"/>
                  <a:gd name="connsiteY49" fmla="*/ 567823 h 1218943"/>
                  <a:gd name="connsiteX50" fmla="*/ 1307593 w 2327548"/>
                  <a:gd name="connsiteY50" fmla="*/ 647857 h 1218943"/>
                  <a:gd name="connsiteX51" fmla="*/ 1274988 w 2327548"/>
                  <a:gd name="connsiteY51" fmla="*/ 649726 h 1218943"/>
                  <a:gd name="connsiteX52" fmla="*/ 1262574 w 2327548"/>
                  <a:gd name="connsiteY52" fmla="*/ 650630 h 1218943"/>
                  <a:gd name="connsiteX53" fmla="*/ 1261910 w 2327548"/>
                  <a:gd name="connsiteY53" fmla="*/ 650328 h 1218943"/>
                  <a:gd name="connsiteX54" fmla="*/ 1212552 w 2327548"/>
                  <a:gd name="connsiteY54" fmla="*/ 651775 h 1218943"/>
                  <a:gd name="connsiteX55" fmla="*/ 1131131 w 2327548"/>
                  <a:gd name="connsiteY55" fmla="*/ 716803 h 1218943"/>
                  <a:gd name="connsiteX56" fmla="*/ 1030907 w 2327548"/>
                  <a:gd name="connsiteY56" fmla="*/ 784724 h 1218943"/>
                  <a:gd name="connsiteX57" fmla="*/ 850046 w 2327548"/>
                  <a:gd name="connsiteY57" fmla="*/ 911887 h 1218943"/>
                  <a:gd name="connsiteX58" fmla="*/ 630132 w 2327548"/>
                  <a:gd name="connsiteY58" fmla="*/ 922313 h 1218943"/>
                  <a:gd name="connsiteX59" fmla="*/ 489951 w 2327548"/>
                  <a:gd name="connsiteY59" fmla="*/ 910079 h 1218943"/>
                  <a:gd name="connsiteX60" fmla="*/ 375263 w 2327548"/>
                  <a:gd name="connsiteY60" fmla="*/ 937380 h 1218943"/>
                  <a:gd name="connsiteX61" fmla="*/ 368031 w 2327548"/>
                  <a:gd name="connsiteY61" fmla="*/ 917673 h 1218943"/>
                  <a:gd name="connsiteX62" fmla="*/ 558535 w 2327548"/>
                  <a:gd name="connsiteY62" fmla="*/ 815701 h 1218943"/>
                  <a:gd name="connsiteX63" fmla="*/ 746568 w 2327548"/>
                  <a:gd name="connsiteY63" fmla="*/ 745128 h 1218943"/>
                  <a:gd name="connsiteX64" fmla="*/ 870899 w 2327548"/>
                  <a:gd name="connsiteY64" fmla="*/ 739945 h 1218943"/>
                  <a:gd name="connsiteX65" fmla="*/ 999328 w 2327548"/>
                  <a:gd name="connsiteY65" fmla="*/ 692576 h 1218943"/>
                  <a:gd name="connsiteX66" fmla="*/ 1100576 w 2327548"/>
                  <a:gd name="connsiteY66" fmla="*/ 647677 h 1218943"/>
                  <a:gd name="connsiteX67" fmla="*/ 929177 w 2327548"/>
                  <a:gd name="connsiteY67" fmla="*/ 608262 h 1218943"/>
                  <a:gd name="connsiteX68" fmla="*/ 923994 w 2327548"/>
                  <a:gd name="connsiteY68" fmla="*/ 606996 h 1218943"/>
                  <a:gd name="connsiteX69" fmla="*/ 918027 w 2327548"/>
                  <a:gd name="connsiteY69" fmla="*/ 603863 h 1218943"/>
                  <a:gd name="connsiteX70" fmla="*/ 902840 w 2327548"/>
                  <a:gd name="connsiteY70" fmla="*/ 596872 h 1218943"/>
                  <a:gd name="connsiteX71" fmla="*/ 694256 w 2327548"/>
                  <a:gd name="connsiteY71" fmla="*/ 596751 h 1218943"/>
                  <a:gd name="connsiteX72" fmla="*/ 476512 w 2327548"/>
                  <a:gd name="connsiteY72" fmla="*/ 578008 h 1218943"/>
                  <a:gd name="connsiteX73" fmla="*/ 225922 w 2327548"/>
                  <a:gd name="connsiteY73" fmla="*/ 487306 h 1218943"/>
                  <a:gd name="connsiteX74" fmla="*/ 16977 w 2327548"/>
                  <a:gd name="connsiteY74" fmla="*/ 417276 h 1218943"/>
                  <a:gd name="connsiteX75" fmla="*/ 12095 w 2327548"/>
                  <a:gd name="connsiteY75" fmla="*/ 419506 h 1218943"/>
                  <a:gd name="connsiteX76" fmla="*/ 3778 w 2327548"/>
                  <a:gd name="connsiteY76" fmla="*/ 403776 h 1218943"/>
                  <a:gd name="connsiteX77" fmla="*/ 301316 w 2327548"/>
                  <a:gd name="connsiteY77" fmla="*/ 357853 h 1218943"/>
                  <a:gd name="connsiteX78" fmla="*/ 652069 w 2327548"/>
                  <a:gd name="connsiteY78" fmla="*/ 378404 h 1218943"/>
                  <a:gd name="connsiteX79" fmla="*/ 974979 w 2327548"/>
                  <a:gd name="connsiteY79" fmla="*/ 481159 h 1218943"/>
                  <a:gd name="connsiteX80" fmla="*/ 1146680 w 2327548"/>
                  <a:gd name="connsiteY80" fmla="*/ 554745 h 1218943"/>
                  <a:gd name="connsiteX81" fmla="*/ 1273663 w 2327548"/>
                  <a:gd name="connsiteY81" fmla="*/ 627186 h 1218943"/>
                  <a:gd name="connsiteX82" fmla="*/ 1277279 w 2327548"/>
                  <a:gd name="connsiteY82" fmla="*/ 629657 h 1218943"/>
                  <a:gd name="connsiteX83" fmla="*/ 1358398 w 2327548"/>
                  <a:gd name="connsiteY83" fmla="*/ 622485 h 1218943"/>
                  <a:gd name="connsiteX84" fmla="*/ 1641833 w 2327548"/>
                  <a:gd name="connsiteY84" fmla="*/ 572283 h 1218943"/>
                  <a:gd name="connsiteX85" fmla="*/ 1477245 w 2327548"/>
                  <a:gd name="connsiteY85" fmla="*/ 547814 h 1218943"/>
                  <a:gd name="connsiteX86" fmla="*/ 1290357 w 2327548"/>
                  <a:gd name="connsiteY86" fmla="*/ 457715 h 1218943"/>
                  <a:gd name="connsiteX87" fmla="*/ 1026810 w 2327548"/>
                  <a:gd name="connsiteY87" fmla="*/ 360685 h 1218943"/>
                  <a:gd name="connsiteX88" fmla="*/ 769892 w 2327548"/>
                  <a:gd name="connsiteY88" fmla="*/ 264078 h 1218943"/>
                  <a:gd name="connsiteX89" fmla="*/ 770916 w 2327548"/>
                  <a:gd name="connsiteY89" fmla="*/ 242683 h 1218943"/>
                  <a:gd name="connsiteX90" fmla="*/ 1069478 w 2327548"/>
                  <a:gd name="connsiteY90" fmla="*/ 210380 h 1218943"/>
                  <a:gd name="connsiteX91" fmla="*/ 1293189 w 2327548"/>
                  <a:gd name="connsiteY91" fmla="*/ 289450 h 1218943"/>
                  <a:gd name="connsiteX92" fmla="*/ 1546792 w 2327548"/>
                  <a:gd name="connsiteY92" fmla="*/ 435356 h 1218943"/>
                  <a:gd name="connsiteX93" fmla="*/ 1725665 w 2327548"/>
                  <a:gd name="connsiteY93" fmla="*/ 550828 h 1218943"/>
                  <a:gd name="connsiteX94" fmla="*/ 1845957 w 2327548"/>
                  <a:gd name="connsiteY94" fmla="*/ 514969 h 1218943"/>
                  <a:gd name="connsiteX95" fmla="*/ 2106853 w 2327548"/>
                  <a:gd name="connsiteY95" fmla="*/ 428847 h 1218943"/>
                  <a:gd name="connsiteX96" fmla="*/ 2078045 w 2327548"/>
                  <a:gd name="connsiteY96" fmla="*/ 431198 h 1218943"/>
                  <a:gd name="connsiteX97" fmla="*/ 1930090 w 2327548"/>
                  <a:gd name="connsiteY97" fmla="*/ 453677 h 1218943"/>
                  <a:gd name="connsiteX98" fmla="*/ 1681851 w 2327548"/>
                  <a:gd name="connsiteY98" fmla="*/ 417397 h 1218943"/>
                  <a:gd name="connsiteX99" fmla="*/ 1519250 w 2327548"/>
                  <a:gd name="connsiteY99" fmla="*/ 272093 h 1218943"/>
                  <a:gd name="connsiteX100" fmla="*/ 1452113 w 2327548"/>
                  <a:gd name="connsiteY100" fmla="*/ 166566 h 1218943"/>
                  <a:gd name="connsiteX101" fmla="*/ 1332363 w 2327548"/>
                  <a:gd name="connsiteY101" fmla="*/ 74418 h 1218943"/>
                  <a:gd name="connsiteX102" fmla="*/ 1333146 w 2327548"/>
                  <a:gd name="connsiteY102" fmla="*/ 56518 h 1218943"/>
                  <a:gd name="connsiteX103" fmla="*/ 1387046 w 2327548"/>
                  <a:gd name="connsiteY103" fmla="*/ 47461 h 1218943"/>
                  <a:gd name="connsiteX104" fmla="*/ 1945518 w 2327548"/>
                  <a:gd name="connsiteY104" fmla="*/ 349 h 1218943"/>
                  <a:gd name="connsiteX105" fmla="*/ 2098416 w 2327548"/>
                  <a:gd name="connsiteY105" fmla="*/ 45068 h 1218943"/>
                  <a:gd name="connsiteX106" fmla="*/ 2212200 w 2327548"/>
                  <a:gd name="connsiteY106" fmla="*/ 197001 h 1218943"/>
                  <a:gd name="connsiteX107" fmla="*/ 2291518 w 2327548"/>
                  <a:gd name="connsiteY107" fmla="*/ 273720 h 1218943"/>
                  <a:gd name="connsiteX108" fmla="*/ 2327548 w 2327548"/>
                  <a:gd name="connsiteY108" fmla="*/ 295960 h 1218943"/>
                  <a:gd name="connsiteX109" fmla="*/ 2327548 w 2327548"/>
                  <a:gd name="connsiteY109" fmla="*/ 342551 h 1218943"/>
                  <a:gd name="connsiteX110" fmla="*/ 2273737 w 2327548"/>
                  <a:gd name="connsiteY110" fmla="*/ 339100 h 1218943"/>
                  <a:gd name="connsiteX111" fmla="*/ 2067921 w 2327548"/>
                  <a:gd name="connsiteY111" fmla="*/ 269562 h 1218943"/>
                  <a:gd name="connsiteX112" fmla="*/ 1948351 w 2327548"/>
                  <a:gd name="connsiteY112" fmla="*/ 140892 h 1218943"/>
                  <a:gd name="connsiteX113" fmla="*/ 1775023 w 2327548"/>
                  <a:gd name="connsiteY113" fmla="*/ 37233 h 1218943"/>
                  <a:gd name="connsiteX114" fmla="*/ 1781050 w 2327548"/>
                  <a:gd name="connsiteY114" fmla="*/ 18188 h 1218943"/>
                  <a:gd name="connsiteX115" fmla="*/ 1945518 w 2327548"/>
                  <a:gd name="connsiteY115" fmla="*/ 349 h 12189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</a:cxnLst>
                <a:rect l="l" t="t" r="r" b="b"/>
                <a:pathLst>
                  <a:path w="2327548" h="1218943">
                    <a:moveTo>
                      <a:pt x="2327548" y="379583"/>
                    </a:moveTo>
                    <a:lnTo>
                      <a:pt x="2327548" y="493956"/>
                    </a:lnTo>
                    <a:lnTo>
                      <a:pt x="2297176" y="550647"/>
                    </a:lnTo>
                    <a:cubicBezTo>
                      <a:pt x="2274154" y="585602"/>
                      <a:pt x="2250168" y="619833"/>
                      <a:pt x="2265717" y="664310"/>
                    </a:cubicBezTo>
                    <a:cubicBezTo>
                      <a:pt x="2271442" y="680582"/>
                      <a:pt x="2278674" y="696553"/>
                      <a:pt x="2283857" y="713006"/>
                    </a:cubicBezTo>
                    <a:cubicBezTo>
                      <a:pt x="2291692" y="738077"/>
                      <a:pt x="2296392" y="762847"/>
                      <a:pt x="2294042" y="789424"/>
                    </a:cubicBezTo>
                    <a:cubicBezTo>
                      <a:pt x="2287895" y="859515"/>
                      <a:pt x="2258545" y="918456"/>
                      <a:pt x="2209186" y="968297"/>
                    </a:cubicBezTo>
                    <a:cubicBezTo>
                      <a:pt x="2167542" y="1010363"/>
                      <a:pt x="2122281" y="1058516"/>
                      <a:pt x="2062918" y="1073041"/>
                    </a:cubicBezTo>
                    <a:cubicBezTo>
                      <a:pt x="2050564" y="1076054"/>
                      <a:pt x="2041102" y="1066170"/>
                      <a:pt x="2045380" y="1053996"/>
                    </a:cubicBezTo>
                    <a:cubicBezTo>
                      <a:pt x="2072802" y="976372"/>
                      <a:pt x="2118364" y="912610"/>
                      <a:pt x="2127042" y="828297"/>
                    </a:cubicBezTo>
                    <a:cubicBezTo>
                      <a:pt x="2134154" y="759170"/>
                      <a:pt x="2126018" y="683716"/>
                      <a:pt x="2155669" y="618990"/>
                    </a:cubicBezTo>
                    <a:cubicBezTo>
                      <a:pt x="2185773" y="553268"/>
                      <a:pt x="2227402" y="484123"/>
                      <a:pt x="2279108" y="426479"/>
                    </a:cubicBezTo>
                    <a:close/>
                    <a:moveTo>
                      <a:pt x="1387046" y="47461"/>
                    </a:moveTo>
                    <a:cubicBezTo>
                      <a:pt x="1512280" y="40348"/>
                      <a:pt x="1631919" y="127174"/>
                      <a:pt x="1706801" y="219721"/>
                    </a:cubicBezTo>
                    <a:cubicBezTo>
                      <a:pt x="1737899" y="258111"/>
                      <a:pt x="1777554" y="292041"/>
                      <a:pt x="1828781" y="297707"/>
                    </a:cubicBezTo>
                    <a:cubicBezTo>
                      <a:pt x="1870848" y="302407"/>
                      <a:pt x="1913457" y="295899"/>
                      <a:pt x="1955463" y="301744"/>
                    </a:cubicBezTo>
                    <a:cubicBezTo>
                      <a:pt x="1993672" y="307108"/>
                      <a:pt x="2024770" y="317414"/>
                      <a:pt x="2057374" y="337965"/>
                    </a:cubicBezTo>
                    <a:lnTo>
                      <a:pt x="2057494" y="338206"/>
                    </a:lnTo>
                    <a:cubicBezTo>
                      <a:pt x="2094197" y="361348"/>
                      <a:pt x="2124210" y="391783"/>
                      <a:pt x="2167662" y="402571"/>
                    </a:cubicBezTo>
                    <a:cubicBezTo>
                      <a:pt x="2169109" y="402933"/>
                      <a:pt x="2170254" y="403596"/>
                      <a:pt x="2171338" y="404319"/>
                    </a:cubicBezTo>
                    <a:cubicBezTo>
                      <a:pt x="2176100" y="403113"/>
                      <a:pt x="2180861" y="401667"/>
                      <a:pt x="2185561" y="399980"/>
                    </a:cubicBezTo>
                    <a:cubicBezTo>
                      <a:pt x="2187611" y="399256"/>
                      <a:pt x="2189419" y="399437"/>
                      <a:pt x="2191046" y="399919"/>
                    </a:cubicBezTo>
                    <a:lnTo>
                      <a:pt x="2327548" y="350872"/>
                    </a:lnTo>
                    <a:lnTo>
                      <a:pt x="2327548" y="373761"/>
                    </a:lnTo>
                    <a:lnTo>
                      <a:pt x="2130598" y="443553"/>
                    </a:lnTo>
                    <a:cubicBezTo>
                      <a:pt x="2105647" y="474289"/>
                      <a:pt x="2103960" y="518766"/>
                      <a:pt x="2088471" y="554986"/>
                    </a:cubicBezTo>
                    <a:cubicBezTo>
                      <a:pt x="2071838" y="594039"/>
                      <a:pt x="2041162" y="622967"/>
                      <a:pt x="2016573" y="656897"/>
                    </a:cubicBezTo>
                    <a:cubicBezTo>
                      <a:pt x="1974085" y="715417"/>
                      <a:pt x="1958837" y="791052"/>
                      <a:pt x="1956969" y="862347"/>
                    </a:cubicBezTo>
                    <a:cubicBezTo>
                      <a:pt x="1955884" y="904354"/>
                      <a:pt x="1956005" y="948107"/>
                      <a:pt x="1940275" y="987823"/>
                    </a:cubicBezTo>
                    <a:cubicBezTo>
                      <a:pt x="1877839" y="1145421"/>
                      <a:pt x="1695290" y="1164405"/>
                      <a:pt x="1555772" y="1218103"/>
                    </a:cubicBezTo>
                    <a:cubicBezTo>
                      <a:pt x="1543297" y="1222864"/>
                      <a:pt x="1530279" y="1206291"/>
                      <a:pt x="1540284" y="1196166"/>
                    </a:cubicBezTo>
                    <a:cubicBezTo>
                      <a:pt x="1555531" y="1180677"/>
                      <a:pt x="1578975" y="1166876"/>
                      <a:pt x="1591571" y="1150182"/>
                    </a:cubicBezTo>
                    <a:cubicBezTo>
                      <a:pt x="1610072" y="1125835"/>
                      <a:pt x="1622367" y="1099679"/>
                      <a:pt x="1638097" y="1073824"/>
                    </a:cubicBezTo>
                    <a:cubicBezTo>
                      <a:pt x="1658769" y="1039834"/>
                      <a:pt x="1685647" y="1013497"/>
                      <a:pt x="1713732" y="985654"/>
                    </a:cubicBezTo>
                    <a:cubicBezTo>
                      <a:pt x="1756220" y="943406"/>
                      <a:pt x="1781653" y="901400"/>
                      <a:pt x="1793706" y="841495"/>
                    </a:cubicBezTo>
                    <a:cubicBezTo>
                      <a:pt x="1801661" y="801900"/>
                      <a:pt x="1806965" y="760798"/>
                      <a:pt x="1820344" y="722528"/>
                    </a:cubicBezTo>
                    <a:cubicBezTo>
                      <a:pt x="1850296" y="636588"/>
                      <a:pt x="1913939" y="574693"/>
                      <a:pt x="1987705" y="523949"/>
                    </a:cubicBezTo>
                    <a:cubicBezTo>
                      <a:pt x="2011631" y="507496"/>
                      <a:pt x="2035677" y="487005"/>
                      <a:pt x="2060628" y="467780"/>
                    </a:cubicBezTo>
                    <a:cubicBezTo>
                      <a:pt x="1975411" y="497190"/>
                      <a:pt x="1889771" y="525395"/>
                      <a:pt x="1803530" y="551008"/>
                    </a:cubicBezTo>
                    <a:cubicBezTo>
                      <a:pt x="1803650" y="552696"/>
                      <a:pt x="1803409" y="554444"/>
                      <a:pt x="1802565" y="556372"/>
                    </a:cubicBezTo>
                    <a:cubicBezTo>
                      <a:pt x="1759414" y="652558"/>
                      <a:pt x="1741636" y="757001"/>
                      <a:pt x="1655514" y="827212"/>
                    </a:cubicBezTo>
                    <a:cubicBezTo>
                      <a:pt x="1610193" y="864216"/>
                      <a:pt x="1556254" y="880247"/>
                      <a:pt x="1509065" y="913213"/>
                    </a:cubicBezTo>
                    <a:cubicBezTo>
                      <a:pt x="1461816" y="946239"/>
                      <a:pt x="1424571" y="988787"/>
                      <a:pt x="1382806" y="1027961"/>
                    </a:cubicBezTo>
                    <a:cubicBezTo>
                      <a:pt x="1300843" y="1104862"/>
                      <a:pt x="1212552" y="1131982"/>
                      <a:pt x="1102806" y="1146144"/>
                    </a:cubicBezTo>
                    <a:cubicBezTo>
                      <a:pt x="973593" y="1162778"/>
                      <a:pt x="845767" y="1187909"/>
                      <a:pt x="717278" y="1209304"/>
                    </a:cubicBezTo>
                    <a:cubicBezTo>
                      <a:pt x="702453" y="1211775"/>
                      <a:pt x="700223" y="1191104"/>
                      <a:pt x="711855" y="1185378"/>
                    </a:cubicBezTo>
                    <a:cubicBezTo>
                      <a:pt x="815393" y="1134694"/>
                      <a:pt x="917063" y="1082744"/>
                      <a:pt x="1005475" y="1007952"/>
                    </a:cubicBezTo>
                    <a:cubicBezTo>
                      <a:pt x="1076710" y="947685"/>
                      <a:pt x="1148669" y="877113"/>
                      <a:pt x="1238949" y="846437"/>
                    </a:cubicBezTo>
                    <a:cubicBezTo>
                      <a:pt x="1343391" y="810940"/>
                      <a:pt x="1458441" y="807083"/>
                      <a:pt x="1545045" y="731809"/>
                    </a:cubicBezTo>
                    <a:cubicBezTo>
                      <a:pt x="1610193" y="675158"/>
                      <a:pt x="1677993" y="621943"/>
                      <a:pt x="1745251" y="567823"/>
                    </a:cubicBezTo>
                    <a:cubicBezTo>
                      <a:pt x="1602238" y="607780"/>
                      <a:pt x="1456031" y="638215"/>
                      <a:pt x="1307593" y="647857"/>
                    </a:cubicBezTo>
                    <a:cubicBezTo>
                      <a:pt x="1296745" y="648581"/>
                      <a:pt x="1285897" y="649183"/>
                      <a:pt x="1274988" y="649726"/>
                    </a:cubicBezTo>
                    <a:cubicBezTo>
                      <a:pt x="1271734" y="652016"/>
                      <a:pt x="1267334" y="652860"/>
                      <a:pt x="1262574" y="650630"/>
                    </a:cubicBezTo>
                    <a:cubicBezTo>
                      <a:pt x="1262333" y="650509"/>
                      <a:pt x="1262152" y="650449"/>
                      <a:pt x="1261910" y="650328"/>
                    </a:cubicBezTo>
                    <a:cubicBezTo>
                      <a:pt x="1245518" y="651112"/>
                      <a:pt x="1229065" y="651534"/>
                      <a:pt x="1212552" y="651775"/>
                    </a:cubicBezTo>
                    <a:cubicBezTo>
                      <a:pt x="1179465" y="665335"/>
                      <a:pt x="1160843" y="697096"/>
                      <a:pt x="1131131" y="716803"/>
                    </a:cubicBezTo>
                    <a:cubicBezTo>
                      <a:pt x="1097442" y="739102"/>
                      <a:pt x="1063271" y="760376"/>
                      <a:pt x="1030907" y="784724"/>
                    </a:cubicBezTo>
                    <a:cubicBezTo>
                      <a:pt x="973714" y="827694"/>
                      <a:pt x="917123" y="884465"/>
                      <a:pt x="850046" y="911887"/>
                    </a:cubicBezTo>
                    <a:cubicBezTo>
                      <a:pt x="779172" y="940875"/>
                      <a:pt x="704201" y="932920"/>
                      <a:pt x="630132" y="922313"/>
                    </a:cubicBezTo>
                    <a:cubicBezTo>
                      <a:pt x="585836" y="915925"/>
                      <a:pt x="534489" y="903208"/>
                      <a:pt x="489951" y="910079"/>
                    </a:cubicBezTo>
                    <a:cubicBezTo>
                      <a:pt x="450898" y="916166"/>
                      <a:pt x="414075" y="930268"/>
                      <a:pt x="375263" y="937380"/>
                    </a:cubicBezTo>
                    <a:cubicBezTo>
                      <a:pt x="363873" y="939429"/>
                      <a:pt x="360257" y="923820"/>
                      <a:pt x="368031" y="917673"/>
                    </a:cubicBezTo>
                    <a:cubicBezTo>
                      <a:pt x="425647" y="872412"/>
                      <a:pt x="495978" y="852464"/>
                      <a:pt x="558535" y="815701"/>
                    </a:cubicBezTo>
                    <a:cubicBezTo>
                      <a:pt x="616211" y="781771"/>
                      <a:pt x="679792" y="754530"/>
                      <a:pt x="746568" y="745128"/>
                    </a:cubicBezTo>
                    <a:cubicBezTo>
                      <a:pt x="788092" y="739282"/>
                      <a:pt x="829495" y="744465"/>
                      <a:pt x="870899" y="739945"/>
                    </a:cubicBezTo>
                    <a:cubicBezTo>
                      <a:pt x="918449" y="734762"/>
                      <a:pt x="957804" y="714452"/>
                      <a:pt x="999328" y="692576"/>
                    </a:cubicBezTo>
                    <a:cubicBezTo>
                      <a:pt x="1032776" y="674917"/>
                      <a:pt x="1066043" y="659368"/>
                      <a:pt x="1100576" y="647677"/>
                    </a:cubicBezTo>
                    <a:cubicBezTo>
                      <a:pt x="1041695" y="642072"/>
                      <a:pt x="983900" y="630139"/>
                      <a:pt x="929177" y="608262"/>
                    </a:cubicBezTo>
                    <a:cubicBezTo>
                      <a:pt x="927549" y="608322"/>
                      <a:pt x="925802" y="608081"/>
                      <a:pt x="923994" y="606996"/>
                    </a:cubicBezTo>
                    <a:cubicBezTo>
                      <a:pt x="922066" y="605851"/>
                      <a:pt x="920016" y="604947"/>
                      <a:pt x="918027" y="603863"/>
                    </a:cubicBezTo>
                    <a:cubicBezTo>
                      <a:pt x="912905" y="601693"/>
                      <a:pt x="907902" y="599282"/>
                      <a:pt x="902840" y="596872"/>
                    </a:cubicBezTo>
                    <a:cubicBezTo>
                      <a:pt x="839379" y="572102"/>
                      <a:pt x="758561" y="590544"/>
                      <a:pt x="694256" y="596751"/>
                    </a:cubicBezTo>
                    <a:cubicBezTo>
                      <a:pt x="617114" y="604224"/>
                      <a:pt x="550339" y="603863"/>
                      <a:pt x="476512" y="578008"/>
                    </a:cubicBezTo>
                    <a:cubicBezTo>
                      <a:pt x="392680" y="548658"/>
                      <a:pt x="309934" y="515993"/>
                      <a:pt x="225922" y="487306"/>
                    </a:cubicBezTo>
                    <a:cubicBezTo>
                      <a:pt x="156495" y="463621"/>
                      <a:pt x="85078" y="444637"/>
                      <a:pt x="16977" y="417276"/>
                    </a:cubicBezTo>
                    <a:cubicBezTo>
                      <a:pt x="15349" y="418060"/>
                      <a:pt x="13722" y="418723"/>
                      <a:pt x="12095" y="419506"/>
                    </a:cubicBezTo>
                    <a:cubicBezTo>
                      <a:pt x="2995" y="424026"/>
                      <a:pt x="-4961" y="408839"/>
                      <a:pt x="3778" y="403776"/>
                    </a:cubicBezTo>
                    <a:cubicBezTo>
                      <a:pt x="96107" y="350320"/>
                      <a:pt x="198380" y="361228"/>
                      <a:pt x="301316" y="357853"/>
                    </a:cubicBezTo>
                    <a:cubicBezTo>
                      <a:pt x="418173" y="354056"/>
                      <a:pt x="537864" y="348150"/>
                      <a:pt x="652069" y="378404"/>
                    </a:cubicBezTo>
                    <a:cubicBezTo>
                      <a:pt x="760671" y="407212"/>
                      <a:pt x="868729" y="444698"/>
                      <a:pt x="974979" y="481159"/>
                    </a:cubicBezTo>
                    <a:cubicBezTo>
                      <a:pt x="1033499" y="501228"/>
                      <a:pt x="1094308" y="521176"/>
                      <a:pt x="1146680" y="554745"/>
                    </a:cubicBezTo>
                    <a:cubicBezTo>
                      <a:pt x="1188867" y="581745"/>
                      <a:pt x="1228040" y="606092"/>
                      <a:pt x="1273663" y="627186"/>
                    </a:cubicBezTo>
                    <a:cubicBezTo>
                      <a:pt x="1275109" y="627849"/>
                      <a:pt x="1276254" y="628693"/>
                      <a:pt x="1277279" y="629657"/>
                    </a:cubicBezTo>
                    <a:cubicBezTo>
                      <a:pt x="1304580" y="627849"/>
                      <a:pt x="1331700" y="625378"/>
                      <a:pt x="1358398" y="622485"/>
                    </a:cubicBezTo>
                    <a:cubicBezTo>
                      <a:pt x="1454222" y="612059"/>
                      <a:pt x="1548540" y="594702"/>
                      <a:pt x="1641833" y="572283"/>
                    </a:cubicBezTo>
                    <a:cubicBezTo>
                      <a:pt x="1586448" y="570595"/>
                      <a:pt x="1531123" y="560531"/>
                      <a:pt x="1477245" y="547814"/>
                    </a:cubicBezTo>
                    <a:cubicBezTo>
                      <a:pt x="1405527" y="530879"/>
                      <a:pt x="1353154" y="493454"/>
                      <a:pt x="1290357" y="457715"/>
                    </a:cubicBezTo>
                    <a:cubicBezTo>
                      <a:pt x="1210141" y="412033"/>
                      <a:pt x="1113112" y="393230"/>
                      <a:pt x="1026810" y="360685"/>
                    </a:cubicBezTo>
                    <a:cubicBezTo>
                      <a:pt x="941351" y="328443"/>
                      <a:pt x="858303" y="287823"/>
                      <a:pt x="769892" y="264078"/>
                    </a:cubicBezTo>
                    <a:cubicBezTo>
                      <a:pt x="758802" y="261064"/>
                      <a:pt x="758018" y="243044"/>
                      <a:pt x="770916" y="242683"/>
                    </a:cubicBezTo>
                    <a:cubicBezTo>
                      <a:pt x="872104" y="240091"/>
                      <a:pt x="966964" y="206221"/>
                      <a:pt x="1069478" y="210380"/>
                    </a:cubicBezTo>
                    <a:cubicBezTo>
                      <a:pt x="1153550" y="213755"/>
                      <a:pt x="1223943" y="243768"/>
                      <a:pt x="1293189" y="289450"/>
                    </a:cubicBezTo>
                    <a:cubicBezTo>
                      <a:pt x="1374007" y="342786"/>
                      <a:pt x="1453982" y="404198"/>
                      <a:pt x="1546792" y="435356"/>
                    </a:cubicBezTo>
                    <a:cubicBezTo>
                      <a:pt x="1622307" y="460668"/>
                      <a:pt x="1675884" y="487547"/>
                      <a:pt x="1725665" y="550828"/>
                    </a:cubicBezTo>
                    <a:cubicBezTo>
                      <a:pt x="1765923" y="539739"/>
                      <a:pt x="1806061" y="527745"/>
                      <a:pt x="1845957" y="514969"/>
                    </a:cubicBezTo>
                    <a:cubicBezTo>
                      <a:pt x="1932923" y="487065"/>
                      <a:pt x="2020008" y="458438"/>
                      <a:pt x="2106853" y="428847"/>
                    </a:cubicBezTo>
                    <a:cubicBezTo>
                      <a:pt x="2097331" y="429330"/>
                      <a:pt x="2087748" y="429992"/>
                      <a:pt x="2078045" y="431198"/>
                    </a:cubicBezTo>
                    <a:cubicBezTo>
                      <a:pt x="2028566" y="437466"/>
                      <a:pt x="1979630" y="447771"/>
                      <a:pt x="1930090" y="453677"/>
                    </a:cubicBezTo>
                    <a:cubicBezTo>
                      <a:pt x="1842884" y="464164"/>
                      <a:pt x="1761765" y="456209"/>
                      <a:pt x="1681851" y="417397"/>
                    </a:cubicBezTo>
                    <a:cubicBezTo>
                      <a:pt x="1609952" y="382502"/>
                      <a:pt x="1559750" y="341641"/>
                      <a:pt x="1519250" y="272093"/>
                    </a:cubicBezTo>
                    <a:cubicBezTo>
                      <a:pt x="1498518" y="236536"/>
                      <a:pt x="1480258" y="197061"/>
                      <a:pt x="1452113" y="166566"/>
                    </a:cubicBezTo>
                    <a:cubicBezTo>
                      <a:pt x="1417218" y="128718"/>
                      <a:pt x="1376117" y="101056"/>
                      <a:pt x="1332363" y="74418"/>
                    </a:cubicBezTo>
                    <a:cubicBezTo>
                      <a:pt x="1325974" y="70500"/>
                      <a:pt x="1324166" y="59049"/>
                      <a:pt x="1333146" y="56518"/>
                    </a:cubicBezTo>
                    <a:cubicBezTo>
                      <a:pt x="1351151" y="51410"/>
                      <a:pt x="1369155" y="48477"/>
                      <a:pt x="1387046" y="47461"/>
                    </a:cubicBezTo>
                    <a:close/>
                    <a:moveTo>
                      <a:pt x="1945518" y="349"/>
                    </a:moveTo>
                    <a:cubicBezTo>
                      <a:pt x="2001989" y="-1926"/>
                      <a:pt x="2056530" y="6226"/>
                      <a:pt x="2098416" y="45068"/>
                    </a:cubicBezTo>
                    <a:cubicBezTo>
                      <a:pt x="2146087" y="89243"/>
                      <a:pt x="2172062" y="147160"/>
                      <a:pt x="2212200" y="197001"/>
                    </a:cubicBezTo>
                    <a:cubicBezTo>
                      <a:pt x="2231545" y="221017"/>
                      <a:pt x="2259976" y="250051"/>
                      <a:pt x="2291518" y="273720"/>
                    </a:cubicBezTo>
                    <a:lnTo>
                      <a:pt x="2327548" y="295960"/>
                    </a:lnTo>
                    <a:lnTo>
                      <a:pt x="2327548" y="342551"/>
                    </a:lnTo>
                    <a:lnTo>
                      <a:pt x="2273737" y="339100"/>
                    </a:lnTo>
                    <a:cubicBezTo>
                      <a:pt x="2199657" y="329972"/>
                      <a:pt x="2125551" y="307394"/>
                      <a:pt x="2067921" y="269562"/>
                    </a:cubicBezTo>
                    <a:cubicBezTo>
                      <a:pt x="2016030" y="235511"/>
                      <a:pt x="1994877" y="179041"/>
                      <a:pt x="1948351" y="140892"/>
                    </a:cubicBezTo>
                    <a:cubicBezTo>
                      <a:pt x="1896039" y="97982"/>
                      <a:pt x="1828118" y="80022"/>
                      <a:pt x="1775023" y="37233"/>
                    </a:cubicBezTo>
                    <a:cubicBezTo>
                      <a:pt x="1767791" y="31447"/>
                      <a:pt x="1771648" y="18731"/>
                      <a:pt x="1781050" y="18188"/>
                    </a:cubicBezTo>
                    <a:cubicBezTo>
                      <a:pt x="1830650" y="15326"/>
                      <a:pt x="1889049" y="2624"/>
                      <a:pt x="1945518" y="349"/>
                    </a:cubicBezTo>
                    <a:close/>
                  </a:path>
                </a:pathLst>
              </a:custGeom>
              <a:solidFill>
                <a:schemeClr val="accent2">
                  <a:alpha val="4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B1D0E02C-B507-0ED4-48FE-23489143023E}"/>
                </a:ext>
              </a:extLst>
            </p:cNvPr>
            <p:cNvSpPr/>
            <p:nvPr/>
          </p:nvSpPr>
          <p:spPr>
            <a:xfrm>
              <a:off x="6488053" y="5376702"/>
              <a:ext cx="5030847" cy="757398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</a:rPr>
                <a:t>{chapterTitle4}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61CA29E-D160-5D75-ECCE-F2F01CC38489}"/>
                </a:ext>
              </a:extLst>
            </p:cNvPr>
            <p:cNvSpPr txBox="1"/>
            <p:nvPr/>
          </p:nvSpPr>
          <p:spPr>
            <a:xfrm>
              <a:off x="6449443" y="4250272"/>
              <a:ext cx="1210588" cy="1200329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en-GB" sz="7200" b="1" dirty="0">
                  <a:gradFill flip="none" rotWithShape="1">
                    <a:gsLst>
                      <a:gs pos="56000">
                        <a:schemeClr val="accent2"/>
                      </a:gs>
                      <a:gs pos="100000">
                        <a:schemeClr val="accent2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04</a:t>
              </a: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E3BDB425-4A67-50E5-CD71-519A0531E565}"/>
                </a:ext>
              </a:extLst>
            </p:cNvPr>
            <p:cNvSpPr/>
            <p:nvPr/>
          </p:nvSpPr>
          <p:spPr>
            <a:xfrm>
              <a:off x="699012" y="5376702"/>
              <a:ext cx="5030845" cy="757398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</a:rPr>
                <a:t>{chapterTitle2}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3B273471-D918-614D-31B0-75DC68F49CDC}"/>
                </a:ext>
              </a:extLst>
            </p:cNvPr>
            <p:cNvSpPr txBox="1"/>
            <p:nvPr/>
          </p:nvSpPr>
          <p:spPr>
            <a:xfrm>
              <a:off x="660400" y="4250272"/>
              <a:ext cx="2158868" cy="1200329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en-GB" sz="7200" b="1" dirty="0">
                  <a:gradFill flip="none" rotWithShape="1">
                    <a:gsLst>
                      <a:gs pos="56000">
                        <a:schemeClr val="accent2"/>
                      </a:gs>
                      <a:gs pos="100000">
                        <a:schemeClr val="accent2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02</a:t>
              </a: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363BC489-24ED-3E87-6E02-E06E47D12CAE}"/>
                </a:ext>
              </a:extLst>
            </p:cNvPr>
            <p:cNvSpPr/>
            <p:nvPr/>
          </p:nvSpPr>
          <p:spPr>
            <a:xfrm>
              <a:off x="6488053" y="3435563"/>
              <a:ext cx="5030847" cy="757398"/>
            </a:xfrm>
            <a:prstGeom prst="roundRect">
              <a:avLst>
                <a:gd name="adj" fmla="val 14331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</a:rPr>
                <a:t>{chapterTitle3}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62A80980-39FE-55C4-EA54-2DDF787C8263}"/>
                </a:ext>
              </a:extLst>
            </p:cNvPr>
            <p:cNvSpPr txBox="1"/>
            <p:nvPr/>
          </p:nvSpPr>
          <p:spPr>
            <a:xfrm>
              <a:off x="6449443" y="2309133"/>
              <a:ext cx="2028931" cy="1200329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en-GB" sz="7200" b="1" dirty="0">
                  <a:gradFill flip="none" rotWithShape="1">
                    <a:gsLst>
                      <a:gs pos="56000">
                        <a:schemeClr val="accent1"/>
                      </a:gs>
                      <a:gs pos="100000">
                        <a:schemeClr val="accent1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03</a:t>
              </a: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EAAFC306-0AF8-8731-0570-CA61399AEB5E}"/>
                </a:ext>
              </a:extLst>
            </p:cNvPr>
            <p:cNvSpPr/>
            <p:nvPr/>
          </p:nvSpPr>
          <p:spPr>
            <a:xfrm>
              <a:off x="699010" y="3435563"/>
              <a:ext cx="5030847" cy="757398"/>
            </a:xfrm>
            <a:prstGeom prst="roundRect">
              <a:avLst>
                <a:gd name="adj" fmla="val 14331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2400" b="1" dirty="0">
                  <a:solidFill>
                    <a:schemeClr val="bg1"/>
                  </a:solidFill>
                </a:rPr>
                <a:t>{chapterTitle1}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D45B8C28-11C8-98EE-5D95-6BCC118A9941}"/>
                </a:ext>
              </a:extLst>
            </p:cNvPr>
            <p:cNvSpPr txBox="1"/>
            <p:nvPr/>
          </p:nvSpPr>
          <p:spPr>
            <a:xfrm>
              <a:off x="660400" y="2309133"/>
              <a:ext cx="2028931" cy="1200329"/>
            </a:xfrm>
            <a:prstGeom prst="rect">
              <a:avLst/>
            </a:prstGeom>
            <a:noFill/>
          </p:spPr>
          <p:txBody>
            <a:bodyPr wrap="square" rtlCol="0">
              <a:normAutofit/>
            </a:bodyPr>
            <a:lstStyle/>
            <a:p>
              <a:r>
                <a:rPr lang="en-GB" sz="7200" b="1" dirty="0">
                  <a:gradFill flip="none" rotWithShape="1">
                    <a:gsLst>
                      <a:gs pos="56000">
                        <a:schemeClr val="accent1"/>
                      </a:gs>
                      <a:gs pos="100000">
                        <a:schemeClr val="accent1">
                          <a:alpha val="20000"/>
                        </a:schemeClr>
                      </a:gs>
                    </a:gsLst>
                    <a:lin ang="5400000" scaled="1"/>
                    <a:tileRect/>
                  </a:gradFill>
                </a:rPr>
                <a:t>01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2BBBF30-C4A4-7A7E-8DD1-1AE0A05CBFFF}"/>
                </a:ext>
              </a:extLst>
            </p:cNvPr>
            <p:cNvSpPr/>
            <p:nvPr/>
          </p:nvSpPr>
          <p:spPr>
            <a:xfrm>
              <a:off x="2373906" y="995128"/>
              <a:ext cx="1840286" cy="1089415"/>
            </a:xfrm>
            <a:prstGeom prst="rect">
              <a:avLst/>
            </a:prstGeom>
          </p:spPr>
          <p:txBody>
            <a:bodyPr wrap="square" anchor="b" anchorCtr="0">
              <a:normAutofit/>
            </a:bodyPr>
            <a:lstStyle/>
            <a:p>
              <a:pPr>
                <a:buSzPct val="25000"/>
              </a:pPr>
              <a:r>
                <a:rPr lang="zh-CN" altLang="en-US" sz="5400" b="1" dirty="0">
                  <a:solidFill>
                    <a:schemeClr val="accent1"/>
                  </a:solidFill>
                </a:rPr>
                <a:t>目录</a:t>
              </a:r>
              <a:endParaRPr lang="en-US" altLang="zh-CN" sz="5400" b="1" dirty="0">
                <a:solidFill>
                  <a:schemeClr val="accent1"/>
                </a:solidFill>
              </a:endParaRP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FC7390BE-6BF9-B9DA-6EF4-5F5D49580BFC}"/>
                </a:ext>
              </a:extLst>
            </p:cNvPr>
            <p:cNvSpPr/>
            <p:nvPr/>
          </p:nvSpPr>
          <p:spPr>
            <a:xfrm>
              <a:off x="3975100" y="1385683"/>
              <a:ext cx="8216900" cy="578649"/>
            </a:xfrm>
            <a:prstGeom prst="roundRect">
              <a:avLst/>
            </a:prstGeom>
            <a:solidFill>
              <a:schemeClr val="accent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endParaRPr lang="zh-CN" altLang="en-US" sz="10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449496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80D2D-6E95-62EF-90D9-391CA91DB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>
            <a:extLst>
              <a:ext uri="{FF2B5EF4-FFF2-40B4-BE49-F238E27FC236}">
                <a16:creationId xmlns:a16="http://schemas.microsoft.com/office/drawing/2014/main" id="{3075199F-3BA2-9D4A-6DB1-A9330FE8B024}"/>
              </a:ext>
            </a:extLst>
          </p:cNvPr>
          <p:cNvGrpSpPr/>
          <p:nvPr/>
        </p:nvGrpSpPr>
        <p:grpSpPr>
          <a:xfrm flipH="1">
            <a:off x="-1" y="26291"/>
            <a:ext cx="12192001" cy="6831709"/>
            <a:chOff x="-1" y="26291"/>
            <a:chExt cx="12192001" cy="6831709"/>
          </a:xfrm>
        </p:grpSpPr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0509B978-BBEB-4260-7A8B-B8CC47B54CC4}"/>
                </a:ext>
              </a:extLst>
            </p:cNvPr>
            <p:cNvSpPr/>
            <p:nvPr userDrawn="1"/>
          </p:nvSpPr>
          <p:spPr>
            <a:xfrm flipH="1" flipV="1">
              <a:off x="-1" y="5573488"/>
              <a:ext cx="1118294" cy="1284512"/>
            </a:xfrm>
            <a:custGeom>
              <a:avLst/>
              <a:gdLst>
                <a:gd name="connsiteX0" fmla="*/ 1307581 w 1413600"/>
                <a:gd name="connsiteY0" fmla="*/ 1638010 h 1638300"/>
                <a:gd name="connsiteX1" fmla="*/ 1387184 w 1413600"/>
                <a:gd name="connsiteY1" fmla="*/ 1629077 h 1638300"/>
                <a:gd name="connsiteX2" fmla="*/ 1413600 w 1413600"/>
                <a:gd name="connsiteY2" fmla="*/ 1622665 h 1638300"/>
                <a:gd name="connsiteX3" fmla="*/ 1413600 w 1413600"/>
                <a:gd name="connsiteY3" fmla="*/ 0 h 1638300"/>
                <a:gd name="connsiteX4" fmla="*/ 0 w 1413600"/>
                <a:gd name="connsiteY4" fmla="*/ 0 h 1638300"/>
                <a:gd name="connsiteX5" fmla="*/ 45049 w 1413600"/>
                <a:gd name="connsiteY5" fmla="*/ 37022 h 1638300"/>
                <a:gd name="connsiteX6" fmla="*/ 319157 w 1413600"/>
                <a:gd name="connsiteY6" fmla="*/ 136752 h 1638300"/>
                <a:gd name="connsiteX7" fmla="*/ 688943 w 1413600"/>
                <a:gd name="connsiteY7" fmla="*/ 326478 h 1638300"/>
                <a:gd name="connsiteX8" fmla="*/ 699962 w 1413600"/>
                <a:gd name="connsiteY8" fmla="*/ 705787 h 1638300"/>
                <a:gd name="connsiteX9" fmla="*/ 992210 w 1413600"/>
                <a:gd name="connsiteY9" fmla="*/ 910997 h 1638300"/>
                <a:gd name="connsiteX10" fmla="*/ 932815 w 1413600"/>
                <a:gd name="connsiteY10" fmla="*/ 1332198 h 1638300"/>
                <a:gd name="connsiteX11" fmla="*/ 1307581 w 1413600"/>
                <a:gd name="connsiteY11" fmla="*/ 1638010 h 1638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3600" h="1638300">
                  <a:moveTo>
                    <a:pt x="1307581" y="1638010"/>
                  </a:moveTo>
                  <a:cubicBezTo>
                    <a:pt x="1334228" y="1637108"/>
                    <a:pt x="1360934" y="1634114"/>
                    <a:pt x="1387184" y="1629077"/>
                  </a:cubicBezTo>
                  <a:lnTo>
                    <a:pt x="1413600" y="1622665"/>
                  </a:lnTo>
                  <a:lnTo>
                    <a:pt x="1413600" y="0"/>
                  </a:lnTo>
                  <a:lnTo>
                    <a:pt x="0" y="0"/>
                  </a:lnTo>
                  <a:lnTo>
                    <a:pt x="45049" y="37022"/>
                  </a:lnTo>
                  <a:cubicBezTo>
                    <a:pt x="126243" y="88549"/>
                    <a:pt x="227652" y="115833"/>
                    <a:pt x="319157" y="136752"/>
                  </a:cubicBezTo>
                  <a:cubicBezTo>
                    <a:pt x="441461" y="164728"/>
                    <a:pt x="656787" y="173800"/>
                    <a:pt x="688943" y="326478"/>
                  </a:cubicBezTo>
                  <a:cubicBezTo>
                    <a:pt x="715636" y="453318"/>
                    <a:pt x="627886" y="583174"/>
                    <a:pt x="699962" y="705787"/>
                  </a:cubicBezTo>
                  <a:cubicBezTo>
                    <a:pt x="765745" y="817666"/>
                    <a:pt x="927282" y="810755"/>
                    <a:pt x="992210" y="910997"/>
                  </a:cubicBezTo>
                  <a:cubicBezTo>
                    <a:pt x="1060700" y="1016725"/>
                    <a:pt x="930321" y="1213837"/>
                    <a:pt x="932815" y="1332198"/>
                  </a:cubicBezTo>
                  <a:cubicBezTo>
                    <a:pt x="937356" y="1548089"/>
                    <a:pt x="1121046" y="1644320"/>
                    <a:pt x="1307581" y="1638010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  <a:alpha val="3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7A2579F5-5C47-C801-F406-0A551C7C9BFC}"/>
                </a:ext>
              </a:extLst>
            </p:cNvPr>
            <p:cNvSpPr/>
            <p:nvPr userDrawn="1"/>
          </p:nvSpPr>
          <p:spPr>
            <a:xfrm>
              <a:off x="9886449" y="26291"/>
              <a:ext cx="2305551" cy="1207423"/>
            </a:xfrm>
            <a:custGeom>
              <a:avLst/>
              <a:gdLst>
                <a:gd name="connsiteX0" fmla="*/ 2327548 w 2327548"/>
                <a:gd name="connsiteY0" fmla="*/ 379583 h 1218943"/>
                <a:gd name="connsiteX1" fmla="*/ 2327548 w 2327548"/>
                <a:gd name="connsiteY1" fmla="*/ 493956 h 1218943"/>
                <a:gd name="connsiteX2" fmla="*/ 2297176 w 2327548"/>
                <a:gd name="connsiteY2" fmla="*/ 550647 h 1218943"/>
                <a:gd name="connsiteX3" fmla="*/ 2265717 w 2327548"/>
                <a:gd name="connsiteY3" fmla="*/ 664310 h 1218943"/>
                <a:gd name="connsiteX4" fmla="*/ 2283857 w 2327548"/>
                <a:gd name="connsiteY4" fmla="*/ 713006 h 1218943"/>
                <a:gd name="connsiteX5" fmla="*/ 2294042 w 2327548"/>
                <a:gd name="connsiteY5" fmla="*/ 789424 h 1218943"/>
                <a:gd name="connsiteX6" fmla="*/ 2209186 w 2327548"/>
                <a:gd name="connsiteY6" fmla="*/ 968297 h 1218943"/>
                <a:gd name="connsiteX7" fmla="*/ 2062918 w 2327548"/>
                <a:gd name="connsiteY7" fmla="*/ 1073041 h 1218943"/>
                <a:gd name="connsiteX8" fmla="*/ 2045380 w 2327548"/>
                <a:gd name="connsiteY8" fmla="*/ 1053996 h 1218943"/>
                <a:gd name="connsiteX9" fmla="*/ 2127042 w 2327548"/>
                <a:gd name="connsiteY9" fmla="*/ 828297 h 1218943"/>
                <a:gd name="connsiteX10" fmla="*/ 2155669 w 2327548"/>
                <a:gd name="connsiteY10" fmla="*/ 618990 h 1218943"/>
                <a:gd name="connsiteX11" fmla="*/ 2279108 w 2327548"/>
                <a:gd name="connsiteY11" fmla="*/ 426479 h 1218943"/>
                <a:gd name="connsiteX12" fmla="*/ 1387046 w 2327548"/>
                <a:gd name="connsiteY12" fmla="*/ 47461 h 1218943"/>
                <a:gd name="connsiteX13" fmla="*/ 1706801 w 2327548"/>
                <a:gd name="connsiteY13" fmla="*/ 219721 h 1218943"/>
                <a:gd name="connsiteX14" fmla="*/ 1828781 w 2327548"/>
                <a:gd name="connsiteY14" fmla="*/ 297707 h 1218943"/>
                <a:gd name="connsiteX15" fmla="*/ 1955463 w 2327548"/>
                <a:gd name="connsiteY15" fmla="*/ 301744 h 1218943"/>
                <a:gd name="connsiteX16" fmla="*/ 2057374 w 2327548"/>
                <a:gd name="connsiteY16" fmla="*/ 337965 h 1218943"/>
                <a:gd name="connsiteX17" fmla="*/ 2057494 w 2327548"/>
                <a:gd name="connsiteY17" fmla="*/ 338206 h 1218943"/>
                <a:gd name="connsiteX18" fmla="*/ 2167662 w 2327548"/>
                <a:gd name="connsiteY18" fmla="*/ 402571 h 1218943"/>
                <a:gd name="connsiteX19" fmla="*/ 2171338 w 2327548"/>
                <a:gd name="connsiteY19" fmla="*/ 404319 h 1218943"/>
                <a:gd name="connsiteX20" fmla="*/ 2185561 w 2327548"/>
                <a:gd name="connsiteY20" fmla="*/ 399980 h 1218943"/>
                <a:gd name="connsiteX21" fmla="*/ 2191046 w 2327548"/>
                <a:gd name="connsiteY21" fmla="*/ 399919 h 1218943"/>
                <a:gd name="connsiteX22" fmla="*/ 2327548 w 2327548"/>
                <a:gd name="connsiteY22" fmla="*/ 350872 h 1218943"/>
                <a:gd name="connsiteX23" fmla="*/ 2327548 w 2327548"/>
                <a:gd name="connsiteY23" fmla="*/ 373761 h 1218943"/>
                <a:gd name="connsiteX24" fmla="*/ 2130598 w 2327548"/>
                <a:gd name="connsiteY24" fmla="*/ 443553 h 1218943"/>
                <a:gd name="connsiteX25" fmla="*/ 2088471 w 2327548"/>
                <a:gd name="connsiteY25" fmla="*/ 554986 h 1218943"/>
                <a:gd name="connsiteX26" fmla="*/ 2016573 w 2327548"/>
                <a:gd name="connsiteY26" fmla="*/ 656897 h 1218943"/>
                <a:gd name="connsiteX27" fmla="*/ 1956969 w 2327548"/>
                <a:gd name="connsiteY27" fmla="*/ 862347 h 1218943"/>
                <a:gd name="connsiteX28" fmla="*/ 1940275 w 2327548"/>
                <a:gd name="connsiteY28" fmla="*/ 987823 h 1218943"/>
                <a:gd name="connsiteX29" fmla="*/ 1555772 w 2327548"/>
                <a:gd name="connsiteY29" fmla="*/ 1218103 h 1218943"/>
                <a:gd name="connsiteX30" fmla="*/ 1540284 w 2327548"/>
                <a:gd name="connsiteY30" fmla="*/ 1196166 h 1218943"/>
                <a:gd name="connsiteX31" fmla="*/ 1591571 w 2327548"/>
                <a:gd name="connsiteY31" fmla="*/ 1150182 h 1218943"/>
                <a:gd name="connsiteX32" fmla="*/ 1638097 w 2327548"/>
                <a:gd name="connsiteY32" fmla="*/ 1073824 h 1218943"/>
                <a:gd name="connsiteX33" fmla="*/ 1713732 w 2327548"/>
                <a:gd name="connsiteY33" fmla="*/ 985654 h 1218943"/>
                <a:gd name="connsiteX34" fmla="*/ 1793706 w 2327548"/>
                <a:gd name="connsiteY34" fmla="*/ 841495 h 1218943"/>
                <a:gd name="connsiteX35" fmla="*/ 1820344 w 2327548"/>
                <a:gd name="connsiteY35" fmla="*/ 722528 h 1218943"/>
                <a:gd name="connsiteX36" fmla="*/ 1987705 w 2327548"/>
                <a:gd name="connsiteY36" fmla="*/ 523949 h 1218943"/>
                <a:gd name="connsiteX37" fmla="*/ 2060628 w 2327548"/>
                <a:gd name="connsiteY37" fmla="*/ 467780 h 1218943"/>
                <a:gd name="connsiteX38" fmla="*/ 1803530 w 2327548"/>
                <a:gd name="connsiteY38" fmla="*/ 551008 h 1218943"/>
                <a:gd name="connsiteX39" fmla="*/ 1802565 w 2327548"/>
                <a:gd name="connsiteY39" fmla="*/ 556372 h 1218943"/>
                <a:gd name="connsiteX40" fmla="*/ 1655514 w 2327548"/>
                <a:gd name="connsiteY40" fmla="*/ 827212 h 1218943"/>
                <a:gd name="connsiteX41" fmla="*/ 1509065 w 2327548"/>
                <a:gd name="connsiteY41" fmla="*/ 913213 h 1218943"/>
                <a:gd name="connsiteX42" fmla="*/ 1382806 w 2327548"/>
                <a:gd name="connsiteY42" fmla="*/ 1027961 h 1218943"/>
                <a:gd name="connsiteX43" fmla="*/ 1102806 w 2327548"/>
                <a:gd name="connsiteY43" fmla="*/ 1146144 h 1218943"/>
                <a:gd name="connsiteX44" fmla="*/ 717278 w 2327548"/>
                <a:gd name="connsiteY44" fmla="*/ 1209304 h 1218943"/>
                <a:gd name="connsiteX45" fmla="*/ 711855 w 2327548"/>
                <a:gd name="connsiteY45" fmla="*/ 1185378 h 1218943"/>
                <a:gd name="connsiteX46" fmla="*/ 1005475 w 2327548"/>
                <a:gd name="connsiteY46" fmla="*/ 1007952 h 1218943"/>
                <a:gd name="connsiteX47" fmla="*/ 1238949 w 2327548"/>
                <a:gd name="connsiteY47" fmla="*/ 846437 h 1218943"/>
                <a:gd name="connsiteX48" fmla="*/ 1545045 w 2327548"/>
                <a:gd name="connsiteY48" fmla="*/ 731809 h 1218943"/>
                <a:gd name="connsiteX49" fmla="*/ 1745251 w 2327548"/>
                <a:gd name="connsiteY49" fmla="*/ 567823 h 1218943"/>
                <a:gd name="connsiteX50" fmla="*/ 1307593 w 2327548"/>
                <a:gd name="connsiteY50" fmla="*/ 647857 h 1218943"/>
                <a:gd name="connsiteX51" fmla="*/ 1274988 w 2327548"/>
                <a:gd name="connsiteY51" fmla="*/ 649726 h 1218943"/>
                <a:gd name="connsiteX52" fmla="*/ 1262574 w 2327548"/>
                <a:gd name="connsiteY52" fmla="*/ 650630 h 1218943"/>
                <a:gd name="connsiteX53" fmla="*/ 1261910 w 2327548"/>
                <a:gd name="connsiteY53" fmla="*/ 650328 h 1218943"/>
                <a:gd name="connsiteX54" fmla="*/ 1212552 w 2327548"/>
                <a:gd name="connsiteY54" fmla="*/ 651775 h 1218943"/>
                <a:gd name="connsiteX55" fmla="*/ 1131131 w 2327548"/>
                <a:gd name="connsiteY55" fmla="*/ 716803 h 1218943"/>
                <a:gd name="connsiteX56" fmla="*/ 1030907 w 2327548"/>
                <a:gd name="connsiteY56" fmla="*/ 784724 h 1218943"/>
                <a:gd name="connsiteX57" fmla="*/ 850046 w 2327548"/>
                <a:gd name="connsiteY57" fmla="*/ 911887 h 1218943"/>
                <a:gd name="connsiteX58" fmla="*/ 630132 w 2327548"/>
                <a:gd name="connsiteY58" fmla="*/ 922313 h 1218943"/>
                <a:gd name="connsiteX59" fmla="*/ 489951 w 2327548"/>
                <a:gd name="connsiteY59" fmla="*/ 910079 h 1218943"/>
                <a:gd name="connsiteX60" fmla="*/ 375263 w 2327548"/>
                <a:gd name="connsiteY60" fmla="*/ 937380 h 1218943"/>
                <a:gd name="connsiteX61" fmla="*/ 368031 w 2327548"/>
                <a:gd name="connsiteY61" fmla="*/ 917673 h 1218943"/>
                <a:gd name="connsiteX62" fmla="*/ 558535 w 2327548"/>
                <a:gd name="connsiteY62" fmla="*/ 815701 h 1218943"/>
                <a:gd name="connsiteX63" fmla="*/ 746568 w 2327548"/>
                <a:gd name="connsiteY63" fmla="*/ 745128 h 1218943"/>
                <a:gd name="connsiteX64" fmla="*/ 870899 w 2327548"/>
                <a:gd name="connsiteY64" fmla="*/ 739945 h 1218943"/>
                <a:gd name="connsiteX65" fmla="*/ 999328 w 2327548"/>
                <a:gd name="connsiteY65" fmla="*/ 692576 h 1218943"/>
                <a:gd name="connsiteX66" fmla="*/ 1100576 w 2327548"/>
                <a:gd name="connsiteY66" fmla="*/ 647677 h 1218943"/>
                <a:gd name="connsiteX67" fmla="*/ 929177 w 2327548"/>
                <a:gd name="connsiteY67" fmla="*/ 608262 h 1218943"/>
                <a:gd name="connsiteX68" fmla="*/ 923994 w 2327548"/>
                <a:gd name="connsiteY68" fmla="*/ 606996 h 1218943"/>
                <a:gd name="connsiteX69" fmla="*/ 918027 w 2327548"/>
                <a:gd name="connsiteY69" fmla="*/ 603863 h 1218943"/>
                <a:gd name="connsiteX70" fmla="*/ 902840 w 2327548"/>
                <a:gd name="connsiteY70" fmla="*/ 596872 h 1218943"/>
                <a:gd name="connsiteX71" fmla="*/ 694256 w 2327548"/>
                <a:gd name="connsiteY71" fmla="*/ 596751 h 1218943"/>
                <a:gd name="connsiteX72" fmla="*/ 476512 w 2327548"/>
                <a:gd name="connsiteY72" fmla="*/ 578008 h 1218943"/>
                <a:gd name="connsiteX73" fmla="*/ 225922 w 2327548"/>
                <a:gd name="connsiteY73" fmla="*/ 487306 h 1218943"/>
                <a:gd name="connsiteX74" fmla="*/ 16977 w 2327548"/>
                <a:gd name="connsiteY74" fmla="*/ 417276 h 1218943"/>
                <a:gd name="connsiteX75" fmla="*/ 12095 w 2327548"/>
                <a:gd name="connsiteY75" fmla="*/ 419506 h 1218943"/>
                <a:gd name="connsiteX76" fmla="*/ 3778 w 2327548"/>
                <a:gd name="connsiteY76" fmla="*/ 403776 h 1218943"/>
                <a:gd name="connsiteX77" fmla="*/ 301316 w 2327548"/>
                <a:gd name="connsiteY77" fmla="*/ 357853 h 1218943"/>
                <a:gd name="connsiteX78" fmla="*/ 652069 w 2327548"/>
                <a:gd name="connsiteY78" fmla="*/ 378404 h 1218943"/>
                <a:gd name="connsiteX79" fmla="*/ 974979 w 2327548"/>
                <a:gd name="connsiteY79" fmla="*/ 481159 h 1218943"/>
                <a:gd name="connsiteX80" fmla="*/ 1146680 w 2327548"/>
                <a:gd name="connsiteY80" fmla="*/ 554745 h 1218943"/>
                <a:gd name="connsiteX81" fmla="*/ 1273663 w 2327548"/>
                <a:gd name="connsiteY81" fmla="*/ 627186 h 1218943"/>
                <a:gd name="connsiteX82" fmla="*/ 1277279 w 2327548"/>
                <a:gd name="connsiteY82" fmla="*/ 629657 h 1218943"/>
                <a:gd name="connsiteX83" fmla="*/ 1358398 w 2327548"/>
                <a:gd name="connsiteY83" fmla="*/ 622485 h 1218943"/>
                <a:gd name="connsiteX84" fmla="*/ 1641833 w 2327548"/>
                <a:gd name="connsiteY84" fmla="*/ 572283 h 1218943"/>
                <a:gd name="connsiteX85" fmla="*/ 1477245 w 2327548"/>
                <a:gd name="connsiteY85" fmla="*/ 547814 h 1218943"/>
                <a:gd name="connsiteX86" fmla="*/ 1290357 w 2327548"/>
                <a:gd name="connsiteY86" fmla="*/ 457715 h 1218943"/>
                <a:gd name="connsiteX87" fmla="*/ 1026810 w 2327548"/>
                <a:gd name="connsiteY87" fmla="*/ 360685 h 1218943"/>
                <a:gd name="connsiteX88" fmla="*/ 769892 w 2327548"/>
                <a:gd name="connsiteY88" fmla="*/ 264078 h 1218943"/>
                <a:gd name="connsiteX89" fmla="*/ 770916 w 2327548"/>
                <a:gd name="connsiteY89" fmla="*/ 242683 h 1218943"/>
                <a:gd name="connsiteX90" fmla="*/ 1069478 w 2327548"/>
                <a:gd name="connsiteY90" fmla="*/ 210380 h 1218943"/>
                <a:gd name="connsiteX91" fmla="*/ 1293189 w 2327548"/>
                <a:gd name="connsiteY91" fmla="*/ 289450 h 1218943"/>
                <a:gd name="connsiteX92" fmla="*/ 1546792 w 2327548"/>
                <a:gd name="connsiteY92" fmla="*/ 435356 h 1218943"/>
                <a:gd name="connsiteX93" fmla="*/ 1725665 w 2327548"/>
                <a:gd name="connsiteY93" fmla="*/ 550828 h 1218943"/>
                <a:gd name="connsiteX94" fmla="*/ 1845957 w 2327548"/>
                <a:gd name="connsiteY94" fmla="*/ 514969 h 1218943"/>
                <a:gd name="connsiteX95" fmla="*/ 2106853 w 2327548"/>
                <a:gd name="connsiteY95" fmla="*/ 428847 h 1218943"/>
                <a:gd name="connsiteX96" fmla="*/ 2078045 w 2327548"/>
                <a:gd name="connsiteY96" fmla="*/ 431198 h 1218943"/>
                <a:gd name="connsiteX97" fmla="*/ 1930090 w 2327548"/>
                <a:gd name="connsiteY97" fmla="*/ 453677 h 1218943"/>
                <a:gd name="connsiteX98" fmla="*/ 1681851 w 2327548"/>
                <a:gd name="connsiteY98" fmla="*/ 417397 h 1218943"/>
                <a:gd name="connsiteX99" fmla="*/ 1519250 w 2327548"/>
                <a:gd name="connsiteY99" fmla="*/ 272093 h 1218943"/>
                <a:gd name="connsiteX100" fmla="*/ 1452113 w 2327548"/>
                <a:gd name="connsiteY100" fmla="*/ 166566 h 1218943"/>
                <a:gd name="connsiteX101" fmla="*/ 1332363 w 2327548"/>
                <a:gd name="connsiteY101" fmla="*/ 74418 h 1218943"/>
                <a:gd name="connsiteX102" fmla="*/ 1333146 w 2327548"/>
                <a:gd name="connsiteY102" fmla="*/ 56518 h 1218943"/>
                <a:gd name="connsiteX103" fmla="*/ 1387046 w 2327548"/>
                <a:gd name="connsiteY103" fmla="*/ 47461 h 1218943"/>
                <a:gd name="connsiteX104" fmla="*/ 1945518 w 2327548"/>
                <a:gd name="connsiteY104" fmla="*/ 349 h 1218943"/>
                <a:gd name="connsiteX105" fmla="*/ 2098416 w 2327548"/>
                <a:gd name="connsiteY105" fmla="*/ 45068 h 1218943"/>
                <a:gd name="connsiteX106" fmla="*/ 2212200 w 2327548"/>
                <a:gd name="connsiteY106" fmla="*/ 197001 h 1218943"/>
                <a:gd name="connsiteX107" fmla="*/ 2291518 w 2327548"/>
                <a:gd name="connsiteY107" fmla="*/ 273720 h 1218943"/>
                <a:gd name="connsiteX108" fmla="*/ 2327548 w 2327548"/>
                <a:gd name="connsiteY108" fmla="*/ 295960 h 1218943"/>
                <a:gd name="connsiteX109" fmla="*/ 2327548 w 2327548"/>
                <a:gd name="connsiteY109" fmla="*/ 342551 h 1218943"/>
                <a:gd name="connsiteX110" fmla="*/ 2273737 w 2327548"/>
                <a:gd name="connsiteY110" fmla="*/ 339100 h 1218943"/>
                <a:gd name="connsiteX111" fmla="*/ 2067921 w 2327548"/>
                <a:gd name="connsiteY111" fmla="*/ 269562 h 1218943"/>
                <a:gd name="connsiteX112" fmla="*/ 1948351 w 2327548"/>
                <a:gd name="connsiteY112" fmla="*/ 140892 h 1218943"/>
                <a:gd name="connsiteX113" fmla="*/ 1775023 w 2327548"/>
                <a:gd name="connsiteY113" fmla="*/ 37233 h 1218943"/>
                <a:gd name="connsiteX114" fmla="*/ 1781050 w 2327548"/>
                <a:gd name="connsiteY114" fmla="*/ 18188 h 1218943"/>
                <a:gd name="connsiteX115" fmla="*/ 1945518 w 2327548"/>
                <a:gd name="connsiteY115" fmla="*/ 349 h 1218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2327548" h="1218943">
                  <a:moveTo>
                    <a:pt x="2327548" y="379583"/>
                  </a:moveTo>
                  <a:lnTo>
                    <a:pt x="2327548" y="493956"/>
                  </a:lnTo>
                  <a:lnTo>
                    <a:pt x="2297176" y="550647"/>
                  </a:lnTo>
                  <a:cubicBezTo>
                    <a:pt x="2274154" y="585602"/>
                    <a:pt x="2250168" y="619833"/>
                    <a:pt x="2265717" y="664310"/>
                  </a:cubicBezTo>
                  <a:cubicBezTo>
                    <a:pt x="2271442" y="680582"/>
                    <a:pt x="2278674" y="696553"/>
                    <a:pt x="2283857" y="713006"/>
                  </a:cubicBezTo>
                  <a:cubicBezTo>
                    <a:pt x="2291692" y="738077"/>
                    <a:pt x="2296392" y="762847"/>
                    <a:pt x="2294042" y="789424"/>
                  </a:cubicBezTo>
                  <a:cubicBezTo>
                    <a:pt x="2287895" y="859515"/>
                    <a:pt x="2258545" y="918456"/>
                    <a:pt x="2209186" y="968297"/>
                  </a:cubicBezTo>
                  <a:cubicBezTo>
                    <a:pt x="2167542" y="1010363"/>
                    <a:pt x="2122281" y="1058516"/>
                    <a:pt x="2062918" y="1073041"/>
                  </a:cubicBezTo>
                  <a:cubicBezTo>
                    <a:pt x="2050564" y="1076054"/>
                    <a:pt x="2041102" y="1066170"/>
                    <a:pt x="2045380" y="1053996"/>
                  </a:cubicBezTo>
                  <a:cubicBezTo>
                    <a:pt x="2072802" y="976372"/>
                    <a:pt x="2118364" y="912610"/>
                    <a:pt x="2127042" y="828297"/>
                  </a:cubicBezTo>
                  <a:cubicBezTo>
                    <a:pt x="2134154" y="759170"/>
                    <a:pt x="2126018" y="683716"/>
                    <a:pt x="2155669" y="618990"/>
                  </a:cubicBezTo>
                  <a:cubicBezTo>
                    <a:pt x="2185773" y="553268"/>
                    <a:pt x="2227402" y="484123"/>
                    <a:pt x="2279108" y="426479"/>
                  </a:cubicBezTo>
                  <a:close/>
                  <a:moveTo>
                    <a:pt x="1387046" y="47461"/>
                  </a:moveTo>
                  <a:cubicBezTo>
                    <a:pt x="1512280" y="40348"/>
                    <a:pt x="1631919" y="127174"/>
                    <a:pt x="1706801" y="219721"/>
                  </a:cubicBezTo>
                  <a:cubicBezTo>
                    <a:pt x="1737899" y="258111"/>
                    <a:pt x="1777554" y="292041"/>
                    <a:pt x="1828781" y="297707"/>
                  </a:cubicBezTo>
                  <a:cubicBezTo>
                    <a:pt x="1870848" y="302407"/>
                    <a:pt x="1913457" y="295899"/>
                    <a:pt x="1955463" y="301744"/>
                  </a:cubicBezTo>
                  <a:cubicBezTo>
                    <a:pt x="1993672" y="307108"/>
                    <a:pt x="2024770" y="317414"/>
                    <a:pt x="2057374" y="337965"/>
                  </a:cubicBezTo>
                  <a:lnTo>
                    <a:pt x="2057494" y="338206"/>
                  </a:lnTo>
                  <a:cubicBezTo>
                    <a:pt x="2094197" y="361348"/>
                    <a:pt x="2124210" y="391783"/>
                    <a:pt x="2167662" y="402571"/>
                  </a:cubicBezTo>
                  <a:cubicBezTo>
                    <a:pt x="2169109" y="402933"/>
                    <a:pt x="2170254" y="403596"/>
                    <a:pt x="2171338" y="404319"/>
                  </a:cubicBezTo>
                  <a:cubicBezTo>
                    <a:pt x="2176100" y="403113"/>
                    <a:pt x="2180861" y="401667"/>
                    <a:pt x="2185561" y="399980"/>
                  </a:cubicBezTo>
                  <a:cubicBezTo>
                    <a:pt x="2187611" y="399256"/>
                    <a:pt x="2189419" y="399437"/>
                    <a:pt x="2191046" y="399919"/>
                  </a:cubicBezTo>
                  <a:lnTo>
                    <a:pt x="2327548" y="350872"/>
                  </a:lnTo>
                  <a:lnTo>
                    <a:pt x="2327548" y="373761"/>
                  </a:lnTo>
                  <a:lnTo>
                    <a:pt x="2130598" y="443553"/>
                  </a:lnTo>
                  <a:cubicBezTo>
                    <a:pt x="2105647" y="474289"/>
                    <a:pt x="2103960" y="518766"/>
                    <a:pt x="2088471" y="554986"/>
                  </a:cubicBezTo>
                  <a:cubicBezTo>
                    <a:pt x="2071838" y="594039"/>
                    <a:pt x="2041162" y="622967"/>
                    <a:pt x="2016573" y="656897"/>
                  </a:cubicBezTo>
                  <a:cubicBezTo>
                    <a:pt x="1974085" y="715417"/>
                    <a:pt x="1958837" y="791052"/>
                    <a:pt x="1956969" y="862347"/>
                  </a:cubicBezTo>
                  <a:cubicBezTo>
                    <a:pt x="1955884" y="904354"/>
                    <a:pt x="1956005" y="948107"/>
                    <a:pt x="1940275" y="987823"/>
                  </a:cubicBezTo>
                  <a:cubicBezTo>
                    <a:pt x="1877839" y="1145421"/>
                    <a:pt x="1695290" y="1164405"/>
                    <a:pt x="1555772" y="1218103"/>
                  </a:cubicBezTo>
                  <a:cubicBezTo>
                    <a:pt x="1543297" y="1222864"/>
                    <a:pt x="1530279" y="1206291"/>
                    <a:pt x="1540284" y="1196166"/>
                  </a:cubicBezTo>
                  <a:cubicBezTo>
                    <a:pt x="1555531" y="1180677"/>
                    <a:pt x="1578975" y="1166876"/>
                    <a:pt x="1591571" y="1150182"/>
                  </a:cubicBezTo>
                  <a:cubicBezTo>
                    <a:pt x="1610072" y="1125835"/>
                    <a:pt x="1622367" y="1099679"/>
                    <a:pt x="1638097" y="1073824"/>
                  </a:cubicBezTo>
                  <a:cubicBezTo>
                    <a:pt x="1658769" y="1039834"/>
                    <a:pt x="1685647" y="1013497"/>
                    <a:pt x="1713732" y="985654"/>
                  </a:cubicBezTo>
                  <a:cubicBezTo>
                    <a:pt x="1756220" y="943406"/>
                    <a:pt x="1781653" y="901400"/>
                    <a:pt x="1793706" y="841495"/>
                  </a:cubicBezTo>
                  <a:cubicBezTo>
                    <a:pt x="1801661" y="801900"/>
                    <a:pt x="1806965" y="760798"/>
                    <a:pt x="1820344" y="722528"/>
                  </a:cubicBezTo>
                  <a:cubicBezTo>
                    <a:pt x="1850296" y="636588"/>
                    <a:pt x="1913939" y="574693"/>
                    <a:pt x="1987705" y="523949"/>
                  </a:cubicBezTo>
                  <a:cubicBezTo>
                    <a:pt x="2011631" y="507496"/>
                    <a:pt x="2035677" y="487005"/>
                    <a:pt x="2060628" y="467780"/>
                  </a:cubicBezTo>
                  <a:cubicBezTo>
                    <a:pt x="1975411" y="497190"/>
                    <a:pt x="1889771" y="525395"/>
                    <a:pt x="1803530" y="551008"/>
                  </a:cubicBezTo>
                  <a:cubicBezTo>
                    <a:pt x="1803650" y="552696"/>
                    <a:pt x="1803409" y="554444"/>
                    <a:pt x="1802565" y="556372"/>
                  </a:cubicBezTo>
                  <a:cubicBezTo>
                    <a:pt x="1759414" y="652558"/>
                    <a:pt x="1741636" y="757001"/>
                    <a:pt x="1655514" y="827212"/>
                  </a:cubicBezTo>
                  <a:cubicBezTo>
                    <a:pt x="1610193" y="864216"/>
                    <a:pt x="1556254" y="880247"/>
                    <a:pt x="1509065" y="913213"/>
                  </a:cubicBezTo>
                  <a:cubicBezTo>
                    <a:pt x="1461816" y="946239"/>
                    <a:pt x="1424571" y="988787"/>
                    <a:pt x="1382806" y="1027961"/>
                  </a:cubicBezTo>
                  <a:cubicBezTo>
                    <a:pt x="1300843" y="1104862"/>
                    <a:pt x="1212552" y="1131982"/>
                    <a:pt x="1102806" y="1146144"/>
                  </a:cubicBezTo>
                  <a:cubicBezTo>
                    <a:pt x="973593" y="1162778"/>
                    <a:pt x="845767" y="1187909"/>
                    <a:pt x="717278" y="1209304"/>
                  </a:cubicBezTo>
                  <a:cubicBezTo>
                    <a:pt x="702453" y="1211775"/>
                    <a:pt x="700223" y="1191104"/>
                    <a:pt x="711855" y="1185378"/>
                  </a:cubicBezTo>
                  <a:cubicBezTo>
                    <a:pt x="815393" y="1134694"/>
                    <a:pt x="917063" y="1082744"/>
                    <a:pt x="1005475" y="1007952"/>
                  </a:cubicBezTo>
                  <a:cubicBezTo>
                    <a:pt x="1076710" y="947685"/>
                    <a:pt x="1148669" y="877113"/>
                    <a:pt x="1238949" y="846437"/>
                  </a:cubicBezTo>
                  <a:cubicBezTo>
                    <a:pt x="1343391" y="810940"/>
                    <a:pt x="1458441" y="807083"/>
                    <a:pt x="1545045" y="731809"/>
                  </a:cubicBezTo>
                  <a:cubicBezTo>
                    <a:pt x="1610193" y="675158"/>
                    <a:pt x="1677993" y="621943"/>
                    <a:pt x="1745251" y="567823"/>
                  </a:cubicBezTo>
                  <a:cubicBezTo>
                    <a:pt x="1602238" y="607780"/>
                    <a:pt x="1456031" y="638215"/>
                    <a:pt x="1307593" y="647857"/>
                  </a:cubicBezTo>
                  <a:cubicBezTo>
                    <a:pt x="1296745" y="648581"/>
                    <a:pt x="1285897" y="649183"/>
                    <a:pt x="1274988" y="649726"/>
                  </a:cubicBezTo>
                  <a:cubicBezTo>
                    <a:pt x="1271734" y="652016"/>
                    <a:pt x="1267334" y="652860"/>
                    <a:pt x="1262574" y="650630"/>
                  </a:cubicBezTo>
                  <a:cubicBezTo>
                    <a:pt x="1262333" y="650509"/>
                    <a:pt x="1262152" y="650449"/>
                    <a:pt x="1261910" y="650328"/>
                  </a:cubicBezTo>
                  <a:cubicBezTo>
                    <a:pt x="1245518" y="651112"/>
                    <a:pt x="1229065" y="651534"/>
                    <a:pt x="1212552" y="651775"/>
                  </a:cubicBezTo>
                  <a:cubicBezTo>
                    <a:pt x="1179465" y="665335"/>
                    <a:pt x="1160843" y="697096"/>
                    <a:pt x="1131131" y="716803"/>
                  </a:cubicBezTo>
                  <a:cubicBezTo>
                    <a:pt x="1097442" y="739102"/>
                    <a:pt x="1063271" y="760376"/>
                    <a:pt x="1030907" y="784724"/>
                  </a:cubicBezTo>
                  <a:cubicBezTo>
                    <a:pt x="973714" y="827694"/>
                    <a:pt x="917123" y="884465"/>
                    <a:pt x="850046" y="911887"/>
                  </a:cubicBezTo>
                  <a:cubicBezTo>
                    <a:pt x="779172" y="940875"/>
                    <a:pt x="704201" y="932920"/>
                    <a:pt x="630132" y="922313"/>
                  </a:cubicBezTo>
                  <a:cubicBezTo>
                    <a:pt x="585836" y="915925"/>
                    <a:pt x="534489" y="903208"/>
                    <a:pt x="489951" y="910079"/>
                  </a:cubicBezTo>
                  <a:cubicBezTo>
                    <a:pt x="450898" y="916166"/>
                    <a:pt x="414075" y="930268"/>
                    <a:pt x="375263" y="937380"/>
                  </a:cubicBezTo>
                  <a:cubicBezTo>
                    <a:pt x="363873" y="939429"/>
                    <a:pt x="360257" y="923820"/>
                    <a:pt x="368031" y="917673"/>
                  </a:cubicBezTo>
                  <a:cubicBezTo>
                    <a:pt x="425647" y="872412"/>
                    <a:pt x="495978" y="852464"/>
                    <a:pt x="558535" y="815701"/>
                  </a:cubicBezTo>
                  <a:cubicBezTo>
                    <a:pt x="616211" y="781771"/>
                    <a:pt x="679792" y="754530"/>
                    <a:pt x="746568" y="745128"/>
                  </a:cubicBezTo>
                  <a:cubicBezTo>
                    <a:pt x="788092" y="739282"/>
                    <a:pt x="829495" y="744465"/>
                    <a:pt x="870899" y="739945"/>
                  </a:cubicBezTo>
                  <a:cubicBezTo>
                    <a:pt x="918449" y="734762"/>
                    <a:pt x="957804" y="714452"/>
                    <a:pt x="999328" y="692576"/>
                  </a:cubicBezTo>
                  <a:cubicBezTo>
                    <a:pt x="1032776" y="674917"/>
                    <a:pt x="1066043" y="659368"/>
                    <a:pt x="1100576" y="647677"/>
                  </a:cubicBezTo>
                  <a:cubicBezTo>
                    <a:pt x="1041695" y="642072"/>
                    <a:pt x="983900" y="630139"/>
                    <a:pt x="929177" y="608262"/>
                  </a:cubicBezTo>
                  <a:cubicBezTo>
                    <a:pt x="927549" y="608322"/>
                    <a:pt x="925802" y="608081"/>
                    <a:pt x="923994" y="606996"/>
                  </a:cubicBezTo>
                  <a:cubicBezTo>
                    <a:pt x="922066" y="605851"/>
                    <a:pt x="920016" y="604947"/>
                    <a:pt x="918027" y="603863"/>
                  </a:cubicBezTo>
                  <a:cubicBezTo>
                    <a:pt x="912905" y="601693"/>
                    <a:pt x="907902" y="599282"/>
                    <a:pt x="902840" y="596872"/>
                  </a:cubicBezTo>
                  <a:cubicBezTo>
                    <a:pt x="839379" y="572102"/>
                    <a:pt x="758561" y="590544"/>
                    <a:pt x="694256" y="596751"/>
                  </a:cubicBezTo>
                  <a:cubicBezTo>
                    <a:pt x="617114" y="604224"/>
                    <a:pt x="550339" y="603863"/>
                    <a:pt x="476512" y="578008"/>
                  </a:cubicBezTo>
                  <a:cubicBezTo>
                    <a:pt x="392680" y="548658"/>
                    <a:pt x="309934" y="515993"/>
                    <a:pt x="225922" y="487306"/>
                  </a:cubicBezTo>
                  <a:cubicBezTo>
                    <a:pt x="156495" y="463621"/>
                    <a:pt x="85078" y="444637"/>
                    <a:pt x="16977" y="417276"/>
                  </a:cubicBezTo>
                  <a:cubicBezTo>
                    <a:pt x="15349" y="418060"/>
                    <a:pt x="13722" y="418723"/>
                    <a:pt x="12095" y="419506"/>
                  </a:cubicBezTo>
                  <a:cubicBezTo>
                    <a:pt x="2995" y="424026"/>
                    <a:pt x="-4961" y="408839"/>
                    <a:pt x="3778" y="403776"/>
                  </a:cubicBezTo>
                  <a:cubicBezTo>
                    <a:pt x="96107" y="350320"/>
                    <a:pt x="198380" y="361228"/>
                    <a:pt x="301316" y="357853"/>
                  </a:cubicBezTo>
                  <a:cubicBezTo>
                    <a:pt x="418173" y="354056"/>
                    <a:pt x="537864" y="348150"/>
                    <a:pt x="652069" y="378404"/>
                  </a:cubicBezTo>
                  <a:cubicBezTo>
                    <a:pt x="760671" y="407212"/>
                    <a:pt x="868729" y="444698"/>
                    <a:pt x="974979" y="481159"/>
                  </a:cubicBezTo>
                  <a:cubicBezTo>
                    <a:pt x="1033499" y="501228"/>
                    <a:pt x="1094308" y="521176"/>
                    <a:pt x="1146680" y="554745"/>
                  </a:cubicBezTo>
                  <a:cubicBezTo>
                    <a:pt x="1188867" y="581745"/>
                    <a:pt x="1228040" y="606092"/>
                    <a:pt x="1273663" y="627186"/>
                  </a:cubicBezTo>
                  <a:cubicBezTo>
                    <a:pt x="1275109" y="627849"/>
                    <a:pt x="1276254" y="628693"/>
                    <a:pt x="1277279" y="629657"/>
                  </a:cubicBezTo>
                  <a:cubicBezTo>
                    <a:pt x="1304580" y="627849"/>
                    <a:pt x="1331700" y="625378"/>
                    <a:pt x="1358398" y="622485"/>
                  </a:cubicBezTo>
                  <a:cubicBezTo>
                    <a:pt x="1454222" y="612059"/>
                    <a:pt x="1548540" y="594702"/>
                    <a:pt x="1641833" y="572283"/>
                  </a:cubicBezTo>
                  <a:cubicBezTo>
                    <a:pt x="1586448" y="570595"/>
                    <a:pt x="1531123" y="560531"/>
                    <a:pt x="1477245" y="547814"/>
                  </a:cubicBezTo>
                  <a:cubicBezTo>
                    <a:pt x="1405527" y="530879"/>
                    <a:pt x="1353154" y="493454"/>
                    <a:pt x="1290357" y="457715"/>
                  </a:cubicBezTo>
                  <a:cubicBezTo>
                    <a:pt x="1210141" y="412033"/>
                    <a:pt x="1113112" y="393230"/>
                    <a:pt x="1026810" y="360685"/>
                  </a:cubicBezTo>
                  <a:cubicBezTo>
                    <a:pt x="941351" y="328443"/>
                    <a:pt x="858303" y="287823"/>
                    <a:pt x="769892" y="264078"/>
                  </a:cubicBezTo>
                  <a:cubicBezTo>
                    <a:pt x="758802" y="261064"/>
                    <a:pt x="758018" y="243044"/>
                    <a:pt x="770916" y="242683"/>
                  </a:cubicBezTo>
                  <a:cubicBezTo>
                    <a:pt x="872104" y="240091"/>
                    <a:pt x="966964" y="206221"/>
                    <a:pt x="1069478" y="210380"/>
                  </a:cubicBezTo>
                  <a:cubicBezTo>
                    <a:pt x="1153550" y="213755"/>
                    <a:pt x="1223943" y="243768"/>
                    <a:pt x="1293189" y="289450"/>
                  </a:cubicBezTo>
                  <a:cubicBezTo>
                    <a:pt x="1374007" y="342786"/>
                    <a:pt x="1453982" y="404198"/>
                    <a:pt x="1546792" y="435356"/>
                  </a:cubicBezTo>
                  <a:cubicBezTo>
                    <a:pt x="1622307" y="460668"/>
                    <a:pt x="1675884" y="487547"/>
                    <a:pt x="1725665" y="550828"/>
                  </a:cubicBezTo>
                  <a:cubicBezTo>
                    <a:pt x="1765923" y="539739"/>
                    <a:pt x="1806061" y="527745"/>
                    <a:pt x="1845957" y="514969"/>
                  </a:cubicBezTo>
                  <a:cubicBezTo>
                    <a:pt x="1932923" y="487065"/>
                    <a:pt x="2020008" y="458438"/>
                    <a:pt x="2106853" y="428847"/>
                  </a:cubicBezTo>
                  <a:cubicBezTo>
                    <a:pt x="2097331" y="429330"/>
                    <a:pt x="2087748" y="429992"/>
                    <a:pt x="2078045" y="431198"/>
                  </a:cubicBezTo>
                  <a:cubicBezTo>
                    <a:pt x="2028566" y="437466"/>
                    <a:pt x="1979630" y="447771"/>
                    <a:pt x="1930090" y="453677"/>
                  </a:cubicBezTo>
                  <a:cubicBezTo>
                    <a:pt x="1842884" y="464164"/>
                    <a:pt x="1761765" y="456209"/>
                    <a:pt x="1681851" y="417397"/>
                  </a:cubicBezTo>
                  <a:cubicBezTo>
                    <a:pt x="1609952" y="382502"/>
                    <a:pt x="1559750" y="341641"/>
                    <a:pt x="1519250" y="272093"/>
                  </a:cubicBezTo>
                  <a:cubicBezTo>
                    <a:pt x="1498518" y="236536"/>
                    <a:pt x="1480258" y="197061"/>
                    <a:pt x="1452113" y="166566"/>
                  </a:cubicBezTo>
                  <a:cubicBezTo>
                    <a:pt x="1417218" y="128718"/>
                    <a:pt x="1376117" y="101056"/>
                    <a:pt x="1332363" y="74418"/>
                  </a:cubicBezTo>
                  <a:cubicBezTo>
                    <a:pt x="1325974" y="70500"/>
                    <a:pt x="1324166" y="59049"/>
                    <a:pt x="1333146" y="56518"/>
                  </a:cubicBezTo>
                  <a:cubicBezTo>
                    <a:pt x="1351151" y="51410"/>
                    <a:pt x="1369155" y="48477"/>
                    <a:pt x="1387046" y="47461"/>
                  </a:cubicBezTo>
                  <a:close/>
                  <a:moveTo>
                    <a:pt x="1945518" y="349"/>
                  </a:moveTo>
                  <a:cubicBezTo>
                    <a:pt x="2001989" y="-1926"/>
                    <a:pt x="2056530" y="6226"/>
                    <a:pt x="2098416" y="45068"/>
                  </a:cubicBezTo>
                  <a:cubicBezTo>
                    <a:pt x="2146087" y="89243"/>
                    <a:pt x="2172062" y="147160"/>
                    <a:pt x="2212200" y="197001"/>
                  </a:cubicBezTo>
                  <a:cubicBezTo>
                    <a:pt x="2231545" y="221017"/>
                    <a:pt x="2259976" y="250051"/>
                    <a:pt x="2291518" y="273720"/>
                  </a:cubicBezTo>
                  <a:lnTo>
                    <a:pt x="2327548" y="295960"/>
                  </a:lnTo>
                  <a:lnTo>
                    <a:pt x="2327548" y="342551"/>
                  </a:lnTo>
                  <a:lnTo>
                    <a:pt x="2273737" y="339100"/>
                  </a:lnTo>
                  <a:cubicBezTo>
                    <a:pt x="2199657" y="329972"/>
                    <a:pt x="2125551" y="307394"/>
                    <a:pt x="2067921" y="269562"/>
                  </a:cubicBezTo>
                  <a:cubicBezTo>
                    <a:pt x="2016030" y="235511"/>
                    <a:pt x="1994877" y="179041"/>
                    <a:pt x="1948351" y="140892"/>
                  </a:cubicBezTo>
                  <a:cubicBezTo>
                    <a:pt x="1896039" y="97982"/>
                    <a:pt x="1828118" y="80022"/>
                    <a:pt x="1775023" y="37233"/>
                  </a:cubicBezTo>
                  <a:cubicBezTo>
                    <a:pt x="1767791" y="31447"/>
                    <a:pt x="1771648" y="18731"/>
                    <a:pt x="1781050" y="18188"/>
                  </a:cubicBezTo>
                  <a:cubicBezTo>
                    <a:pt x="1830650" y="15326"/>
                    <a:pt x="1889049" y="2624"/>
                    <a:pt x="1945518" y="349"/>
                  </a:cubicBezTo>
                  <a:close/>
                </a:path>
              </a:pathLst>
            </a:custGeom>
            <a:solidFill>
              <a:schemeClr val="accent2">
                <a:alpha val="4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8575228-96A4-E861-D6B0-7A30C7D5BE8F}"/>
              </a:ext>
            </a:extLst>
          </p:cNvPr>
          <p:cNvSpPr/>
          <p:nvPr/>
        </p:nvSpPr>
        <p:spPr>
          <a:xfrm>
            <a:off x="6825983" y="2673776"/>
            <a:ext cx="5030847" cy="757398"/>
          </a:xfrm>
          <a:prstGeom prst="roundRect">
            <a:avLst>
              <a:gd name="adj" fmla="val 14331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7000">
                <a:schemeClr val="accent2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</a:rPr>
              <a:t>{chapterTitle4}</a:t>
            </a:r>
            <a:endParaRPr lang="zh-CN" altLang="en-US" sz="1200" b="1" dirty="0">
              <a:solidFill>
                <a:schemeClr val="bg1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D3C0FCA-0833-E92D-7D91-6EB160D1BDFA}"/>
              </a:ext>
            </a:extLst>
          </p:cNvPr>
          <p:cNvSpPr txBox="1"/>
          <p:nvPr/>
        </p:nvSpPr>
        <p:spPr>
          <a:xfrm>
            <a:off x="6787373" y="1547346"/>
            <a:ext cx="1210588" cy="12003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GB" sz="7200" b="1" dirty="0">
                <a:gradFill flip="none" rotWithShape="1">
                  <a:gsLst>
                    <a:gs pos="56000">
                      <a:schemeClr val="accent2"/>
                    </a:gs>
                    <a:gs pos="100000">
                      <a:schemeClr val="accent2">
                        <a:alpha val="20000"/>
                      </a:schemeClr>
                    </a:gs>
                  </a:gsLst>
                  <a:lin ang="5400000" scaled="1"/>
                  <a:tileRect/>
                </a:gradFill>
              </a:rPr>
              <a:t>04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3EDC5B11-15E5-039B-33B1-32F1FE6B06EB}"/>
              </a:ext>
            </a:extLst>
          </p:cNvPr>
          <p:cNvSpPr/>
          <p:nvPr/>
        </p:nvSpPr>
        <p:spPr>
          <a:xfrm>
            <a:off x="1458367" y="3571744"/>
            <a:ext cx="5030845" cy="757398"/>
          </a:xfrm>
          <a:prstGeom prst="roundRect">
            <a:avLst>
              <a:gd name="adj" fmla="val 14331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7000">
                <a:schemeClr val="accent2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</a:rPr>
              <a:t>{chapterTitle2}</a:t>
            </a:r>
            <a:endParaRPr lang="zh-CN" altLang="en-US" sz="1200" b="1" dirty="0">
              <a:solidFill>
                <a:schemeClr val="bg1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0DC2E20-CDE3-AEEA-C759-D0D670EF9C7E}"/>
              </a:ext>
            </a:extLst>
          </p:cNvPr>
          <p:cNvSpPr txBox="1"/>
          <p:nvPr/>
        </p:nvSpPr>
        <p:spPr>
          <a:xfrm>
            <a:off x="1431683" y="2445314"/>
            <a:ext cx="2158868" cy="12003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GB" sz="7200" b="1" dirty="0">
                <a:gradFill flip="none" rotWithShape="1">
                  <a:gsLst>
                    <a:gs pos="56000">
                      <a:schemeClr val="accent2"/>
                    </a:gs>
                    <a:gs pos="100000">
                      <a:schemeClr val="accent2">
                        <a:alpha val="20000"/>
                      </a:schemeClr>
                    </a:gs>
                  </a:gsLst>
                  <a:lin ang="5400000" scaled="1"/>
                  <a:tileRect/>
                </a:gradFill>
              </a:rPr>
              <a:t>02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05787914-9E0F-A964-A9E4-675FFF1CFC5A}"/>
              </a:ext>
            </a:extLst>
          </p:cNvPr>
          <p:cNvSpPr/>
          <p:nvPr/>
        </p:nvSpPr>
        <p:spPr>
          <a:xfrm>
            <a:off x="6825983" y="4533529"/>
            <a:ext cx="5030847" cy="757398"/>
          </a:xfrm>
          <a:prstGeom prst="roundRect">
            <a:avLst>
              <a:gd name="adj" fmla="val 14331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</a:schemeClr>
              </a:gs>
              <a:gs pos="87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</a:rPr>
              <a:t>{chapterTitle5}</a:t>
            </a:r>
            <a:endParaRPr lang="zh-CN" altLang="en-US" sz="1200" b="1" dirty="0">
              <a:solidFill>
                <a:schemeClr val="bg1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6F6A820-D805-A949-D540-24FD56CC5A56}"/>
              </a:ext>
            </a:extLst>
          </p:cNvPr>
          <p:cNvSpPr txBox="1"/>
          <p:nvPr/>
        </p:nvSpPr>
        <p:spPr>
          <a:xfrm>
            <a:off x="6787373" y="3407099"/>
            <a:ext cx="2028931" cy="12003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GB" sz="7200" b="1" dirty="0">
                <a:gradFill flip="none" rotWithShape="1">
                  <a:gsLst>
                    <a:gs pos="56000">
                      <a:schemeClr val="accent1"/>
                    </a:gs>
                    <a:gs pos="100000">
                      <a:schemeClr val="accent1">
                        <a:alpha val="20000"/>
                      </a:schemeClr>
                    </a:gs>
                  </a:gsLst>
                  <a:lin ang="5400000" scaled="1"/>
                  <a:tileRect/>
                </a:gradFill>
              </a:rPr>
              <a:t>05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8BC00D7-8F88-35C7-641B-E3068E6130B6}"/>
              </a:ext>
            </a:extLst>
          </p:cNvPr>
          <p:cNvSpPr/>
          <p:nvPr/>
        </p:nvSpPr>
        <p:spPr>
          <a:xfrm>
            <a:off x="1470293" y="1777707"/>
            <a:ext cx="5030847" cy="757398"/>
          </a:xfrm>
          <a:prstGeom prst="roundRect">
            <a:avLst>
              <a:gd name="adj" fmla="val 14331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</a:schemeClr>
              </a:gs>
              <a:gs pos="87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</a:rPr>
              <a:t>{chapterTitle1}</a:t>
            </a:r>
            <a:endParaRPr lang="zh-CN" altLang="en-US" sz="1200" b="1" dirty="0">
              <a:solidFill>
                <a:schemeClr val="bg1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4A1F4BB-C155-8507-24CD-17CC71F8B1D7}"/>
              </a:ext>
            </a:extLst>
          </p:cNvPr>
          <p:cNvSpPr txBox="1"/>
          <p:nvPr/>
        </p:nvSpPr>
        <p:spPr>
          <a:xfrm>
            <a:off x="1431683" y="651277"/>
            <a:ext cx="2028931" cy="12003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GB" sz="7200" b="1" dirty="0">
                <a:gradFill flip="none" rotWithShape="1">
                  <a:gsLst>
                    <a:gs pos="56000">
                      <a:schemeClr val="accent1"/>
                    </a:gs>
                    <a:gs pos="100000">
                      <a:schemeClr val="accent1">
                        <a:alpha val="20000"/>
                      </a:schemeClr>
                    </a:gs>
                  </a:gsLst>
                  <a:lin ang="5400000" scaled="1"/>
                  <a:tileRect/>
                </a:gradFill>
              </a:rPr>
              <a:t>01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E923D7D-8FB2-5D02-A3B3-7122F0FDBCA0}"/>
              </a:ext>
            </a:extLst>
          </p:cNvPr>
          <p:cNvSpPr/>
          <p:nvPr/>
        </p:nvSpPr>
        <p:spPr>
          <a:xfrm>
            <a:off x="5819745" y="85294"/>
            <a:ext cx="1840286" cy="1089415"/>
          </a:xfrm>
          <a:prstGeom prst="rect">
            <a:avLst/>
          </a:prstGeom>
        </p:spPr>
        <p:txBody>
          <a:bodyPr wrap="square" anchor="b" anchorCtr="0">
            <a:normAutofit/>
          </a:bodyPr>
          <a:lstStyle/>
          <a:p>
            <a:pPr>
              <a:buSzPct val="25000"/>
            </a:pPr>
            <a:r>
              <a:rPr lang="zh-CN" altLang="en-US" sz="5400" b="1" dirty="0">
                <a:solidFill>
                  <a:schemeClr val="accent1"/>
                </a:solidFill>
              </a:rPr>
              <a:t>目录</a:t>
            </a:r>
            <a:endParaRPr lang="en-US" altLang="zh-CN" sz="5400" b="1" dirty="0">
              <a:solidFill>
                <a:schemeClr val="accent1"/>
              </a:solidFill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2250970E-A037-4E7D-6AA5-2295CF6992DB}"/>
              </a:ext>
            </a:extLst>
          </p:cNvPr>
          <p:cNvSpPr/>
          <p:nvPr/>
        </p:nvSpPr>
        <p:spPr>
          <a:xfrm>
            <a:off x="7498080" y="437957"/>
            <a:ext cx="4693920" cy="578649"/>
          </a:xfrm>
          <a:prstGeom prst="round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lang="zh-CN" altLang="en-US" sz="1000">
              <a:solidFill>
                <a:schemeClr val="tx1"/>
              </a:solidFill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FF22E1F8-D821-B95B-6768-A8438A044EF6}"/>
              </a:ext>
            </a:extLst>
          </p:cNvPr>
          <p:cNvSpPr/>
          <p:nvPr/>
        </p:nvSpPr>
        <p:spPr>
          <a:xfrm>
            <a:off x="1431683" y="5375043"/>
            <a:ext cx="5030847" cy="757398"/>
          </a:xfrm>
          <a:prstGeom prst="roundRect">
            <a:avLst>
              <a:gd name="adj" fmla="val 14331"/>
            </a:avLst>
          </a:prstGeom>
          <a:gradFill flip="none" rotWithShape="1">
            <a:gsLst>
              <a:gs pos="0">
                <a:schemeClr val="accent1">
                  <a:lumMod val="60000"/>
                  <a:lumOff val="40000"/>
                </a:schemeClr>
              </a:gs>
              <a:gs pos="87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</a:rPr>
              <a:t>{chapterTitle3}</a:t>
            </a:r>
            <a:endParaRPr lang="zh-CN" altLang="en-US" sz="1200" b="1" dirty="0">
              <a:solidFill>
                <a:schemeClr val="bg1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73B304B-639D-8113-9B53-63B002A9E47C}"/>
              </a:ext>
            </a:extLst>
          </p:cNvPr>
          <p:cNvSpPr txBox="1"/>
          <p:nvPr/>
        </p:nvSpPr>
        <p:spPr>
          <a:xfrm>
            <a:off x="1393073" y="4248613"/>
            <a:ext cx="2028931" cy="1200329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GB" sz="7200" b="1" dirty="0">
                <a:gradFill flip="none" rotWithShape="1">
                  <a:gsLst>
                    <a:gs pos="56000">
                      <a:schemeClr val="accent1"/>
                    </a:gs>
                    <a:gs pos="100000">
                      <a:schemeClr val="accent1">
                        <a:alpha val="20000"/>
                      </a:schemeClr>
                    </a:gs>
                  </a:gsLst>
                  <a:lin ang="5400000" scaled="1"/>
                  <a:tileRect/>
                </a:gra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33957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en-US" dirty="0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CAEFC9BA-6FA1-C684-BFB6-51B02A76533A}"/>
              </a:ext>
            </a:extLst>
          </p:cNvPr>
          <p:cNvGrpSpPr/>
          <p:nvPr/>
        </p:nvGrpSpPr>
        <p:grpSpPr>
          <a:xfrm>
            <a:off x="666750" y="1130300"/>
            <a:ext cx="10858500" cy="4959930"/>
            <a:chOff x="660400" y="1130300"/>
            <a:chExt cx="10858500" cy="4959930"/>
          </a:xfrm>
        </p:grpSpPr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1E806C17-F3A2-410E-AB9A-CC9946499C1C}"/>
                </a:ext>
              </a:extLst>
            </p:cNvPr>
            <p:cNvSpPr/>
            <p:nvPr/>
          </p:nvSpPr>
          <p:spPr>
            <a:xfrm>
              <a:off x="2140502" y="3797907"/>
              <a:ext cx="7935402" cy="363496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alpha val="2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D04B6BA3-B1CD-4660-9DB1-1A2EAEB6A1BA}"/>
                </a:ext>
              </a:extLst>
            </p:cNvPr>
            <p:cNvSpPr/>
            <p:nvPr/>
          </p:nvSpPr>
          <p:spPr>
            <a:xfrm>
              <a:off x="5636637" y="3526644"/>
              <a:ext cx="906025" cy="906024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02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979FE8A7-9A23-3C79-49D9-E4E0F5B96A0C}"/>
                </a:ext>
              </a:extLst>
            </p:cNvPr>
            <p:cNvSpPr txBox="1"/>
            <p:nvPr/>
          </p:nvSpPr>
          <p:spPr>
            <a:xfrm>
              <a:off x="660400" y="1130300"/>
              <a:ext cx="10858500" cy="641239"/>
            </a:xfrm>
            <a:prstGeom prst="rect">
              <a:avLst/>
            </a:prstGeom>
            <a:noFill/>
          </p:spPr>
          <p:txBody>
            <a:bodyPr vert="horz" wrap="square" rtlCol="0" anchor="t" anchorCtr="1">
              <a:normAutofit/>
            </a:bodyPr>
            <a:lstStyle/>
            <a:p>
              <a:pPr algn="ctr"/>
              <a:r>
                <a:rPr lang="en-US" sz="2400" b="1" dirty="0"/>
                <a:t>{</a:t>
              </a:r>
              <a:r>
                <a:rPr lang="en-US" sz="2400" b="1" dirty="0" err="1"/>
                <a:t>slideTitle</a:t>
              </a:r>
              <a:r>
                <a:rPr lang="en-US" sz="2400" b="1" dirty="0"/>
                <a:t>}</a:t>
              </a:r>
              <a:endParaRPr lang="en-US" dirty="0"/>
            </a:p>
          </p:txBody>
        </p:sp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id="{25344D79-64CD-61EE-6783-CE9DD69A60C3}"/>
                </a:ext>
              </a:extLst>
            </p:cNvPr>
            <p:cNvGrpSpPr/>
            <p:nvPr/>
          </p:nvGrpSpPr>
          <p:grpSpPr>
            <a:xfrm>
              <a:off x="1051984" y="2121224"/>
              <a:ext cx="2401444" cy="2303627"/>
              <a:chOff x="1051984" y="2121224"/>
              <a:chExt cx="2401444" cy="2303627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39340196-E1AA-4B49-976A-BF366BB2B662}"/>
                  </a:ext>
                </a:extLst>
              </p:cNvPr>
              <p:cNvSpPr/>
              <p:nvPr/>
            </p:nvSpPr>
            <p:spPr bwMode="auto">
              <a:xfrm>
                <a:off x="1051984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  <a:endParaRPr lang="en-US" dirty="0"/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4D5C24C6-4DD0-4193-AD42-019C1134797B}"/>
                  </a:ext>
                </a:extLst>
              </p:cNvPr>
              <p:cNvSpPr txBox="1"/>
              <p:nvPr/>
            </p:nvSpPr>
            <p:spPr bwMode="auto">
              <a:xfrm>
                <a:off x="1051984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b="1" dirty="0"/>
                  <a:t>{vItem.item1}</a:t>
                </a:r>
                <a:endParaRPr lang="en-US" dirty="0"/>
              </a:p>
            </p:txBody>
          </p:sp>
          <p:sp>
            <p:nvSpPr>
              <p:cNvPr id="25" name="椭圆 24">
                <a:extLst>
                  <a:ext uri="{FF2B5EF4-FFF2-40B4-BE49-F238E27FC236}">
                    <a16:creationId xmlns:a16="http://schemas.microsoft.com/office/drawing/2014/main" id="{64BADFEE-3673-1E1D-3892-EDA97BCA7031}"/>
                  </a:ext>
                </a:extLst>
              </p:cNvPr>
              <p:cNvSpPr/>
              <p:nvPr/>
            </p:nvSpPr>
            <p:spPr>
              <a:xfrm>
                <a:off x="2012710" y="3518827"/>
                <a:ext cx="906025" cy="90602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01</a:t>
                </a:r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A2AB320D-9865-849C-2294-926F2B55DAE4}"/>
                </a:ext>
              </a:extLst>
            </p:cNvPr>
            <p:cNvGrpSpPr/>
            <p:nvPr/>
          </p:nvGrpSpPr>
          <p:grpSpPr>
            <a:xfrm>
              <a:off x="8725872" y="2121224"/>
              <a:ext cx="2401444" cy="1326998"/>
              <a:chOff x="8725872" y="2121224"/>
              <a:chExt cx="2401444" cy="1326998"/>
            </a:xfrm>
          </p:grpSpPr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9340196-E1AA-4B49-976A-BF366BB2B662}"/>
                  </a:ext>
                </a:extLst>
              </p:cNvPr>
              <p:cNvSpPr/>
              <p:nvPr/>
            </p:nvSpPr>
            <p:spPr bwMode="auto">
              <a:xfrm>
                <a:off x="8725872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{vItem.item3_Desc}</a:t>
                </a:r>
                <a:endParaRPr lang="en-US" sz="1200" dirty="0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4D5C24C6-4DD0-4193-AD42-019C1134797B}"/>
                  </a:ext>
                </a:extLst>
              </p:cNvPr>
              <p:cNvSpPr txBox="1"/>
              <p:nvPr/>
            </p:nvSpPr>
            <p:spPr bwMode="auto">
              <a:xfrm>
                <a:off x="8725872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{vItem.item3}</a:t>
                </a:r>
                <a:endParaRPr lang="en-US" dirty="0"/>
              </a:p>
            </p:txBody>
          </p:sp>
        </p:grp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C6AE3E3B-BEB3-33FF-4059-5D09F844A30D}"/>
                </a:ext>
              </a:extLst>
            </p:cNvPr>
            <p:cNvGrpSpPr/>
            <p:nvPr/>
          </p:nvGrpSpPr>
          <p:grpSpPr>
            <a:xfrm>
              <a:off x="4912358" y="4763233"/>
              <a:ext cx="2401444" cy="1326997"/>
              <a:chOff x="4912358" y="4763233"/>
              <a:chExt cx="2401444" cy="1326997"/>
            </a:xfrm>
          </p:grpSpPr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39340196-E1AA-4B49-976A-BF366BB2B662}"/>
                  </a:ext>
                </a:extLst>
              </p:cNvPr>
              <p:cNvSpPr/>
              <p:nvPr/>
            </p:nvSpPr>
            <p:spPr bwMode="auto">
              <a:xfrm>
                <a:off x="4912358" y="5320293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{vItem.item2_Desc}</a:t>
                </a:r>
                <a:endParaRPr lang="en-US" sz="1200" dirty="0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4D5C24C6-4DD0-4193-AD42-019C1134797B}"/>
                  </a:ext>
                </a:extLst>
              </p:cNvPr>
              <p:cNvSpPr txBox="1"/>
              <p:nvPr/>
            </p:nvSpPr>
            <p:spPr bwMode="auto">
              <a:xfrm>
                <a:off x="4912358" y="4763233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{vItem.item2}</a:t>
                </a:r>
                <a:endParaRPr lang="en-US" dirty="0"/>
              </a:p>
            </p:txBody>
          </p:sp>
        </p:grp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0E46C465-F005-4B42-B3CB-BC1D18173F10}"/>
                </a:ext>
              </a:extLst>
            </p:cNvPr>
            <p:cNvSpPr/>
            <p:nvPr/>
          </p:nvSpPr>
          <p:spPr>
            <a:xfrm>
              <a:off x="9284421" y="3526644"/>
              <a:ext cx="906025" cy="906024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altLang="zh-CN" sz="2400" b="1" dirty="0">
                  <a:solidFill>
                    <a:schemeClr val="bg1"/>
                  </a:solidFill>
                </a:rPr>
                <a:t>03</a:t>
              </a:r>
            </a:p>
          </p:txBody>
        </p:sp>
      </p:grpSp>
      <p:sp>
        <p:nvSpPr>
          <p:cNvPr id="8" name="文本框 7">
            <a:extLst>
              <a:ext uri="{FF2B5EF4-FFF2-40B4-BE49-F238E27FC236}">
                <a16:creationId xmlns:a16="http://schemas.microsoft.com/office/drawing/2014/main" id="{36F9F922-04EA-3974-41B5-C2B88D2367BE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progress1-3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8D9B6-02E5-5865-E24E-CEC2D0958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79E106-0334-2B6A-642D-789845BDBE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en-US" dirty="0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55692487-853F-97D4-FFF9-294E2BF50DE1}"/>
              </a:ext>
            </a:extLst>
          </p:cNvPr>
          <p:cNvGrpSpPr/>
          <p:nvPr/>
        </p:nvGrpSpPr>
        <p:grpSpPr>
          <a:xfrm>
            <a:off x="666750" y="1130300"/>
            <a:ext cx="10858500" cy="4938131"/>
            <a:chOff x="660400" y="1130300"/>
            <a:chExt cx="10858500" cy="4938131"/>
          </a:xfrm>
        </p:grpSpPr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95A8735D-CD27-D6AC-01EE-BBA38D2F72CD}"/>
                </a:ext>
              </a:extLst>
            </p:cNvPr>
            <p:cNvSpPr/>
            <p:nvPr/>
          </p:nvSpPr>
          <p:spPr>
            <a:xfrm>
              <a:off x="2303503" y="3797907"/>
              <a:ext cx="7763699" cy="363496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alpha val="2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06F1C1C8-15EC-1530-3CF6-26D265F028AB}"/>
                </a:ext>
              </a:extLst>
            </p:cNvPr>
            <p:cNvSpPr/>
            <p:nvPr/>
          </p:nvSpPr>
          <p:spPr>
            <a:xfrm>
              <a:off x="9351367" y="3526644"/>
              <a:ext cx="906025" cy="906024"/>
            </a:xfrm>
            <a:prstGeom prst="ellipse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04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81C28871-4591-162F-ED47-6D2CF0D647BA}"/>
                </a:ext>
              </a:extLst>
            </p:cNvPr>
            <p:cNvSpPr/>
            <p:nvPr/>
          </p:nvSpPr>
          <p:spPr>
            <a:xfrm>
              <a:off x="6976441" y="3526644"/>
              <a:ext cx="906025" cy="906024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03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C7CFBFE7-AA93-B624-7F98-444A46CE39AF}"/>
                </a:ext>
              </a:extLst>
            </p:cNvPr>
            <p:cNvSpPr/>
            <p:nvPr/>
          </p:nvSpPr>
          <p:spPr>
            <a:xfrm>
              <a:off x="4601516" y="3526644"/>
              <a:ext cx="906025" cy="906024"/>
            </a:xfrm>
            <a:prstGeom prst="ellipse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02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1986FA87-9F76-DBCC-1C75-CAE923F16E6D}"/>
                </a:ext>
              </a:extLst>
            </p:cNvPr>
            <p:cNvSpPr txBox="1"/>
            <p:nvPr/>
          </p:nvSpPr>
          <p:spPr>
            <a:xfrm>
              <a:off x="660400" y="1130300"/>
              <a:ext cx="10858500" cy="641239"/>
            </a:xfrm>
            <a:prstGeom prst="rect">
              <a:avLst/>
            </a:prstGeom>
            <a:noFill/>
          </p:spPr>
          <p:txBody>
            <a:bodyPr vert="horz" wrap="square" rtlCol="0" anchor="t" anchorCtr="1">
              <a:normAutofit/>
            </a:bodyPr>
            <a:lstStyle/>
            <a:p>
              <a:pPr algn="ctr"/>
              <a:r>
                <a:rPr lang="en-US" sz="2400" b="1" dirty="0"/>
                <a:t>{</a:t>
              </a:r>
              <a:r>
                <a:rPr lang="en-US" sz="2400" b="1" dirty="0" err="1"/>
                <a:t>slideTitle</a:t>
              </a:r>
              <a:r>
                <a:rPr lang="en-US" sz="2400" b="1" dirty="0"/>
                <a:t>}</a:t>
              </a:r>
              <a:endParaRPr lang="en-US" dirty="0"/>
            </a:p>
          </p:txBody>
        </p:sp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id="{DDE6010C-DF34-4558-1076-8B6E0C0B6E95}"/>
                </a:ext>
              </a:extLst>
            </p:cNvPr>
            <p:cNvGrpSpPr/>
            <p:nvPr/>
          </p:nvGrpSpPr>
          <p:grpSpPr>
            <a:xfrm>
              <a:off x="1525093" y="2121224"/>
              <a:ext cx="2401444" cy="2303627"/>
              <a:chOff x="1525093" y="2121224"/>
              <a:chExt cx="2401444" cy="2303627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BDA59DF3-E134-66F8-29E0-A2DA0C428260}"/>
                  </a:ext>
                </a:extLst>
              </p:cNvPr>
              <p:cNvSpPr/>
              <p:nvPr/>
            </p:nvSpPr>
            <p:spPr bwMode="auto">
              <a:xfrm>
                <a:off x="1525093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  <a:endParaRPr lang="en-US" dirty="0"/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8561AF48-1C5D-CF26-9441-82BCBBD59752}"/>
                  </a:ext>
                </a:extLst>
              </p:cNvPr>
              <p:cNvSpPr txBox="1"/>
              <p:nvPr/>
            </p:nvSpPr>
            <p:spPr bwMode="auto">
              <a:xfrm>
                <a:off x="1525093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b="1" dirty="0"/>
                  <a:t>{vItem.item1}</a:t>
                </a:r>
                <a:endParaRPr lang="en-US" dirty="0"/>
              </a:p>
            </p:txBody>
          </p:sp>
          <p:sp>
            <p:nvSpPr>
              <p:cNvPr id="25" name="椭圆 24">
                <a:extLst>
                  <a:ext uri="{FF2B5EF4-FFF2-40B4-BE49-F238E27FC236}">
                    <a16:creationId xmlns:a16="http://schemas.microsoft.com/office/drawing/2014/main" id="{8C83EB07-45BB-C3D3-A9C4-78355513E669}"/>
                  </a:ext>
                </a:extLst>
              </p:cNvPr>
              <p:cNvSpPr/>
              <p:nvPr/>
            </p:nvSpPr>
            <p:spPr>
              <a:xfrm>
                <a:off x="2112098" y="3518827"/>
                <a:ext cx="906025" cy="90602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01</a:t>
                </a:r>
              </a:p>
            </p:txBody>
          </p:sp>
        </p:grpSp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0F5CA4D9-EA8B-3296-F277-47FF5F239DE4}"/>
                </a:ext>
              </a:extLst>
            </p:cNvPr>
            <p:cNvGrpSpPr/>
            <p:nvPr/>
          </p:nvGrpSpPr>
          <p:grpSpPr>
            <a:xfrm>
              <a:off x="6227735" y="2121224"/>
              <a:ext cx="2401444" cy="1326998"/>
              <a:chOff x="6227735" y="2121224"/>
              <a:chExt cx="2401444" cy="1326998"/>
            </a:xfrm>
          </p:grpSpPr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EA35EC48-7274-2BAE-C239-0D702FD839B5}"/>
                  </a:ext>
                </a:extLst>
              </p:cNvPr>
              <p:cNvSpPr/>
              <p:nvPr/>
            </p:nvSpPr>
            <p:spPr bwMode="auto">
              <a:xfrm>
                <a:off x="6227735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{vItem.item3_Desc}</a:t>
                </a:r>
                <a:endParaRPr lang="en-US" dirty="0"/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A59E0FCE-EF9E-1626-52ED-EDBCC71322B9}"/>
                  </a:ext>
                </a:extLst>
              </p:cNvPr>
              <p:cNvSpPr txBox="1"/>
              <p:nvPr/>
            </p:nvSpPr>
            <p:spPr bwMode="auto">
              <a:xfrm>
                <a:off x="6227735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{vItem.item3}</a:t>
                </a:r>
                <a:endParaRPr lang="en-US" dirty="0"/>
              </a:p>
            </p:txBody>
          </p:sp>
        </p:grp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626A2A2C-50C6-0914-48FB-D65AC1C3C317}"/>
                </a:ext>
              </a:extLst>
            </p:cNvPr>
            <p:cNvGrpSpPr/>
            <p:nvPr/>
          </p:nvGrpSpPr>
          <p:grpSpPr>
            <a:xfrm>
              <a:off x="3851691" y="4741434"/>
              <a:ext cx="2401444" cy="1326997"/>
              <a:chOff x="3851691" y="4741434"/>
              <a:chExt cx="2401444" cy="1326997"/>
            </a:xfrm>
          </p:grpSpPr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96B55939-C81C-8C75-38FC-1E36855AB874}"/>
                  </a:ext>
                </a:extLst>
              </p:cNvPr>
              <p:cNvSpPr/>
              <p:nvPr/>
            </p:nvSpPr>
            <p:spPr bwMode="auto">
              <a:xfrm>
                <a:off x="3851691" y="5298494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  <a:endParaRPr lang="en-US" sz="1200" dirty="0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96D92EE-DF22-6B9D-B6DD-41399F51E21D}"/>
                  </a:ext>
                </a:extLst>
              </p:cNvPr>
              <p:cNvSpPr txBox="1"/>
              <p:nvPr/>
            </p:nvSpPr>
            <p:spPr bwMode="auto">
              <a:xfrm>
                <a:off x="3851691" y="474143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{vItem.item2}</a:t>
                </a:r>
                <a:endParaRPr lang="en-US" dirty="0"/>
              </a:p>
            </p:txBody>
          </p:sp>
        </p:grp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42ADDECA-0177-2358-4A81-CDC4E02D2C1A}"/>
                </a:ext>
              </a:extLst>
            </p:cNvPr>
            <p:cNvGrpSpPr/>
            <p:nvPr/>
          </p:nvGrpSpPr>
          <p:grpSpPr>
            <a:xfrm>
              <a:off x="8606747" y="4739267"/>
              <a:ext cx="2401444" cy="1326997"/>
              <a:chOff x="8606747" y="4739267"/>
              <a:chExt cx="2401444" cy="1326997"/>
            </a:xfrm>
          </p:grpSpPr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7BBCEA3C-4443-26C0-417F-D8CD90657A27}"/>
                  </a:ext>
                </a:extLst>
              </p:cNvPr>
              <p:cNvSpPr/>
              <p:nvPr/>
            </p:nvSpPr>
            <p:spPr bwMode="auto">
              <a:xfrm>
                <a:off x="8606747" y="5296327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{vItem.item4_Desc}</a:t>
                </a:r>
                <a:endParaRPr lang="en-US" sz="1200" dirty="0"/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B78B2D67-7A25-6B91-841A-C3C4C376EBAD}"/>
                  </a:ext>
                </a:extLst>
              </p:cNvPr>
              <p:cNvSpPr txBox="1"/>
              <p:nvPr/>
            </p:nvSpPr>
            <p:spPr bwMode="auto">
              <a:xfrm>
                <a:off x="8606747" y="4739267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{vItem.item4}</a:t>
                </a:r>
                <a:endParaRPr lang="en-US" dirty="0"/>
              </a:p>
            </p:txBody>
          </p:sp>
        </p:grpSp>
      </p:grpSp>
      <p:sp>
        <p:nvSpPr>
          <p:cNvPr id="8" name="文本框 7">
            <a:extLst>
              <a:ext uri="{FF2B5EF4-FFF2-40B4-BE49-F238E27FC236}">
                <a16:creationId xmlns:a16="http://schemas.microsoft.com/office/drawing/2014/main" id="{D0E27304-5EC3-0520-84C3-C2BC935C1A18}"/>
              </a:ext>
            </a:extLst>
          </p:cNvPr>
          <p:cNvSpPr txBox="1"/>
          <p:nvPr/>
        </p:nvSpPr>
        <p:spPr>
          <a:xfrm>
            <a:off x="11252936" y="17605"/>
            <a:ext cx="92782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progress1-4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950856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C4AA9-D5C1-5404-D65F-F7715D0ED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798F96-6A11-783E-CC56-8B1D50A21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en-US" dirty="0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8D7304F3-F6A2-E72B-EF10-A3842E56C7D9}"/>
              </a:ext>
            </a:extLst>
          </p:cNvPr>
          <p:cNvGrpSpPr/>
          <p:nvPr/>
        </p:nvGrpSpPr>
        <p:grpSpPr>
          <a:xfrm>
            <a:off x="666750" y="1130300"/>
            <a:ext cx="10858500" cy="4938131"/>
            <a:chOff x="660400" y="1130300"/>
            <a:chExt cx="10858500" cy="4938131"/>
          </a:xfrm>
        </p:grpSpPr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8E7964C2-5266-E2B2-1A64-7192795EDEC0}"/>
                </a:ext>
              </a:extLst>
            </p:cNvPr>
            <p:cNvSpPr/>
            <p:nvPr/>
          </p:nvSpPr>
          <p:spPr>
            <a:xfrm>
              <a:off x="1167469" y="3797907"/>
              <a:ext cx="9671334" cy="363496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alpha val="2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AC272075-F362-FFA4-4EFB-7564C9CC5C0D}"/>
                </a:ext>
              </a:extLst>
            </p:cNvPr>
            <p:cNvSpPr/>
            <p:nvPr/>
          </p:nvSpPr>
          <p:spPr>
            <a:xfrm>
              <a:off x="8011563" y="3526644"/>
              <a:ext cx="906025" cy="906024"/>
            </a:xfrm>
            <a:prstGeom prst="ellipse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04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31383A9C-8809-C651-A949-4ECA1A801DAA}"/>
                </a:ext>
              </a:extLst>
            </p:cNvPr>
            <p:cNvSpPr/>
            <p:nvPr/>
          </p:nvSpPr>
          <p:spPr>
            <a:xfrm>
              <a:off x="5636637" y="3526644"/>
              <a:ext cx="906025" cy="906024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03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4822CE33-6913-86D1-9703-20CC07492E60}"/>
                </a:ext>
              </a:extLst>
            </p:cNvPr>
            <p:cNvSpPr/>
            <p:nvPr/>
          </p:nvSpPr>
          <p:spPr>
            <a:xfrm>
              <a:off x="3261712" y="3526644"/>
              <a:ext cx="906025" cy="906024"/>
            </a:xfrm>
            <a:prstGeom prst="ellipse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02</a:t>
              </a:r>
              <a:endParaRPr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0BB4B95D-7D90-27A7-3110-ED5FFE27DAF0}"/>
                </a:ext>
              </a:extLst>
            </p:cNvPr>
            <p:cNvSpPr txBox="1"/>
            <p:nvPr/>
          </p:nvSpPr>
          <p:spPr>
            <a:xfrm>
              <a:off x="660400" y="1130300"/>
              <a:ext cx="10858500" cy="641239"/>
            </a:xfrm>
            <a:prstGeom prst="rect">
              <a:avLst/>
            </a:prstGeom>
            <a:noFill/>
          </p:spPr>
          <p:txBody>
            <a:bodyPr vert="horz" wrap="square" rtlCol="0" anchor="t" anchorCtr="1">
              <a:normAutofit/>
            </a:bodyPr>
            <a:lstStyle/>
            <a:p>
              <a:pPr algn="ctr"/>
              <a:r>
                <a:rPr lang="en-US" sz="2400" b="1" dirty="0"/>
                <a:t>{</a:t>
              </a:r>
              <a:r>
                <a:rPr lang="en-US" sz="2400" b="1" dirty="0" err="1"/>
                <a:t>slideTitle</a:t>
              </a:r>
              <a:r>
                <a:rPr lang="en-US" sz="2400" b="1" dirty="0"/>
                <a:t>}</a:t>
              </a:r>
              <a:endParaRPr lang="en-US" dirty="0"/>
            </a:p>
          </p:txBody>
        </p:sp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id="{E7113B7C-C829-DDE4-1856-2AA3383A079A}"/>
                </a:ext>
              </a:extLst>
            </p:cNvPr>
            <p:cNvGrpSpPr/>
            <p:nvPr/>
          </p:nvGrpSpPr>
          <p:grpSpPr>
            <a:xfrm>
              <a:off x="772294" y="2121224"/>
              <a:ext cx="2681134" cy="2303627"/>
              <a:chOff x="772294" y="2121224"/>
              <a:chExt cx="2681134" cy="2303627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6783FCF-16CB-940A-9515-E03CD2A15CA3}"/>
                  </a:ext>
                </a:extLst>
              </p:cNvPr>
              <p:cNvSpPr/>
              <p:nvPr/>
            </p:nvSpPr>
            <p:spPr bwMode="auto">
              <a:xfrm>
                <a:off x="1051984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  <a:endParaRPr lang="en-US" dirty="0"/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42E422AF-CD87-5C80-6293-5531A776F419}"/>
                  </a:ext>
                </a:extLst>
              </p:cNvPr>
              <p:cNvSpPr txBox="1"/>
              <p:nvPr/>
            </p:nvSpPr>
            <p:spPr bwMode="auto">
              <a:xfrm>
                <a:off x="1051984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b="1" dirty="0"/>
                  <a:t>{vItem.item1}</a:t>
                </a:r>
                <a:endParaRPr lang="en-US" dirty="0"/>
              </a:p>
            </p:txBody>
          </p:sp>
          <p:sp>
            <p:nvSpPr>
              <p:cNvPr id="25" name="椭圆 24">
                <a:extLst>
                  <a:ext uri="{FF2B5EF4-FFF2-40B4-BE49-F238E27FC236}">
                    <a16:creationId xmlns:a16="http://schemas.microsoft.com/office/drawing/2014/main" id="{BB1AAF9F-0800-FC89-3FF0-679AD8F2DC22}"/>
                  </a:ext>
                </a:extLst>
              </p:cNvPr>
              <p:cNvSpPr/>
              <p:nvPr/>
            </p:nvSpPr>
            <p:spPr>
              <a:xfrm>
                <a:off x="772294" y="3518827"/>
                <a:ext cx="906025" cy="90602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01</a:t>
                </a:r>
              </a:p>
            </p:txBody>
          </p:sp>
        </p:grpSp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0F5B09D6-5E47-193E-3DF0-E6F398740BAA}"/>
                </a:ext>
              </a:extLst>
            </p:cNvPr>
            <p:cNvGrpSpPr/>
            <p:nvPr/>
          </p:nvGrpSpPr>
          <p:grpSpPr>
            <a:xfrm>
              <a:off x="4887931" y="2121224"/>
              <a:ext cx="2401444" cy="1326998"/>
              <a:chOff x="4887931" y="2121224"/>
              <a:chExt cx="2401444" cy="1326998"/>
            </a:xfrm>
          </p:grpSpPr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EFB4AAB-6285-16C6-F49C-16CBACC28599}"/>
                  </a:ext>
                </a:extLst>
              </p:cNvPr>
              <p:cNvSpPr/>
              <p:nvPr/>
            </p:nvSpPr>
            <p:spPr bwMode="auto">
              <a:xfrm>
                <a:off x="4887931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{vItem.item3_Desc}</a:t>
                </a:r>
                <a:endParaRPr lang="en-US" dirty="0"/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BECF3BD-513A-529C-A990-7EAEEB7AFB8A}"/>
                  </a:ext>
                </a:extLst>
              </p:cNvPr>
              <p:cNvSpPr txBox="1"/>
              <p:nvPr/>
            </p:nvSpPr>
            <p:spPr bwMode="auto">
              <a:xfrm>
                <a:off x="4887931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{vItem.item3}</a:t>
                </a:r>
                <a:endParaRPr lang="en-US" dirty="0"/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58A8655F-BC73-74ED-AE46-63CF593C2826}"/>
                </a:ext>
              </a:extLst>
            </p:cNvPr>
            <p:cNvGrpSpPr/>
            <p:nvPr/>
          </p:nvGrpSpPr>
          <p:grpSpPr>
            <a:xfrm>
              <a:off x="8725872" y="2121224"/>
              <a:ext cx="2401444" cy="1326998"/>
              <a:chOff x="8725872" y="2121224"/>
              <a:chExt cx="2401444" cy="1326998"/>
            </a:xfrm>
          </p:grpSpPr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08EC2645-E8C1-60D6-3A1E-4D088A5E4D61}"/>
                  </a:ext>
                </a:extLst>
              </p:cNvPr>
              <p:cNvSpPr/>
              <p:nvPr/>
            </p:nvSpPr>
            <p:spPr bwMode="auto">
              <a:xfrm>
                <a:off x="8725872" y="2678285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{vItem.item5_Desc}</a:t>
                </a:r>
                <a:endParaRPr lang="en-US" sz="1200" dirty="0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4DA89FD6-60DA-BBBB-1E85-B8A29E7FA145}"/>
                  </a:ext>
                </a:extLst>
              </p:cNvPr>
              <p:cNvSpPr txBox="1"/>
              <p:nvPr/>
            </p:nvSpPr>
            <p:spPr bwMode="auto">
              <a:xfrm>
                <a:off x="8725872" y="212122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{vItem.item5}</a:t>
                </a:r>
                <a:endParaRPr lang="en-US" dirty="0"/>
              </a:p>
            </p:txBody>
          </p:sp>
        </p:grp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F36C094B-E3DC-7956-A295-AC88DC636E0A}"/>
                </a:ext>
              </a:extLst>
            </p:cNvPr>
            <p:cNvGrpSpPr/>
            <p:nvPr/>
          </p:nvGrpSpPr>
          <p:grpSpPr>
            <a:xfrm>
              <a:off x="2511887" y="4741434"/>
              <a:ext cx="2401444" cy="1326997"/>
              <a:chOff x="2511887" y="4741434"/>
              <a:chExt cx="2401444" cy="1326997"/>
            </a:xfrm>
          </p:grpSpPr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6FD3B2D1-BF52-957D-CFFB-8CC025374F83}"/>
                  </a:ext>
                </a:extLst>
              </p:cNvPr>
              <p:cNvSpPr/>
              <p:nvPr/>
            </p:nvSpPr>
            <p:spPr bwMode="auto">
              <a:xfrm>
                <a:off x="2511887" y="5298494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  <a:endParaRPr lang="en-US" sz="1200" dirty="0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C01B12F3-A06E-79FD-B02D-55FE189F51F2}"/>
                  </a:ext>
                </a:extLst>
              </p:cNvPr>
              <p:cNvSpPr txBox="1"/>
              <p:nvPr/>
            </p:nvSpPr>
            <p:spPr bwMode="auto">
              <a:xfrm>
                <a:off x="2511887" y="4741434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{vItem.item2}</a:t>
                </a:r>
                <a:endParaRPr lang="en-US" dirty="0"/>
              </a:p>
            </p:txBody>
          </p:sp>
        </p:grp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1590530B-B6BB-B35C-C9B8-86ED60E6F5F0}"/>
                </a:ext>
              </a:extLst>
            </p:cNvPr>
            <p:cNvGrpSpPr/>
            <p:nvPr/>
          </p:nvGrpSpPr>
          <p:grpSpPr>
            <a:xfrm>
              <a:off x="7266943" y="3526644"/>
              <a:ext cx="4140063" cy="2539620"/>
              <a:chOff x="7266943" y="3526644"/>
              <a:chExt cx="4140063" cy="2539620"/>
            </a:xfrm>
          </p:grpSpPr>
          <p:sp>
            <p:nvSpPr>
              <p:cNvPr id="12" name="椭圆 11">
                <a:extLst>
                  <a:ext uri="{FF2B5EF4-FFF2-40B4-BE49-F238E27FC236}">
                    <a16:creationId xmlns:a16="http://schemas.microsoft.com/office/drawing/2014/main" id="{2C853C02-D609-F7C8-1DC5-CFC5E07052C2}"/>
                  </a:ext>
                </a:extLst>
              </p:cNvPr>
              <p:cNvSpPr/>
              <p:nvPr/>
            </p:nvSpPr>
            <p:spPr>
              <a:xfrm>
                <a:off x="10500981" y="3526644"/>
                <a:ext cx="906025" cy="90602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05</a:t>
                </a:r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2F1AB1EC-F3C0-34E9-C0F6-E6D815DDD2B6}"/>
                  </a:ext>
                </a:extLst>
              </p:cNvPr>
              <p:cNvSpPr/>
              <p:nvPr/>
            </p:nvSpPr>
            <p:spPr bwMode="auto">
              <a:xfrm>
                <a:off x="7266943" y="5296327"/>
                <a:ext cx="2401444" cy="7699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{vItem.item4_Desc}</a:t>
                </a:r>
                <a:endParaRPr lang="en-US" sz="1200" dirty="0"/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246D5189-690A-894C-EDAC-6017BDF78D36}"/>
                  </a:ext>
                </a:extLst>
              </p:cNvPr>
              <p:cNvSpPr txBox="1"/>
              <p:nvPr/>
            </p:nvSpPr>
            <p:spPr bwMode="auto">
              <a:xfrm>
                <a:off x="7266943" y="4739267"/>
                <a:ext cx="2401444" cy="5570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{vItem.item4}</a:t>
                </a:r>
                <a:endParaRPr lang="en-US" dirty="0"/>
              </a:p>
            </p:txBody>
          </p:sp>
        </p:grpSp>
      </p:grpSp>
      <p:sp>
        <p:nvSpPr>
          <p:cNvPr id="8" name="文本框 7">
            <a:extLst>
              <a:ext uri="{FF2B5EF4-FFF2-40B4-BE49-F238E27FC236}">
                <a16:creationId xmlns:a16="http://schemas.microsoft.com/office/drawing/2014/main" id="{75CD4EAF-01FB-19C2-5083-3900E79E4A6B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progress1-5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9633262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AC6246EB-7BFC-68C2-2D60-7E775AAA04A7}"/>
              </a:ext>
            </a:extLst>
          </p:cNvPr>
          <p:cNvSpPr>
            <a:spLocks/>
          </p:cNvSpPr>
          <p:nvPr/>
        </p:nvSpPr>
        <p:spPr>
          <a:xfrm>
            <a:off x="660400" y="847749"/>
            <a:ext cx="10827317" cy="100905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 anchorCtr="0">
            <a:normAutofit/>
          </a:bodyPr>
          <a:lstStyle/>
          <a:p>
            <a:pPr algn="ctr">
              <a:buSzPct val="25000"/>
            </a:pPr>
            <a:r>
              <a:rPr lang="en-US" altLang="zh-CN" sz="2400" b="1" dirty="0">
                <a:solidFill>
                  <a:schemeClr val="tx1"/>
                </a:solidFill>
              </a:rPr>
              <a:t>{</a:t>
            </a:r>
            <a:r>
              <a:rPr lang="en-US" altLang="zh-CN" sz="2400" b="1" dirty="0" err="1">
                <a:solidFill>
                  <a:schemeClr val="tx1"/>
                </a:solidFill>
              </a:rPr>
              <a:t>slideTitle</a:t>
            </a:r>
            <a:r>
              <a:rPr lang="en-US" altLang="zh-CN" sz="2400" b="1" dirty="0">
                <a:solidFill>
                  <a:schemeClr val="tx1"/>
                </a:solidFill>
              </a:rPr>
              <a:t>}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BEB186A3-1074-BCBF-8379-B64289AC2BAA}"/>
              </a:ext>
            </a:extLst>
          </p:cNvPr>
          <p:cNvGrpSpPr/>
          <p:nvPr/>
        </p:nvGrpSpPr>
        <p:grpSpPr>
          <a:xfrm>
            <a:off x="1399350" y="2311638"/>
            <a:ext cx="9393301" cy="3242457"/>
            <a:chOff x="1399350" y="2311638"/>
            <a:chExt cx="9393301" cy="3242457"/>
          </a:xfrm>
        </p:grpSpPr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CB5DF447-942E-3609-DB82-2DB9BED778CD}"/>
                </a:ext>
              </a:extLst>
            </p:cNvPr>
            <p:cNvGrpSpPr/>
            <p:nvPr/>
          </p:nvGrpSpPr>
          <p:grpSpPr>
            <a:xfrm>
              <a:off x="1399350" y="2311638"/>
              <a:ext cx="2123827" cy="3242457"/>
              <a:chOff x="660399" y="2637644"/>
              <a:chExt cx="2123827" cy="3242457"/>
            </a:xfrm>
          </p:grpSpPr>
          <p:sp>
            <p:nvSpPr>
              <p:cNvPr id="36" name="矩形: 圆角 35">
                <a:extLst>
                  <a:ext uri="{FF2B5EF4-FFF2-40B4-BE49-F238E27FC236}">
                    <a16:creationId xmlns:a16="http://schemas.microsoft.com/office/drawing/2014/main" id="{B498DA0E-1BCD-A1CC-7CEC-062D3696098E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660399" y="3396977"/>
                <a:ext cx="2123827" cy="248312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4543DCFC-AC55-92AD-3CFC-9CD191F0ECF6}"/>
                  </a:ext>
                </a:extLst>
              </p:cNvPr>
              <p:cNvSpPr txBox="1"/>
              <p:nvPr/>
            </p:nvSpPr>
            <p:spPr>
              <a:xfrm>
                <a:off x="682340" y="3668605"/>
                <a:ext cx="2101881" cy="63238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470C02FC-94BA-6176-AC74-D7D161028BE5}"/>
                  </a:ext>
                </a:extLst>
              </p:cNvPr>
              <p:cNvSpPr txBox="1"/>
              <p:nvPr/>
            </p:nvSpPr>
            <p:spPr>
              <a:xfrm>
                <a:off x="682342" y="4300989"/>
                <a:ext cx="2101881" cy="8357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9" name="矩形: 圆角 38">
                <a:extLst>
                  <a:ext uri="{FF2B5EF4-FFF2-40B4-BE49-F238E27FC236}">
                    <a16:creationId xmlns:a16="http://schemas.microsoft.com/office/drawing/2014/main" id="{85ABAC89-1B4F-EACF-452F-AAF331857666}"/>
                  </a:ext>
                </a:extLst>
              </p:cNvPr>
              <p:cNvSpPr/>
              <p:nvPr/>
            </p:nvSpPr>
            <p:spPr>
              <a:xfrm>
                <a:off x="936677" y="5297427"/>
                <a:ext cx="1571274" cy="430273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</a:rPr>
                  <a:t>01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FA79F6DB-D4F0-C3E6-9804-FF0B8CF0FE8A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1492525" y="2637644"/>
                <a:ext cx="459577" cy="459577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41" name="任意多边形: 形状 40">
                <a:extLst>
                  <a:ext uri="{FF2B5EF4-FFF2-40B4-BE49-F238E27FC236}">
                    <a16:creationId xmlns:a16="http://schemas.microsoft.com/office/drawing/2014/main" id="{3C4DF621-2865-DA7A-CE41-39ABFC627C39}"/>
                  </a:ext>
                </a:extLst>
              </p:cNvPr>
              <p:cNvSpPr/>
              <p:nvPr/>
            </p:nvSpPr>
            <p:spPr>
              <a:xfrm>
                <a:off x="1626045" y="2761909"/>
                <a:ext cx="192536" cy="211046"/>
              </a:xfrm>
              <a:custGeom>
                <a:avLst/>
                <a:gdLst>
                  <a:gd name="connsiteX0" fmla="*/ 248770 w 495300"/>
                  <a:gd name="connsiteY0" fmla="*/ 621 h 542925"/>
                  <a:gd name="connsiteX1" fmla="*/ 496420 w 495300"/>
                  <a:gd name="connsiteY1" fmla="*/ 248271 h 542925"/>
                  <a:gd name="connsiteX2" fmla="*/ 324017 w 495300"/>
                  <a:gd name="connsiteY2" fmla="*/ 484491 h 542925"/>
                  <a:gd name="connsiteX3" fmla="*/ 346877 w 495300"/>
                  <a:gd name="connsiteY3" fmla="*/ 524496 h 542925"/>
                  <a:gd name="connsiteX4" fmla="*/ 420220 w 495300"/>
                  <a:gd name="connsiteY4" fmla="*/ 524496 h 542925"/>
                  <a:gd name="connsiteX5" fmla="*/ 420220 w 495300"/>
                  <a:gd name="connsiteY5" fmla="*/ 543546 h 542925"/>
                  <a:gd name="connsiteX6" fmla="*/ 77320 w 495300"/>
                  <a:gd name="connsiteY6" fmla="*/ 543546 h 542925"/>
                  <a:gd name="connsiteX7" fmla="*/ 77320 w 495300"/>
                  <a:gd name="connsiteY7" fmla="*/ 524496 h 542925"/>
                  <a:gd name="connsiteX8" fmla="*/ 150663 w 495300"/>
                  <a:gd name="connsiteY8" fmla="*/ 524496 h 542925"/>
                  <a:gd name="connsiteX9" fmla="*/ 173523 w 495300"/>
                  <a:gd name="connsiteY9" fmla="*/ 484491 h 542925"/>
                  <a:gd name="connsiteX10" fmla="*/ 1120 w 495300"/>
                  <a:gd name="connsiteY10" fmla="*/ 248271 h 542925"/>
                  <a:gd name="connsiteX11" fmla="*/ 248770 w 495300"/>
                  <a:gd name="connsiteY11" fmla="*/ 621 h 542925"/>
                  <a:gd name="connsiteX12" fmla="*/ 192573 w 495300"/>
                  <a:gd name="connsiteY12" fmla="*/ 489254 h 542925"/>
                  <a:gd name="connsiteX13" fmla="*/ 172570 w 495300"/>
                  <a:gd name="connsiteY13" fmla="*/ 524496 h 542925"/>
                  <a:gd name="connsiteX14" fmla="*/ 324970 w 495300"/>
                  <a:gd name="connsiteY14" fmla="*/ 524496 h 542925"/>
                  <a:gd name="connsiteX15" fmla="*/ 304967 w 495300"/>
                  <a:gd name="connsiteY15" fmla="*/ 489254 h 542925"/>
                  <a:gd name="connsiteX16" fmla="*/ 248770 w 495300"/>
                  <a:gd name="connsiteY16" fmla="*/ 495921 h 542925"/>
                  <a:gd name="connsiteX17" fmla="*/ 192573 w 495300"/>
                  <a:gd name="connsiteY17" fmla="*/ 489254 h 542925"/>
                  <a:gd name="connsiteX18" fmla="*/ 248770 w 495300"/>
                  <a:gd name="connsiteY18" fmla="*/ 143496 h 542925"/>
                  <a:gd name="connsiteX19" fmla="*/ 143995 w 495300"/>
                  <a:gd name="connsiteY19" fmla="*/ 248271 h 542925"/>
                  <a:gd name="connsiteX20" fmla="*/ 248770 w 495300"/>
                  <a:gd name="connsiteY20" fmla="*/ 353046 h 542925"/>
                  <a:gd name="connsiteX21" fmla="*/ 353545 w 495300"/>
                  <a:gd name="connsiteY21" fmla="*/ 248271 h 542925"/>
                  <a:gd name="connsiteX22" fmla="*/ 248770 w 495300"/>
                  <a:gd name="connsiteY22" fmla="*/ 143496 h 542925"/>
                  <a:gd name="connsiteX23" fmla="*/ 367833 w 495300"/>
                  <a:gd name="connsiteY23" fmla="*/ 114921 h 542925"/>
                  <a:gd name="connsiteX24" fmla="*/ 353545 w 495300"/>
                  <a:gd name="connsiteY24" fmla="*/ 129209 h 542925"/>
                  <a:gd name="connsiteX25" fmla="*/ 367833 w 495300"/>
                  <a:gd name="connsiteY25" fmla="*/ 143496 h 542925"/>
                  <a:gd name="connsiteX26" fmla="*/ 382120 w 495300"/>
                  <a:gd name="connsiteY26" fmla="*/ 129209 h 542925"/>
                  <a:gd name="connsiteX27" fmla="*/ 367833 w 495300"/>
                  <a:gd name="connsiteY27" fmla="*/ 114921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95300" h="542925">
                    <a:moveTo>
                      <a:pt x="248770" y="621"/>
                    </a:moveTo>
                    <a:cubicBezTo>
                      <a:pt x="385930" y="621"/>
                      <a:pt x="496420" y="111111"/>
                      <a:pt x="496420" y="248271"/>
                    </a:cubicBezTo>
                    <a:cubicBezTo>
                      <a:pt x="496420" y="358761"/>
                      <a:pt x="424030" y="452106"/>
                      <a:pt x="324017" y="484491"/>
                    </a:cubicBezTo>
                    <a:lnTo>
                      <a:pt x="346877" y="524496"/>
                    </a:lnTo>
                    <a:lnTo>
                      <a:pt x="420220" y="524496"/>
                    </a:lnTo>
                    <a:lnTo>
                      <a:pt x="420220" y="543546"/>
                    </a:lnTo>
                    <a:lnTo>
                      <a:pt x="77320" y="543546"/>
                    </a:lnTo>
                    <a:lnTo>
                      <a:pt x="77320" y="524496"/>
                    </a:lnTo>
                    <a:lnTo>
                      <a:pt x="150663" y="524496"/>
                    </a:lnTo>
                    <a:lnTo>
                      <a:pt x="173523" y="484491"/>
                    </a:lnTo>
                    <a:cubicBezTo>
                      <a:pt x="73510" y="453059"/>
                      <a:pt x="1120" y="358761"/>
                      <a:pt x="1120" y="248271"/>
                    </a:cubicBezTo>
                    <a:cubicBezTo>
                      <a:pt x="1120" y="111111"/>
                      <a:pt x="111610" y="621"/>
                      <a:pt x="248770" y="621"/>
                    </a:cubicBezTo>
                    <a:close/>
                    <a:moveTo>
                      <a:pt x="192573" y="489254"/>
                    </a:moveTo>
                    <a:lnTo>
                      <a:pt x="172570" y="524496"/>
                    </a:lnTo>
                    <a:lnTo>
                      <a:pt x="324970" y="524496"/>
                    </a:lnTo>
                    <a:lnTo>
                      <a:pt x="304967" y="489254"/>
                    </a:lnTo>
                    <a:cubicBezTo>
                      <a:pt x="286870" y="493064"/>
                      <a:pt x="267820" y="495921"/>
                      <a:pt x="248770" y="495921"/>
                    </a:cubicBezTo>
                    <a:cubicBezTo>
                      <a:pt x="229720" y="495921"/>
                      <a:pt x="210670" y="493064"/>
                      <a:pt x="192573" y="489254"/>
                    </a:cubicBezTo>
                    <a:close/>
                    <a:moveTo>
                      <a:pt x="248770" y="143496"/>
                    </a:moveTo>
                    <a:cubicBezTo>
                      <a:pt x="190667" y="143496"/>
                      <a:pt x="143995" y="190169"/>
                      <a:pt x="143995" y="248271"/>
                    </a:cubicBezTo>
                    <a:cubicBezTo>
                      <a:pt x="143995" y="306374"/>
                      <a:pt x="190667" y="353046"/>
                      <a:pt x="248770" y="353046"/>
                    </a:cubicBezTo>
                    <a:cubicBezTo>
                      <a:pt x="306873" y="353046"/>
                      <a:pt x="353545" y="306374"/>
                      <a:pt x="353545" y="248271"/>
                    </a:cubicBezTo>
                    <a:cubicBezTo>
                      <a:pt x="353545" y="190169"/>
                      <a:pt x="306873" y="143496"/>
                      <a:pt x="248770" y="143496"/>
                    </a:cubicBezTo>
                    <a:close/>
                    <a:moveTo>
                      <a:pt x="367833" y="114921"/>
                    </a:moveTo>
                    <a:cubicBezTo>
                      <a:pt x="360213" y="114921"/>
                      <a:pt x="353545" y="121589"/>
                      <a:pt x="353545" y="129209"/>
                    </a:cubicBezTo>
                    <a:cubicBezTo>
                      <a:pt x="353545" y="136829"/>
                      <a:pt x="360213" y="143496"/>
                      <a:pt x="367833" y="143496"/>
                    </a:cubicBezTo>
                    <a:cubicBezTo>
                      <a:pt x="375452" y="143496"/>
                      <a:pt x="382120" y="136829"/>
                      <a:pt x="382120" y="129209"/>
                    </a:cubicBezTo>
                    <a:cubicBezTo>
                      <a:pt x="382120" y="121589"/>
                      <a:pt x="375452" y="114921"/>
                      <a:pt x="367833" y="11492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D8348743-1C1F-11F0-39DD-46DF05CC1589}"/>
                </a:ext>
              </a:extLst>
            </p:cNvPr>
            <p:cNvGrpSpPr/>
            <p:nvPr/>
          </p:nvGrpSpPr>
          <p:grpSpPr>
            <a:xfrm>
              <a:off x="5034087" y="2311638"/>
              <a:ext cx="2123827" cy="3242457"/>
              <a:chOff x="2841757" y="2637644"/>
              <a:chExt cx="2123827" cy="3242457"/>
            </a:xfrm>
          </p:grpSpPr>
          <p:sp>
            <p:nvSpPr>
              <p:cNvPr id="30" name="矩形: 圆角 29">
                <a:extLst>
                  <a:ext uri="{FF2B5EF4-FFF2-40B4-BE49-F238E27FC236}">
                    <a16:creationId xmlns:a16="http://schemas.microsoft.com/office/drawing/2014/main" id="{1D20F8EA-9897-1FC8-58C4-77832816B40B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2841757" y="3396977"/>
                <a:ext cx="2123827" cy="248312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ED2C0CB2-2BB3-D553-AC82-50EEB4CD9444}"/>
                  </a:ext>
                </a:extLst>
              </p:cNvPr>
              <p:cNvSpPr txBox="1"/>
              <p:nvPr/>
            </p:nvSpPr>
            <p:spPr>
              <a:xfrm>
                <a:off x="2863700" y="3668605"/>
                <a:ext cx="2101881" cy="63238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A56E38DA-B2CE-7287-2749-7F134BDB3629}"/>
                  </a:ext>
                </a:extLst>
              </p:cNvPr>
              <p:cNvSpPr txBox="1"/>
              <p:nvPr/>
            </p:nvSpPr>
            <p:spPr>
              <a:xfrm>
                <a:off x="2863700" y="4300989"/>
                <a:ext cx="2101881" cy="8357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3" name="矩形: 圆角 32">
                <a:extLst>
                  <a:ext uri="{FF2B5EF4-FFF2-40B4-BE49-F238E27FC236}">
                    <a16:creationId xmlns:a16="http://schemas.microsoft.com/office/drawing/2014/main" id="{4F96C0F8-A510-9FF1-7B3B-6618B19A3B35}"/>
                  </a:ext>
                </a:extLst>
              </p:cNvPr>
              <p:cNvSpPr/>
              <p:nvPr/>
            </p:nvSpPr>
            <p:spPr>
              <a:xfrm>
                <a:off x="3118035" y="5297427"/>
                <a:ext cx="1571274" cy="430273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</a:rPr>
                  <a:t>02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F3E1182B-0FB4-1EA9-384C-76DFFF727AB2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3673883" y="2637644"/>
                <a:ext cx="459577" cy="459577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35" name="任意多边形: 形状 34">
                <a:extLst>
                  <a:ext uri="{FF2B5EF4-FFF2-40B4-BE49-F238E27FC236}">
                    <a16:creationId xmlns:a16="http://schemas.microsoft.com/office/drawing/2014/main" id="{42A48360-A538-11BF-B831-4D9D951E7ED2}"/>
                  </a:ext>
                </a:extLst>
              </p:cNvPr>
              <p:cNvSpPr/>
              <p:nvPr/>
            </p:nvSpPr>
            <p:spPr>
              <a:xfrm>
                <a:off x="3807403" y="2765612"/>
                <a:ext cx="192536" cy="203643"/>
              </a:xfrm>
              <a:custGeom>
                <a:avLst/>
                <a:gdLst>
                  <a:gd name="connsiteX0" fmla="*/ 371955 w 495300"/>
                  <a:gd name="connsiteY0" fmla="*/ 621 h 523875"/>
                  <a:gd name="connsiteX1" fmla="*/ 400530 w 495300"/>
                  <a:gd name="connsiteY1" fmla="*/ 29196 h 523875"/>
                  <a:gd name="connsiteX2" fmla="*/ 400530 w 495300"/>
                  <a:gd name="connsiteY2" fmla="*/ 133971 h 523875"/>
                  <a:gd name="connsiteX3" fmla="*/ 371955 w 495300"/>
                  <a:gd name="connsiteY3" fmla="*/ 162546 h 523875"/>
                  <a:gd name="connsiteX4" fmla="*/ 257655 w 495300"/>
                  <a:gd name="connsiteY4" fmla="*/ 162546 h 523875"/>
                  <a:gd name="connsiteX5" fmla="*/ 257655 w 495300"/>
                  <a:gd name="connsiteY5" fmla="*/ 286371 h 523875"/>
                  <a:gd name="connsiteX6" fmla="*/ 419580 w 495300"/>
                  <a:gd name="connsiteY6" fmla="*/ 286371 h 523875"/>
                  <a:gd name="connsiteX7" fmla="*/ 457680 w 495300"/>
                  <a:gd name="connsiteY7" fmla="*/ 322566 h 523875"/>
                  <a:gd name="connsiteX8" fmla="*/ 457680 w 495300"/>
                  <a:gd name="connsiteY8" fmla="*/ 324471 h 523875"/>
                  <a:gd name="connsiteX9" fmla="*/ 457680 w 495300"/>
                  <a:gd name="connsiteY9" fmla="*/ 429246 h 523875"/>
                  <a:gd name="connsiteX10" fmla="*/ 476730 w 495300"/>
                  <a:gd name="connsiteY10" fmla="*/ 429246 h 523875"/>
                  <a:gd name="connsiteX11" fmla="*/ 495780 w 495300"/>
                  <a:gd name="connsiteY11" fmla="*/ 448296 h 523875"/>
                  <a:gd name="connsiteX12" fmla="*/ 495780 w 495300"/>
                  <a:gd name="connsiteY12" fmla="*/ 505446 h 523875"/>
                  <a:gd name="connsiteX13" fmla="*/ 476730 w 495300"/>
                  <a:gd name="connsiteY13" fmla="*/ 524496 h 523875"/>
                  <a:gd name="connsiteX14" fmla="*/ 419580 w 495300"/>
                  <a:gd name="connsiteY14" fmla="*/ 524496 h 523875"/>
                  <a:gd name="connsiteX15" fmla="*/ 400530 w 495300"/>
                  <a:gd name="connsiteY15" fmla="*/ 505446 h 523875"/>
                  <a:gd name="connsiteX16" fmla="*/ 400530 w 495300"/>
                  <a:gd name="connsiteY16" fmla="*/ 448296 h 523875"/>
                  <a:gd name="connsiteX17" fmla="*/ 419580 w 495300"/>
                  <a:gd name="connsiteY17" fmla="*/ 429246 h 523875"/>
                  <a:gd name="connsiteX18" fmla="*/ 438630 w 495300"/>
                  <a:gd name="connsiteY18" fmla="*/ 429246 h 523875"/>
                  <a:gd name="connsiteX19" fmla="*/ 438630 w 495300"/>
                  <a:gd name="connsiteY19" fmla="*/ 324471 h 523875"/>
                  <a:gd name="connsiteX20" fmla="*/ 420533 w 495300"/>
                  <a:gd name="connsiteY20" fmla="*/ 305421 h 523875"/>
                  <a:gd name="connsiteX21" fmla="*/ 419580 w 495300"/>
                  <a:gd name="connsiteY21" fmla="*/ 305421 h 523875"/>
                  <a:gd name="connsiteX22" fmla="*/ 257655 w 495300"/>
                  <a:gd name="connsiteY22" fmla="*/ 305421 h 523875"/>
                  <a:gd name="connsiteX23" fmla="*/ 257655 w 495300"/>
                  <a:gd name="connsiteY23" fmla="*/ 429246 h 523875"/>
                  <a:gd name="connsiteX24" fmla="*/ 276705 w 495300"/>
                  <a:gd name="connsiteY24" fmla="*/ 429246 h 523875"/>
                  <a:gd name="connsiteX25" fmla="*/ 295755 w 495300"/>
                  <a:gd name="connsiteY25" fmla="*/ 448296 h 523875"/>
                  <a:gd name="connsiteX26" fmla="*/ 295755 w 495300"/>
                  <a:gd name="connsiteY26" fmla="*/ 505446 h 523875"/>
                  <a:gd name="connsiteX27" fmla="*/ 276705 w 495300"/>
                  <a:gd name="connsiteY27" fmla="*/ 524496 h 523875"/>
                  <a:gd name="connsiteX28" fmla="*/ 219555 w 495300"/>
                  <a:gd name="connsiteY28" fmla="*/ 524496 h 523875"/>
                  <a:gd name="connsiteX29" fmla="*/ 200505 w 495300"/>
                  <a:gd name="connsiteY29" fmla="*/ 505446 h 523875"/>
                  <a:gd name="connsiteX30" fmla="*/ 200505 w 495300"/>
                  <a:gd name="connsiteY30" fmla="*/ 448296 h 523875"/>
                  <a:gd name="connsiteX31" fmla="*/ 219555 w 495300"/>
                  <a:gd name="connsiteY31" fmla="*/ 429246 h 523875"/>
                  <a:gd name="connsiteX32" fmla="*/ 238605 w 495300"/>
                  <a:gd name="connsiteY32" fmla="*/ 429246 h 523875"/>
                  <a:gd name="connsiteX33" fmla="*/ 238605 w 495300"/>
                  <a:gd name="connsiteY33" fmla="*/ 305421 h 523875"/>
                  <a:gd name="connsiteX34" fmla="*/ 76680 w 495300"/>
                  <a:gd name="connsiteY34" fmla="*/ 305421 h 523875"/>
                  <a:gd name="connsiteX35" fmla="*/ 57630 w 495300"/>
                  <a:gd name="connsiteY35" fmla="*/ 323519 h 523875"/>
                  <a:gd name="connsiteX36" fmla="*/ 57630 w 495300"/>
                  <a:gd name="connsiteY36" fmla="*/ 324471 h 523875"/>
                  <a:gd name="connsiteX37" fmla="*/ 57630 w 495300"/>
                  <a:gd name="connsiteY37" fmla="*/ 429246 h 523875"/>
                  <a:gd name="connsiteX38" fmla="*/ 76680 w 495300"/>
                  <a:gd name="connsiteY38" fmla="*/ 429246 h 523875"/>
                  <a:gd name="connsiteX39" fmla="*/ 95730 w 495300"/>
                  <a:gd name="connsiteY39" fmla="*/ 448296 h 523875"/>
                  <a:gd name="connsiteX40" fmla="*/ 95730 w 495300"/>
                  <a:gd name="connsiteY40" fmla="*/ 505446 h 523875"/>
                  <a:gd name="connsiteX41" fmla="*/ 76680 w 495300"/>
                  <a:gd name="connsiteY41" fmla="*/ 524496 h 523875"/>
                  <a:gd name="connsiteX42" fmla="*/ 19530 w 495300"/>
                  <a:gd name="connsiteY42" fmla="*/ 524496 h 523875"/>
                  <a:gd name="connsiteX43" fmla="*/ 480 w 495300"/>
                  <a:gd name="connsiteY43" fmla="*/ 505446 h 523875"/>
                  <a:gd name="connsiteX44" fmla="*/ 480 w 495300"/>
                  <a:gd name="connsiteY44" fmla="*/ 448296 h 523875"/>
                  <a:gd name="connsiteX45" fmla="*/ 19530 w 495300"/>
                  <a:gd name="connsiteY45" fmla="*/ 429246 h 523875"/>
                  <a:gd name="connsiteX46" fmla="*/ 38580 w 495300"/>
                  <a:gd name="connsiteY46" fmla="*/ 429246 h 523875"/>
                  <a:gd name="connsiteX47" fmla="*/ 38580 w 495300"/>
                  <a:gd name="connsiteY47" fmla="*/ 324471 h 523875"/>
                  <a:gd name="connsiteX48" fmla="*/ 74775 w 495300"/>
                  <a:gd name="connsiteY48" fmla="*/ 286371 h 523875"/>
                  <a:gd name="connsiteX49" fmla="*/ 76680 w 495300"/>
                  <a:gd name="connsiteY49" fmla="*/ 286371 h 523875"/>
                  <a:gd name="connsiteX50" fmla="*/ 238605 w 495300"/>
                  <a:gd name="connsiteY50" fmla="*/ 286371 h 523875"/>
                  <a:gd name="connsiteX51" fmla="*/ 238605 w 495300"/>
                  <a:gd name="connsiteY51" fmla="*/ 162546 h 523875"/>
                  <a:gd name="connsiteX52" fmla="*/ 124305 w 495300"/>
                  <a:gd name="connsiteY52" fmla="*/ 162546 h 523875"/>
                  <a:gd name="connsiteX53" fmla="*/ 95730 w 495300"/>
                  <a:gd name="connsiteY53" fmla="*/ 133971 h 523875"/>
                  <a:gd name="connsiteX54" fmla="*/ 95730 w 495300"/>
                  <a:gd name="connsiteY54" fmla="*/ 29196 h 523875"/>
                  <a:gd name="connsiteX55" fmla="*/ 124305 w 495300"/>
                  <a:gd name="connsiteY55" fmla="*/ 621 h 523875"/>
                  <a:gd name="connsiteX56" fmla="*/ 371955 w 495300"/>
                  <a:gd name="connsiteY56" fmla="*/ 621 h 523875"/>
                  <a:gd name="connsiteX57" fmla="*/ 148118 w 495300"/>
                  <a:gd name="connsiteY57" fmla="*/ 95871 h 523875"/>
                  <a:gd name="connsiteX58" fmla="*/ 133830 w 495300"/>
                  <a:gd name="connsiteY58" fmla="*/ 110159 h 523875"/>
                  <a:gd name="connsiteX59" fmla="*/ 148118 w 495300"/>
                  <a:gd name="connsiteY59" fmla="*/ 124446 h 523875"/>
                  <a:gd name="connsiteX60" fmla="*/ 162405 w 495300"/>
                  <a:gd name="connsiteY60" fmla="*/ 110159 h 523875"/>
                  <a:gd name="connsiteX61" fmla="*/ 148118 w 495300"/>
                  <a:gd name="connsiteY61" fmla="*/ 9587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495300" h="523875">
                    <a:moveTo>
                      <a:pt x="371955" y="621"/>
                    </a:moveTo>
                    <a:cubicBezTo>
                      <a:pt x="388148" y="621"/>
                      <a:pt x="400530" y="13004"/>
                      <a:pt x="400530" y="29196"/>
                    </a:cubicBezTo>
                    <a:lnTo>
                      <a:pt x="400530" y="133971"/>
                    </a:lnTo>
                    <a:cubicBezTo>
                      <a:pt x="400530" y="150164"/>
                      <a:pt x="388148" y="162546"/>
                      <a:pt x="371955" y="162546"/>
                    </a:cubicBezTo>
                    <a:lnTo>
                      <a:pt x="257655" y="162546"/>
                    </a:lnTo>
                    <a:lnTo>
                      <a:pt x="257655" y="286371"/>
                    </a:lnTo>
                    <a:lnTo>
                      <a:pt x="419580" y="286371"/>
                    </a:lnTo>
                    <a:cubicBezTo>
                      <a:pt x="439583" y="286371"/>
                      <a:pt x="456727" y="302564"/>
                      <a:pt x="457680" y="322566"/>
                    </a:cubicBezTo>
                    <a:lnTo>
                      <a:pt x="457680" y="324471"/>
                    </a:lnTo>
                    <a:lnTo>
                      <a:pt x="457680" y="429246"/>
                    </a:lnTo>
                    <a:lnTo>
                      <a:pt x="476730" y="429246"/>
                    </a:lnTo>
                    <a:cubicBezTo>
                      <a:pt x="487208" y="429246"/>
                      <a:pt x="495780" y="437819"/>
                      <a:pt x="495780" y="448296"/>
                    </a:cubicBezTo>
                    <a:lnTo>
                      <a:pt x="495780" y="505446"/>
                    </a:lnTo>
                    <a:cubicBezTo>
                      <a:pt x="495780" y="515924"/>
                      <a:pt x="487208" y="524496"/>
                      <a:pt x="476730" y="524496"/>
                    </a:cubicBezTo>
                    <a:lnTo>
                      <a:pt x="419580" y="524496"/>
                    </a:lnTo>
                    <a:cubicBezTo>
                      <a:pt x="409102" y="524496"/>
                      <a:pt x="400530" y="515924"/>
                      <a:pt x="400530" y="505446"/>
                    </a:cubicBezTo>
                    <a:lnTo>
                      <a:pt x="400530" y="448296"/>
                    </a:lnTo>
                    <a:cubicBezTo>
                      <a:pt x="400530" y="437819"/>
                      <a:pt x="409102" y="429246"/>
                      <a:pt x="419580" y="429246"/>
                    </a:cubicBezTo>
                    <a:lnTo>
                      <a:pt x="438630" y="429246"/>
                    </a:lnTo>
                    <a:lnTo>
                      <a:pt x="438630" y="324471"/>
                    </a:lnTo>
                    <a:cubicBezTo>
                      <a:pt x="438630" y="313994"/>
                      <a:pt x="431010" y="306374"/>
                      <a:pt x="420533" y="305421"/>
                    </a:cubicBezTo>
                    <a:lnTo>
                      <a:pt x="419580" y="305421"/>
                    </a:lnTo>
                    <a:lnTo>
                      <a:pt x="257655" y="305421"/>
                    </a:lnTo>
                    <a:lnTo>
                      <a:pt x="257655" y="429246"/>
                    </a:lnTo>
                    <a:lnTo>
                      <a:pt x="276705" y="429246"/>
                    </a:lnTo>
                    <a:cubicBezTo>
                      <a:pt x="287183" y="429246"/>
                      <a:pt x="295755" y="437819"/>
                      <a:pt x="295755" y="448296"/>
                    </a:cubicBezTo>
                    <a:lnTo>
                      <a:pt x="295755" y="505446"/>
                    </a:lnTo>
                    <a:cubicBezTo>
                      <a:pt x="295755" y="515924"/>
                      <a:pt x="287183" y="524496"/>
                      <a:pt x="276705" y="524496"/>
                    </a:cubicBezTo>
                    <a:lnTo>
                      <a:pt x="219555" y="524496"/>
                    </a:lnTo>
                    <a:cubicBezTo>
                      <a:pt x="209077" y="524496"/>
                      <a:pt x="200505" y="515924"/>
                      <a:pt x="200505" y="505446"/>
                    </a:cubicBezTo>
                    <a:lnTo>
                      <a:pt x="200505" y="448296"/>
                    </a:lnTo>
                    <a:cubicBezTo>
                      <a:pt x="200505" y="437819"/>
                      <a:pt x="209077" y="429246"/>
                      <a:pt x="219555" y="429246"/>
                    </a:cubicBezTo>
                    <a:lnTo>
                      <a:pt x="238605" y="429246"/>
                    </a:lnTo>
                    <a:lnTo>
                      <a:pt x="238605" y="305421"/>
                    </a:lnTo>
                    <a:lnTo>
                      <a:pt x="76680" y="305421"/>
                    </a:lnTo>
                    <a:cubicBezTo>
                      <a:pt x="66202" y="305421"/>
                      <a:pt x="58583" y="313041"/>
                      <a:pt x="57630" y="323519"/>
                    </a:cubicBezTo>
                    <a:lnTo>
                      <a:pt x="57630" y="324471"/>
                    </a:lnTo>
                    <a:lnTo>
                      <a:pt x="57630" y="429246"/>
                    </a:lnTo>
                    <a:lnTo>
                      <a:pt x="76680" y="429246"/>
                    </a:lnTo>
                    <a:cubicBezTo>
                      <a:pt x="87158" y="429246"/>
                      <a:pt x="95730" y="437819"/>
                      <a:pt x="95730" y="448296"/>
                    </a:cubicBezTo>
                    <a:lnTo>
                      <a:pt x="95730" y="505446"/>
                    </a:lnTo>
                    <a:cubicBezTo>
                      <a:pt x="95730" y="515924"/>
                      <a:pt x="87158" y="524496"/>
                      <a:pt x="76680" y="524496"/>
                    </a:cubicBezTo>
                    <a:lnTo>
                      <a:pt x="19530" y="524496"/>
                    </a:lnTo>
                    <a:cubicBezTo>
                      <a:pt x="9052" y="524496"/>
                      <a:pt x="480" y="515924"/>
                      <a:pt x="480" y="505446"/>
                    </a:cubicBezTo>
                    <a:lnTo>
                      <a:pt x="480" y="448296"/>
                    </a:lnTo>
                    <a:cubicBezTo>
                      <a:pt x="480" y="437819"/>
                      <a:pt x="9052" y="429246"/>
                      <a:pt x="19530" y="429246"/>
                    </a:cubicBezTo>
                    <a:lnTo>
                      <a:pt x="38580" y="429246"/>
                    </a:lnTo>
                    <a:lnTo>
                      <a:pt x="38580" y="324471"/>
                    </a:lnTo>
                    <a:cubicBezTo>
                      <a:pt x="38580" y="304469"/>
                      <a:pt x="54773" y="287324"/>
                      <a:pt x="74775" y="286371"/>
                    </a:cubicBezTo>
                    <a:lnTo>
                      <a:pt x="76680" y="286371"/>
                    </a:lnTo>
                    <a:lnTo>
                      <a:pt x="238605" y="286371"/>
                    </a:lnTo>
                    <a:lnTo>
                      <a:pt x="238605" y="162546"/>
                    </a:lnTo>
                    <a:lnTo>
                      <a:pt x="124305" y="162546"/>
                    </a:lnTo>
                    <a:cubicBezTo>
                      <a:pt x="108112" y="162546"/>
                      <a:pt x="95730" y="150164"/>
                      <a:pt x="95730" y="133971"/>
                    </a:cubicBezTo>
                    <a:lnTo>
                      <a:pt x="95730" y="29196"/>
                    </a:lnTo>
                    <a:cubicBezTo>
                      <a:pt x="95730" y="13004"/>
                      <a:pt x="108112" y="621"/>
                      <a:pt x="124305" y="621"/>
                    </a:cubicBezTo>
                    <a:lnTo>
                      <a:pt x="371955" y="621"/>
                    </a:lnTo>
                    <a:close/>
                    <a:moveTo>
                      <a:pt x="148118" y="95871"/>
                    </a:moveTo>
                    <a:cubicBezTo>
                      <a:pt x="140498" y="95871"/>
                      <a:pt x="133830" y="102539"/>
                      <a:pt x="133830" y="110159"/>
                    </a:cubicBezTo>
                    <a:cubicBezTo>
                      <a:pt x="133830" y="117779"/>
                      <a:pt x="140498" y="124446"/>
                      <a:pt x="148118" y="124446"/>
                    </a:cubicBezTo>
                    <a:cubicBezTo>
                      <a:pt x="155737" y="124446"/>
                      <a:pt x="162405" y="117779"/>
                      <a:pt x="162405" y="110159"/>
                    </a:cubicBezTo>
                    <a:cubicBezTo>
                      <a:pt x="162405" y="102539"/>
                      <a:pt x="155737" y="95871"/>
                      <a:pt x="148118" y="9587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A108F86D-86EB-40D4-C25F-50846B797D28}"/>
                </a:ext>
              </a:extLst>
            </p:cNvPr>
            <p:cNvGrpSpPr/>
            <p:nvPr/>
          </p:nvGrpSpPr>
          <p:grpSpPr>
            <a:xfrm>
              <a:off x="8668824" y="2311638"/>
              <a:ext cx="2123827" cy="3242457"/>
              <a:chOff x="5023115" y="2637644"/>
              <a:chExt cx="2123827" cy="3242457"/>
            </a:xfrm>
          </p:grpSpPr>
          <p:sp>
            <p:nvSpPr>
              <p:cNvPr id="24" name="矩形: 圆角 23">
                <a:extLst>
                  <a:ext uri="{FF2B5EF4-FFF2-40B4-BE49-F238E27FC236}">
                    <a16:creationId xmlns:a16="http://schemas.microsoft.com/office/drawing/2014/main" id="{0E9B62E5-7C72-A696-4F79-0EEEF3F55CC5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5023115" y="3396977"/>
                <a:ext cx="2123827" cy="248312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DEA640E9-2F8F-E88B-4668-F3297739333F}"/>
                  </a:ext>
                </a:extLst>
              </p:cNvPr>
              <p:cNvSpPr txBox="1"/>
              <p:nvPr/>
            </p:nvSpPr>
            <p:spPr>
              <a:xfrm>
                <a:off x="5045058" y="3668605"/>
                <a:ext cx="2101881" cy="63238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9596E8FF-7F28-C9FC-F29C-9F175083BB7B}"/>
                  </a:ext>
                </a:extLst>
              </p:cNvPr>
              <p:cNvSpPr txBox="1"/>
              <p:nvPr/>
            </p:nvSpPr>
            <p:spPr>
              <a:xfrm>
                <a:off x="5045058" y="4300989"/>
                <a:ext cx="2101881" cy="8357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27" name="矩形: 圆角 26">
                <a:extLst>
                  <a:ext uri="{FF2B5EF4-FFF2-40B4-BE49-F238E27FC236}">
                    <a16:creationId xmlns:a16="http://schemas.microsoft.com/office/drawing/2014/main" id="{87A4EB75-640F-010D-8631-803EBA988BEB}"/>
                  </a:ext>
                </a:extLst>
              </p:cNvPr>
              <p:cNvSpPr/>
              <p:nvPr/>
            </p:nvSpPr>
            <p:spPr>
              <a:xfrm>
                <a:off x="5299393" y="5297427"/>
                <a:ext cx="1571274" cy="430273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</a:rPr>
                  <a:t>03</a:t>
                </a:r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17C37569-65DB-7C0A-D4ED-922332446EDC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855242" y="2637644"/>
                <a:ext cx="459577" cy="459577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29" name="任意多边形: 形状 28">
                <a:extLst>
                  <a:ext uri="{FF2B5EF4-FFF2-40B4-BE49-F238E27FC236}">
                    <a16:creationId xmlns:a16="http://schemas.microsoft.com/office/drawing/2014/main" id="{BA082CE6-DA76-3E29-4C2E-AB807906835D}"/>
                  </a:ext>
                </a:extLst>
              </p:cNvPr>
              <p:cNvSpPr/>
              <p:nvPr/>
            </p:nvSpPr>
            <p:spPr>
              <a:xfrm>
                <a:off x="5988763" y="2772885"/>
                <a:ext cx="192536" cy="189096"/>
              </a:xfrm>
              <a:custGeom>
                <a:avLst/>
                <a:gdLst>
                  <a:gd name="connsiteX0" fmla="*/ 343764 w 533400"/>
                  <a:gd name="connsiteY0" fmla="*/ 276846 h 523875"/>
                  <a:gd name="connsiteX1" fmla="*/ 372339 w 533400"/>
                  <a:gd name="connsiteY1" fmla="*/ 305421 h 523875"/>
                  <a:gd name="connsiteX2" fmla="*/ 372339 w 533400"/>
                  <a:gd name="connsiteY2" fmla="*/ 495921 h 523875"/>
                  <a:gd name="connsiteX3" fmla="*/ 343764 w 533400"/>
                  <a:gd name="connsiteY3" fmla="*/ 524496 h 523875"/>
                  <a:gd name="connsiteX4" fmla="*/ 191364 w 533400"/>
                  <a:gd name="connsiteY4" fmla="*/ 524496 h 523875"/>
                  <a:gd name="connsiteX5" fmla="*/ 162789 w 533400"/>
                  <a:gd name="connsiteY5" fmla="*/ 495921 h 523875"/>
                  <a:gd name="connsiteX6" fmla="*/ 162789 w 533400"/>
                  <a:gd name="connsiteY6" fmla="*/ 305421 h 523875"/>
                  <a:gd name="connsiteX7" fmla="*/ 191364 w 533400"/>
                  <a:gd name="connsiteY7" fmla="*/ 276846 h 523875"/>
                  <a:gd name="connsiteX8" fmla="*/ 343764 w 533400"/>
                  <a:gd name="connsiteY8" fmla="*/ 276846 h 523875"/>
                  <a:gd name="connsiteX9" fmla="*/ 143739 w 533400"/>
                  <a:gd name="connsiteY9" fmla="*/ 114921 h 523875"/>
                  <a:gd name="connsiteX10" fmla="*/ 179934 w 533400"/>
                  <a:gd name="connsiteY10" fmla="*/ 153021 h 523875"/>
                  <a:gd name="connsiteX11" fmla="*/ 181839 w 533400"/>
                  <a:gd name="connsiteY11" fmla="*/ 153021 h 523875"/>
                  <a:gd name="connsiteX12" fmla="*/ 353289 w 533400"/>
                  <a:gd name="connsiteY12" fmla="*/ 153021 h 523875"/>
                  <a:gd name="connsiteX13" fmla="*/ 391389 w 533400"/>
                  <a:gd name="connsiteY13" fmla="*/ 116826 h 523875"/>
                  <a:gd name="connsiteX14" fmla="*/ 391389 w 533400"/>
                  <a:gd name="connsiteY14" fmla="*/ 114921 h 523875"/>
                  <a:gd name="connsiteX15" fmla="*/ 505689 w 533400"/>
                  <a:gd name="connsiteY15" fmla="*/ 114921 h 523875"/>
                  <a:gd name="connsiteX16" fmla="*/ 534264 w 533400"/>
                  <a:gd name="connsiteY16" fmla="*/ 143496 h 523875"/>
                  <a:gd name="connsiteX17" fmla="*/ 534264 w 533400"/>
                  <a:gd name="connsiteY17" fmla="*/ 381621 h 523875"/>
                  <a:gd name="connsiteX18" fmla="*/ 505689 w 533400"/>
                  <a:gd name="connsiteY18" fmla="*/ 410196 h 523875"/>
                  <a:gd name="connsiteX19" fmla="*/ 391389 w 533400"/>
                  <a:gd name="connsiteY19" fmla="*/ 410196 h 523875"/>
                  <a:gd name="connsiteX20" fmla="*/ 391389 w 533400"/>
                  <a:gd name="connsiteY20" fmla="*/ 295896 h 523875"/>
                  <a:gd name="connsiteX21" fmla="*/ 355194 w 533400"/>
                  <a:gd name="connsiteY21" fmla="*/ 257796 h 523875"/>
                  <a:gd name="connsiteX22" fmla="*/ 353289 w 533400"/>
                  <a:gd name="connsiteY22" fmla="*/ 257796 h 523875"/>
                  <a:gd name="connsiteX23" fmla="*/ 181839 w 533400"/>
                  <a:gd name="connsiteY23" fmla="*/ 257796 h 523875"/>
                  <a:gd name="connsiteX24" fmla="*/ 143739 w 533400"/>
                  <a:gd name="connsiteY24" fmla="*/ 293991 h 523875"/>
                  <a:gd name="connsiteX25" fmla="*/ 143739 w 533400"/>
                  <a:gd name="connsiteY25" fmla="*/ 295896 h 523875"/>
                  <a:gd name="connsiteX26" fmla="*/ 143739 w 533400"/>
                  <a:gd name="connsiteY26" fmla="*/ 410196 h 523875"/>
                  <a:gd name="connsiteX27" fmla="*/ 29439 w 533400"/>
                  <a:gd name="connsiteY27" fmla="*/ 410196 h 523875"/>
                  <a:gd name="connsiteX28" fmla="*/ 864 w 533400"/>
                  <a:gd name="connsiteY28" fmla="*/ 381621 h 523875"/>
                  <a:gd name="connsiteX29" fmla="*/ 864 w 533400"/>
                  <a:gd name="connsiteY29" fmla="*/ 201599 h 523875"/>
                  <a:gd name="connsiteX30" fmla="*/ 11342 w 533400"/>
                  <a:gd name="connsiteY30" fmla="*/ 175881 h 523875"/>
                  <a:gd name="connsiteX31" fmla="*/ 56109 w 533400"/>
                  <a:gd name="connsiteY31" fmla="*/ 127304 h 523875"/>
                  <a:gd name="connsiteX32" fmla="*/ 83732 w 533400"/>
                  <a:gd name="connsiteY32" fmla="*/ 114921 h 523875"/>
                  <a:gd name="connsiteX33" fmla="*/ 143739 w 533400"/>
                  <a:gd name="connsiteY33" fmla="*/ 114921 h 523875"/>
                  <a:gd name="connsiteX34" fmla="*/ 462827 w 533400"/>
                  <a:gd name="connsiteY34" fmla="*/ 172071 h 523875"/>
                  <a:gd name="connsiteX35" fmla="*/ 448539 w 533400"/>
                  <a:gd name="connsiteY35" fmla="*/ 186359 h 523875"/>
                  <a:gd name="connsiteX36" fmla="*/ 462827 w 533400"/>
                  <a:gd name="connsiteY36" fmla="*/ 200646 h 523875"/>
                  <a:gd name="connsiteX37" fmla="*/ 477114 w 533400"/>
                  <a:gd name="connsiteY37" fmla="*/ 186359 h 523875"/>
                  <a:gd name="connsiteX38" fmla="*/ 462827 w 533400"/>
                  <a:gd name="connsiteY38" fmla="*/ 172071 h 523875"/>
                  <a:gd name="connsiteX39" fmla="*/ 343764 w 533400"/>
                  <a:gd name="connsiteY39" fmla="*/ 621 h 523875"/>
                  <a:gd name="connsiteX40" fmla="*/ 372339 w 533400"/>
                  <a:gd name="connsiteY40" fmla="*/ 29196 h 523875"/>
                  <a:gd name="connsiteX41" fmla="*/ 372339 w 533400"/>
                  <a:gd name="connsiteY41" fmla="*/ 105396 h 523875"/>
                  <a:gd name="connsiteX42" fmla="*/ 343764 w 533400"/>
                  <a:gd name="connsiteY42" fmla="*/ 133971 h 523875"/>
                  <a:gd name="connsiteX43" fmla="*/ 191364 w 533400"/>
                  <a:gd name="connsiteY43" fmla="*/ 133971 h 523875"/>
                  <a:gd name="connsiteX44" fmla="*/ 162789 w 533400"/>
                  <a:gd name="connsiteY44" fmla="*/ 105396 h 523875"/>
                  <a:gd name="connsiteX45" fmla="*/ 162789 w 533400"/>
                  <a:gd name="connsiteY45" fmla="*/ 29196 h 523875"/>
                  <a:gd name="connsiteX46" fmla="*/ 191364 w 533400"/>
                  <a:gd name="connsiteY46" fmla="*/ 621 h 523875"/>
                  <a:gd name="connsiteX47" fmla="*/ 343764 w 533400"/>
                  <a:gd name="connsiteY47" fmla="*/ 62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533400" h="523875">
                    <a:moveTo>
                      <a:pt x="343764" y="276846"/>
                    </a:moveTo>
                    <a:cubicBezTo>
                      <a:pt x="359957" y="276846"/>
                      <a:pt x="372339" y="289229"/>
                      <a:pt x="372339" y="305421"/>
                    </a:cubicBezTo>
                    <a:lnTo>
                      <a:pt x="372339" y="495921"/>
                    </a:lnTo>
                    <a:cubicBezTo>
                      <a:pt x="372339" y="512114"/>
                      <a:pt x="359957" y="524496"/>
                      <a:pt x="343764" y="524496"/>
                    </a:cubicBezTo>
                    <a:lnTo>
                      <a:pt x="191364" y="524496"/>
                    </a:lnTo>
                    <a:cubicBezTo>
                      <a:pt x="175171" y="524496"/>
                      <a:pt x="162789" y="512114"/>
                      <a:pt x="162789" y="495921"/>
                    </a:cubicBezTo>
                    <a:lnTo>
                      <a:pt x="162789" y="305421"/>
                    </a:lnTo>
                    <a:cubicBezTo>
                      <a:pt x="162789" y="289229"/>
                      <a:pt x="175171" y="276846"/>
                      <a:pt x="191364" y="276846"/>
                    </a:cubicBezTo>
                    <a:lnTo>
                      <a:pt x="343764" y="276846"/>
                    </a:lnTo>
                    <a:close/>
                    <a:moveTo>
                      <a:pt x="143739" y="114921"/>
                    </a:moveTo>
                    <a:cubicBezTo>
                      <a:pt x="143739" y="134924"/>
                      <a:pt x="159932" y="152069"/>
                      <a:pt x="179934" y="153021"/>
                    </a:cubicBezTo>
                    <a:lnTo>
                      <a:pt x="181839" y="153021"/>
                    </a:lnTo>
                    <a:lnTo>
                      <a:pt x="353289" y="153021"/>
                    </a:lnTo>
                    <a:cubicBezTo>
                      <a:pt x="373292" y="153021"/>
                      <a:pt x="390436" y="136829"/>
                      <a:pt x="391389" y="116826"/>
                    </a:cubicBezTo>
                    <a:lnTo>
                      <a:pt x="391389" y="114921"/>
                    </a:lnTo>
                    <a:lnTo>
                      <a:pt x="505689" y="114921"/>
                    </a:lnTo>
                    <a:cubicBezTo>
                      <a:pt x="521882" y="114921"/>
                      <a:pt x="534264" y="127304"/>
                      <a:pt x="534264" y="143496"/>
                    </a:cubicBezTo>
                    <a:lnTo>
                      <a:pt x="534264" y="381621"/>
                    </a:lnTo>
                    <a:cubicBezTo>
                      <a:pt x="534264" y="397814"/>
                      <a:pt x="521882" y="410196"/>
                      <a:pt x="505689" y="410196"/>
                    </a:cubicBezTo>
                    <a:lnTo>
                      <a:pt x="391389" y="410196"/>
                    </a:lnTo>
                    <a:lnTo>
                      <a:pt x="391389" y="295896"/>
                    </a:lnTo>
                    <a:cubicBezTo>
                      <a:pt x="391389" y="275894"/>
                      <a:pt x="375196" y="258749"/>
                      <a:pt x="355194" y="257796"/>
                    </a:cubicBezTo>
                    <a:lnTo>
                      <a:pt x="353289" y="257796"/>
                    </a:lnTo>
                    <a:lnTo>
                      <a:pt x="181839" y="257796"/>
                    </a:lnTo>
                    <a:cubicBezTo>
                      <a:pt x="161836" y="257796"/>
                      <a:pt x="144692" y="273989"/>
                      <a:pt x="143739" y="293991"/>
                    </a:cubicBezTo>
                    <a:lnTo>
                      <a:pt x="143739" y="295896"/>
                    </a:lnTo>
                    <a:lnTo>
                      <a:pt x="143739" y="410196"/>
                    </a:lnTo>
                    <a:lnTo>
                      <a:pt x="29439" y="410196"/>
                    </a:lnTo>
                    <a:cubicBezTo>
                      <a:pt x="13246" y="410196"/>
                      <a:pt x="864" y="397814"/>
                      <a:pt x="864" y="381621"/>
                    </a:cubicBezTo>
                    <a:lnTo>
                      <a:pt x="864" y="201599"/>
                    </a:lnTo>
                    <a:cubicBezTo>
                      <a:pt x="864" y="192074"/>
                      <a:pt x="4674" y="182549"/>
                      <a:pt x="11342" y="175881"/>
                    </a:cubicBezTo>
                    <a:lnTo>
                      <a:pt x="56109" y="127304"/>
                    </a:lnTo>
                    <a:cubicBezTo>
                      <a:pt x="63729" y="119684"/>
                      <a:pt x="73254" y="114921"/>
                      <a:pt x="83732" y="114921"/>
                    </a:cubicBezTo>
                    <a:lnTo>
                      <a:pt x="143739" y="114921"/>
                    </a:lnTo>
                    <a:close/>
                    <a:moveTo>
                      <a:pt x="462827" y="172071"/>
                    </a:moveTo>
                    <a:cubicBezTo>
                      <a:pt x="455207" y="172071"/>
                      <a:pt x="448539" y="178739"/>
                      <a:pt x="448539" y="186359"/>
                    </a:cubicBezTo>
                    <a:cubicBezTo>
                      <a:pt x="448539" y="193979"/>
                      <a:pt x="455207" y="200646"/>
                      <a:pt x="462827" y="200646"/>
                    </a:cubicBezTo>
                    <a:cubicBezTo>
                      <a:pt x="470446" y="200646"/>
                      <a:pt x="477114" y="193979"/>
                      <a:pt x="477114" y="186359"/>
                    </a:cubicBezTo>
                    <a:cubicBezTo>
                      <a:pt x="477114" y="178739"/>
                      <a:pt x="470446" y="172071"/>
                      <a:pt x="462827" y="172071"/>
                    </a:cubicBezTo>
                    <a:close/>
                    <a:moveTo>
                      <a:pt x="343764" y="621"/>
                    </a:moveTo>
                    <a:cubicBezTo>
                      <a:pt x="359957" y="621"/>
                      <a:pt x="372339" y="13004"/>
                      <a:pt x="372339" y="29196"/>
                    </a:cubicBezTo>
                    <a:lnTo>
                      <a:pt x="372339" y="105396"/>
                    </a:lnTo>
                    <a:cubicBezTo>
                      <a:pt x="372339" y="121589"/>
                      <a:pt x="359957" y="133971"/>
                      <a:pt x="343764" y="133971"/>
                    </a:cubicBezTo>
                    <a:lnTo>
                      <a:pt x="191364" y="133971"/>
                    </a:lnTo>
                    <a:cubicBezTo>
                      <a:pt x="175171" y="133971"/>
                      <a:pt x="162789" y="121589"/>
                      <a:pt x="162789" y="105396"/>
                    </a:cubicBezTo>
                    <a:lnTo>
                      <a:pt x="162789" y="29196"/>
                    </a:lnTo>
                    <a:cubicBezTo>
                      <a:pt x="162789" y="13004"/>
                      <a:pt x="175171" y="621"/>
                      <a:pt x="191364" y="621"/>
                    </a:cubicBezTo>
                    <a:lnTo>
                      <a:pt x="343764" y="62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730E62AD-99EC-360E-6CDD-AF5B36AEF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E592C20-3712-2FBE-3E22-DFFFD6204000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list1-3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869522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C7FB5-E6F8-13AA-B6AC-E17F45924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607450D9-0F63-0746-C953-F7F7155191C6}"/>
              </a:ext>
            </a:extLst>
          </p:cNvPr>
          <p:cNvSpPr>
            <a:spLocks/>
          </p:cNvSpPr>
          <p:nvPr/>
        </p:nvSpPr>
        <p:spPr>
          <a:xfrm>
            <a:off x="682340" y="1130300"/>
            <a:ext cx="10827317" cy="100905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 anchorCtr="0">
            <a:normAutofit/>
          </a:bodyPr>
          <a:lstStyle/>
          <a:p>
            <a:pPr algn="ctr">
              <a:buSzPct val="25000"/>
            </a:pPr>
            <a:r>
              <a:rPr lang="en-US" altLang="zh-CN" sz="2400" b="1" dirty="0">
                <a:solidFill>
                  <a:schemeClr val="tx1"/>
                </a:solidFill>
              </a:rPr>
              <a:t>{</a:t>
            </a:r>
            <a:r>
              <a:rPr lang="en-US" altLang="zh-CN" sz="2400" b="1" dirty="0" err="1">
                <a:solidFill>
                  <a:schemeClr val="tx1"/>
                </a:solidFill>
              </a:rPr>
              <a:t>slideTitle</a:t>
            </a:r>
            <a:r>
              <a:rPr lang="en-US" altLang="zh-CN" sz="2400" b="1" dirty="0">
                <a:solidFill>
                  <a:schemeClr val="tx1"/>
                </a:solidFill>
              </a:rPr>
              <a:t>}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3FBB156A-8040-9138-AE33-556D74A6E40E}"/>
              </a:ext>
            </a:extLst>
          </p:cNvPr>
          <p:cNvGrpSpPr/>
          <p:nvPr/>
        </p:nvGrpSpPr>
        <p:grpSpPr>
          <a:xfrm>
            <a:off x="9224104" y="2099559"/>
            <a:ext cx="2123827" cy="3242455"/>
            <a:chOff x="7204473" y="2637645"/>
            <a:chExt cx="2123827" cy="3242455"/>
          </a:xfrm>
        </p:grpSpPr>
        <p:sp>
          <p:nvSpPr>
            <p:cNvPr id="42" name="矩形: 圆角 41">
              <a:extLst>
                <a:ext uri="{FF2B5EF4-FFF2-40B4-BE49-F238E27FC236}">
                  <a16:creationId xmlns:a16="http://schemas.microsoft.com/office/drawing/2014/main" id="{C4768E91-1903-9B7F-AB5F-B569CE79C93B}"/>
                </a:ext>
              </a:extLst>
            </p:cNvPr>
            <p:cNvSpPr>
              <a:spLocks/>
            </p:cNvSpPr>
            <p:nvPr/>
          </p:nvSpPr>
          <p:spPr>
            <a:xfrm flipH="1">
              <a:off x="7204473" y="3396977"/>
              <a:ext cx="2123827" cy="2483123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E8C3006B-3758-A7CC-7FB4-6B1EA8249449}"/>
                </a:ext>
              </a:extLst>
            </p:cNvPr>
            <p:cNvSpPr txBox="1"/>
            <p:nvPr/>
          </p:nvSpPr>
          <p:spPr>
            <a:xfrm>
              <a:off x="7226416" y="3668606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{vItem.item4}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82BA0587-3687-0E45-DF12-95B0C41F788D}"/>
                </a:ext>
              </a:extLst>
            </p:cNvPr>
            <p:cNvSpPr txBox="1"/>
            <p:nvPr/>
          </p:nvSpPr>
          <p:spPr>
            <a:xfrm>
              <a:off x="7226416" y="4300990"/>
              <a:ext cx="2101881" cy="8357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{vItem.item4_Desc}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45" name="矩形: 圆角 44">
              <a:extLst>
                <a:ext uri="{FF2B5EF4-FFF2-40B4-BE49-F238E27FC236}">
                  <a16:creationId xmlns:a16="http://schemas.microsoft.com/office/drawing/2014/main" id="{B80E4B48-7FAF-8F85-D740-8AD1474A80C6}"/>
                </a:ext>
              </a:extLst>
            </p:cNvPr>
            <p:cNvSpPr/>
            <p:nvPr/>
          </p:nvSpPr>
          <p:spPr>
            <a:xfrm>
              <a:off x="7480751" y="5297427"/>
              <a:ext cx="1571274" cy="430273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04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AC1AABDB-927C-7676-73AD-A418457AEA0E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8036600" y="2637645"/>
              <a:ext cx="459577" cy="459577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7" name="任意多边形: 形状 46">
              <a:extLst>
                <a:ext uri="{FF2B5EF4-FFF2-40B4-BE49-F238E27FC236}">
                  <a16:creationId xmlns:a16="http://schemas.microsoft.com/office/drawing/2014/main" id="{0CFED432-F228-36D9-5962-E7E7B53F9B7E}"/>
                </a:ext>
              </a:extLst>
            </p:cNvPr>
            <p:cNvSpPr/>
            <p:nvPr/>
          </p:nvSpPr>
          <p:spPr>
            <a:xfrm>
              <a:off x="8170121" y="2786726"/>
              <a:ext cx="192536" cy="161414"/>
            </a:xfrm>
            <a:custGeom>
              <a:avLst/>
              <a:gdLst>
                <a:gd name="T0" fmla="*/ 2623 w 2768"/>
                <a:gd name="T1" fmla="*/ 1207 h 2324"/>
                <a:gd name="T2" fmla="*/ 2529 w 2768"/>
                <a:gd name="T3" fmla="*/ 2116 h 2324"/>
                <a:gd name="T4" fmla="*/ 2298 w 2768"/>
                <a:gd name="T5" fmla="*/ 2324 h 2324"/>
                <a:gd name="T6" fmla="*/ 470 w 2768"/>
                <a:gd name="T7" fmla="*/ 2324 h 2324"/>
                <a:gd name="T8" fmla="*/ 239 w 2768"/>
                <a:gd name="T9" fmla="*/ 2116 h 2324"/>
                <a:gd name="T10" fmla="*/ 145 w 2768"/>
                <a:gd name="T11" fmla="*/ 1207 h 2324"/>
                <a:gd name="T12" fmla="*/ 170 w 2768"/>
                <a:gd name="T13" fmla="*/ 1130 h 2324"/>
                <a:gd name="T14" fmla="*/ 244 w 2768"/>
                <a:gd name="T15" fmla="*/ 1097 h 2324"/>
                <a:gd name="T16" fmla="*/ 2524 w 2768"/>
                <a:gd name="T17" fmla="*/ 1097 h 2324"/>
                <a:gd name="T18" fmla="*/ 2598 w 2768"/>
                <a:gd name="T19" fmla="*/ 1130 h 2324"/>
                <a:gd name="T20" fmla="*/ 2623 w 2768"/>
                <a:gd name="T21" fmla="*/ 1207 h 2324"/>
                <a:gd name="T22" fmla="*/ 2762 w 2768"/>
                <a:gd name="T23" fmla="*/ 588 h 2324"/>
                <a:gd name="T24" fmla="*/ 2722 w 2768"/>
                <a:gd name="T25" fmla="*/ 814 h 2324"/>
                <a:gd name="T26" fmla="*/ 2624 w 2768"/>
                <a:gd name="T27" fmla="*/ 897 h 2324"/>
                <a:gd name="T28" fmla="*/ 157 w 2768"/>
                <a:gd name="T29" fmla="*/ 897 h 2324"/>
                <a:gd name="T30" fmla="*/ 60 w 2768"/>
                <a:gd name="T31" fmla="*/ 820 h 2324"/>
                <a:gd name="T32" fmla="*/ 7 w 2768"/>
                <a:gd name="T33" fmla="*/ 593 h 2324"/>
                <a:gd name="T34" fmla="*/ 26 w 2768"/>
                <a:gd name="T35" fmla="*/ 508 h 2324"/>
                <a:gd name="T36" fmla="*/ 104 w 2768"/>
                <a:gd name="T37" fmla="*/ 470 h 2324"/>
                <a:gd name="T38" fmla="*/ 904 w 2768"/>
                <a:gd name="T39" fmla="*/ 470 h 2324"/>
                <a:gd name="T40" fmla="*/ 904 w 2768"/>
                <a:gd name="T41" fmla="*/ 100 h 2324"/>
                <a:gd name="T42" fmla="*/ 1004 w 2768"/>
                <a:gd name="T43" fmla="*/ 0 h 2324"/>
                <a:gd name="T44" fmla="*/ 1764 w 2768"/>
                <a:gd name="T45" fmla="*/ 0 h 2324"/>
                <a:gd name="T46" fmla="*/ 1864 w 2768"/>
                <a:gd name="T47" fmla="*/ 100 h 2324"/>
                <a:gd name="T48" fmla="*/ 1864 w 2768"/>
                <a:gd name="T49" fmla="*/ 470 h 2324"/>
                <a:gd name="T50" fmla="*/ 2664 w 2768"/>
                <a:gd name="T51" fmla="*/ 470 h 2324"/>
                <a:gd name="T52" fmla="*/ 2741 w 2768"/>
                <a:gd name="T53" fmla="*/ 506 h 2324"/>
                <a:gd name="T54" fmla="*/ 2762 w 2768"/>
                <a:gd name="T55" fmla="*/ 588 h 2324"/>
                <a:gd name="T56" fmla="*/ 1104 w 2768"/>
                <a:gd name="T57" fmla="*/ 470 h 2324"/>
                <a:gd name="T58" fmla="*/ 1664 w 2768"/>
                <a:gd name="T59" fmla="*/ 470 h 2324"/>
                <a:gd name="T60" fmla="*/ 1664 w 2768"/>
                <a:gd name="T61" fmla="*/ 200 h 2324"/>
                <a:gd name="T62" fmla="*/ 1104 w 2768"/>
                <a:gd name="T63" fmla="*/ 200 h 2324"/>
                <a:gd name="T64" fmla="*/ 1104 w 2768"/>
                <a:gd name="T65" fmla="*/ 470 h 23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2768" h="2324">
                  <a:moveTo>
                    <a:pt x="2623" y="1207"/>
                  </a:moveTo>
                  <a:lnTo>
                    <a:pt x="2529" y="2116"/>
                  </a:lnTo>
                  <a:cubicBezTo>
                    <a:pt x="2517" y="2234"/>
                    <a:pt x="2418" y="2324"/>
                    <a:pt x="2298" y="2324"/>
                  </a:cubicBezTo>
                  <a:lnTo>
                    <a:pt x="470" y="2324"/>
                  </a:lnTo>
                  <a:cubicBezTo>
                    <a:pt x="350" y="2324"/>
                    <a:pt x="251" y="2234"/>
                    <a:pt x="239" y="2116"/>
                  </a:cubicBezTo>
                  <a:lnTo>
                    <a:pt x="145" y="1207"/>
                  </a:lnTo>
                  <a:cubicBezTo>
                    <a:pt x="142" y="1179"/>
                    <a:pt x="151" y="1151"/>
                    <a:pt x="170" y="1130"/>
                  </a:cubicBezTo>
                  <a:cubicBezTo>
                    <a:pt x="189" y="1109"/>
                    <a:pt x="216" y="1097"/>
                    <a:pt x="244" y="1097"/>
                  </a:cubicBezTo>
                  <a:lnTo>
                    <a:pt x="2524" y="1097"/>
                  </a:lnTo>
                  <a:cubicBezTo>
                    <a:pt x="2552" y="1097"/>
                    <a:pt x="2579" y="1109"/>
                    <a:pt x="2598" y="1130"/>
                  </a:cubicBezTo>
                  <a:cubicBezTo>
                    <a:pt x="2617" y="1151"/>
                    <a:pt x="2626" y="1179"/>
                    <a:pt x="2623" y="1207"/>
                  </a:cubicBezTo>
                  <a:close/>
                  <a:moveTo>
                    <a:pt x="2762" y="588"/>
                  </a:moveTo>
                  <a:lnTo>
                    <a:pt x="2722" y="814"/>
                  </a:lnTo>
                  <a:cubicBezTo>
                    <a:pt x="2714" y="862"/>
                    <a:pt x="2673" y="897"/>
                    <a:pt x="2624" y="897"/>
                  </a:cubicBezTo>
                  <a:lnTo>
                    <a:pt x="157" y="897"/>
                  </a:lnTo>
                  <a:cubicBezTo>
                    <a:pt x="111" y="897"/>
                    <a:pt x="71" y="865"/>
                    <a:pt x="60" y="820"/>
                  </a:cubicBezTo>
                  <a:lnTo>
                    <a:pt x="7" y="593"/>
                  </a:lnTo>
                  <a:cubicBezTo>
                    <a:pt x="0" y="564"/>
                    <a:pt x="7" y="532"/>
                    <a:pt x="26" y="508"/>
                  </a:cubicBezTo>
                  <a:cubicBezTo>
                    <a:pt x="45" y="484"/>
                    <a:pt x="73" y="470"/>
                    <a:pt x="104" y="470"/>
                  </a:cubicBezTo>
                  <a:lnTo>
                    <a:pt x="904" y="470"/>
                  </a:lnTo>
                  <a:lnTo>
                    <a:pt x="904" y="100"/>
                  </a:lnTo>
                  <a:cubicBezTo>
                    <a:pt x="904" y="45"/>
                    <a:pt x="949" y="0"/>
                    <a:pt x="1004" y="0"/>
                  </a:cubicBezTo>
                  <a:lnTo>
                    <a:pt x="1764" y="0"/>
                  </a:lnTo>
                  <a:cubicBezTo>
                    <a:pt x="1819" y="0"/>
                    <a:pt x="1864" y="45"/>
                    <a:pt x="1864" y="100"/>
                  </a:cubicBezTo>
                  <a:lnTo>
                    <a:pt x="1864" y="470"/>
                  </a:lnTo>
                  <a:lnTo>
                    <a:pt x="2664" y="470"/>
                  </a:lnTo>
                  <a:cubicBezTo>
                    <a:pt x="2694" y="470"/>
                    <a:pt x="2722" y="483"/>
                    <a:pt x="2741" y="506"/>
                  </a:cubicBezTo>
                  <a:cubicBezTo>
                    <a:pt x="2760" y="529"/>
                    <a:pt x="2768" y="559"/>
                    <a:pt x="2762" y="588"/>
                  </a:cubicBezTo>
                  <a:close/>
                  <a:moveTo>
                    <a:pt x="1104" y="470"/>
                  </a:moveTo>
                  <a:lnTo>
                    <a:pt x="1664" y="470"/>
                  </a:lnTo>
                  <a:lnTo>
                    <a:pt x="1664" y="200"/>
                  </a:lnTo>
                  <a:lnTo>
                    <a:pt x="1104" y="200"/>
                  </a:lnTo>
                  <a:lnTo>
                    <a:pt x="1104" y="470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7A03D31B-8ADD-2AAB-4BDD-3BA9FAD6D597}"/>
              </a:ext>
            </a:extLst>
          </p:cNvPr>
          <p:cNvGrpSpPr/>
          <p:nvPr/>
        </p:nvGrpSpPr>
        <p:grpSpPr>
          <a:xfrm>
            <a:off x="914841" y="2099559"/>
            <a:ext cx="2123827" cy="3242457"/>
            <a:chOff x="660399" y="2637644"/>
            <a:chExt cx="2123827" cy="3242457"/>
          </a:xfrm>
        </p:grpSpPr>
        <p:sp>
          <p:nvSpPr>
            <p:cNvPr id="36" name="矩形: 圆角 35">
              <a:extLst>
                <a:ext uri="{FF2B5EF4-FFF2-40B4-BE49-F238E27FC236}">
                  <a16:creationId xmlns:a16="http://schemas.microsoft.com/office/drawing/2014/main" id="{D2F955D9-BA0B-359E-C4D0-5179E8113ED6}"/>
                </a:ext>
              </a:extLst>
            </p:cNvPr>
            <p:cNvSpPr>
              <a:spLocks/>
            </p:cNvSpPr>
            <p:nvPr/>
          </p:nvSpPr>
          <p:spPr>
            <a:xfrm flipH="1">
              <a:off x="660399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05EFA319-BF2A-0C81-728D-20CE1F4EA408}"/>
                </a:ext>
              </a:extLst>
            </p:cNvPr>
            <p:cNvSpPr txBox="1"/>
            <p:nvPr/>
          </p:nvSpPr>
          <p:spPr>
            <a:xfrm>
              <a:off x="682340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FAFCCAA5-F190-76C4-E6E5-7CE7150AA124}"/>
                </a:ext>
              </a:extLst>
            </p:cNvPr>
            <p:cNvSpPr txBox="1"/>
            <p:nvPr/>
          </p:nvSpPr>
          <p:spPr>
            <a:xfrm>
              <a:off x="682342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9" name="矩形: 圆角 38">
              <a:extLst>
                <a:ext uri="{FF2B5EF4-FFF2-40B4-BE49-F238E27FC236}">
                  <a16:creationId xmlns:a16="http://schemas.microsoft.com/office/drawing/2014/main" id="{BBC5460E-01C1-163B-E76A-E68D504D5893}"/>
                </a:ext>
              </a:extLst>
            </p:cNvPr>
            <p:cNvSpPr/>
            <p:nvPr/>
          </p:nvSpPr>
          <p:spPr>
            <a:xfrm>
              <a:off x="936677" y="5297427"/>
              <a:ext cx="1571274" cy="4302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01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01328269-742F-6329-F215-8703632EB5F1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1492525" y="2637644"/>
              <a:ext cx="459577" cy="45957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1" name="任意多边形: 形状 40">
              <a:extLst>
                <a:ext uri="{FF2B5EF4-FFF2-40B4-BE49-F238E27FC236}">
                  <a16:creationId xmlns:a16="http://schemas.microsoft.com/office/drawing/2014/main" id="{064F55D6-B2F1-60CB-824D-B167A9FEC9C0}"/>
                </a:ext>
              </a:extLst>
            </p:cNvPr>
            <p:cNvSpPr/>
            <p:nvPr/>
          </p:nvSpPr>
          <p:spPr>
            <a:xfrm>
              <a:off x="1626045" y="2761909"/>
              <a:ext cx="192536" cy="211046"/>
            </a:xfrm>
            <a:custGeom>
              <a:avLst/>
              <a:gdLst>
                <a:gd name="connsiteX0" fmla="*/ 248770 w 495300"/>
                <a:gd name="connsiteY0" fmla="*/ 621 h 542925"/>
                <a:gd name="connsiteX1" fmla="*/ 496420 w 495300"/>
                <a:gd name="connsiteY1" fmla="*/ 248271 h 542925"/>
                <a:gd name="connsiteX2" fmla="*/ 324017 w 495300"/>
                <a:gd name="connsiteY2" fmla="*/ 484491 h 542925"/>
                <a:gd name="connsiteX3" fmla="*/ 346877 w 495300"/>
                <a:gd name="connsiteY3" fmla="*/ 524496 h 542925"/>
                <a:gd name="connsiteX4" fmla="*/ 420220 w 495300"/>
                <a:gd name="connsiteY4" fmla="*/ 524496 h 542925"/>
                <a:gd name="connsiteX5" fmla="*/ 420220 w 495300"/>
                <a:gd name="connsiteY5" fmla="*/ 543546 h 542925"/>
                <a:gd name="connsiteX6" fmla="*/ 77320 w 495300"/>
                <a:gd name="connsiteY6" fmla="*/ 543546 h 542925"/>
                <a:gd name="connsiteX7" fmla="*/ 77320 w 495300"/>
                <a:gd name="connsiteY7" fmla="*/ 524496 h 542925"/>
                <a:gd name="connsiteX8" fmla="*/ 150663 w 495300"/>
                <a:gd name="connsiteY8" fmla="*/ 524496 h 542925"/>
                <a:gd name="connsiteX9" fmla="*/ 173523 w 495300"/>
                <a:gd name="connsiteY9" fmla="*/ 484491 h 542925"/>
                <a:gd name="connsiteX10" fmla="*/ 1120 w 495300"/>
                <a:gd name="connsiteY10" fmla="*/ 248271 h 542925"/>
                <a:gd name="connsiteX11" fmla="*/ 248770 w 495300"/>
                <a:gd name="connsiteY11" fmla="*/ 621 h 542925"/>
                <a:gd name="connsiteX12" fmla="*/ 192573 w 495300"/>
                <a:gd name="connsiteY12" fmla="*/ 489254 h 542925"/>
                <a:gd name="connsiteX13" fmla="*/ 172570 w 495300"/>
                <a:gd name="connsiteY13" fmla="*/ 524496 h 542925"/>
                <a:gd name="connsiteX14" fmla="*/ 324970 w 495300"/>
                <a:gd name="connsiteY14" fmla="*/ 524496 h 542925"/>
                <a:gd name="connsiteX15" fmla="*/ 304967 w 495300"/>
                <a:gd name="connsiteY15" fmla="*/ 489254 h 542925"/>
                <a:gd name="connsiteX16" fmla="*/ 248770 w 495300"/>
                <a:gd name="connsiteY16" fmla="*/ 495921 h 542925"/>
                <a:gd name="connsiteX17" fmla="*/ 192573 w 495300"/>
                <a:gd name="connsiteY17" fmla="*/ 489254 h 542925"/>
                <a:gd name="connsiteX18" fmla="*/ 248770 w 495300"/>
                <a:gd name="connsiteY18" fmla="*/ 143496 h 542925"/>
                <a:gd name="connsiteX19" fmla="*/ 143995 w 495300"/>
                <a:gd name="connsiteY19" fmla="*/ 248271 h 542925"/>
                <a:gd name="connsiteX20" fmla="*/ 248770 w 495300"/>
                <a:gd name="connsiteY20" fmla="*/ 353046 h 542925"/>
                <a:gd name="connsiteX21" fmla="*/ 353545 w 495300"/>
                <a:gd name="connsiteY21" fmla="*/ 248271 h 542925"/>
                <a:gd name="connsiteX22" fmla="*/ 248770 w 495300"/>
                <a:gd name="connsiteY22" fmla="*/ 143496 h 542925"/>
                <a:gd name="connsiteX23" fmla="*/ 367833 w 495300"/>
                <a:gd name="connsiteY23" fmla="*/ 114921 h 542925"/>
                <a:gd name="connsiteX24" fmla="*/ 353545 w 495300"/>
                <a:gd name="connsiteY24" fmla="*/ 129209 h 542925"/>
                <a:gd name="connsiteX25" fmla="*/ 367833 w 495300"/>
                <a:gd name="connsiteY25" fmla="*/ 143496 h 542925"/>
                <a:gd name="connsiteX26" fmla="*/ 382120 w 495300"/>
                <a:gd name="connsiteY26" fmla="*/ 129209 h 542925"/>
                <a:gd name="connsiteX27" fmla="*/ 367833 w 495300"/>
                <a:gd name="connsiteY27" fmla="*/ 114921 h 542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95300" h="542925">
                  <a:moveTo>
                    <a:pt x="248770" y="621"/>
                  </a:moveTo>
                  <a:cubicBezTo>
                    <a:pt x="385930" y="621"/>
                    <a:pt x="496420" y="111111"/>
                    <a:pt x="496420" y="248271"/>
                  </a:cubicBezTo>
                  <a:cubicBezTo>
                    <a:pt x="496420" y="358761"/>
                    <a:pt x="424030" y="452106"/>
                    <a:pt x="324017" y="484491"/>
                  </a:cubicBezTo>
                  <a:lnTo>
                    <a:pt x="346877" y="524496"/>
                  </a:lnTo>
                  <a:lnTo>
                    <a:pt x="420220" y="524496"/>
                  </a:lnTo>
                  <a:lnTo>
                    <a:pt x="420220" y="543546"/>
                  </a:lnTo>
                  <a:lnTo>
                    <a:pt x="77320" y="543546"/>
                  </a:lnTo>
                  <a:lnTo>
                    <a:pt x="77320" y="524496"/>
                  </a:lnTo>
                  <a:lnTo>
                    <a:pt x="150663" y="524496"/>
                  </a:lnTo>
                  <a:lnTo>
                    <a:pt x="173523" y="484491"/>
                  </a:lnTo>
                  <a:cubicBezTo>
                    <a:pt x="73510" y="453059"/>
                    <a:pt x="1120" y="358761"/>
                    <a:pt x="1120" y="248271"/>
                  </a:cubicBezTo>
                  <a:cubicBezTo>
                    <a:pt x="1120" y="111111"/>
                    <a:pt x="111610" y="621"/>
                    <a:pt x="248770" y="621"/>
                  </a:cubicBezTo>
                  <a:close/>
                  <a:moveTo>
                    <a:pt x="192573" y="489254"/>
                  </a:moveTo>
                  <a:lnTo>
                    <a:pt x="172570" y="524496"/>
                  </a:lnTo>
                  <a:lnTo>
                    <a:pt x="324970" y="524496"/>
                  </a:lnTo>
                  <a:lnTo>
                    <a:pt x="304967" y="489254"/>
                  </a:lnTo>
                  <a:cubicBezTo>
                    <a:pt x="286870" y="493064"/>
                    <a:pt x="267820" y="495921"/>
                    <a:pt x="248770" y="495921"/>
                  </a:cubicBezTo>
                  <a:cubicBezTo>
                    <a:pt x="229720" y="495921"/>
                    <a:pt x="210670" y="493064"/>
                    <a:pt x="192573" y="489254"/>
                  </a:cubicBezTo>
                  <a:close/>
                  <a:moveTo>
                    <a:pt x="248770" y="143496"/>
                  </a:moveTo>
                  <a:cubicBezTo>
                    <a:pt x="190667" y="143496"/>
                    <a:pt x="143995" y="190169"/>
                    <a:pt x="143995" y="248271"/>
                  </a:cubicBezTo>
                  <a:cubicBezTo>
                    <a:pt x="143995" y="306374"/>
                    <a:pt x="190667" y="353046"/>
                    <a:pt x="248770" y="353046"/>
                  </a:cubicBezTo>
                  <a:cubicBezTo>
                    <a:pt x="306873" y="353046"/>
                    <a:pt x="353545" y="306374"/>
                    <a:pt x="353545" y="248271"/>
                  </a:cubicBezTo>
                  <a:cubicBezTo>
                    <a:pt x="353545" y="190169"/>
                    <a:pt x="306873" y="143496"/>
                    <a:pt x="248770" y="143496"/>
                  </a:cubicBezTo>
                  <a:close/>
                  <a:moveTo>
                    <a:pt x="367833" y="114921"/>
                  </a:moveTo>
                  <a:cubicBezTo>
                    <a:pt x="360213" y="114921"/>
                    <a:pt x="353545" y="121589"/>
                    <a:pt x="353545" y="129209"/>
                  </a:cubicBezTo>
                  <a:cubicBezTo>
                    <a:pt x="353545" y="136829"/>
                    <a:pt x="360213" y="143496"/>
                    <a:pt x="367833" y="143496"/>
                  </a:cubicBezTo>
                  <a:cubicBezTo>
                    <a:pt x="375452" y="143496"/>
                    <a:pt x="382120" y="136829"/>
                    <a:pt x="382120" y="129209"/>
                  </a:cubicBezTo>
                  <a:cubicBezTo>
                    <a:pt x="382120" y="121589"/>
                    <a:pt x="375452" y="114921"/>
                    <a:pt x="367833" y="11492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74428A21-4A72-AE6C-AD04-48F943DDF2CE}"/>
              </a:ext>
            </a:extLst>
          </p:cNvPr>
          <p:cNvGrpSpPr/>
          <p:nvPr/>
        </p:nvGrpSpPr>
        <p:grpSpPr>
          <a:xfrm>
            <a:off x="3684595" y="2099559"/>
            <a:ext cx="2123827" cy="3242457"/>
            <a:chOff x="2841757" y="2637644"/>
            <a:chExt cx="2123827" cy="3242457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DDCB2C03-BC96-F325-5AD2-72D5E1861157}"/>
                </a:ext>
              </a:extLst>
            </p:cNvPr>
            <p:cNvSpPr>
              <a:spLocks/>
            </p:cNvSpPr>
            <p:nvPr/>
          </p:nvSpPr>
          <p:spPr>
            <a:xfrm flipH="1">
              <a:off x="2841757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D472AC13-FECF-21D4-B71C-8B4973160FE8}"/>
                </a:ext>
              </a:extLst>
            </p:cNvPr>
            <p:cNvSpPr txBox="1"/>
            <p:nvPr/>
          </p:nvSpPr>
          <p:spPr>
            <a:xfrm>
              <a:off x="2863700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{vItem.item2}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BD89250B-9936-F6AD-9486-9A07CE283204}"/>
                </a:ext>
              </a:extLst>
            </p:cNvPr>
            <p:cNvSpPr txBox="1"/>
            <p:nvPr/>
          </p:nvSpPr>
          <p:spPr>
            <a:xfrm>
              <a:off x="2863700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{vItem.item2_Desc}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3" name="矩形: 圆角 32">
              <a:extLst>
                <a:ext uri="{FF2B5EF4-FFF2-40B4-BE49-F238E27FC236}">
                  <a16:creationId xmlns:a16="http://schemas.microsoft.com/office/drawing/2014/main" id="{7A817685-4E8E-A9FB-E644-24617B5CC0CC}"/>
                </a:ext>
              </a:extLst>
            </p:cNvPr>
            <p:cNvSpPr/>
            <p:nvPr/>
          </p:nvSpPr>
          <p:spPr>
            <a:xfrm>
              <a:off x="3118035" y="5297427"/>
              <a:ext cx="1571274" cy="430273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02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68AC517D-6CA6-D85D-99F6-217BA448F868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3673883" y="2637644"/>
              <a:ext cx="459577" cy="459577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7CB7AEA1-31BD-60CE-39A6-8CADE20B3796}"/>
                </a:ext>
              </a:extLst>
            </p:cNvPr>
            <p:cNvSpPr/>
            <p:nvPr/>
          </p:nvSpPr>
          <p:spPr>
            <a:xfrm>
              <a:off x="3807403" y="2765612"/>
              <a:ext cx="192536" cy="203643"/>
            </a:xfrm>
            <a:custGeom>
              <a:avLst/>
              <a:gdLst>
                <a:gd name="connsiteX0" fmla="*/ 371955 w 495300"/>
                <a:gd name="connsiteY0" fmla="*/ 621 h 523875"/>
                <a:gd name="connsiteX1" fmla="*/ 400530 w 495300"/>
                <a:gd name="connsiteY1" fmla="*/ 29196 h 523875"/>
                <a:gd name="connsiteX2" fmla="*/ 400530 w 495300"/>
                <a:gd name="connsiteY2" fmla="*/ 133971 h 523875"/>
                <a:gd name="connsiteX3" fmla="*/ 371955 w 495300"/>
                <a:gd name="connsiteY3" fmla="*/ 162546 h 523875"/>
                <a:gd name="connsiteX4" fmla="*/ 257655 w 495300"/>
                <a:gd name="connsiteY4" fmla="*/ 162546 h 523875"/>
                <a:gd name="connsiteX5" fmla="*/ 257655 w 495300"/>
                <a:gd name="connsiteY5" fmla="*/ 286371 h 523875"/>
                <a:gd name="connsiteX6" fmla="*/ 419580 w 495300"/>
                <a:gd name="connsiteY6" fmla="*/ 286371 h 523875"/>
                <a:gd name="connsiteX7" fmla="*/ 457680 w 495300"/>
                <a:gd name="connsiteY7" fmla="*/ 322566 h 523875"/>
                <a:gd name="connsiteX8" fmla="*/ 457680 w 495300"/>
                <a:gd name="connsiteY8" fmla="*/ 324471 h 523875"/>
                <a:gd name="connsiteX9" fmla="*/ 457680 w 495300"/>
                <a:gd name="connsiteY9" fmla="*/ 429246 h 523875"/>
                <a:gd name="connsiteX10" fmla="*/ 476730 w 495300"/>
                <a:gd name="connsiteY10" fmla="*/ 429246 h 523875"/>
                <a:gd name="connsiteX11" fmla="*/ 495780 w 495300"/>
                <a:gd name="connsiteY11" fmla="*/ 448296 h 523875"/>
                <a:gd name="connsiteX12" fmla="*/ 495780 w 495300"/>
                <a:gd name="connsiteY12" fmla="*/ 505446 h 523875"/>
                <a:gd name="connsiteX13" fmla="*/ 476730 w 495300"/>
                <a:gd name="connsiteY13" fmla="*/ 524496 h 523875"/>
                <a:gd name="connsiteX14" fmla="*/ 419580 w 495300"/>
                <a:gd name="connsiteY14" fmla="*/ 524496 h 523875"/>
                <a:gd name="connsiteX15" fmla="*/ 400530 w 495300"/>
                <a:gd name="connsiteY15" fmla="*/ 505446 h 523875"/>
                <a:gd name="connsiteX16" fmla="*/ 400530 w 495300"/>
                <a:gd name="connsiteY16" fmla="*/ 448296 h 523875"/>
                <a:gd name="connsiteX17" fmla="*/ 419580 w 495300"/>
                <a:gd name="connsiteY17" fmla="*/ 429246 h 523875"/>
                <a:gd name="connsiteX18" fmla="*/ 438630 w 495300"/>
                <a:gd name="connsiteY18" fmla="*/ 429246 h 523875"/>
                <a:gd name="connsiteX19" fmla="*/ 438630 w 495300"/>
                <a:gd name="connsiteY19" fmla="*/ 324471 h 523875"/>
                <a:gd name="connsiteX20" fmla="*/ 420533 w 495300"/>
                <a:gd name="connsiteY20" fmla="*/ 305421 h 523875"/>
                <a:gd name="connsiteX21" fmla="*/ 419580 w 495300"/>
                <a:gd name="connsiteY21" fmla="*/ 305421 h 523875"/>
                <a:gd name="connsiteX22" fmla="*/ 257655 w 495300"/>
                <a:gd name="connsiteY22" fmla="*/ 305421 h 523875"/>
                <a:gd name="connsiteX23" fmla="*/ 257655 w 495300"/>
                <a:gd name="connsiteY23" fmla="*/ 429246 h 523875"/>
                <a:gd name="connsiteX24" fmla="*/ 276705 w 495300"/>
                <a:gd name="connsiteY24" fmla="*/ 429246 h 523875"/>
                <a:gd name="connsiteX25" fmla="*/ 295755 w 495300"/>
                <a:gd name="connsiteY25" fmla="*/ 448296 h 523875"/>
                <a:gd name="connsiteX26" fmla="*/ 295755 w 495300"/>
                <a:gd name="connsiteY26" fmla="*/ 505446 h 523875"/>
                <a:gd name="connsiteX27" fmla="*/ 276705 w 495300"/>
                <a:gd name="connsiteY27" fmla="*/ 524496 h 523875"/>
                <a:gd name="connsiteX28" fmla="*/ 219555 w 495300"/>
                <a:gd name="connsiteY28" fmla="*/ 524496 h 523875"/>
                <a:gd name="connsiteX29" fmla="*/ 200505 w 495300"/>
                <a:gd name="connsiteY29" fmla="*/ 505446 h 523875"/>
                <a:gd name="connsiteX30" fmla="*/ 200505 w 495300"/>
                <a:gd name="connsiteY30" fmla="*/ 448296 h 523875"/>
                <a:gd name="connsiteX31" fmla="*/ 219555 w 495300"/>
                <a:gd name="connsiteY31" fmla="*/ 429246 h 523875"/>
                <a:gd name="connsiteX32" fmla="*/ 238605 w 495300"/>
                <a:gd name="connsiteY32" fmla="*/ 429246 h 523875"/>
                <a:gd name="connsiteX33" fmla="*/ 238605 w 495300"/>
                <a:gd name="connsiteY33" fmla="*/ 305421 h 523875"/>
                <a:gd name="connsiteX34" fmla="*/ 76680 w 495300"/>
                <a:gd name="connsiteY34" fmla="*/ 305421 h 523875"/>
                <a:gd name="connsiteX35" fmla="*/ 57630 w 495300"/>
                <a:gd name="connsiteY35" fmla="*/ 323519 h 523875"/>
                <a:gd name="connsiteX36" fmla="*/ 57630 w 495300"/>
                <a:gd name="connsiteY36" fmla="*/ 324471 h 523875"/>
                <a:gd name="connsiteX37" fmla="*/ 57630 w 495300"/>
                <a:gd name="connsiteY37" fmla="*/ 429246 h 523875"/>
                <a:gd name="connsiteX38" fmla="*/ 76680 w 495300"/>
                <a:gd name="connsiteY38" fmla="*/ 429246 h 523875"/>
                <a:gd name="connsiteX39" fmla="*/ 95730 w 495300"/>
                <a:gd name="connsiteY39" fmla="*/ 448296 h 523875"/>
                <a:gd name="connsiteX40" fmla="*/ 95730 w 495300"/>
                <a:gd name="connsiteY40" fmla="*/ 505446 h 523875"/>
                <a:gd name="connsiteX41" fmla="*/ 76680 w 495300"/>
                <a:gd name="connsiteY41" fmla="*/ 524496 h 523875"/>
                <a:gd name="connsiteX42" fmla="*/ 19530 w 495300"/>
                <a:gd name="connsiteY42" fmla="*/ 524496 h 523875"/>
                <a:gd name="connsiteX43" fmla="*/ 480 w 495300"/>
                <a:gd name="connsiteY43" fmla="*/ 505446 h 523875"/>
                <a:gd name="connsiteX44" fmla="*/ 480 w 495300"/>
                <a:gd name="connsiteY44" fmla="*/ 448296 h 523875"/>
                <a:gd name="connsiteX45" fmla="*/ 19530 w 495300"/>
                <a:gd name="connsiteY45" fmla="*/ 429246 h 523875"/>
                <a:gd name="connsiteX46" fmla="*/ 38580 w 495300"/>
                <a:gd name="connsiteY46" fmla="*/ 429246 h 523875"/>
                <a:gd name="connsiteX47" fmla="*/ 38580 w 495300"/>
                <a:gd name="connsiteY47" fmla="*/ 324471 h 523875"/>
                <a:gd name="connsiteX48" fmla="*/ 74775 w 495300"/>
                <a:gd name="connsiteY48" fmla="*/ 286371 h 523875"/>
                <a:gd name="connsiteX49" fmla="*/ 76680 w 495300"/>
                <a:gd name="connsiteY49" fmla="*/ 286371 h 523875"/>
                <a:gd name="connsiteX50" fmla="*/ 238605 w 495300"/>
                <a:gd name="connsiteY50" fmla="*/ 286371 h 523875"/>
                <a:gd name="connsiteX51" fmla="*/ 238605 w 495300"/>
                <a:gd name="connsiteY51" fmla="*/ 162546 h 523875"/>
                <a:gd name="connsiteX52" fmla="*/ 124305 w 495300"/>
                <a:gd name="connsiteY52" fmla="*/ 162546 h 523875"/>
                <a:gd name="connsiteX53" fmla="*/ 95730 w 495300"/>
                <a:gd name="connsiteY53" fmla="*/ 133971 h 523875"/>
                <a:gd name="connsiteX54" fmla="*/ 95730 w 495300"/>
                <a:gd name="connsiteY54" fmla="*/ 29196 h 523875"/>
                <a:gd name="connsiteX55" fmla="*/ 124305 w 495300"/>
                <a:gd name="connsiteY55" fmla="*/ 621 h 523875"/>
                <a:gd name="connsiteX56" fmla="*/ 371955 w 495300"/>
                <a:gd name="connsiteY56" fmla="*/ 621 h 523875"/>
                <a:gd name="connsiteX57" fmla="*/ 148118 w 495300"/>
                <a:gd name="connsiteY57" fmla="*/ 95871 h 523875"/>
                <a:gd name="connsiteX58" fmla="*/ 133830 w 495300"/>
                <a:gd name="connsiteY58" fmla="*/ 110159 h 523875"/>
                <a:gd name="connsiteX59" fmla="*/ 148118 w 495300"/>
                <a:gd name="connsiteY59" fmla="*/ 124446 h 523875"/>
                <a:gd name="connsiteX60" fmla="*/ 162405 w 495300"/>
                <a:gd name="connsiteY60" fmla="*/ 110159 h 523875"/>
                <a:gd name="connsiteX61" fmla="*/ 148118 w 495300"/>
                <a:gd name="connsiteY61" fmla="*/ 9587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495300" h="523875">
                  <a:moveTo>
                    <a:pt x="371955" y="621"/>
                  </a:moveTo>
                  <a:cubicBezTo>
                    <a:pt x="388148" y="621"/>
                    <a:pt x="400530" y="13004"/>
                    <a:pt x="400530" y="29196"/>
                  </a:cubicBezTo>
                  <a:lnTo>
                    <a:pt x="400530" y="133971"/>
                  </a:lnTo>
                  <a:cubicBezTo>
                    <a:pt x="400530" y="150164"/>
                    <a:pt x="388148" y="162546"/>
                    <a:pt x="371955" y="162546"/>
                  </a:cubicBezTo>
                  <a:lnTo>
                    <a:pt x="257655" y="162546"/>
                  </a:lnTo>
                  <a:lnTo>
                    <a:pt x="257655" y="286371"/>
                  </a:lnTo>
                  <a:lnTo>
                    <a:pt x="419580" y="286371"/>
                  </a:lnTo>
                  <a:cubicBezTo>
                    <a:pt x="439583" y="286371"/>
                    <a:pt x="456727" y="302564"/>
                    <a:pt x="457680" y="322566"/>
                  </a:cubicBezTo>
                  <a:lnTo>
                    <a:pt x="457680" y="324471"/>
                  </a:lnTo>
                  <a:lnTo>
                    <a:pt x="457680" y="429246"/>
                  </a:lnTo>
                  <a:lnTo>
                    <a:pt x="476730" y="429246"/>
                  </a:lnTo>
                  <a:cubicBezTo>
                    <a:pt x="487208" y="429246"/>
                    <a:pt x="495780" y="437819"/>
                    <a:pt x="495780" y="448296"/>
                  </a:cubicBezTo>
                  <a:lnTo>
                    <a:pt x="495780" y="505446"/>
                  </a:lnTo>
                  <a:cubicBezTo>
                    <a:pt x="495780" y="515924"/>
                    <a:pt x="487208" y="524496"/>
                    <a:pt x="476730" y="524496"/>
                  </a:cubicBezTo>
                  <a:lnTo>
                    <a:pt x="419580" y="524496"/>
                  </a:lnTo>
                  <a:cubicBezTo>
                    <a:pt x="409102" y="524496"/>
                    <a:pt x="400530" y="515924"/>
                    <a:pt x="400530" y="505446"/>
                  </a:cubicBezTo>
                  <a:lnTo>
                    <a:pt x="400530" y="448296"/>
                  </a:lnTo>
                  <a:cubicBezTo>
                    <a:pt x="400530" y="437819"/>
                    <a:pt x="409102" y="429246"/>
                    <a:pt x="419580" y="429246"/>
                  </a:cubicBezTo>
                  <a:lnTo>
                    <a:pt x="438630" y="429246"/>
                  </a:lnTo>
                  <a:lnTo>
                    <a:pt x="438630" y="324471"/>
                  </a:lnTo>
                  <a:cubicBezTo>
                    <a:pt x="438630" y="313994"/>
                    <a:pt x="431010" y="306374"/>
                    <a:pt x="420533" y="305421"/>
                  </a:cubicBezTo>
                  <a:lnTo>
                    <a:pt x="419580" y="305421"/>
                  </a:lnTo>
                  <a:lnTo>
                    <a:pt x="257655" y="305421"/>
                  </a:lnTo>
                  <a:lnTo>
                    <a:pt x="257655" y="429246"/>
                  </a:lnTo>
                  <a:lnTo>
                    <a:pt x="276705" y="429246"/>
                  </a:lnTo>
                  <a:cubicBezTo>
                    <a:pt x="287183" y="429246"/>
                    <a:pt x="295755" y="437819"/>
                    <a:pt x="295755" y="448296"/>
                  </a:cubicBezTo>
                  <a:lnTo>
                    <a:pt x="295755" y="505446"/>
                  </a:lnTo>
                  <a:cubicBezTo>
                    <a:pt x="295755" y="515924"/>
                    <a:pt x="287183" y="524496"/>
                    <a:pt x="276705" y="524496"/>
                  </a:cubicBezTo>
                  <a:lnTo>
                    <a:pt x="219555" y="524496"/>
                  </a:lnTo>
                  <a:cubicBezTo>
                    <a:pt x="209077" y="524496"/>
                    <a:pt x="200505" y="515924"/>
                    <a:pt x="200505" y="505446"/>
                  </a:cubicBezTo>
                  <a:lnTo>
                    <a:pt x="200505" y="448296"/>
                  </a:lnTo>
                  <a:cubicBezTo>
                    <a:pt x="200505" y="437819"/>
                    <a:pt x="209077" y="429246"/>
                    <a:pt x="219555" y="429246"/>
                  </a:cubicBezTo>
                  <a:lnTo>
                    <a:pt x="238605" y="429246"/>
                  </a:lnTo>
                  <a:lnTo>
                    <a:pt x="238605" y="305421"/>
                  </a:lnTo>
                  <a:lnTo>
                    <a:pt x="76680" y="305421"/>
                  </a:lnTo>
                  <a:cubicBezTo>
                    <a:pt x="66202" y="305421"/>
                    <a:pt x="58583" y="313041"/>
                    <a:pt x="57630" y="323519"/>
                  </a:cubicBezTo>
                  <a:lnTo>
                    <a:pt x="57630" y="324471"/>
                  </a:lnTo>
                  <a:lnTo>
                    <a:pt x="57630" y="429246"/>
                  </a:lnTo>
                  <a:lnTo>
                    <a:pt x="76680" y="429246"/>
                  </a:lnTo>
                  <a:cubicBezTo>
                    <a:pt x="87158" y="429246"/>
                    <a:pt x="95730" y="437819"/>
                    <a:pt x="95730" y="448296"/>
                  </a:cubicBezTo>
                  <a:lnTo>
                    <a:pt x="95730" y="505446"/>
                  </a:lnTo>
                  <a:cubicBezTo>
                    <a:pt x="95730" y="515924"/>
                    <a:pt x="87158" y="524496"/>
                    <a:pt x="76680" y="524496"/>
                  </a:cubicBezTo>
                  <a:lnTo>
                    <a:pt x="19530" y="524496"/>
                  </a:lnTo>
                  <a:cubicBezTo>
                    <a:pt x="9052" y="524496"/>
                    <a:pt x="480" y="515924"/>
                    <a:pt x="480" y="505446"/>
                  </a:cubicBezTo>
                  <a:lnTo>
                    <a:pt x="480" y="448296"/>
                  </a:lnTo>
                  <a:cubicBezTo>
                    <a:pt x="480" y="437819"/>
                    <a:pt x="9052" y="429246"/>
                    <a:pt x="19530" y="429246"/>
                  </a:cubicBezTo>
                  <a:lnTo>
                    <a:pt x="38580" y="429246"/>
                  </a:lnTo>
                  <a:lnTo>
                    <a:pt x="38580" y="324471"/>
                  </a:lnTo>
                  <a:cubicBezTo>
                    <a:pt x="38580" y="304469"/>
                    <a:pt x="54773" y="287324"/>
                    <a:pt x="74775" y="286371"/>
                  </a:cubicBezTo>
                  <a:lnTo>
                    <a:pt x="76680" y="286371"/>
                  </a:lnTo>
                  <a:lnTo>
                    <a:pt x="238605" y="286371"/>
                  </a:lnTo>
                  <a:lnTo>
                    <a:pt x="238605" y="162546"/>
                  </a:lnTo>
                  <a:lnTo>
                    <a:pt x="124305" y="162546"/>
                  </a:lnTo>
                  <a:cubicBezTo>
                    <a:pt x="108112" y="162546"/>
                    <a:pt x="95730" y="150164"/>
                    <a:pt x="95730" y="133971"/>
                  </a:cubicBezTo>
                  <a:lnTo>
                    <a:pt x="95730" y="29196"/>
                  </a:lnTo>
                  <a:cubicBezTo>
                    <a:pt x="95730" y="13004"/>
                    <a:pt x="108112" y="621"/>
                    <a:pt x="124305" y="621"/>
                  </a:cubicBezTo>
                  <a:lnTo>
                    <a:pt x="371955" y="621"/>
                  </a:lnTo>
                  <a:close/>
                  <a:moveTo>
                    <a:pt x="148118" y="95871"/>
                  </a:moveTo>
                  <a:cubicBezTo>
                    <a:pt x="140498" y="95871"/>
                    <a:pt x="133830" y="102539"/>
                    <a:pt x="133830" y="110159"/>
                  </a:cubicBezTo>
                  <a:cubicBezTo>
                    <a:pt x="133830" y="117779"/>
                    <a:pt x="140498" y="124446"/>
                    <a:pt x="148118" y="124446"/>
                  </a:cubicBezTo>
                  <a:cubicBezTo>
                    <a:pt x="155737" y="124446"/>
                    <a:pt x="162405" y="117779"/>
                    <a:pt x="162405" y="110159"/>
                  </a:cubicBezTo>
                  <a:cubicBezTo>
                    <a:pt x="162405" y="102539"/>
                    <a:pt x="155737" y="95871"/>
                    <a:pt x="148118" y="9587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8DC89875-BA33-C7D2-3FB4-F511601E021C}"/>
              </a:ext>
            </a:extLst>
          </p:cNvPr>
          <p:cNvGrpSpPr/>
          <p:nvPr/>
        </p:nvGrpSpPr>
        <p:grpSpPr>
          <a:xfrm>
            <a:off x="6454349" y="2099559"/>
            <a:ext cx="2123827" cy="3242457"/>
            <a:chOff x="5023115" y="2637644"/>
            <a:chExt cx="2123827" cy="3242457"/>
          </a:xfrm>
        </p:grpSpPr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A450E28B-A1FF-AFFC-9DBC-4390F82A5C02}"/>
                </a:ext>
              </a:extLst>
            </p:cNvPr>
            <p:cNvSpPr>
              <a:spLocks/>
            </p:cNvSpPr>
            <p:nvPr/>
          </p:nvSpPr>
          <p:spPr>
            <a:xfrm flipH="1">
              <a:off x="5023115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0A36E518-1FF0-0004-C83E-AD2A03CC8B3E}"/>
                </a:ext>
              </a:extLst>
            </p:cNvPr>
            <p:cNvSpPr txBox="1"/>
            <p:nvPr/>
          </p:nvSpPr>
          <p:spPr>
            <a:xfrm>
              <a:off x="5045058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{vItem.item3}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33607648-A4AC-952F-A48C-BE1AE408F662}"/>
                </a:ext>
              </a:extLst>
            </p:cNvPr>
            <p:cNvSpPr txBox="1"/>
            <p:nvPr/>
          </p:nvSpPr>
          <p:spPr>
            <a:xfrm>
              <a:off x="5045058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{vItem.item3_Desc}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7" name="矩形: 圆角 26">
              <a:extLst>
                <a:ext uri="{FF2B5EF4-FFF2-40B4-BE49-F238E27FC236}">
                  <a16:creationId xmlns:a16="http://schemas.microsoft.com/office/drawing/2014/main" id="{1EB8CFDA-7D73-6255-9691-2B9AB989F7A4}"/>
                </a:ext>
              </a:extLst>
            </p:cNvPr>
            <p:cNvSpPr/>
            <p:nvPr/>
          </p:nvSpPr>
          <p:spPr>
            <a:xfrm>
              <a:off x="5299393" y="5297427"/>
              <a:ext cx="1571274" cy="4302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03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1D4416B2-2A44-1A0E-4F4A-240288D47BC8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5855242" y="2637644"/>
              <a:ext cx="459577" cy="45957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CECCB8BB-CE73-D357-227F-7395AB98C0EE}"/>
                </a:ext>
              </a:extLst>
            </p:cNvPr>
            <p:cNvSpPr/>
            <p:nvPr/>
          </p:nvSpPr>
          <p:spPr>
            <a:xfrm>
              <a:off x="5988763" y="2772885"/>
              <a:ext cx="192536" cy="189096"/>
            </a:xfrm>
            <a:custGeom>
              <a:avLst/>
              <a:gdLst>
                <a:gd name="connsiteX0" fmla="*/ 343764 w 533400"/>
                <a:gd name="connsiteY0" fmla="*/ 276846 h 523875"/>
                <a:gd name="connsiteX1" fmla="*/ 372339 w 533400"/>
                <a:gd name="connsiteY1" fmla="*/ 305421 h 523875"/>
                <a:gd name="connsiteX2" fmla="*/ 372339 w 533400"/>
                <a:gd name="connsiteY2" fmla="*/ 495921 h 523875"/>
                <a:gd name="connsiteX3" fmla="*/ 343764 w 533400"/>
                <a:gd name="connsiteY3" fmla="*/ 524496 h 523875"/>
                <a:gd name="connsiteX4" fmla="*/ 191364 w 533400"/>
                <a:gd name="connsiteY4" fmla="*/ 524496 h 523875"/>
                <a:gd name="connsiteX5" fmla="*/ 162789 w 533400"/>
                <a:gd name="connsiteY5" fmla="*/ 495921 h 523875"/>
                <a:gd name="connsiteX6" fmla="*/ 162789 w 533400"/>
                <a:gd name="connsiteY6" fmla="*/ 305421 h 523875"/>
                <a:gd name="connsiteX7" fmla="*/ 191364 w 533400"/>
                <a:gd name="connsiteY7" fmla="*/ 276846 h 523875"/>
                <a:gd name="connsiteX8" fmla="*/ 343764 w 533400"/>
                <a:gd name="connsiteY8" fmla="*/ 276846 h 523875"/>
                <a:gd name="connsiteX9" fmla="*/ 143739 w 533400"/>
                <a:gd name="connsiteY9" fmla="*/ 114921 h 523875"/>
                <a:gd name="connsiteX10" fmla="*/ 179934 w 533400"/>
                <a:gd name="connsiteY10" fmla="*/ 153021 h 523875"/>
                <a:gd name="connsiteX11" fmla="*/ 181839 w 533400"/>
                <a:gd name="connsiteY11" fmla="*/ 153021 h 523875"/>
                <a:gd name="connsiteX12" fmla="*/ 353289 w 533400"/>
                <a:gd name="connsiteY12" fmla="*/ 153021 h 523875"/>
                <a:gd name="connsiteX13" fmla="*/ 391389 w 533400"/>
                <a:gd name="connsiteY13" fmla="*/ 116826 h 523875"/>
                <a:gd name="connsiteX14" fmla="*/ 391389 w 533400"/>
                <a:gd name="connsiteY14" fmla="*/ 114921 h 523875"/>
                <a:gd name="connsiteX15" fmla="*/ 505689 w 533400"/>
                <a:gd name="connsiteY15" fmla="*/ 114921 h 523875"/>
                <a:gd name="connsiteX16" fmla="*/ 534264 w 533400"/>
                <a:gd name="connsiteY16" fmla="*/ 143496 h 523875"/>
                <a:gd name="connsiteX17" fmla="*/ 534264 w 533400"/>
                <a:gd name="connsiteY17" fmla="*/ 381621 h 523875"/>
                <a:gd name="connsiteX18" fmla="*/ 505689 w 533400"/>
                <a:gd name="connsiteY18" fmla="*/ 410196 h 523875"/>
                <a:gd name="connsiteX19" fmla="*/ 391389 w 533400"/>
                <a:gd name="connsiteY19" fmla="*/ 410196 h 523875"/>
                <a:gd name="connsiteX20" fmla="*/ 391389 w 533400"/>
                <a:gd name="connsiteY20" fmla="*/ 295896 h 523875"/>
                <a:gd name="connsiteX21" fmla="*/ 355194 w 533400"/>
                <a:gd name="connsiteY21" fmla="*/ 257796 h 523875"/>
                <a:gd name="connsiteX22" fmla="*/ 353289 w 533400"/>
                <a:gd name="connsiteY22" fmla="*/ 257796 h 523875"/>
                <a:gd name="connsiteX23" fmla="*/ 181839 w 533400"/>
                <a:gd name="connsiteY23" fmla="*/ 257796 h 523875"/>
                <a:gd name="connsiteX24" fmla="*/ 143739 w 533400"/>
                <a:gd name="connsiteY24" fmla="*/ 293991 h 523875"/>
                <a:gd name="connsiteX25" fmla="*/ 143739 w 533400"/>
                <a:gd name="connsiteY25" fmla="*/ 295896 h 523875"/>
                <a:gd name="connsiteX26" fmla="*/ 143739 w 533400"/>
                <a:gd name="connsiteY26" fmla="*/ 410196 h 523875"/>
                <a:gd name="connsiteX27" fmla="*/ 29439 w 533400"/>
                <a:gd name="connsiteY27" fmla="*/ 410196 h 523875"/>
                <a:gd name="connsiteX28" fmla="*/ 864 w 533400"/>
                <a:gd name="connsiteY28" fmla="*/ 381621 h 523875"/>
                <a:gd name="connsiteX29" fmla="*/ 864 w 533400"/>
                <a:gd name="connsiteY29" fmla="*/ 201599 h 523875"/>
                <a:gd name="connsiteX30" fmla="*/ 11342 w 533400"/>
                <a:gd name="connsiteY30" fmla="*/ 175881 h 523875"/>
                <a:gd name="connsiteX31" fmla="*/ 56109 w 533400"/>
                <a:gd name="connsiteY31" fmla="*/ 127304 h 523875"/>
                <a:gd name="connsiteX32" fmla="*/ 83732 w 533400"/>
                <a:gd name="connsiteY32" fmla="*/ 114921 h 523875"/>
                <a:gd name="connsiteX33" fmla="*/ 143739 w 533400"/>
                <a:gd name="connsiteY33" fmla="*/ 114921 h 523875"/>
                <a:gd name="connsiteX34" fmla="*/ 462827 w 533400"/>
                <a:gd name="connsiteY34" fmla="*/ 172071 h 523875"/>
                <a:gd name="connsiteX35" fmla="*/ 448539 w 533400"/>
                <a:gd name="connsiteY35" fmla="*/ 186359 h 523875"/>
                <a:gd name="connsiteX36" fmla="*/ 462827 w 533400"/>
                <a:gd name="connsiteY36" fmla="*/ 200646 h 523875"/>
                <a:gd name="connsiteX37" fmla="*/ 477114 w 533400"/>
                <a:gd name="connsiteY37" fmla="*/ 186359 h 523875"/>
                <a:gd name="connsiteX38" fmla="*/ 462827 w 533400"/>
                <a:gd name="connsiteY38" fmla="*/ 172071 h 523875"/>
                <a:gd name="connsiteX39" fmla="*/ 343764 w 533400"/>
                <a:gd name="connsiteY39" fmla="*/ 621 h 523875"/>
                <a:gd name="connsiteX40" fmla="*/ 372339 w 533400"/>
                <a:gd name="connsiteY40" fmla="*/ 29196 h 523875"/>
                <a:gd name="connsiteX41" fmla="*/ 372339 w 533400"/>
                <a:gd name="connsiteY41" fmla="*/ 105396 h 523875"/>
                <a:gd name="connsiteX42" fmla="*/ 343764 w 533400"/>
                <a:gd name="connsiteY42" fmla="*/ 133971 h 523875"/>
                <a:gd name="connsiteX43" fmla="*/ 191364 w 533400"/>
                <a:gd name="connsiteY43" fmla="*/ 133971 h 523875"/>
                <a:gd name="connsiteX44" fmla="*/ 162789 w 533400"/>
                <a:gd name="connsiteY44" fmla="*/ 105396 h 523875"/>
                <a:gd name="connsiteX45" fmla="*/ 162789 w 533400"/>
                <a:gd name="connsiteY45" fmla="*/ 29196 h 523875"/>
                <a:gd name="connsiteX46" fmla="*/ 191364 w 533400"/>
                <a:gd name="connsiteY46" fmla="*/ 621 h 523875"/>
                <a:gd name="connsiteX47" fmla="*/ 343764 w 533400"/>
                <a:gd name="connsiteY47" fmla="*/ 62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533400" h="523875">
                  <a:moveTo>
                    <a:pt x="343764" y="276846"/>
                  </a:moveTo>
                  <a:cubicBezTo>
                    <a:pt x="359957" y="276846"/>
                    <a:pt x="372339" y="289229"/>
                    <a:pt x="372339" y="305421"/>
                  </a:cubicBezTo>
                  <a:lnTo>
                    <a:pt x="372339" y="495921"/>
                  </a:lnTo>
                  <a:cubicBezTo>
                    <a:pt x="372339" y="512114"/>
                    <a:pt x="359957" y="524496"/>
                    <a:pt x="343764" y="524496"/>
                  </a:cubicBezTo>
                  <a:lnTo>
                    <a:pt x="191364" y="524496"/>
                  </a:lnTo>
                  <a:cubicBezTo>
                    <a:pt x="175171" y="524496"/>
                    <a:pt x="162789" y="512114"/>
                    <a:pt x="162789" y="495921"/>
                  </a:cubicBezTo>
                  <a:lnTo>
                    <a:pt x="162789" y="305421"/>
                  </a:lnTo>
                  <a:cubicBezTo>
                    <a:pt x="162789" y="289229"/>
                    <a:pt x="175171" y="276846"/>
                    <a:pt x="191364" y="276846"/>
                  </a:cubicBezTo>
                  <a:lnTo>
                    <a:pt x="343764" y="276846"/>
                  </a:lnTo>
                  <a:close/>
                  <a:moveTo>
                    <a:pt x="143739" y="114921"/>
                  </a:moveTo>
                  <a:cubicBezTo>
                    <a:pt x="143739" y="134924"/>
                    <a:pt x="159932" y="152069"/>
                    <a:pt x="179934" y="153021"/>
                  </a:cubicBezTo>
                  <a:lnTo>
                    <a:pt x="181839" y="153021"/>
                  </a:lnTo>
                  <a:lnTo>
                    <a:pt x="353289" y="153021"/>
                  </a:lnTo>
                  <a:cubicBezTo>
                    <a:pt x="373292" y="153021"/>
                    <a:pt x="390436" y="136829"/>
                    <a:pt x="391389" y="116826"/>
                  </a:cubicBezTo>
                  <a:lnTo>
                    <a:pt x="391389" y="114921"/>
                  </a:lnTo>
                  <a:lnTo>
                    <a:pt x="505689" y="114921"/>
                  </a:lnTo>
                  <a:cubicBezTo>
                    <a:pt x="521882" y="114921"/>
                    <a:pt x="534264" y="127304"/>
                    <a:pt x="534264" y="143496"/>
                  </a:cubicBezTo>
                  <a:lnTo>
                    <a:pt x="534264" y="381621"/>
                  </a:lnTo>
                  <a:cubicBezTo>
                    <a:pt x="534264" y="397814"/>
                    <a:pt x="521882" y="410196"/>
                    <a:pt x="505689" y="410196"/>
                  </a:cubicBezTo>
                  <a:lnTo>
                    <a:pt x="391389" y="410196"/>
                  </a:lnTo>
                  <a:lnTo>
                    <a:pt x="391389" y="295896"/>
                  </a:lnTo>
                  <a:cubicBezTo>
                    <a:pt x="391389" y="275894"/>
                    <a:pt x="375196" y="258749"/>
                    <a:pt x="355194" y="257796"/>
                  </a:cubicBezTo>
                  <a:lnTo>
                    <a:pt x="353289" y="257796"/>
                  </a:lnTo>
                  <a:lnTo>
                    <a:pt x="181839" y="257796"/>
                  </a:lnTo>
                  <a:cubicBezTo>
                    <a:pt x="161836" y="257796"/>
                    <a:pt x="144692" y="273989"/>
                    <a:pt x="143739" y="293991"/>
                  </a:cubicBezTo>
                  <a:lnTo>
                    <a:pt x="143739" y="295896"/>
                  </a:lnTo>
                  <a:lnTo>
                    <a:pt x="143739" y="410196"/>
                  </a:lnTo>
                  <a:lnTo>
                    <a:pt x="29439" y="410196"/>
                  </a:lnTo>
                  <a:cubicBezTo>
                    <a:pt x="13246" y="410196"/>
                    <a:pt x="864" y="397814"/>
                    <a:pt x="864" y="381621"/>
                  </a:cubicBezTo>
                  <a:lnTo>
                    <a:pt x="864" y="201599"/>
                  </a:lnTo>
                  <a:cubicBezTo>
                    <a:pt x="864" y="192074"/>
                    <a:pt x="4674" y="182549"/>
                    <a:pt x="11342" y="175881"/>
                  </a:cubicBezTo>
                  <a:lnTo>
                    <a:pt x="56109" y="127304"/>
                  </a:lnTo>
                  <a:cubicBezTo>
                    <a:pt x="63729" y="119684"/>
                    <a:pt x="73254" y="114921"/>
                    <a:pt x="83732" y="114921"/>
                  </a:cubicBezTo>
                  <a:lnTo>
                    <a:pt x="143739" y="114921"/>
                  </a:lnTo>
                  <a:close/>
                  <a:moveTo>
                    <a:pt x="462827" y="172071"/>
                  </a:moveTo>
                  <a:cubicBezTo>
                    <a:pt x="455207" y="172071"/>
                    <a:pt x="448539" y="178739"/>
                    <a:pt x="448539" y="186359"/>
                  </a:cubicBezTo>
                  <a:cubicBezTo>
                    <a:pt x="448539" y="193979"/>
                    <a:pt x="455207" y="200646"/>
                    <a:pt x="462827" y="200646"/>
                  </a:cubicBezTo>
                  <a:cubicBezTo>
                    <a:pt x="470446" y="200646"/>
                    <a:pt x="477114" y="193979"/>
                    <a:pt x="477114" y="186359"/>
                  </a:cubicBezTo>
                  <a:cubicBezTo>
                    <a:pt x="477114" y="178739"/>
                    <a:pt x="470446" y="172071"/>
                    <a:pt x="462827" y="172071"/>
                  </a:cubicBezTo>
                  <a:close/>
                  <a:moveTo>
                    <a:pt x="343764" y="621"/>
                  </a:moveTo>
                  <a:cubicBezTo>
                    <a:pt x="359957" y="621"/>
                    <a:pt x="372339" y="13004"/>
                    <a:pt x="372339" y="29196"/>
                  </a:cubicBezTo>
                  <a:lnTo>
                    <a:pt x="372339" y="105396"/>
                  </a:lnTo>
                  <a:cubicBezTo>
                    <a:pt x="372339" y="121589"/>
                    <a:pt x="359957" y="133971"/>
                    <a:pt x="343764" y="133971"/>
                  </a:cubicBezTo>
                  <a:lnTo>
                    <a:pt x="191364" y="133971"/>
                  </a:lnTo>
                  <a:cubicBezTo>
                    <a:pt x="175171" y="133971"/>
                    <a:pt x="162789" y="121589"/>
                    <a:pt x="162789" y="105396"/>
                  </a:cubicBezTo>
                  <a:lnTo>
                    <a:pt x="162789" y="29196"/>
                  </a:lnTo>
                  <a:cubicBezTo>
                    <a:pt x="162789" y="13004"/>
                    <a:pt x="175171" y="621"/>
                    <a:pt x="191364" y="621"/>
                  </a:cubicBezTo>
                  <a:lnTo>
                    <a:pt x="343764" y="6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418D1F35-64CE-0730-0F1D-9127D9BF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4829AF4-C2FF-7C12-21E5-FA908486045D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list1-4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044672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A8A64-F931-38A4-5F3A-A97AD87DC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组合 47">
            <a:extLst>
              <a:ext uri="{FF2B5EF4-FFF2-40B4-BE49-F238E27FC236}">
                <a16:creationId xmlns:a16="http://schemas.microsoft.com/office/drawing/2014/main" id="{EF5E0281-B1AD-01BA-C991-CC04E650D553}"/>
              </a:ext>
            </a:extLst>
          </p:cNvPr>
          <p:cNvGrpSpPr/>
          <p:nvPr/>
        </p:nvGrpSpPr>
        <p:grpSpPr>
          <a:xfrm>
            <a:off x="660399" y="1130300"/>
            <a:ext cx="10849261" cy="4749801"/>
            <a:chOff x="660399" y="1130300"/>
            <a:chExt cx="10849261" cy="4749801"/>
          </a:xfrm>
        </p:grpSpPr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096DCE94-88FA-01D0-033E-1862A39C33C0}"/>
                </a:ext>
              </a:extLst>
            </p:cNvPr>
            <p:cNvSpPr>
              <a:spLocks/>
            </p:cNvSpPr>
            <p:nvPr/>
          </p:nvSpPr>
          <p:spPr>
            <a:xfrm>
              <a:off x="682340" y="1130300"/>
              <a:ext cx="10827317" cy="1009051"/>
            </a:xfrm>
            <a:prstGeom prst="roundRect">
              <a:avLst>
                <a:gd name="adj" fmla="val 0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 algn="ctr">
                <a:buSzPct val="25000"/>
              </a:pPr>
              <a:r>
                <a:rPr lang="en-US" altLang="zh-CN" sz="2400" b="1" dirty="0">
                  <a:solidFill>
                    <a:schemeClr val="tx1"/>
                  </a:solidFill>
                </a:rPr>
                <a:t>{</a:t>
              </a:r>
              <a:r>
                <a:rPr lang="en-US" altLang="zh-CN" sz="2400" b="1" dirty="0" err="1">
                  <a:solidFill>
                    <a:schemeClr val="tx1"/>
                  </a:solidFill>
                </a:rPr>
                <a:t>slideTitle</a:t>
              </a:r>
              <a:r>
                <a:rPr lang="en-US" altLang="zh-CN" sz="2400" b="1" dirty="0">
                  <a:solidFill>
                    <a:schemeClr val="tx1"/>
                  </a:solidFill>
                </a:rPr>
                <a:t>}</a:t>
              </a:r>
            </a:p>
          </p:txBody>
        </p:sp>
        <p:sp>
          <p:nvSpPr>
            <p:cNvPr id="42" name="矩形: 圆角 41">
              <a:extLst>
                <a:ext uri="{FF2B5EF4-FFF2-40B4-BE49-F238E27FC236}">
                  <a16:creationId xmlns:a16="http://schemas.microsoft.com/office/drawing/2014/main" id="{6D24AEAC-9A96-321E-56C9-6114BF577C86}"/>
                </a:ext>
              </a:extLst>
            </p:cNvPr>
            <p:cNvSpPr>
              <a:spLocks/>
            </p:cNvSpPr>
            <p:nvPr/>
          </p:nvSpPr>
          <p:spPr>
            <a:xfrm flipH="1">
              <a:off x="7204473" y="3396977"/>
              <a:ext cx="2123827" cy="2483123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23AF54E2-B14E-A1E3-4FE4-61A429F472A0}"/>
                </a:ext>
              </a:extLst>
            </p:cNvPr>
            <p:cNvSpPr txBox="1"/>
            <p:nvPr/>
          </p:nvSpPr>
          <p:spPr>
            <a:xfrm>
              <a:off x="7226416" y="3668606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{vItem.item4}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0DB74B33-EC3C-8749-272E-95256DD5ECDA}"/>
                </a:ext>
              </a:extLst>
            </p:cNvPr>
            <p:cNvSpPr txBox="1"/>
            <p:nvPr/>
          </p:nvSpPr>
          <p:spPr>
            <a:xfrm>
              <a:off x="7226416" y="4300990"/>
              <a:ext cx="2101881" cy="8357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{vItem.item4_Desc}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45" name="矩形: 圆角 44">
              <a:extLst>
                <a:ext uri="{FF2B5EF4-FFF2-40B4-BE49-F238E27FC236}">
                  <a16:creationId xmlns:a16="http://schemas.microsoft.com/office/drawing/2014/main" id="{37EF32EB-A7B3-D8D9-614D-D334EE18C87B}"/>
                </a:ext>
              </a:extLst>
            </p:cNvPr>
            <p:cNvSpPr/>
            <p:nvPr/>
          </p:nvSpPr>
          <p:spPr>
            <a:xfrm>
              <a:off x="7480751" y="5297427"/>
              <a:ext cx="1571274" cy="430273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04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154106C5-35E7-A880-9A71-2B80551713EB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8036600" y="2637645"/>
              <a:ext cx="459577" cy="459577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7" name="任意多边形: 形状 46">
              <a:extLst>
                <a:ext uri="{FF2B5EF4-FFF2-40B4-BE49-F238E27FC236}">
                  <a16:creationId xmlns:a16="http://schemas.microsoft.com/office/drawing/2014/main" id="{13DB53DD-3B34-9309-1A8E-82D68063C7AD}"/>
                </a:ext>
              </a:extLst>
            </p:cNvPr>
            <p:cNvSpPr/>
            <p:nvPr/>
          </p:nvSpPr>
          <p:spPr>
            <a:xfrm>
              <a:off x="8170121" y="2786726"/>
              <a:ext cx="192536" cy="161414"/>
            </a:xfrm>
            <a:custGeom>
              <a:avLst/>
              <a:gdLst>
                <a:gd name="T0" fmla="*/ 2623 w 2768"/>
                <a:gd name="T1" fmla="*/ 1207 h 2324"/>
                <a:gd name="T2" fmla="*/ 2529 w 2768"/>
                <a:gd name="T3" fmla="*/ 2116 h 2324"/>
                <a:gd name="T4" fmla="*/ 2298 w 2768"/>
                <a:gd name="T5" fmla="*/ 2324 h 2324"/>
                <a:gd name="T6" fmla="*/ 470 w 2768"/>
                <a:gd name="T7" fmla="*/ 2324 h 2324"/>
                <a:gd name="T8" fmla="*/ 239 w 2768"/>
                <a:gd name="T9" fmla="*/ 2116 h 2324"/>
                <a:gd name="T10" fmla="*/ 145 w 2768"/>
                <a:gd name="T11" fmla="*/ 1207 h 2324"/>
                <a:gd name="T12" fmla="*/ 170 w 2768"/>
                <a:gd name="T13" fmla="*/ 1130 h 2324"/>
                <a:gd name="T14" fmla="*/ 244 w 2768"/>
                <a:gd name="T15" fmla="*/ 1097 h 2324"/>
                <a:gd name="T16" fmla="*/ 2524 w 2768"/>
                <a:gd name="T17" fmla="*/ 1097 h 2324"/>
                <a:gd name="T18" fmla="*/ 2598 w 2768"/>
                <a:gd name="T19" fmla="*/ 1130 h 2324"/>
                <a:gd name="T20" fmla="*/ 2623 w 2768"/>
                <a:gd name="T21" fmla="*/ 1207 h 2324"/>
                <a:gd name="T22" fmla="*/ 2762 w 2768"/>
                <a:gd name="T23" fmla="*/ 588 h 2324"/>
                <a:gd name="T24" fmla="*/ 2722 w 2768"/>
                <a:gd name="T25" fmla="*/ 814 h 2324"/>
                <a:gd name="T26" fmla="*/ 2624 w 2768"/>
                <a:gd name="T27" fmla="*/ 897 h 2324"/>
                <a:gd name="T28" fmla="*/ 157 w 2768"/>
                <a:gd name="T29" fmla="*/ 897 h 2324"/>
                <a:gd name="T30" fmla="*/ 60 w 2768"/>
                <a:gd name="T31" fmla="*/ 820 h 2324"/>
                <a:gd name="T32" fmla="*/ 7 w 2768"/>
                <a:gd name="T33" fmla="*/ 593 h 2324"/>
                <a:gd name="T34" fmla="*/ 26 w 2768"/>
                <a:gd name="T35" fmla="*/ 508 h 2324"/>
                <a:gd name="T36" fmla="*/ 104 w 2768"/>
                <a:gd name="T37" fmla="*/ 470 h 2324"/>
                <a:gd name="T38" fmla="*/ 904 w 2768"/>
                <a:gd name="T39" fmla="*/ 470 h 2324"/>
                <a:gd name="T40" fmla="*/ 904 w 2768"/>
                <a:gd name="T41" fmla="*/ 100 h 2324"/>
                <a:gd name="T42" fmla="*/ 1004 w 2768"/>
                <a:gd name="T43" fmla="*/ 0 h 2324"/>
                <a:gd name="T44" fmla="*/ 1764 w 2768"/>
                <a:gd name="T45" fmla="*/ 0 h 2324"/>
                <a:gd name="T46" fmla="*/ 1864 w 2768"/>
                <a:gd name="T47" fmla="*/ 100 h 2324"/>
                <a:gd name="T48" fmla="*/ 1864 w 2768"/>
                <a:gd name="T49" fmla="*/ 470 h 2324"/>
                <a:gd name="T50" fmla="*/ 2664 w 2768"/>
                <a:gd name="T51" fmla="*/ 470 h 2324"/>
                <a:gd name="T52" fmla="*/ 2741 w 2768"/>
                <a:gd name="T53" fmla="*/ 506 h 2324"/>
                <a:gd name="T54" fmla="*/ 2762 w 2768"/>
                <a:gd name="T55" fmla="*/ 588 h 2324"/>
                <a:gd name="T56" fmla="*/ 1104 w 2768"/>
                <a:gd name="T57" fmla="*/ 470 h 2324"/>
                <a:gd name="T58" fmla="*/ 1664 w 2768"/>
                <a:gd name="T59" fmla="*/ 470 h 2324"/>
                <a:gd name="T60" fmla="*/ 1664 w 2768"/>
                <a:gd name="T61" fmla="*/ 200 h 2324"/>
                <a:gd name="T62" fmla="*/ 1104 w 2768"/>
                <a:gd name="T63" fmla="*/ 200 h 2324"/>
                <a:gd name="T64" fmla="*/ 1104 w 2768"/>
                <a:gd name="T65" fmla="*/ 470 h 23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2768" h="2324">
                  <a:moveTo>
                    <a:pt x="2623" y="1207"/>
                  </a:moveTo>
                  <a:lnTo>
                    <a:pt x="2529" y="2116"/>
                  </a:lnTo>
                  <a:cubicBezTo>
                    <a:pt x="2517" y="2234"/>
                    <a:pt x="2418" y="2324"/>
                    <a:pt x="2298" y="2324"/>
                  </a:cubicBezTo>
                  <a:lnTo>
                    <a:pt x="470" y="2324"/>
                  </a:lnTo>
                  <a:cubicBezTo>
                    <a:pt x="350" y="2324"/>
                    <a:pt x="251" y="2234"/>
                    <a:pt x="239" y="2116"/>
                  </a:cubicBezTo>
                  <a:lnTo>
                    <a:pt x="145" y="1207"/>
                  </a:lnTo>
                  <a:cubicBezTo>
                    <a:pt x="142" y="1179"/>
                    <a:pt x="151" y="1151"/>
                    <a:pt x="170" y="1130"/>
                  </a:cubicBezTo>
                  <a:cubicBezTo>
                    <a:pt x="189" y="1109"/>
                    <a:pt x="216" y="1097"/>
                    <a:pt x="244" y="1097"/>
                  </a:cubicBezTo>
                  <a:lnTo>
                    <a:pt x="2524" y="1097"/>
                  </a:lnTo>
                  <a:cubicBezTo>
                    <a:pt x="2552" y="1097"/>
                    <a:pt x="2579" y="1109"/>
                    <a:pt x="2598" y="1130"/>
                  </a:cubicBezTo>
                  <a:cubicBezTo>
                    <a:pt x="2617" y="1151"/>
                    <a:pt x="2626" y="1179"/>
                    <a:pt x="2623" y="1207"/>
                  </a:cubicBezTo>
                  <a:close/>
                  <a:moveTo>
                    <a:pt x="2762" y="588"/>
                  </a:moveTo>
                  <a:lnTo>
                    <a:pt x="2722" y="814"/>
                  </a:lnTo>
                  <a:cubicBezTo>
                    <a:pt x="2714" y="862"/>
                    <a:pt x="2673" y="897"/>
                    <a:pt x="2624" y="897"/>
                  </a:cubicBezTo>
                  <a:lnTo>
                    <a:pt x="157" y="897"/>
                  </a:lnTo>
                  <a:cubicBezTo>
                    <a:pt x="111" y="897"/>
                    <a:pt x="71" y="865"/>
                    <a:pt x="60" y="820"/>
                  </a:cubicBezTo>
                  <a:lnTo>
                    <a:pt x="7" y="593"/>
                  </a:lnTo>
                  <a:cubicBezTo>
                    <a:pt x="0" y="564"/>
                    <a:pt x="7" y="532"/>
                    <a:pt x="26" y="508"/>
                  </a:cubicBezTo>
                  <a:cubicBezTo>
                    <a:pt x="45" y="484"/>
                    <a:pt x="73" y="470"/>
                    <a:pt x="104" y="470"/>
                  </a:cubicBezTo>
                  <a:lnTo>
                    <a:pt x="904" y="470"/>
                  </a:lnTo>
                  <a:lnTo>
                    <a:pt x="904" y="100"/>
                  </a:lnTo>
                  <a:cubicBezTo>
                    <a:pt x="904" y="45"/>
                    <a:pt x="949" y="0"/>
                    <a:pt x="1004" y="0"/>
                  </a:cubicBezTo>
                  <a:lnTo>
                    <a:pt x="1764" y="0"/>
                  </a:lnTo>
                  <a:cubicBezTo>
                    <a:pt x="1819" y="0"/>
                    <a:pt x="1864" y="45"/>
                    <a:pt x="1864" y="100"/>
                  </a:cubicBezTo>
                  <a:lnTo>
                    <a:pt x="1864" y="470"/>
                  </a:lnTo>
                  <a:lnTo>
                    <a:pt x="2664" y="470"/>
                  </a:lnTo>
                  <a:cubicBezTo>
                    <a:pt x="2694" y="470"/>
                    <a:pt x="2722" y="483"/>
                    <a:pt x="2741" y="506"/>
                  </a:cubicBezTo>
                  <a:cubicBezTo>
                    <a:pt x="2760" y="529"/>
                    <a:pt x="2768" y="559"/>
                    <a:pt x="2762" y="588"/>
                  </a:cubicBezTo>
                  <a:close/>
                  <a:moveTo>
                    <a:pt x="1104" y="470"/>
                  </a:moveTo>
                  <a:lnTo>
                    <a:pt x="1664" y="470"/>
                  </a:lnTo>
                  <a:lnTo>
                    <a:pt x="1664" y="200"/>
                  </a:lnTo>
                  <a:lnTo>
                    <a:pt x="1104" y="200"/>
                  </a:lnTo>
                  <a:lnTo>
                    <a:pt x="1104" y="470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36" name="矩形: 圆角 35">
              <a:extLst>
                <a:ext uri="{FF2B5EF4-FFF2-40B4-BE49-F238E27FC236}">
                  <a16:creationId xmlns:a16="http://schemas.microsoft.com/office/drawing/2014/main" id="{60BE09EA-E690-ED29-D3AF-E5CFACC8ECC3}"/>
                </a:ext>
              </a:extLst>
            </p:cNvPr>
            <p:cNvSpPr>
              <a:spLocks/>
            </p:cNvSpPr>
            <p:nvPr/>
          </p:nvSpPr>
          <p:spPr>
            <a:xfrm flipH="1">
              <a:off x="660399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F473B71A-B535-447D-AA91-5BA8F9F3E98A}"/>
                </a:ext>
              </a:extLst>
            </p:cNvPr>
            <p:cNvSpPr txBox="1"/>
            <p:nvPr/>
          </p:nvSpPr>
          <p:spPr>
            <a:xfrm>
              <a:off x="682340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D7F09569-D830-044F-9C95-F11AD7722A12}"/>
                </a:ext>
              </a:extLst>
            </p:cNvPr>
            <p:cNvSpPr txBox="1"/>
            <p:nvPr/>
          </p:nvSpPr>
          <p:spPr>
            <a:xfrm>
              <a:off x="682342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9" name="矩形: 圆角 38">
              <a:extLst>
                <a:ext uri="{FF2B5EF4-FFF2-40B4-BE49-F238E27FC236}">
                  <a16:creationId xmlns:a16="http://schemas.microsoft.com/office/drawing/2014/main" id="{0060C99D-7867-8802-67E8-4F56AD2E192A}"/>
                </a:ext>
              </a:extLst>
            </p:cNvPr>
            <p:cNvSpPr/>
            <p:nvPr/>
          </p:nvSpPr>
          <p:spPr>
            <a:xfrm>
              <a:off x="936677" y="5297427"/>
              <a:ext cx="1571274" cy="4302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01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51CC1590-84AA-BC98-75CB-DECD998FB54E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1492525" y="2637644"/>
              <a:ext cx="459577" cy="45957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41" name="任意多边形: 形状 40">
              <a:extLst>
                <a:ext uri="{FF2B5EF4-FFF2-40B4-BE49-F238E27FC236}">
                  <a16:creationId xmlns:a16="http://schemas.microsoft.com/office/drawing/2014/main" id="{8660E5FA-D0BE-8651-E066-04FEEF1E08D3}"/>
                </a:ext>
              </a:extLst>
            </p:cNvPr>
            <p:cNvSpPr/>
            <p:nvPr/>
          </p:nvSpPr>
          <p:spPr>
            <a:xfrm>
              <a:off x="1626045" y="2761909"/>
              <a:ext cx="192536" cy="211046"/>
            </a:xfrm>
            <a:custGeom>
              <a:avLst/>
              <a:gdLst>
                <a:gd name="connsiteX0" fmla="*/ 248770 w 495300"/>
                <a:gd name="connsiteY0" fmla="*/ 621 h 542925"/>
                <a:gd name="connsiteX1" fmla="*/ 496420 w 495300"/>
                <a:gd name="connsiteY1" fmla="*/ 248271 h 542925"/>
                <a:gd name="connsiteX2" fmla="*/ 324017 w 495300"/>
                <a:gd name="connsiteY2" fmla="*/ 484491 h 542925"/>
                <a:gd name="connsiteX3" fmla="*/ 346877 w 495300"/>
                <a:gd name="connsiteY3" fmla="*/ 524496 h 542925"/>
                <a:gd name="connsiteX4" fmla="*/ 420220 w 495300"/>
                <a:gd name="connsiteY4" fmla="*/ 524496 h 542925"/>
                <a:gd name="connsiteX5" fmla="*/ 420220 w 495300"/>
                <a:gd name="connsiteY5" fmla="*/ 543546 h 542925"/>
                <a:gd name="connsiteX6" fmla="*/ 77320 w 495300"/>
                <a:gd name="connsiteY6" fmla="*/ 543546 h 542925"/>
                <a:gd name="connsiteX7" fmla="*/ 77320 w 495300"/>
                <a:gd name="connsiteY7" fmla="*/ 524496 h 542925"/>
                <a:gd name="connsiteX8" fmla="*/ 150663 w 495300"/>
                <a:gd name="connsiteY8" fmla="*/ 524496 h 542925"/>
                <a:gd name="connsiteX9" fmla="*/ 173523 w 495300"/>
                <a:gd name="connsiteY9" fmla="*/ 484491 h 542925"/>
                <a:gd name="connsiteX10" fmla="*/ 1120 w 495300"/>
                <a:gd name="connsiteY10" fmla="*/ 248271 h 542925"/>
                <a:gd name="connsiteX11" fmla="*/ 248770 w 495300"/>
                <a:gd name="connsiteY11" fmla="*/ 621 h 542925"/>
                <a:gd name="connsiteX12" fmla="*/ 192573 w 495300"/>
                <a:gd name="connsiteY12" fmla="*/ 489254 h 542925"/>
                <a:gd name="connsiteX13" fmla="*/ 172570 w 495300"/>
                <a:gd name="connsiteY13" fmla="*/ 524496 h 542925"/>
                <a:gd name="connsiteX14" fmla="*/ 324970 w 495300"/>
                <a:gd name="connsiteY14" fmla="*/ 524496 h 542925"/>
                <a:gd name="connsiteX15" fmla="*/ 304967 w 495300"/>
                <a:gd name="connsiteY15" fmla="*/ 489254 h 542925"/>
                <a:gd name="connsiteX16" fmla="*/ 248770 w 495300"/>
                <a:gd name="connsiteY16" fmla="*/ 495921 h 542925"/>
                <a:gd name="connsiteX17" fmla="*/ 192573 w 495300"/>
                <a:gd name="connsiteY17" fmla="*/ 489254 h 542925"/>
                <a:gd name="connsiteX18" fmla="*/ 248770 w 495300"/>
                <a:gd name="connsiteY18" fmla="*/ 143496 h 542925"/>
                <a:gd name="connsiteX19" fmla="*/ 143995 w 495300"/>
                <a:gd name="connsiteY19" fmla="*/ 248271 h 542925"/>
                <a:gd name="connsiteX20" fmla="*/ 248770 w 495300"/>
                <a:gd name="connsiteY20" fmla="*/ 353046 h 542925"/>
                <a:gd name="connsiteX21" fmla="*/ 353545 w 495300"/>
                <a:gd name="connsiteY21" fmla="*/ 248271 h 542925"/>
                <a:gd name="connsiteX22" fmla="*/ 248770 w 495300"/>
                <a:gd name="connsiteY22" fmla="*/ 143496 h 542925"/>
                <a:gd name="connsiteX23" fmla="*/ 367833 w 495300"/>
                <a:gd name="connsiteY23" fmla="*/ 114921 h 542925"/>
                <a:gd name="connsiteX24" fmla="*/ 353545 w 495300"/>
                <a:gd name="connsiteY24" fmla="*/ 129209 h 542925"/>
                <a:gd name="connsiteX25" fmla="*/ 367833 w 495300"/>
                <a:gd name="connsiteY25" fmla="*/ 143496 h 542925"/>
                <a:gd name="connsiteX26" fmla="*/ 382120 w 495300"/>
                <a:gd name="connsiteY26" fmla="*/ 129209 h 542925"/>
                <a:gd name="connsiteX27" fmla="*/ 367833 w 495300"/>
                <a:gd name="connsiteY27" fmla="*/ 114921 h 542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95300" h="542925">
                  <a:moveTo>
                    <a:pt x="248770" y="621"/>
                  </a:moveTo>
                  <a:cubicBezTo>
                    <a:pt x="385930" y="621"/>
                    <a:pt x="496420" y="111111"/>
                    <a:pt x="496420" y="248271"/>
                  </a:cubicBezTo>
                  <a:cubicBezTo>
                    <a:pt x="496420" y="358761"/>
                    <a:pt x="424030" y="452106"/>
                    <a:pt x="324017" y="484491"/>
                  </a:cubicBezTo>
                  <a:lnTo>
                    <a:pt x="346877" y="524496"/>
                  </a:lnTo>
                  <a:lnTo>
                    <a:pt x="420220" y="524496"/>
                  </a:lnTo>
                  <a:lnTo>
                    <a:pt x="420220" y="543546"/>
                  </a:lnTo>
                  <a:lnTo>
                    <a:pt x="77320" y="543546"/>
                  </a:lnTo>
                  <a:lnTo>
                    <a:pt x="77320" y="524496"/>
                  </a:lnTo>
                  <a:lnTo>
                    <a:pt x="150663" y="524496"/>
                  </a:lnTo>
                  <a:lnTo>
                    <a:pt x="173523" y="484491"/>
                  </a:lnTo>
                  <a:cubicBezTo>
                    <a:pt x="73510" y="453059"/>
                    <a:pt x="1120" y="358761"/>
                    <a:pt x="1120" y="248271"/>
                  </a:cubicBezTo>
                  <a:cubicBezTo>
                    <a:pt x="1120" y="111111"/>
                    <a:pt x="111610" y="621"/>
                    <a:pt x="248770" y="621"/>
                  </a:cubicBezTo>
                  <a:close/>
                  <a:moveTo>
                    <a:pt x="192573" y="489254"/>
                  </a:moveTo>
                  <a:lnTo>
                    <a:pt x="172570" y="524496"/>
                  </a:lnTo>
                  <a:lnTo>
                    <a:pt x="324970" y="524496"/>
                  </a:lnTo>
                  <a:lnTo>
                    <a:pt x="304967" y="489254"/>
                  </a:lnTo>
                  <a:cubicBezTo>
                    <a:pt x="286870" y="493064"/>
                    <a:pt x="267820" y="495921"/>
                    <a:pt x="248770" y="495921"/>
                  </a:cubicBezTo>
                  <a:cubicBezTo>
                    <a:pt x="229720" y="495921"/>
                    <a:pt x="210670" y="493064"/>
                    <a:pt x="192573" y="489254"/>
                  </a:cubicBezTo>
                  <a:close/>
                  <a:moveTo>
                    <a:pt x="248770" y="143496"/>
                  </a:moveTo>
                  <a:cubicBezTo>
                    <a:pt x="190667" y="143496"/>
                    <a:pt x="143995" y="190169"/>
                    <a:pt x="143995" y="248271"/>
                  </a:cubicBezTo>
                  <a:cubicBezTo>
                    <a:pt x="143995" y="306374"/>
                    <a:pt x="190667" y="353046"/>
                    <a:pt x="248770" y="353046"/>
                  </a:cubicBezTo>
                  <a:cubicBezTo>
                    <a:pt x="306873" y="353046"/>
                    <a:pt x="353545" y="306374"/>
                    <a:pt x="353545" y="248271"/>
                  </a:cubicBezTo>
                  <a:cubicBezTo>
                    <a:pt x="353545" y="190169"/>
                    <a:pt x="306873" y="143496"/>
                    <a:pt x="248770" y="143496"/>
                  </a:cubicBezTo>
                  <a:close/>
                  <a:moveTo>
                    <a:pt x="367833" y="114921"/>
                  </a:moveTo>
                  <a:cubicBezTo>
                    <a:pt x="360213" y="114921"/>
                    <a:pt x="353545" y="121589"/>
                    <a:pt x="353545" y="129209"/>
                  </a:cubicBezTo>
                  <a:cubicBezTo>
                    <a:pt x="353545" y="136829"/>
                    <a:pt x="360213" y="143496"/>
                    <a:pt x="367833" y="143496"/>
                  </a:cubicBezTo>
                  <a:cubicBezTo>
                    <a:pt x="375452" y="143496"/>
                    <a:pt x="382120" y="136829"/>
                    <a:pt x="382120" y="129209"/>
                  </a:cubicBezTo>
                  <a:cubicBezTo>
                    <a:pt x="382120" y="121589"/>
                    <a:pt x="375452" y="114921"/>
                    <a:pt x="367833" y="11492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CF7E4780-A490-C042-629A-78CBC98A7DF4}"/>
                </a:ext>
              </a:extLst>
            </p:cNvPr>
            <p:cNvSpPr>
              <a:spLocks/>
            </p:cNvSpPr>
            <p:nvPr/>
          </p:nvSpPr>
          <p:spPr>
            <a:xfrm flipH="1">
              <a:off x="2841757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9F1AA6B8-3BF6-B420-71BD-AAAAB2E846DC}"/>
                </a:ext>
              </a:extLst>
            </p:cNvPr>
            <p:cNvSpPr txBox="1"/>
            <p:nvPr/>
          </p:nvSpPr>
          <p:spPr>
            <a:xfrm>
              <a:off x="2863700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{vItem.item2}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E6FC9CCC-0259-7E80-6713-B24E1D702568}"/>
                </a:ext>
              </a:extLst>
            </p:cNvPr>
            <p:cNvSpPr txBox="1"/>
            <p:nvPr/>
          </p:nvSpPr>
          <p:spPr>
            <a:xfrm>
              <a:off x="2863700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{vItem.item2_Desc}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3" name="矩形: 圆角 32">
              <a:extLst>
                <a:ext uri="{FF2B5EF4-FFF2-40B4-BE49-F238E27FC236}">
                  <a16:creationId xmlns:a16="http://schemas.microsoft.com/office/drawing/2014/main" id="{8D822338-4CDF-2E46-3B77-EA4A7ED3ADF2}"/>
                </a:ext>
              </a:extLst>
            </p:cNvPr>
            <p:cNvSpPr/>
            <p:nvPr/>
          </p:nvSpPr>
          <p:spPr>
            <a:xfrm>
              <a:off x="3118035" y="5297427"/>
              <a:ext cx="1571274" cy="430273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02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6C39DE42-3A01-9E8D-6C80-826A7A85F8BE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3673883" y="2637644"/>
              <a:ext cx="459577" cy="459577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2">
                    <a:lumMod val="60000"/>
                    <a:lumOff val="40000"/>
                  </a:schemeClr>
                </a:gs>
                <a:gs pos="87000">
                  <a:schemeClr val="accent2"/>
                </a:gs>
              </a:gsLst>
              <a:lin ang="27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5E9859D3-F2B1-5C4F-68F1-AEBBB08E741E}"/>
                </a:ext>
              </a:extLst>
            </p:cNvPr>
            <p:cNvSpPr/>
            <p:nvPr/>
          </p:nvSpPr>
          <p:spPr>
            <a:xfrm>
              <a:off x="3807403" y="2765612"/>
              <a:ext cx="192536" cy="203643"/>
            </a:xfrm>
            <a:custGeom>
              <a:avLst/>
              <a:gdLst>
                <a:gd name="connsiteX0" fmla="*/ 371955 w 495300"/>
                <a:gd name="connsiteY0" fmla="*/ 621 h 523875"/>
                <a:gd name="connsiteX1" fmla="*/ 400530 w 495300"/>
                <a:gd name="connsiteY1" fmla="*/ 29196 h 523875"/>
                <a:gd name="connsiteX2" fmla="*/ 400530 w 495300"/>
                <a:gd name="connsiteY2" fmla="*/ 133971 h 523875"/>
                <a:gd name="connsiteX3" fmla="*/ 371955 w 495300"/>
                <a:gd name="connsiteY3" fmla="*/ 162546 h 523875"/>
                <a:gd name="connsiteX4" fmla="*/ 257655 w 495300"/>
                <a:gd name="connsiteY4" fmla="*/ 162546 h 523875"/>
                <a:gd name="connsiteX5" fmla="*/ 257655 w 495300"/>
                <a:gd name="connsiteY5" fmla="*/ 286371 h 523875"/>
                <a:gd name="connsiteX6" fmla="*/ 419580 w 495300"/>
                <a:gd name="connsiteY6" fmla="*/ 286371 h 523875"/>
                <a:gd name="connsiteX7" fmla="*/ 457680 w 495300"/>
                <a:gd name="connsiteY7" fmla="*/ 322566 h 523875"/>
                <a:gd name="connsiteX8" fmla="*/ 457680 w 495300"/>
                <a:gd name="connsiteY8" fmla="*/ 324471 h 523875"/>
                <a:gd name="connsiteX9" fmla="*/ 457680 w 495300"/>
                <a:gd name="connsiteY9" fmla="*/ 429246 h 523875"/>
                <a:gd name="connsiteX10" fmla="*/ 476730 w 495300"/>
                <a:gd name="connsiteY10" fmla="*/ 429246 h 523875"/>
                <a:gd name="connsiteX11" fmla="*/ 495780 w 495300"/>
                <a:gd name="connsiteY11" fmla="*/ 448296 h 523875"/>
                <a:gd name="connsiteX12" fmla="*/ 495780 w 495300"/>
                <a:gd name="connsiteY12" fmla="*/ 505446 h 523875"/>
                <a:gd name="connsiteX13" fmla="*/ 476730 w 495300"/>
                <a:gd name="connsiteY13" fmla="*/ 524496 h 523875"/>
                <a:gd name="connsiteX14" fmla="*/ 419580 w 495300"/>
                <a:gd name="connsiteY14" fmla="*/ 524496 h 523875"/>
                <a:gd name="connsiteX15" fmla="*/ 400530 w 495300"/>
                <a:gd name="connsiteY15" fmla="*/ 505446 h 523875"/>
                <a:gd name="connsiteX16" fmla="*/ 400530 w 495300"/>
                <a:gd name="connsiteY16" fmla="*/ 448296 h 523875"/>
                <a:gd name="connsiteX17" fmla="*/ 419580 w 495300"/>
                <a:gd name="connsiteY17" fmla="*/ 429246 h 523875"/>
                <a:gd name="connsiteX18" fmla="*/ 438630 w 495300"/>
                <a:gd name="connsiteY18" fmla="*/ 429246 h 523875"/>
                <a:gd name="connsiteX19" fmla="*/ 438630 w 495300"/>
                <a:gd name="connsiteY19" fmla="*/ 324471 h 523875"/>
                <a:gd name="connsiteX20" fmla="*/ 420533 w 495300"/>
                <a:gd name="connsiteY20" fmla="*/ 305421 h 523875"/>
                <a:gd name="connsiteX21" fmla="*/ 419580 w 495300"/>
                <a:gd name="connsiteY21" fmla="*/ 305421 h 523875"/>
                <a:gd name="connsiteX22" fmla="*/ 257655 w 495300"/>
                <a:gd name="connsiteY22" fmla="*/ 305421 h 523875"/>
                <a:gd name="connsiteX23" fmla="*/ 257655 w 495300"/>
                <a:gd name="connsiteY23" fmla="*/ 429246 h 523875"/>
                <a:gd name="connsiteX24" fmla="*/ 276705 w 495300"/>
                <a:gd name="connsiteY24" fmla="*/ 429246 h 523875"/>
                <a:gd name="connsiteX25" fmla="*/ 295755 w 495300"/>
                <a:gd name="connsiteY25" fmla="*/ 448296 h 523875"/>
                <a:gd name="connsiteX26" fmla="*/ 295755 w 495300"/>
                <a:gd name="connsiteY26" fmla="*/ 505446 h 523875"/>
                <a:gd name="connsiteX27" fmla="*/ 276705 w 495300"/>
                <a:gd name="connsiteY27" fmla="*/ 524496 h 523875"/>
                <a:gd name="connsiteX28" fmla="*/ 219555 w 495300"/>
                <a:gd name="connsiteY28" fmla="*/ 524496 h 523875"/>
                <a:gd name="connsiteX29" fmla="*/ 200505 w 495300"/>
                <a:gd name="connsiteY29" fmla="*/ 505446 h 523875"/>
                <a:gd name="connsiteX30" fmla="*/ 200505 w 495300"/>
                <a:gd name="connsiteY30" fmla="*/ 448296 h 523875"/>
                <a:gd name="connsiteX31" fmla="*/ 219555 w 495300"/>
                <a:gd name="connsiteY31" fmla="*/ 429246 h 523875"/>
                <a:gd name="connsiteX32" fmla="*/ 238605 w 495300"/>
                <a:gd name="connsiteY32" fmla="*/ 429246 h 523875"/>
                <a:gd name="connsiteX33" fmla="*/ 238605 w 495300"/>
                <a:gd name="connsiteY33" fmla="*/ 305421 h 523875"/>
                <a:gd name="connsiteX34" fmla="*/ 76680 w 495300"/>
                <a:gd name="connsiteY34" fmla="*/ 305421 h 523875"/>
                <a:gd name="connsiteX35" fmla="*/ 57630 w 495300"/>
                <a:gd name="connsiteY35" fmla="*/ 323519 h 523875"/>
                <a:gd name="connsiteX36" fmla="*/ 57630 w 495300"/>
                <a:gd name="connsiteY36" fmla="*/ 324471 h 523875"/>
                <a:gd name="connsiteX37" fmla="*/ 57630 w 495300"/>
                <a:gd name="connsiteY37" fmla="*/ 429246 h 523875"/>
                <a:gd name="connsiteX38" fmla="*/ 76680 w 495300"/>
                <a:gd name="connsiteY38" fmla="*/ 429246 h 523875"/>
                <a:gd name="connsiteX39" fmla="*/ 95730 w 495300"/>
                <a:gd name="connsiteY39" fmla="*/ 448296 h 523875"/>
                <a:gd name="connsiteX40" fmla="*/ 95730 w 495300"/>
                <a:gd name="connsiteY40" fmla="*/ 505446 h 523875"/>
                <a:gd name="connsiteX41" fmla="*/ 76680 w 495300"/>
                <a:gd name="connsiteY41" fmla="*/ 524496 h 523875"/>
                <a:gd name="connsiteX42" fmla="*/ 19530 w 495300"/>
                <a:gd name="connsiteY42" fmla="*/ 524496 h 523875"/>
                <a:gd name="connsiteX43" fmla="*/ 480 w 495300"/>
                <a:gd name="connsiteY43" fmla="*/ 505446 h 523875"/>
                <a:gd name="connsiteX44" fmla="*/ 480 w 495300"/>
                <a:gd name="connsiteY44" fmla="*/ 448296 h 523875"/>
                <a:gd name="connsiteX45" fmla="*/ 19530 w 495300"/>
                <a:gd name="connsiteY45" fmla="*/ 429246 h 523875"/>
                <a:gd name="connsiteX46" fmla="*/ 38580 w 495300"/>
                <a:gd name="connsiteY46" fmla="*/ 429246 h 523875"/>
                <a:gd name="connsiteX47" fmla="*/ 38580 w 495300"/>
                <a:gd name="connsiteY47" fmla="*/ 324471 h 523875"/>
                <a:gd name="connsiteX48" fmla="*/ 74775 w 495300"/>
                <a:gd name="connsiteY48" fmla="*/ 286371 h 523875"/>
                <a:gd name="connsiteX49" fmla="*/ 76680 w 495300"/>
                <a:gd name="connsiteY49" fmla="*/ 286371 h 523875"/>
                <a:gd name="connsiteX50" fmla="*/ 238605 w 495300"/>
                <a:gd name="connsiteY50" fmla="*/ 286371 h 523875"/>
                <a:gd name="connsiteX51" fmla="*/ 238605 w 495300"/>
                <a:gd name="connsiteY51" fmla="*/ 162546 h 523875"/>
                <a:gd name="connsiteX52" fmla="*/ 124305 w 495300"/>
                <a:gd name="connsiteY52" fmla="*/ 162546 h 523875"/>
                <a:gd name="connsiteX53" fmla="*/ 95730 w 495300"/>
                <a:gd name="connsiteY53" fmla="*/ 133971 h 523875"/>
                <a:gd name="connsiteX54" fmla="*/ 95730 w 495300"/>
                <a:gd name="connsiteY54" fmla="*/ 29196 h 523875"/>
                <a:gd name="connsiteX55" fmla="*/ 124305 w 495300"/>
                <a:gd name="connsiteY55" fmla="*/ 621 h 523875"/>
                <a:gd name="connsiteX56" fmla="*/ 371955 w 495300"/>
                <a:gd name="connsiteY56" fmla="*/ 621 h 523875"/>
                <a:gd name="connsiteX57" fmla="*/ 148118 w 495300"/>
                <a:gd name="connsiteY57" fmla="*/ 95871 h 523875"/>
                <a:gd name="connsiteX58" fmla="*/ 133830 w 495300"/>
                <a:gd name="connsiteY58" fmla="*/ 110159 h 523875"/>
                <a:gd name="connsiteX59" fmla="*/ 148118 w 495300"/>
                <a:gd name="connsiteY59" fmla="*/ 124446 h 523875"/>
                <a:gd name="connsiteX60" fmla="*/ 162405 w 495300"/>
                <a:gd name="connsiteY60" fmla="*/ 110159 h 523875"/>
                <a:gd name="connsiteX61" fmla="*/ 148118 w 495300"/>
                <a:gd name="connsiteY61" fmla="*/ 9587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495300" h="523875">
                  <a:moveTo>
                    <a:pt x="371955" y="621"/>
                  </a:moveTo>
                  <a:cubicBezTo>
                    <a:pt x="388148" y="621"/>
                    <a:pt x="400530" y="13004"/>
                    <a:pt x="400530" y="29196"/>
                  </a:cubicBezTo>
                  <a:lnTo>
                    <a:pt x="400530" y="133971"/>
                  </a:lnTo>
                  <a:cubicBezTo>
                    <a:pt x="400530" y="150164"/>
                    <a:pt x="388148" y="162546"/>
                    <a:pt x="371955" y="162546"/>
                  </a:cubicBezTo>
                  <a:lnTo>
                    <a:pt x="257655" y="162546"/>
                  </a:lnTo>
                  <a:lnTo>
                    <a:pt x="257655" y="286371"/>
                  </a:lnTo>
                  <a:lnTo>
                    <a:pt x="419580" y="286371"/>
                  </a:lnTo>
                  <a:cubicBezTo>
                    <a:pt x="439583" y="286371"/>
                    <a:pt x="456727" y="302564"/>
                    <a:pt x="457680" y="322566"/>
                  </a:cubicBezTo>
                  <a:lnTo>
                    <a:pt x="457680" y="324471"/>
                  </a:lnTo>
                  <a:lnTo>
                    <a:pt x="457680" y="429246"/>
                  </a:lnTo>
                  <a:lnTo>
                    <a:pt x="476730" y="429246"/>
                  </a:lnTo>
                  <a:cubicBezTo>
                    <a:pt x="487208" y="429246"/>
                    <a:pt x="495780" y="437819"/>
                    <a:pt x="495780" y="448296"/>
                  </a:cubicBezTo>
                  <a:lnTo>
                    <a:pt x="495780" y="505446"/>
                  </a:lnTo>
                  <a:cubicBezTo>
                    <a:pt x="495780" y="515924"/>
                    <a:pt x="487208" y="524496"/>
                    <a:pt x="476730" y="524496"/>
                  </a:cubicBezTo>
                  <a:lnTo>
                    <a:pt x="419580" y="524496"/>
                  </a:lnTo>
                  <a:cubicBezTo>
                    <a:pt x="409102" y="524496"/>
                    <a:pt x="400530" y="515924"/>
                    <a:pt x="400530" y="505446"/>
                  </a:cubicBezTo>
                  <a:lnTo>
                    <a:pt x="400530" y="448296"/>
                  </a:lnTo>
                  <a:cubicBezTo>
                    <a:pt x="400530" y="437819"/>
                    <a:pt x="409102" y="429246"/>
                    <a:pt x="419580" y="429246"/>
                  </a:cubicBezTo>
                  <a:lnTo>
                    <a:pt x="438630" y="429246"/>
                  </a:lnTo>
                  <a:lnTo>
                    <a:pt x="438630" y="324471"/>
                  </a:lnTo>
                  <a:cubicBezTo>
                    <a:pt x="438630" y="313994"/>
                    <a:pt x="431010" y="306374"/>
                    <a:pt x="420533" y="305421"/>
                  </a:cubicBezTo>
                  <a:lnTo>
                    <a:pt x="419580" y="305421"/>
                  </a:lnTo>
                  <a:lnTo>
                    <a:pt x="257655" y="305421"/>
                  </a:lnTo>
                  <a:lnTo>
                    <a:pt x="257655" y="429246"/>
                  </a:lnTo>
                  <a:lnTo>
                    <a:pt x="276705" y="429246"/>
                  </a:lnTo>
                  <a:cubicBezTo>
                    <a:pt x="287183" y="429246"/>
                    <a:pt x="295755" y="437819"/>
                    <a:pt x="295755" y="448296"/>
                  </a:cubicBezTo>
                  <a:lnTo>
                    <a:pt x="295755" y="505446"/>
                  </a:lnTo>
                  <a:cubicBezTo>
                    <a:pt x="295755" y="515924"/>
                    <a:pt x="287183" y="524496"/>
                    <a:pt x="276705" y="524496"/>
                  </a:cubicBezTo>
                  <a:lnTo>
                    <a:pt x="219555" y="524496"/>
                  </a:lnTo>
                  <a:cubicBezTo>
                    <a:pt x="209077" y="524496"/>
                    <a:pt x="200505" y="515924"/>
                    <a:pt x="200505" y="505446"/>
                  </a:cubicBezTo>
                  <a:lnTo>
                    <a:pt x="200505" y="448296"/>
                  </a:lnTo>
                  <a:cubicBezTo>
                    <a:pt x="200505" y="437819"/>
                    <a:pt x="209077" y="429246"/>
                    <a:pt x="219555" y="429246"/>
                  </a:cubicBezTo>
                  <a:lnTo>
                    <a:pt x="238605" y="429246"/>
                  </a:lnTo>
                  <a:lnTo>
                    <a:pt x="238605" y="305421"/>
                  </a:lnTo>
                  <a:lnTo>
                    <a:pt x="76680" y="305421"/>
                  </a:lnTo>
                  <a:cubicBezTo>
                    <a:pt x="66202" y="305421"/>
                    <a:pt x="58583" y="313041"/>
                    <a:pt x="57630" y="323519"/>
                  </a:cubicBezTo>
                  <a:lnTo>
                    <a:pt x="57630" y="324471"/>
                  </a:lnTo>
                  <a:lnTo>
                    <a:pt x="57630" y="429246"/>
                  </a:lnTo>
                  <a:lnTo>
                    <a:pt x="76680" y="429246"/>
                  </a:lnTo>
                  <a:cubicBezTo>
                    <a:pt x="87158" y="429246"/>
                    <a:pt x="95730" y="437819"/>
                    <a:pt x="95730" y="448296"/>
                  </a:cubicBezTo>
                  <a:lnTo>
                    <a:pt x="95730" y="505446"/>
                  </a:lnTo>
                  <a:cubicBezTo>
                    <a:pt x="95730" y="515924"/>
                    <a:pt x="87158" y="524496"/>
                    <a:pt x="76680" y="524496"/>
                  </a:cubicBezTo>
                  <a:lnTo>
                    <a:pt x="19530" y="524496"/>
                  </a:lnTo>
                  <a:cubicBezTo>
                    <a:pt x="9052" y="524496"/>
                    <a:pt x="480" y="515924"/>
                    <a:pt x="480" y="505446"/>
                  </a:cubicBezTo>
                  <a:lnTo>
                    <a:pt x="480" y="448296"/>
                  </a:lnTo>
                  <a:cubicBezTo>
                    <a:pt x="480" y="437819"/>
                    <a:pt x="9052" y="429246"/>
                    <a:pt x="19530" y="429246"/>
                  </a:cubicBezTo>
                  <a:lnTo>
                    <a:pt x="38580" y="429246"/>
                  </a:lnTo>
                  <a:lnTo>
                    <a:pt x="38580" y="324471"/>
                  </a:lnTo>
                  <a:cubicBezTo>
                    <a:pt x="38580" y="304469"/>
                    <a:pt x="54773" y="287324"/>
                    <a:pt x="74775" y="286371"/>
                  </a:cubicBezTo>
                  <a:lnTo>
                    <a:pt x="76680" y="286371"/>
                  </a:lnTo>
                  <a:lnTo>
                    <a:pt x="238605" y="286371"/>
                  </a:lnTo>
                  <a:lnTo>
                    <a:pt x="238605" y="162546"/>
                  </a:lnTo>
                  <a:lnTo>
                    <a:pt x="124305" y="162546"/>
                  </a:lnTo>
                  <a:cubicBezTo>
                    <a:pt x="108112" y="162546"/>
                    <a:pt x="95730" y="150164"/>
                    <a:pt x="95730" y="133971"/>
                  </a:cubicBezTo>
                  <a:lnTo>
                    <a:pt x="95730" y="29196"/>
                  </a:lnTo>
                  <a:cubicBezTo>
                    <a:pt x="95730" y="13004"/>
                    <a:pt x="108112" y="621"/>
                    <a:pt x="124305" y="621"/>
                  </a:cubicBezTo>
                  <a:lnTo>
                    <a:pt x="371955" y="621"/>
                  </a:lnTo>
                  <a:close/>
                  <a:moveTo>
                    <a:pt x="148118" y="95871"/>
                  </a:moveTo>
                  <a:cubicBezTo>
                    <a:pt x="140498" y="95871"/>
                    <a:pt x="133830" y="102539"/>
                    <a:pt x="133830" y="110159"/>
                  </a:cubicBezTo>
                  <a:cubicBezTo>
                    <a:pt x="133830" y="117779"/>
                    <a:pt x="140498" y="124446"/>
                    <a:pt x="148118" y="124446"/>
                  </a:cubicBezTo>
                  <a:cubicBezTo>
                    <a:pt x="155737" y="124446"/>
                    <a:pt x="162405" y="117779"/>
                    <a:pt x="162405" y="110159"/>
                  </a:cubicBezTo>
                  <a:cubicBezTo>
                    <a:pt x="162405" y="102539"/>
                    <a:pt x="155737" y="95871"/>
                    <a:pt x="148118" y="9587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2AD28F48-0AA5-540A-C638-DE4E3A3E9FA1}"/>
                </a:ext>
              </a:extLst>
            </p:cNvPr>
            <p:cNvSpPr>
              <a:spLocks/>
            </p:cNvSpPr>
            <p:nvPr/>
          </p:nvSpPr>
          <p:spPr>
            <a:xfrm flipH="1">
              <a:off x="5023115" y="3396977"/>
              <a:ext cx="2123827" cy="2483124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C25803D5-00CE-1545-56A2-987022DE2EE7}"/>
                </a:ext>
              </a:extLst>
            </p:cNvPr>
            <p:cNvSpPr txBox="1"/>
            <p:nvPr/>
          </p:nvSpPr>
          <p:spPr>
            <a:xfrm>
              <a:off x="5045058" y="3668605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{vItem.item3}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7A9DAA9B-FEA7-7EE2-EEB4-1629456A2B70}"/>
                </a:ext>
              </a:extLst>
            </p:cNvPr>
            <p:cNvSpPr txBox="1"/>
            <p:nvPr/>
          </p:nvSpPr>
          <p:spPr>
            <a:xfrm>
              <a:off x="5045058" y="4300989"/>
              <a:ext cx="2101881" cy="8357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{vItem.item3_Desc}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7" name="矩形: 圆角 26">
              <a:extLst>
                <a:ext uri="{FF2B5EF4-FFF2-40B4-BE49-F238E27FC236}">
                  <a16:creationId xmlns:a16="http://schemas.microsoft.com/office/drawing/2014/main" id="{39ADEB46-5269-B2BC-EA75-A8B16AE9E3D0}"/>
                </a:ext>
              </a:extLst>
            </p:cNvPr>
            <p:cNvSpPr/>
            <p:nvPr/>
          </p:nvSpPr>
          <p:spPr>
            <a:xfrm>
              <a:off x="5299393" y="5297427"/>
              <a:ext cx="1571274" cy="4302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03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67FC486B-BE24-D2E2-446E-0D0ECC20EFB4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5855242" y="2637644"/>
              <a:ext cx="459577" cy="45957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9D0DEEF9-D38C-8B92-ECE8-2FD6ECD5695B}"/>
                </a:ext>
              </a:extLst>
            </p:cNvPr>
            <p:cNvSpPr/>
            <p:nvPr/>
          </p:nvSpPr>
          <p:spPr>
            <a:xfrm>
              <a:off x="5988763" y="2772885"/>
              <a:ext cx="192536" cy="189096"/>
            </a:xfrm>
            <a:custGeom>
              <a:avLst/>
              <a:gdLst>
                <a:gd name="connsiteX0" fmla="*/ 343764 w 533400"/>
                <a:gd name="connsiteY0" fmla="*/ 276846 h 523875"/>
                <a:gd name="connsiteX1" fmla="*/ 372339 w 533400"/>
                <a:gd name="connsiteY1" fmla="*/ 305421 h 523875"/>
                <a:gd name="connsiteX2" fmla="*/ 372339 w 533400"/>
                <a:gd name="connsiteY2" fmla="*/ 495921 h 523875"/>
                <a:gd name="connsiteX3" fmla="*/ 343764 w 533400"/>
                <a:gd name="connsiteY3" fmla="*/ 524496 h 523875"/>
                <a:gd name="connsiteX4" fmla="*/ 191364 w 533400"/>
                <a:gd name="connsiteY4" fmla="*/ 524496 h 523875"/>
                <a:gd name="connsiteX5" fmla="*/ 162789 w 533400"/>
                <a:gd name="connsiteY5" fmla="*/ 495921 h 523875"/>
                <a:gd name="connsiteX6" fmla="*/ 162789 w 533400"/>
                <a:gd name="connsiteY6" fmla="*/ 305421 h 523875"/>
                <a:gd name="connsiteX7" fmla="*/ 191364 w 533400"/>
                <a:gd name="connsiteY7" fmla="*/ 276846 h 523875"/>
                <a:gd name="connsiteX8" fmla="*/ 343764 w 533400"/>
                <a:gd name="connsiteY8" fmla="*/ 276846 h 523875"/>
                <a:gd name="connsiteX9" fmla="*/ 143739 w 533400"/>
                <a:gd name="connsiteY9" fmla="*/ 114921 h 523875"/>
                <a:gd name="connsiteX10" fmla="*/ 179934 w 533400"/>
                <a:gd name="connsiteY10" fmla="*/ 153021 h 523875"/>
                <a:gd name="connsiteX11" fmla="*/ 181839 w 533400"/>
                <a:gd name="connsiteY11" fmla="*/ 153021 h 523875"/>
                <a:gd name="connsiteX12" fmla="*/ 353289 w 533400"/>
                <a:gd name="connsiteY12" fmla="*/ 153021 h 523875"/>
                <a:gd name="connsiteX13" fmla="*/ 391389 w 533400"/>
                <a:gd name="connsiteY13" fmla="*/ 116826 h 523875"/>
                <a:gd name="connsiteX14" fmla="*/ 391389 w 533400"/>
                <a:gd name="connsiteY14" fmla="*/ 114921 h 523875"/>
                <a:gd name="connsiteX15" fmla="*/ 505689 w 533400"/>
                <a:gd name="connsiteY15" fmla="*/ 114921 h 523875"/>
                <a:gd name="connsiteX16" fmla="*/ 534264 w 533400"/>
                <a:gd name="connsiteY16" fmla="*/ 143496 h 523875"/>
                <a:gd name="connsiteX17" fmla="*/ 534264 w 533400"/>
                <a:gd name="connsiteY17" fmla="*/ 381621 h 523875"/>
                <a:gd name="connsiteX18" fmla="*/ 505689 w 533400"/>
                <a:gd name="connsiteY18" fmla="*/ 410196 h 523875"/>
                <a:gd name="connsiteX19" fmla="*/ 391389 w 533400"/>
                <a:gd name="connsiteY19" fmla="*/ 410196 h 523875"/>
                <a:gd name="connsiteX20" fmla="*/ 391389 w 533400"/>
                <a:gd name="connsiteY20" fmla="*/ 295896 h 523875"/>
                <a:gd name="connsiteX21" fmla="*/ 355194 w 533400"/>
                <a:gd name="connsiteY21" fmla="*/ 257796 h 523875"/>
                <a:gd name="connsiteX22" fmla="*/ 353289 w 533400"/>
                <a:gd name="connsiteY22" fmla="*/ 257796 h 523875"/>
                <a:gd name="connsiteX23" fmla="*/ 181839 w 533400"/>
                <a:gd name="connsiteY23" fmla="*/ 257796 h 523875"/>
                <a:gd name="connsiteX24" fmla="*/ 143739 w 533400"/>
                <a:gd name="connsiteY24" fmla="*/ 293991 h 523875"/>
                <a:gd name="connsiteX25" fmla="*/ 143739 w 533400"/>
                <a:gd name="connsiteY25" fmla="*/ 295896 h 523875"/>
                <a:gd name="connsiteX26" fmla="*/ 143739 w 533400"/>
                <a:gd name="connsiteY26" fmla="*/ 410196 h 523875"/>
                <a:gd name="connsiteX27" fmla="*/ 29439 w 533400"/>
                <a:gd name="connsiteY27" fmla="*/ 410196 h 523875"/>
                <a:gd name="connsiteX28" fmla="*/ 864 w 533400"/>
                <a:gd name="connsiteY28" fmla="*/ 381621 h 523875"/>
                <a:gd name="connsiteX29" fmla="*/ 864 w 533400"/>
                <a:gd name="connsiteY29" fmla="*/ 201599 h 523875"/>
                <a:gd name="connsiteX30" fmla="*/ 11342 w 533400"/>
                <a:gd name="connsiteY30" fmla="*/ 175881 h 523875"/>
                <a:gd name="connsiteX31" fmla="*/ 56109 w 533400"/>
                <a:gd name="connsiteY31" fmla="*/ 127304 h 523875"/>
                <a:gd name="connsiteX32" fmla="*/ 83732 w 533400"/>
                <a:gd name="connsiteY32" fmla="*/ 114921 h 523875"/>
                <a:gd name="connsiteX33" fmla="*/ 143739 w 533400"/>
                <a:gd name="connsiteY33" fmla="*/ 114921 h 523875"/>
                <a:gd name="connsiteX34" fmla="*/ 462827 w 533400"/>
                <a:gd name="connsiteY34" fmla="*/ 172071 h 523875"/>
                <a:gd name="connsiteX35" fmla="*/ 448539 w 533400"/>
                <a:gd name="connsiteY35" fmla="*/ 186359 h 523875"/>
                <a:gd name="connsiteX36" fmla="*/ 462827 w 533400"/>
                <a:gd name="connsiteY36" fmla="*/ 200646 h 523875"/>
                <a:gd name="connsiteX37" fmla="*/ 477114 w 533400"/>
                <a:gd name="connsiteY37" fmla="*/ 186359 h 523875"/>
                <a:gd name="connsiteX38" fmla="*/ 462827 w 533400"/>
                <a:gd name="connsiteY38" fmla="*/ 172071 h 523875"/>
                <a:gd name="connsiteX39" fmla="*/ 343764 w 533400"/>
                <a:gd name="connsiteY39" fmla="*/ 621 h 523875"/>
                <a:gd name="connsiteX40" fmla="*/ 372339 w 533400"/>
                <a:gd name="connsiteY40" fmla="*/ 29196 h 523875"/>
                <a:gd name="connsiteX41" fmla="*/ 372339 w 533400"/>
                <a:gd name="connsiteY41" fmla="*/ 105396 h 523875"/>
                <a:gd name="connsiteX42" fmla="*/ 343764 w 533400"/>
                <a:gd name="connsiteY42" fmla="*/ 133971 h 523875"/>
                <a:gd name="connsiteX43" fmla="*/ 191364 w 533400"/>
                <a:gd name="connsiteY43" fmla="*/ 133971 h 523875"/>
                <a:gd name="connsiteX44" fmla="*/ 162789 w 533400"/>
                <a:gd name="connsiteY44" fmla="*/ 105396 h 523875"/>
                <a:gd name="connsiteX45" fmla="*/ 162789 w 533400"/>
                <a:gd name="connsiteY45" fmla="*/ 29196 h 523875"/>
                <a:gd name="connsiteX46" fmla="*/ 191364 w 533400"/>
                <a:gd name="connsiteY46" fmla="*/ 621 h 523875"/>
                <a:gd name="connsiteX47" fmla="*/ 343764 w 533400"/>
                <a:gd name="connsiteY47" fmla="*/ 62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533400" h="523875">
                  <a:moveTo>
                    <a:pt x="343764" y="276846"/>
                  </a:moveTo>
                  <a:cubicBezTo>
                    <a:pt x="359957" y="276846"/>
                    <a:pt x="372339" y="289229"/>
                    <a:pt x="372339" y="305421"/>
                  </a:cubicBezTo>
                  <a:lnTo>
                    <a:pt x="372339" y="495921"/>
                  </a:lnTo>
                  <a:cubicBezTo>
                    <a:pt x="372339" y="512114"/>
                    <a:pt x="359957" y="524496"/>
                    <a:pt x="343764" y="524496"/>
                  </a:cubicBezTo>
                  <a:lnTo>
                    <a:pt x="191364" y="524496"/>
                  </a:lnTo>
                  <a:cubicBezTo>
                    <a:pt x="175171" y="524496"/>
                    <a:pt x="162789" y="512114"/>
                    <a:pt x="162789" y="495921"/>
                  </a:cubicBezTo>
                  <a:lnTo>
                    <a:pt x="162789" y="305421"/>
                  </a:lnTo>
                  <a:cubicBezTo>
                    <a:pt x="162789" y="289229"/>
                    <a:pt x="175171" y="276846"/>
                    <a:pt x="191364" y="276846"/>
                  </a:cubicBezTo>
                  <a:lnTo>
                    <a:pt x="343764" y="276846"/>
                  </a:lnTo>
                  <a:close/>
                  <a:moveTo>
                    <a:pt x="143739" y="114921"/>
                  </a:moveTo>
                  <a:cubicBezTo>
                    <a:pt x="143739" y="134924"/>
                    <a:pt x="159932" y="152069"/>
                    <a:pt x="179934" y="153021"/>
                  </a:cubicBezTo>
                  <a:lnTo>
                    <a:pt x="181839" y="153021"/>
                  </a:lnTo>
                  <a:lnTo>
                    <a:pt x="353289" y="153021"/>
                  </a:lnTo>
                  <a:cubicBezTo>
                    <a:pt x="373292" y="153021"/>
                    <a:pt x="390436" y="136829"/>
                    <a:pt x="391389" y="116826"/>
                  </a:cubicBezTo>
                  <a:lnTo>
                    <a:pt x="391389" y="114921"/>
                  </a:lnTo>
                  <a:lnTo>
                    <a:pt x="505689" y="114921"/>
                  </a:lnTo>
                  <a:cubicBezTo>
                    <a:pt x="521882" y="114921"/>
                    <a:pt x="534264" y="127304"/>
                    <a:pt x="534264" y="143496"/>
                  </a:cubicBezTo>
                  <a:lnTo>
                    <a:pt x="534264" y="381621"/>
                  </a:lnTo>
                  <a:cubicBezTo>
                    <a:pt x="534264" y="397814"/>
                    <a:pt x="521882" y="410196"/>
                    <a:pt x="505689" y="410196"/>
                  </a:cubicBezTo>
                  <a:lnTo>
                    <a:pt x="391389" y="410196"/>
                  </a:lnTo>
                  <a:lnTo>
                    <a:pt x="391389" y="295896"/>
                  </a:lnTo>
                  <a:cubicBezTo>
                    <a:pt x="391389" y="275894"/>
                    <a:pt x="375196" y="258749"/>
                    <a:pt x="355194" y="257796"/>
                  </a:cubicBezTo>
                  <a:lnTo>
                    <a:pt x="353289" y="257796"/>
                  </a:lnTo>
                  <a:lnTo>
                    <a:pt x="181839" y="257796"/>
                  </a:lnTo>
                  <a:cubicBezTo>
                    <a:pt x="161836" y="257796"/>
                    <a:pt x="144692" y="273989"/>
                    <a:pt x="143739" y="293991"/>
                  </a:cubicBezTo>
                  <a:lnTo>
                    <a:pt x="143739" y="295896"/>
                  </a:lnTo>
                  <a:lnTo>
                    <a:pt x="143739" y="410196"/>
                  </a:lnTo>
                  <a:lnTo>
                    <a:pt x="29439" y="410196"/>
                  </a:lnTo>
                  <a:cubicBezTo>
                    <a:pt x="13246" y="410196"/>
                    <a:pt x="864" y="397814"/>
                    <a:pt x="864" y="381621"/>
                  </a:cubicBezTo>
                  <a:lnTo>
                    <a:pt x="864" y="201599"/>
                  </a:lnTo>
                  <a:cubicBezTo>
                    <a:pt x="864" y="192074"/>
                    <a:pt x="4674" y="182549"/>
                    <a:pt x="11342" y="175881"/>
                  </a:cubicBezTo>
                  <a:lnTo>
                    <a:pt x="56109" y="127304"/>
                  </a:lnTo>
                  <a:cubicBezTo>
                    <a:pt x="63729" y="119684"/>
                    <a:pt x="73254" y="114921"/>
                    <a:pt x="83732" y="114921"/>
                  </a:cubicBezTo>
                  <a:lnTo>
                    <a:pt x="143739" y="114921"/>
                  </a:lnTo>
                  <a:close/>
                  <a:moveTo>
                    <a:pt x="462827" y="172071"/>
                  </a:moveTo>
                  <a:cubicBezTo>
                    <a:pt x="455207" y="172071"/>
                    <a:pt x="448539" y="178739"/>
                    <a:pt x="448539" y="186359"/>
                  </a:cubicBezTo>
                  <a:cubicBezTo>
                    <a:pt x="448539" y="193979"/>
                    <a:pt x="455207" y="200646"/>
                    <a:pt x="462827" y="200646"/>
                  </a:cubicBezTo>
                  <a:cubicBezTo>
                    <a:pt x="470446" y="200646"/>
                    <a:pt x="477114" y="193979"/>
                    <a:pt x="477114" y="186359"/>
                  </a:cubicBezTo>
                  <a:cubicBezTo>
                    <a:pt x="477114" y="178739"/>
                    <a:pt x="470446" y="172071"/>
                    <a:pt x="462827" y="172071"/>
                  </a:cubicBezTo>
                  <a:close/>
                  <a:moveTo>
                    <a:pt x="343764" y="621"/>
                  </a:moveTo>
                  <a:cubicBezTo>
                    <a:pt x="359957" y="621"/>
                    <a:pt x="372339" y="13004"/>
                    <a:pt x="372339" y="29196"/>
                  </a:cubicBezTo>
                  <a:lnTo>
                    <a:pt x="372339" y="105396"/>
                  </a:lnTo>
                  <a:cubicBezTo>
                    <a:pt x="372339" y="121589"/>
                    <a:pt x="359957" y="133971"/>
                    <a:pt x="343764" y="133971"/>
                  </a:cubicBezTo>
                  <a:lnTo>
                    <a:pt x="191364" y="133971"/>
                  </a:lnTo>
                  <a:cubicBezTo>
                    <a:pt x="175171" y="133971"/>
                    <a:pt x="162789" y="121589"/>
                    <a:pt x="162789" y="105396"/>
                  </a:cubicBezTo>
                  <a:lnTo>
                    <a:pt x="162789" y="29196"/>
                  </a:lnTo>
                  <a:cubicBezTo>
                    <a:pt x="162789" y="13004"/>
                    <a:pt x="175171" y="621"/>
                    <a:pt x="191364" y="621"/>
                  </a:cubicBezTo>
                  <a:lnTo>
                    <a:pt x="343764" y="6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86CBEDC9-16B2-4E7E-00B9-5E8DD072F76E}"/>
                </a:ext>
              </a:extLst>
            </p:cNvPr>
            <p:cNvSpPr>
              <a:spLocks/>
            </p:cNvSpPr>
            <p:nvPr/>
          </p:nvSpPr>
          <p:spPr>
            <a:xfrm flipH="1">
              <a:off x="9385833" y="3396977"/>
              <a:ext cx="2123827" cy="2483123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A360BEB7-7C3F-2E07-C3F5-EDE0047FFB90}"/>
                </a:ext>
              </a:extLst>
            </p:cNvPr>
            <p:cNvSpPr txBox="1"/>
            <p:nvPr/>
          </p:nvSpPr>
          <p:spPr>
            <a:xfrm>
              <a:off x="9407776" y="3668606"/>
              <a:ext cx="2101881" cy="63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{vItem.item5}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FF49A377-ACAC-3290-0C95-D48E88B1972B}"/>
                </a:ext>
              </a:extLst>
            </p:cNvPr>
            <p:cNvSpPr txBox="1"/>
            <p:nvPr/>
          </p:nvSpPr>
          <p:spPr>
            <a:xfrm>
              <a:off x="9407776" y="4300990"/>
              <a:ext cx="2101881" cy="8357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{vItem.item5_Desc}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BCD8AD97-0714-A8B7-9BFF-1AC2F34C90A9}"/>
                </a:ext>
              </a:extLst>
            </p:cNvPr>
            <p:cNvSpPr/>
            <p:nvPr/>
          </p:nvSpPr>
          <p:spPr>
            <a:xfrm>
              <a:off x="9662111" y="5297427"/>
              <a:ext cx="1571274" cy="4302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r>
                <a:rPr lang="en-US" altLang="zh-CN" b="1" dirty="0">
                  <a:solidFill>
                    <a:schemeClr val="bg1"/>
                  </a:solidFill>
                </a:rPr>
                <a:t>05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0C5E588-FA3B-6933-126B-F87426BCDC8F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10217960" y="2637645"/>
              <a:ext cx="459577" cy="45957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87000">
                  <a:schemeClr val="accent1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 fontScale="77500" lnSpcReduction="20000"/>
            </a:bodyPr>
            <a:lstStyle>
              <a:defPPr>
                <a:defRPr lang="en-US"/>
              </a:defPPr>
              <a:lvl1pPr algn="ctr">
                <a:defRPr sz="2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2B7B51D6-28AD-6F8D-07E7-94CF4488EE34}"/>
                </a:ext>
              </a:extLst>
            </p:cNvPr>
            <p:cNvSpPr/>
            <p:nvPr/>
          </p:nvSpPr>
          <p:spPr>
            <a:xfrm>
              <a:off x="10351481" y="2786726"/>
              <a:ext cx="192536" cy="161414"/>
            </a:xfrm>
            <a:custGeom>
              <a:avLst/>
              <a:gdLst>
                <a:gd name="T0" fmla="*/ 2623 w 2768"/>
                <a:gd name="T1" fmla="*/ 1207 h 2324"/>
                <a:gd name="T2" fmla="*/ 2529 w 2768"/>
                <a:gd name="T3" fmla="*/ 2116 h 2324"/>
                <a:gd name="T4" fmla="*/ 2298 w 2768"/>
                <a:gd name="T5" fmla="*/ 2324 h 2324"/>
                <a:gd name="T6" fmla="*/ 470 w 2768"/>
                <a:gd name="T7" fmla="*/ 2324 h 2324"/>
                <a:gd name="T8" fmla="*/ 239 w 2768"/>
                <a:gd name="T9" fmla="*/ 2116 h 2324"/>
                <a:gd name="T10" fmla="*/ 145 w 2768"/>
                <a:gd name="T11" fmla="*/ 1207 h 2324"/>
                <a:gd name="T12" fmla="*/ 170 w 2768"/>
                <a:gd name="T13" fmla="*/ 1130 h 2324"/>
                <a:gd name="T14" fmla="*/ 244 w 2768"/>
                <a:gd name="T15" fmla="*/ 1097 h 2324"/>
                <a:gd name="T16" fmla="*/ 2524 w 2768"/>
                <a:gd name="T17" fmla="*/ 1097 h 2324"/>
                <a:gd name="T18" fmla="*/ 2598 w 2768"/>
                <a:gd name="T19" fmla="*/ 1130 h 2324"/>
                <a:gd name="T20" fmla="*/ 2623 w 2768"/>
                <a:gd name="T21" fmla="*/ 1207 h 2324"/>
                <a:gd name="T22" fmla="*/ 2762 w 2768"/>
                <a:gd name="T23" fmla="*/ 588 h 2324"/>
                <a:gd name="T24" fmla="*/ 2722 w 2768"/>
                <a:gd name="T25" fmla="*/ 814 h 2324"/>
                <a:gd name="T26" fmla="*/ 2624 w 2768"/>
                <a:gd name="T27" fmla="*/ 897 h 2324"/>
                <a:gd name="T28" fmla="*/ 157 w 2768"/>
                <a:gd name="T29" fmla="*/ 897 h 2324"/>
                <a:gd name="T30" fmla="*/ 60 w 2768"/>
                <a:gd name="T31" fmla="*/ 820 h 2324"/>
                <a:gd name="T32" fmla="*/ 7 w 2768"/>
                <a:gd name="T33" fmla="*/ 593 h 2324"/>
                <a:gd name="T34" fmla="*/ 26 w 2768"/>
                <a:gd name="T35" fmla="*/ 508 h 2324"/>
                <a:gd name="T36" fmla="*/ 104 w 2768"/>
                <a:gd name="T37" fmla="*/ 470 h 2324"/>
                <a:gd name="T38" fmla="*/ 904 w 2768"/>
                <a:gd name="T39" fmla="*/ 470 h 2324"/>
                <a:gd name="T40" fmla="*/ 904 w 2768"/>
                <a:gd name="T41" fmla="*/ 100 h 2324"/>
                <a:gd name="T42" fmla="*/ 1004 w 2768"/>
                <a:gd name="T43" fmla="*/ 0 h 2324"/>
                <a:gd name="T44" fmla="*/ 1764 w 2768"/>
                <a:gd name="T45" fmla="*/ 0 h 2324"/>
                <a:gd name="T46" fmla="*/ 1864 w 2768"/>
                <a:gd name="T47" fmla="*/ 100 h 2324"/>
                <a:gd name="T48" fmla="*/ 1864 w 2768"/>
                <a:gd name="T49" fmla="*/ 470 h 2324"/>
                <a:gd name="T50" fmla="*/ 2664 w 2768"/>
                <a:gd name="T51" fmla="*/ 470 h 2324"/>
                <a:gd name="T52" fmla="*/ 2741 w 2768"/>
                <a:gd name="T53" fmla="*/ 506 h 2324"/>
                <a:gd name="T54" fmla="*/ 2762 w 2768"/>
                <a:gd name="T55" fmla="*/ 588 h 2324"/>
                <a:gd name="T56" fmla="*/ 1104 w 2768"/>
                <a:gd name="T57" fmla="*/ 470 h 2324"/>
                <a:gd name="T58" fmla="*/ 1664 w 2768"/>
                <a:gd name="T59" fmla="*/ 470 h 2324"/>
                <a:gd name="T60" fmla="*/ 1664 w 2768"/>
                <a:gd name="T61" fmla="*/ 200 h 2324"/>
                <a:gd name="T62" fmla="*/ 1104 w 2768"/>
                <a:gd name="T63" fmla="*/ 200 h 2324"/>
                <a:gd name="T64" fmla="*/ 1104 w 2768"/>
                <a:gd name="T65" fmla="*/ 470 h 23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2768" h="2324">
                  <a:moveTo>
                    <a:pt x="2623" y="1207"/>
                  </a:moveTo>
                  <a:lnTo>
                    <a:pt x="2529" y="2116"/>
                  </a:lnTo>
                  <a:cubicBezTo>
                    <a:pt x="2517" y="2234"/>
                    <a:pt x="2418" y="2324"/>
                    <a:pt x="2298" y="2324"/>
                  </a:cubicBezTo>
                  <a:lnTo>
                    <a:pt x="470" y="2324"/>
                  </a:lnTo>
                  <a:cubicBezTo>
                    <a:pt x="350" y="2324"/>
                    <a:pt x="251" y="2234"/>
                    <a:pt x="239" y="2116"/>
                  </a:cubicBezTo>
                  <a:lnTo>
                    <a:pt x="145" y="1207"/>
                  </a:lnTo>
                  <a:cubicBezTo>
                    <a:pt x="142" y="1179"/>
                    <a:pt x="151" y="1151"/>
                    <a:pt x="170" y="1130"/>
                  </a:cubicBezTo>
                  <a:cubicBezTo>
                    <a:pt x="189" y="1109"/>
                    <a:pt x="216" y="1097"/>
                    <a:pt x="244" y="1097"/>
                  </a:cubicBezTo>
                  <a:lnTo>
                    <a:pt x="2524" y="1097"/>
                  </a:lnTo>
                  <a:cubicBezTo>
                    <a:pt x="2552" y="1097"/>
                    <a:pt x="2579" y="1109"/>
                    <a:pt x="2598" y="1130"/>
                  </a:cubicBezTo>
                  <a:cubicBezTo>
                    <a:pt x="2617" y="1151"/>
                    <a:pt x="2626" y="1179"/>
                    <a:pt x="2623" y="1207"/>
                  </a:cubicBezTo>
                  <a:close/>
                  <a:moveTo>
                    <a:pt x="2762" y="588"/>
                  </a:moveTo>
                  <a:lnTo>
                    <a:pt x="2722" y="814"/>
                  </a:lnTo>
                  <a:cubicBezTo>
                    <a:pt x="2714" y="862"/>
                    <a:pt x="2673" y="897"/>
                    <a:pt x="2624" y="897"/>
                  </a:cubicBezTo>
                  <a:lnTo>
                    <a:pt x="157" y="897"/>
                  </a:lnTo>
                  <a:cubicBezTo>
                    <a:pt x="111" y="897"/>
                    <a:pt x="71" y="865"/>
                    <a:pt x="60" y="820"/>
                  </a:cubicBezTo>
                  <a:lnTo>
                    <a:pt x="7" y="593"/>
                  </a:lnTo>
                  <a:cubicBezTo>
                    <a:pt x="0" y="564"/>
                    <a:pt x="7" y="532"/>
                    <a:pt x="26" y="508"/>
                  </a:cubicBezTo>
                  <a:cubicBezTo>
                    <a:pt x="45" y="484"/>
                    <a:pt x="73" y="470"/>
                    <a:pt x="104" y="470"/>
                  </a:cubicBezTo>
                  <a:lnTo>
                    <a:pt x="904" y="470"/>
                  </a:lnTo>
                  <a:lnTo>
                    <a:pt x="904" y="100"/>
                  </a:lnTo>
                  <a:cubicBezTo>
                    <a:pt x="904" y="45"/>
                    <a:pt x="949" y="0"/>
                    <a:pt x="1004" y="0"/>
                  </a:cubicBezTo>
                  <a:lnTo>
                    <a:pt x="1764" y="0"/>
                  </a:lnTo>
                  <a:cubicBezTo>
                    <a:pt x="1819" y="0"/>
                    <a:pt x="1864" y="45"/>
                    <a:pt x="1864" y="100"/>
                  </a:cubicBezTo>
                  <a:lnTo>
                    <a:pt x="1864" y="470"/>
                  </a:lnTo>
                  <a:lnTo>
                    <a:pt x="2664" y="470"/>
                  </a:lnTo>
                  <a:cubicBezTo>
                    <a:pt x="2694" y="470"/>
                    <a:pt x="2722" y="483"/>
                    <a:pt x="2741" y="506"/>
                  </a:cubicBezTo>
                  <a:cubicBezTo>
                    <a:pt x="2760" y="529"/>
                    <a:pt x="2768" y="559"/>
                    <a:pt x="2762" y="588"/>
                  </a:cubicBezTo>
                  <a:close/>
                  <a:moveTo>
                    <a:pt x="1104" y="470"/>
                  </a:moveTo>
                  <a:lnTo>
                    <a:pt x="1664" y="470"/>
                  </a:lnTo>
                  <a:lnTo>
                    <a:pt x="1664" y="200"/>
                  </a:lnTo>
                  <a:lnTo>
                    <a:pt x="1104" y="200"/>
                  </a:lnTo>
                  <a:lnTo>
                    <a:pt x="1104" y="470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79B3A56A-7C1B-2EE2-D945-1EA785FFA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9B19585-F40F-1099-23C7-9B6E03239274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list1-5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691764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140F91AF-0610-26EF-3197-CBC127C6507E}"/>
              </a:ext>
            </a:extLst>
          </p:cNvPr>
          <p:cNvGrpSpPr/>
          <p:nvPr/>
        </p:nvGrpSpPr>
        <p:grpSpPr>
          <a:xfrm>
            <a:off x="0" y="1942050"/>
            <a:ext cx="12192000" cy="3957488"/>
            <a:chOff x="0" y="1942050"/>
            <a:chExt cx="12192000" cy="3957488"/>
          </a:xfrm>
        </p:grpSpPr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653F91FB-9360-E0F0-AB7A-6C4F16C42F2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298648"/>
              <a:ext cx="12192000" cy="0"/>
            </a:xfrm>
            <a:prstGeom prst="line">
              <a:avLst/>
            </a:prstGeom>
            <a:ln w="25400">
              <a:solidFill>
                <a:schemeClr val="accent1">
                  <a:alpha val="50000"/>
                </a:schemeClr>
              </a:solidFill>
              <a:headEnd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3744F27F-8ABA-E64C-5FF1-1A3BA81433FB}"/>
                </a:ext>
              </a:extLst>
            </p:cNvPr>
            <p:cNvGrpSpPr/>
            <p:nvPr/>
          </p:nvGrpSpPr>
          <p:grpSpPr>
            <a:xfrm>
              <a:off x="1697090" y="1942050"/>
              <a:ext cx="2123832" cy="3957486"/>
              <a:chOff x="671361" y="2176615"/>
              <a:chExt cx="2123832" cy="3957486"/>
            </a:xfrm>
          </p:grpSpPr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F9C3B50E-E48A-1757-4F5A-8B0C69FD64F2}"/>
                  </a:ext>
                </a:extLst>
              </p:cNvPr>
              <p:cNvCxnSpPr>
                <a:cxnSpLocks/>
                <a:endCxn id="53" idx="0"/>
              </p:cNvCxnSpPr>
              <p:nvPr/>
            </p:nvCxnSpPr>
            <p:spPr>
              <a:xfrm flipH="1">
                <a:off x="1733283" y="2828581"/>
                <a:ext cx="3577" cy="494025"/>
              </a:xfrm>
              <a:prstGeom prst="line">
                <a:avLst/>
              </a:prstGeom>
              <a:ln w="31750">
                <a:solidFill>
                  <a:schemeClr val="accent1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2A0B728D-7AC6-41C4-08FD-249ACBBCA01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671361" y="2176615"/>
                <a:ext cx="2123832" cy="3957486"/>
                <a:chOff x="4841900" y="138860"/>
                <a:chExt cx="2495488" cy="4650019"/>
              </a:xfrm>
            </p:grpSpPr>
            <p:sp>
              <p:nvSpPr>
                <p:cNvPr id="49" name="矩形: 圆角 48">
                  <a:extLst>
                    <a:ext uri="{FF2B5EF4-FFF2-40B4-BE49-F238E27FC236}">
                      <a16:creationId xmlns:a16="http://schemas.microsoft.com/office/drawing/2014/main" id="{47B857BB-0A11-E165-E190-A2A56F6E0467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4841906" y="1866485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D4EDEDE3-2CC0-260E-3221-DB623D63525A}"/>
                    </a:ext>
                  </a:extLst>
                </p:cNvPr>
                <p:cNvSpPr txBox="1"/>
                <p:nvPr/>
              </p:nvSpPr>
              <p:spPr>
                <a:xfrm>
                  <a:off x="4841900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5BC39D2E-57C9-6926-8086-CD9BEBF6FF8C}"/>
                    </a:ext>
                  </a:extLst>
                </p:cNvPr>
                <p:cNvSpPr txBox="1"/>
                <p:nvPr/>
              </p:nvSpPr>
              <p:spPr>
                <a:xfrm>
                  <a:off x="4841904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52" name="箭头: V 形 51">
                  <a:extLst>
                    <a:ext uri="{FF2B5EF4-FFF2-40B4-BE49-F238E27FC236}">
                      <a16:creationId xmlns:a16="http://schemas.microsoft.com/office/drawing/2014/main" id="{6E117685-C4BB-A605-F998-17595C52F13E}"/>
                    </a:ext>
                  </a:extLst>
                </p:cNvPr>
                <p:cNvSpPr/>
                <p:nvPr/>
              </p:nvSpPr>
              <p:spPr>
                <a:xfrm>
                  <a:off x="4981387" y="138860"/>
                  <a:ext cx="2254901" cy="710912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01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6FCD5D25-0D64-DAFB-30CD-5C3D2E1BC858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5819650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54" name="任意多边形: 形状 53">
                  <a:extLst>
                    <a:ext uri="{FF2B5EF4-FFF2-40B4-BE49-F238E27FC236}">
                      <a16:creationId xmlns:a16="http://schemas.microsoft.com/office/drawing/2014/main" id="{A709604C-A47B-D4F5-6DDE-B20788D5315F}"/>
                    </a:ext>
                  </a:extLst>
                </p:cNvPr>
                <p:cNvSpPr/>
                <p:nvPr/>
              </p:nvSpPr>
              <p:spPr>
                <a:xfrm>
                  <a:off x="5976535" y="1631403"/>
                  <a:ext cx="226228" cy="247978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5AD801BE-B352-A24F-9819-9CFD065650A3}"/>
                </a:ext>
              </a:extLst>
            </p:cNvPr>
            <p:cNvGrpSpPr/>
            <p:nvPr/>
          </p:nvGrpSpPr>
          <p:grpSpPr>
            <a:xfrm>
              <a:off x="5129270" y="1942050"/>
              <a:ext cx="2123830" cy="3957486"/>
              <a:chOff x="2852722" y="2176615"/>
              <a:chExt cx="2123830" cy="3957486"/>
            </a:xfrm>
          </p:grpSpPr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AD43F3A6-55D4-80A0-18DF-BEEF4F78F47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2852722" y="2176615"/>
                <a:ext cx="2123830" cy="3957486"/>
                <a:chOff x="4841903" y="138860"/>
                <a:chExt cx="2495485" cy="4650019"/>
              </a:xfrm>
            </p:grpSpPr>
            <p:sp>
              <p:nvSpPr>
                <p:cNvPr id="41" name="矩形: 圆角 40">
                  <a:extLst>
                    <a:ext uri="{FF2B5EF4-FFF2-40B4-BE49-F238E27FC236}">
                      <a16:creationId xmlns:a16="http://schemas.microsoft.com/office/drawing/2014/main" id="{E1734E57-C439-99AB-FD7F-7F181DF0C239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4841906" y="1866485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42" name="文本框 41">
                  <a:extLst>
                    <a:ext uri="{FF2B5EF4-FFF2-40B4-BE49-F238E27FC236}">
                      <a16:creationId xmlns:a16="http://schemas.microsoft.com/office/drawing/2014/main" id="{A560177B-00BC-C2D1-2DFA-56A540660BD4}"/>
                    </a:ext>
                  </a:extLst>
                </p:cNvPr>
                <p:cNvSpPr txBox="1"/>
                <p:nvPr/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F1A694E7-8645-6222-79C0-7D9B66EA58FB}"/>
                    </a:ext>
                  </a:extLst>
                </p:cNvPr>
                <p:cNvSpPr txBox="1"/>
                <p:nvPr/>
              </p:nvSpPr>
              <p:spPr>
                <a:xfrm>
                  <a:off x="4841903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44" name="箭头: V 形 43">
                  <a:extLst>
                    <a:ext uri="{FF2B5EF4-FFF2-40B4-BE49-F238E27FC236}">
                      <a16:creationId xmlns:a16="http://schemas.microsoft.com/office/drawing/2014/main" id="{782070A4-2BD7-85B9-9248-C696CD7B0FB8}"/>
                    </a:ext>
                  </a:extLst>
                </p:cNvPr>
                <p:cNvSpPr/>
                <p:nvPr/>
              </p:nvSpPr>
              <p:spPr>
                <a:xfrm>
                  <a:off x="4962200" y="138860"/>
                  <a:ext cx="2254901" cy="710912"/>
                </a:xfrm>
                <a:prstGeom prst="chevron">
                  <a:avLst/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02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45" name="文本框 44">
                  <a:extLst>
                    <a:ext uri="{FF2B5EF4-FFF2-40B4-BE49-F238E27FC236}">
                      <a16:creationId xmlns:a16="http://schemas.microsoft.com/office/drawing/2014/main" id="{AA54B59D-6075-8596-B4DB-00A7906ABFCB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5819650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46" name="任意多边形: 形状 45">
                  <a:extLst>
                    <a:ext uri="{FF2B5EF4-FFF2-40B4-BE49-F238E27FC236}">
                      <a16:creationId xmlns:a16="http://schemas.microsoft.com/office/drawing/2014/main" id="{E6D02D5D-E8B1-3112-C724-B74B929D5E65}"/>
                    </a:ext>
                  </a:extLst>
                </p:cNvPr>
                <p:cNvSpPr/>
                <p:nvPr/>
              </p:nvSpPr>
              <p:spPr>
                <a:xfrm>
                  <a:off x="5976535" y="1635754"/>
                  <a:ext cx="226228" cy="239279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cxnSp>
            <p:nvCxnSpPr>
              <p:cNvPr id="40" name="直接连接符 39">
                <a:extLst>
                  <a:ext uri="{FF2B5EF4-FFF2-40B4-BE49-F238E27FC236}">
                    <a16:creationId xmlns:a16="http://schemas.microsoft.com/office/drawing/2014/main" id="{3002E5D6-8AFE-48D1-A2D8-671ECCC3A6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41265" y="2828581"/>
                <a:ext cx="0" cy="494025"/>
              </a:xfrm>
              <a:prstGeom prst="line">
                <a:avLst/>
              </a:prstGeom>
              <a:ln w="31750">
                <a:solidFill>
                  <a:schemeClr val="accent2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B1475FAC-FA88-3570-567A-F3D9C3BD249B}"/>
                </a:ext>
              </a:extLst>
            </p:cNvPr>
            <p:cNvGrpSpPr/>
            <p:nvPr/>
          </p:nvGrpSpPr>
          <p:grpSpPr>
            <a:xfrm>
              <a:off x="8561448" y="1942050"/>
              <a:ext cx="2123830" cy="3957488"/>
              <a:chOff x="5034080" y="2176615"/>
              <a:chExt cx="2123830" cy="3957488"/>
            </a:xfrm>
          </p:grpSpPr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8294CD40-69EE-FC9C-F9B7-0F2835B1A8A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5034080" y="2176615"/>
                <a:ext cx="2123830" cy="3957488"/>
                <a:chOff x="4841903" y="138860"/>
                <a:chExt cx="2495485" cy="4650021"/>
              </a:xfrm>
            </p:grpSpPr>
            <p:sp>
              <p:nvSpPr>
                <p:cNvPr id="33" name="矩形: 圆角 32">
                  <a:extLst>
                    <a:ext uri="{FF2B5EF4-FFF2-40B4-BE49-F238E27FC236}">
                      <a16:creationId xmlns:a16="http://schemas.microsoft.com/office/drawing/2014/main" id="{FB10B94D-A299-5B9B-06E8-8C28F3826B99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4841906" y="1866487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E46E2558-BEC7-6E8A-1BAA-B91645913CE1}"/>
                    </a:ext>
                  </a:extLst>
                </p:cNvPr>
                <p:cNvSpPr txBox="1"/>
                <p:nvPr/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67A3CD16-6365-3AAB-3583-74E36A0444ED}"/>
                    </a:ext>
                  </a:extLst>
                </p:cNvPr>
                <p:cNvSpPr txBox="1"/>
                <p:nvPr/>
              </p:nvSpPr>
              <p:spPr>
                <a:xfrm>
                  <a:off x="4841903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6" name="箭头: V 形 35">
                  <a:extLst>
                    <a:ext uri="{FF2B5EF4-FFF2-40B4-BE49-F238E27FC236}">
                      <a16:creationId xmlns:a16="http://schemas.microsoft.com/office/drawing/2014/main" id="{AF79B847-3B5B-7E2B-0ABC-5704E6C9E83A}"/>
                    </a:ext>
                  </a:extLst>
                </p:cNvPr>
                <p:cNvSpPr/>
                <p:nvPr/>
              </p:nvSpPr>
              <p:spPr>
                <a:xfrm>
                  <a:off x="4962200" y="138860"/>
                  <a:ext cx="2254901" cy="710912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03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6FAECC94-04FC-B498-1701-16DEFF8A6B29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5819652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38" name="任意多边形: 形状 37">
                  <a:extLst>
                    <a:ext uri="{FF2B5EF4-FFF2-40B4-BE49-F238E27FC236}">
                      <a16:creationId xmlns:a16="http://schemas.microsoft.com/office/drawing/2014/main" id="{E81AD28A-4F6E-D609-ACD5-D156B77C59AE}"/>
                    </a:ext>
                  </a:extLst>
                </p:cNvPr>
                <p:cNvSpPr/>
                <p:nvPr/>
              </p:nvSpPr>
              <p:spPr>
                <a:xfrm>
                  <a:off x="5976538" y="1644299"/>
                  <a:ext cx="226228" cy="222187"/>
                </a:xfrm>
                <a:custGeom>
                  <a:avLst/>
                  <a:gdLst>
                    <a:gd name="connsiteX0" fmla="*/ 343764 w 533400"/>
                    <a:gd name="connsiteY0" fmla="*/ 276846 h 523875"/>
                    <a:gd name="connsiteX1" fmla="*/ 372339 w 533400"/>
                    <a:gd name="connsiteY1" fmla="*/ 305421 h 523875"/>
                    <a:gd name="connsiteX2" fmla="*/ 372339 w 533400"/>
                    <a:gd name="connsiteY2" fmla="*/ 495921 h 523875"/>
                    <a:gd name="connsiteX3" fmla="*/ 343764 w 533400"/>
                    <a:gd name="connsiteY3" fmla="*/ 524496 h 523875"/>
                    <a:gd name="connsiteX4" fmla="*/ 191364 w 533400"/>
                    <a:gd name="connsiteY4" fmla="*/ 524496 h 523875"/>
                    <a:gd name="connsiteX5" fmla="*/ 162789 w 533400"/>
                    <a:gd name="connsiteY5" fmla="*/ 495921 h 523875"/>
                    <a:gd name="connsiteX6" fmla="*/ 162789 w 533400"/>
                    <a:gd name="connsiteY6" fmla="*/ 305421 h 523875"/>
                    <a:gd name="connsiteX7" fmla="*/ 191364 w 533400"/>
                    <a:gd name="connsiteY7" fmla="*/ 276846 h 523875"/>
                    <a:gd name="connsiteX8" fmla="*/ 343764 w 533400"/>
                    <a:gd name="connsiteY8" fmla="*/ 276846 h 523875"/>
                    <a:gd name="connsiteX9" fmla="*/ 143739 w 533400"/>
                    <a:gd name="connsiteY9" fmla="*/ 114921 h 523875"/>
                    <a:gd name="connsiteX10" fmla="*/ 179934 w 533400"/>
                    <a:gd name="connsiteY10" fmla="*/ 153021 h 523875"/>
                    <a:gd name="connsiteX11" fmla="*/ 181839 w 533400"/>
                    <a:gd name="connsiteY11" fmla="*/ 153021 h 523875"/>
                    <a:gd name="connsiteX12" fmla="*/ 353289 w 533400"/>
                    <a:gd name="connsiteY12" fmla="*/ 153021 h 523875"/>
                    <a:gd name="connsiteX13" fmla="*/ 391389 w 533400"/>
                    <a:gd name="connsiteY13" fmla="*/ 116826 h 523875"/>
                    <a:gd name="connsiteX14" fmla="*/ 391389 w 533400"/>
                    <a:gd name="connsiteY14" fmla="*/ 114921 h 523875"/>
                    <a:gd name="connsiteX15" fmla="*/ 505689 w 533400"/>
                    <a:gd name="connsiteY15" fmla="*/ 114921 h 523875"/>
                    <a:gd name="connsiteX16" fmla="*/ 534264 w 533400"/>
                    <a:gd name="connsiteY16" fmla="*/ 143496 h 523875"/>
                    <a:gd name="connsiteX17" fmla="*/ 534264 w 533400"/>
                    <a:gd name="connsiteY17" fmla="*/ 381621 h 523875"/>
                    <a:gd name="connsiteX18" fmla="*/ 505689 w 533400"/>
                    <a:gd name="connsiteY18" fmla="*/ 410196 h 523875"/>
                    <a:gd name="connsiteX19" fmla="*/ 391389 w 533400"/>
                    <a:gd name="connsiteY19" fmla="*/ 410196 h 523875"/>
                    <a:gd name="connsiteX20" fmla="*/ 391389 w 533400"/>
                    <a:gd name="connsiteY20" fmla="*/ 295896 h 523875"/>
                    <a:gd name="connsiteX21" fmla="*/ 355194 w 533400"/>
                    <a:gd name="connsiteY21" fmla="*/ 257796 h 523875"/>
                    <a:gd name="connsiteX22" fmla="*/ 353289 w 533400"/>
                    <a:gd name="connsiteY22" fmla="*/ 257796 h 523875"/>
                    <a:gd name="connsiteX23" fmla="*/ 181839 w 533400"/>
                    <a:gd name="connsiteY23" fmla="*/ 257796 h 523875"/>
                    <a:gd name="connsiteX24" fmla="*/ 143739 w 533400"/>
                    <a:gd name="connsiteY24" fmla="*/ 293991 h 523875"/>
                    <a:gd name="connsiteX25" fmla="*/ 143739 w 533400"/>
                    <a:gd name="connsiteY25" fmla="*/ 295896 h 523875"/>
                    <a:gd name="connsiteX26" fmla="*/ 143739 w 533400"/>
                    <a:gd name="connsiteY26" fmla="*/ 410196 h 523875"/>
                    <a:gd name="connsiteX27" fmla="*/ 29439 w 533400"/>
                    <a:gd name="connsiteY27" fmla="*/ 410196 h 523875"/>
                    <a:gd name="connsiteX28" fmla="*/ 864 w 533400"/>
                    <a:gd name="connsiteY28" fmla="*/ 381621 h 523875"/>
                    <a:gd name="connsiteX29" fmla="*/ 864 w 533400"/>
                    <a:gd name="connsiteY29" fmla="*/ 201599 h 523875"/>
                    <a:gd name="connsiteX30" fmla="*/ 11342 w 533400"/>
                    <a:gd name="connsiteY30" fmla="*/ 175881 h 523875"/>
                    <a:gd name="connsiteX31" fmla="*/ 56109 w 533400"/>
                    <a:gd name="connsiteY31" fmla="*/ 127304 h 523875"/>
                    <a:gd name="connsiteX32" fmla="*/ 83732 w 533400"/>
                    <a:gd name="connsiteY32" fmla="*/ 114921 h 523875"/>
                    <a:gd name="connsiteX33" fmla="*/ 143739 w 533400"/>
                    <a:gd name="connsiteY33" fmla="*/ 114921 h 523875"/>
                    <a:gd name="connsiteX34" fmla="*/ 462827 w 533400"/>
                    <a:gd name="connsiteY34" fmla="*/ 172071 h 523875"/>
                    <a:gd name="connsiteX35" fmla="*/ 448539 w 533400"/>
                    <a:gd name="connsiteY35" fmla="*/ 186359 h 523875"/>
                    <a:gd name="connsiteX36" fmla="*/ 462827 w 533400"/>
                    <a:gd name="connsiteY36" fmla="*/ 200646 h 523875"/>
                    <a:gd name="connsiteX37" fmla="*/ 477114 w 533400"/>
                    <a:gd name="connsiteY37" fmla="*/ 186359 h 523875"/>
                    <a:gd name="connsiteX38" fmla="*/ 462827 w 533400"/>
                    <a:gd name="connsiteY38" fmla="*/ 172071 h 523875"/>
                    <a:gd name="connsiteX39" fmla="*/ 343764 w 533400"/>
                    <a:gd name="connsiteY39" fmla="*/ 621 h 523875"/>
                    <a:gd name="connsiteX40" fmla="*/ 372339 w 533400"/>
                    <a:gd name="connsiteY40" fmla="*/ 29196 h 523875"/>
                    <a:gd name="connsiteX41" fmla="*/ 372339 w 533400"/>
                    <a:gd name="connsiteY41" fmla="*/ 105396 h 523875"/>
                    <a:gd name="connsiteX42" fmla="*/ 343764 w 533400"/>
                    <a:gd name="connsiteY42" fmla="*/ 133971 h 523875"/>
                    <a:gd name="connsiteX43" fmla="*/ 191364 w 533400"/>
                    <a:gd name="connsiteY43" fmla="*/ 133971 h 523875"/>
                    <a:gd name="connsiteX44" fmla="*/ 162789 w 533400"/>
                    <a:gd name="connsiteY44" fmla="*/ 105396 h 523875"/>
                    <a:gd name="connsiteX45" fmla="*/ 162789 w 533400"/>
                    <a:gd name="connsiteY45" fmla="*/ 29196 h 523875"/>
                    <a:gd name="connsiteX46" fmla="*/ 191364 w 533400"/>
                    <a:gd name="connsiteY46" fmla="*/ 621 h 523875"/>
                    <a:gd name="connsiteX47" fmla="*/ 343764 w 533400"/>
                    <a:gd name="connsiteY47" fmla="*/ 62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</a:cxnLst>
                  <a:rect l="l" t="t" r="r" b="b"/>
                  <a:pathLst>
                    <a:path w="533400" h="523875">
                      <a:moveTo>
                        <a:pt x="343764" y="276846"/>
                      </a:moveTo>
                      <a:cubicBezTo>
                        <a:pt x="359957" y="276846"/>
                        <a:pt x="372339" y="289229"/>
                        <a:pt x="372339" y="305421"/>
                      </a:cubicBezTo>
                      <a:lnTo>
                        <a:pt x="372339" y="495921"/>
                      </a:lnTo>
                      <a:cubicBezTo>
                        <a:pt x="372339" y="512114"/>
                        <a:pt x="359957" y="524496"/>
                        <a:pt x="343764" y="524496"/>
                      </a:cubicBezTo>
                      <a:lnTo>
                        <a:pt x="191364" y="524496"/>
                      </a:lnTo>
                      <a:cubicBezTo>
                        <a:pt x="175171" y="524496"/>
                        <a:pt x="162789" y="512114"/>
                        <a:pt x="162789" y="495921"/>
                      </a:cubicBezTo>
                      <a:lnTo>
                        <a:pt x="162789" y="305421"/>
                      </a:lnTo>
                      <a:cubicBezTo>
                        <a:pt x="162789" y="289229"/>
                        <a:pt x="175171" y="276846"/>
                        <a:pt x="191364" y="276846"/>
                      </a:cubicBezTo>
                      <a:lnTo>
                        <a:pt x="343764" y="276846"/>
                      </a:lnTo>
                      <a:close/>
                      <a:moveTo>
                        <a:pt x="143739" y="114921"/>
                      </a:moveTo>
                      <a:cubicBezTo>
                        <a:pt x="143739" y="134924"/>
                        <a:pt x="159932" y="152069"/>
                        <a:pt x="179934" y="153021"/>
                      </a:cubicBezTo>
                      <a:lnTo>
                        <a:pt x="181839" y="153021"/>
                      </a:lnTo>
                      <a:lnTo>
                        <a:pt x="353289" y="153021"/>
                      </a:lnTo>
                      <a:cubicBezTo>
                        <a:pt x="373292" y="153021"/>
                        <a:pt x="390436" y="136829"/>
                        <a:pt x="391389" y="116826"/>
                      </a:cubicBezTo>
                      <a:lnTo>
                        <a:pt x="391389" y="114921"/>
                      </a:lnTo>
                      <a:lnTo>
                        <a:pt x="505689" y="114921"/>
                      </a:lnTo>
                      <a:cubicBezTo>
                        <a:pt x="521882" y="114921"/>
                        <a:pt x="534264" y="127304"/>
                        <a:pt x="534264" y="143496"/>
                      </a:cubicBezTo>
                      <a:lnTo>
                        <a:pt x="534264" y="381621"/>
                      </a:lnTo>
                      <a:cubicBezTo>
                        <a:pt x="534264" y="397814"/>
                        <a:pt x="521882" y="410196"/>
                        <a:pt x="505689" y="410196"/>
                      </a:cubicBezTo>
                      <a:lnTo>
                        <a:pt x="391389" y="410196"/>
                      </a:lnTo>
                      <a:lnTo>
                        <a:pt x="391389" y="295896"/>
                      </a:lnTo>
                      <a:cubicBezTo>
                        <a:pt x="391389" y="275894"/>
                        <a:pt x="375196" y="258749"/>
                        <a:pt x="355194" y="257796"/>
                      </a:cubicBezTo>
                      <a:lnTo>
                        <a:pt x="353289" y="257796"/>
                      </a:lnTo>
                      <a:lnTo>
                        <a:pt x="181839" y="257796"/>
                      </a:lnTo>
                      <a:cubicBezTo>
                        <a:pt x="161836" y="257796"/>
                        <a:pt x="144692" y="273989"/>
                        <a:pt x="143739" y="293991"/>
                      </a:cubicBezTo>
                      <a:lnTo>
                        <a:pt x="143739" y="295896"/>
                      </a:lnTo>
                      <a:lnTo>
                        <a:pt x="143739" y="410196"/>
                      </a:lnTo>
                      <a:lnTo>
                        <a:pt x="29439" y="410196"/>
                      </a:lnTo>
                      <a:cubicBezTo>
                        <a:pt x="13246" y="410196"/>
                        <a:pt x="864" y="397814"/>
                        <a:pt x="864" y="381621"/>
                      </a:cubicBezTo>
                      <a:lnTo>
                        <a:pt x="864" y="201599"/>
                      </a:lnTo>
                      <a:cubicBezTo>
                        <a:pt x="864" y="192074"/>
                        <a:pt x="4674" y="182549"/>
                        <a:pt x="11342" y="175881"/>
                      </a:cubicBezTo>
                      <a:lnTo>
                        <a:pt x="56109" y="127304"/>
                      </a:lnTo>
                      <a:cubicBezTo>
                        <a:pt x="63729" y="119684"/>
                        <a:pt x="73254" y="114921"/>
                        <a:pt x="83732" y="114921"/>
                      </a:cubicBezTo>
                      <a:lnTo>
                        <a:pt x="143739" y="114921"/>
                      </a:lnTo>
                      <a:close/>
                      <a:moveTo>
                        <a:pt x="462827" y="172071"/>
                      </a:moveTo>
                      <a:cubicBezTo>
                        <a:pt x="455207" y="172071"/>
                        <a:pt x="448539" y="178739"/>
                        <a:pt x="448539" y="186359"/>
                      </a:cubicBezTo>
                      <a:cubicBezTo>
                        <a:pt x="448539" y="193979"/>
                        <a:pt x="455207" y="200646"/>
                        <a:pt x="462827" y="200646"/>
                      </a:cubicBezTo>
                      <a:cubicBezTo>
                        <a:pt x="470446" y="200646"/>
                        <a:pt x="477114" y="193979"/>
                        <a:pt x="477114" y="186359"/>
                      </a:cubicBezTo>
                      <a:cubicBezTo>
                        <a:pt x="477114" y="178739"/>
                        <a:pt x="470446" y="172071"/>
                        <a:pt x="462827" y="172071"/>
                      </a:cubicBezTo>
                      <a:close/>
                      <a:moveTo>
                        <a:pt x="343764" y="621"/>
                      </a:moveTo>
                      <a:cubicBezTo>
                        <a:pt x="359957" y="621"/>
                        <a:pt x="372339" y="13004"/>
                        <a:pt x="372339" y="29196"/>
                      </a:cubicBezTo>
                      <a:lnTo>
                        <a:pt x="372339" y="105396"/>
                      </a:lnTo>
                      <a:cubicBezTo>
                        <a:pt x="372339" y="121589"/>
                        <a:pt x="359957" y="133971"/>
                        <a:pt x="343764" y="133971"/>
                      </a:cubicBezTo>
                      <a:lnTo>
                        <a:pt x="191364" y="133971"/>
                      </a:lnTo>
                      <a:cubicBezTo>
                        <a:pt x="175171" y="133971"/>
                        <a:pt x="162789" y="121589"/>
                        <a:pt x="162789" y="105396"/>
                      </a:cubicBezTo>
                      <a:lnTo>
                        <a:pt x="162789" y="29196"/>
                      </a:lnTo>
                      <a:cubicBezTo>
                        <a:pt x="162789" y="13004"/>
                        <a:pt x="175171" y="621"/>
                        <a:pt x="191364" y="621"/>
                      </a:cubicBezTo>
                      <a:lnTo>
                        <a:pt x="343764" y="62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cxnSp>
            <p:nvCxnSpPr>
              <p:cNvPr id="32" name="直接连接符 31">
                <a:extLst>
                  <a:ext uri="{FF2B5EF4-FFF2-40B4-BE49-F238E27FC236}">
                    <a16:creationId xmlns:a16="http://schemas.microsoft.com/office/drawing/2014/main" id="{1E5D6AE0-0E6E-F083-3C45-0CE66F3328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13012" y="2828581"/>
                <a:ext cx="1104" cy="494025"/>
              </a:xfrm>
              <a:prstGeom prst="line">
                <a:avLst/>
              </a:prstGeom>
              <a:ln w="31750">
                <a:solidFill>
                  <a:schemeClr val="accent1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" name="矩形 13">
            <a:extLst>
              <a:ext uri="{FF2B5EF4-FFF2-40B4-BE49-F238E27FC236}">
                <a16:creationId xmlns:a16="http://schemas.microsoft.com/office/drawing/2014/main" id="{26746879-A163-DD7E-E9AF-04BBD15B072F}"/>
              </a:ext>
            </a:extLst>
          </p:cNvPr>
          <p:cNvSpPr>
            <a:spLocks noChangeAspect="1"/>
          </p:cNvSpPr>
          <p:nvPr/>
        </p:nvSpPr>
        <p:spPr>
          <a:xfrm>
            <a:off x="660400" y="1130300"/>
            <a:ext cx="10858500" cy="6938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 anchorCtr="0">
            <a:normAutofit/>
          </a:bodyPr>
          <a:lstStyle/>
          <a:p>
            <a:pPr algn="ctr">
              <a:buSzPct val="25000"/>
            </a:pPr>
            <a:r>
              <a:rPr lang="en-US" altLang="zh-CN" sz="2400" b="1" dirty="0">
                <a:solidFill>
                  <a:schemeClr val="tx1"/>
                </a:solidFill>
              </a:rPr>
              <a:t>{</a:t>
            </a:r>
            <a:r>
              <a:rPr lang="en-US" altLang="zh-CN" sz="2400" b="1" dirty="0" err="1">
                <a:solidFill>
                  <a:schemeClr val="tx1"/>
                </a:solidFill>
              </a:rPr>
              <a:t>slideTitle</a:t>
            </a:r>
            <a:r>
              <a:rPr lang="en-US" altLang="zh-CN" sz="2400" b="1" dirty="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76A6B342-D60C-F57F-080F-A4BE4C000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8879ECC-2F37-BFD8-6132-C67D5EAD30BF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progress2-3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912420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A814D-F3E1-2C4D-D1EE-4D1510E9D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F9B0493-D44B-6077-7D63-9C22F0A6760B}"/>
              </a:ext>
            </a:extLst>
          </p:cNvPr>
          <p:cNvCxnSpPr>
            <a:cxnSpLocks/>
          </p:cNvCxnSpPr>
          <p:nvPr/>
        </p:nvCxnSpPr>
        <p:spPr>
          <a:xfrm>
            <a:off x="0" y="3072037"/>
            <a:ext cx="12192000" cy="0"/>
          </a:xfrm>
          <a:prstGeom prst="line">
            <a:avLst/>
          </a:prstGeom>
          <a:ln w="25400">
            <a:solidFill>
              <a:schemeClr val="accent1">
                <a:alpha val="50000"/>
              </a:schemeClr>
            </a:solidFill>
            <a:headEnd w="lg" len="lg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组合 8">
            <a:extLst>
              <a:ext uri="{FF2B5EF4-FFF2-40B4-BE49-F238E27FC236}">
                <a16:creationId xmlns:a16="http://schemas.microsoft.com/office/drawing/2014/main" id="{47108473-9607-BC32-FFAD-86C3F6F5D735}"/>
              </a:ext>
            </a:extLst>
          </p:cNvPr>
          <p:cNvGrpSpPr/>
          <p:nvPr/>
        </p:nvGrpSpPr>
        <p:grpSpPr>
          <a:xfrm>
            <a:off x="758828" y="1715439"/>
            <a:ext cx="2123832" cy="3957486"/>
            <a:chOff x="671361" y="2176615"/>
            <a:chExt cx="2123832" cy="3957486"/>
          </a:xfrm>
        </p:grpSpPr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CE6DF041-76BF-E372-94B1-CC9330DB9490}"/>
                </a:ext>
              </a:extLst>
            </p:cNvPr>
            <p:cNvCxnSpPr>
              <a:cxnSpLocks/>
              <a:endCxn id="53" idx="0"/>
            </p:cNvCxnSpPr>
            <p:nvPr/>
          </p:nvCxnSpPr>
          <p:spPr>
            <a:xfrm flipH="1">
              <a:off x="1733283" y="2828581"/>
              <a:ext cx="3577" cy="494025"/>
            </a:xfrm>
            <a:prstGeom prst="line">
              <a:avLst/>
            </a:prstGeom>
            <a:ln w="31750">
              <a:solidFill>
                <a:schemeClr val="accent1"/>
              </a:solidFill>
              <a:prstDash val="sysDot"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06B2A083-F692-30E2-0EDA-C74424F2A7D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71361" y="2176615"/>
              <a:ext cx="2123832" cy="3957486"/>
              <a:chOff x="4841900" y="138860"/>
              <a:chExt cx="2495488" cy="4650019"/>
            </a:xfrm>
          </p:grpSpPr>
          <p:sp>
            <p:nvSpPr>
              <p:cNvPr id="49" name="矩形: 圆角 48">
                <a:extLst>
                  <a:ext uri="{FF2B5EF4-FFF2-40B4-BE49-F238E27FC236}">
                    <a16:creationId xmlns:a16="http://schemas.microsoft.com/office/drawing/2014/main" id="{4678C028-ACF4-4453-E2EF-F83B861D2B20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4841906" y="1866485"/>
                <a:ext cx="2495482" cy="292239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0DC6F0E7-6C1B-A86D-AC14-AFC375347E7D}"/>
                  </a:ext>
                </a:extLst>
              </p:cNvPr>
              <p:cNvSpPr txBox="1"/>
              <p:nvPr/>
            </p:nvSpPr>
            <p:spPr>
              <a:xfrm>
                <a:off x="4841900" y="2336988"/>
                <a:ext cx="2493455" cy="7430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D1FF04FB-F024-8364-FFD3-8C371A316A46}"/>
                  </a:ext>
                </a:extLst>
              </p:cNvPr>
              <p:cNvSpPr txBox="1"/>
              <p:nvPr/>
            </p:nvSpPr>
            <p:spPr>
              <a:xfrm>
                <a:off x="4841904" y="3080035"/>
                <a:ext cx="2493455" cy="14876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52" name="箭头: V 形 51">
                <a:extLst>
                  <a:ext uri="{FF2B5EF4-FFF2-40B4-BE49-F238E27FC236}">
                    <a16:creationId xmlns:a16="http://schemas.microsoft.com/office/drawing/2014/main" id="{E1C9E1F4-C45E-9D26-0195-7FE874BC3DAB}"/>
                  </a:ext>
                </a:extLst>
              </p:cNvPr>
              <p:cNvSpPr/>
              <p:nvPr/>
            </p:nvSpPr>
            <p:spPr>
              <a:xfrm>
                <a:off x="4981387" y="138860"/>
                <a:ext cx="2254901" cy="710912"/>
              </a:xfrm>
              <a:prstGeom prst="chevron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01</a:t>
                </a:r>
                <a:endParaRPr lang="zh-CN" altLang="en-US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2CEB0F79-43F6-FC66-2B06-A55F828A4AFD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819650" y="1485392"/>
                <a:ext cx="540000" cy="54000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54" name="任意多边形: 形状 53">
                <a:extLst>
                  <a:ext uri="{FF2B5EF4-FFF2-40B4-BE49-F238E27FC236}">
                    <a16:creationId xmlns:a16="http://schemas.microsoft.com/office/drawing/2014/main" id="{16E277A5-1B5C-17F0-3CC4-83AB71DBA190}"/>
                  </a:ext>
                </a:extLst>
              </p:cNvPr>
              <p:cNvSpPr/>
              <p:nvPr/>
            </p:nvSpPr>
            <p:spPr>
              <a:xfrm>
                <a:off x="5976535" y="1631403"/>
                <a:ext cx="226228" cy="247978"/>
              </a:xfrm>
              <a:custGeom>
                <a:avLst/>
                <a:gdLst>
                  <a:gd name="connsiteX0" fmla="*/ 248770 w 495300"/>
                  <a:gd name="connsiteY0" fmla="*/ 621 h 542925"/>
                  <a:gd name="connsiteX1" fmla="*/ 496420 w 495300"/>
                  <a:gd name="connsiteY1" fmla="*/ 248271 h 542925"/>
                  <a:gd name="connsiteX2" fmla="*/ 324017 w 495300"/>
                  <a:gd name="connsiteY2" fmla="*/ 484491 h 542925"/>
                  <a:gd name="connsiteX3" fmla="*/ 346877 w 495300"/>
                  <a:gd name="connsiteY3" fmla="*/ 524496 h 542925"/>
                  <a:gd name="connsiteX4" fmla="*/ 420220 w 495300"/>
                  <a:gd name="connsiteY4" fmla="*/ 524496 h 542925"/>
                  <a:gd name="connsiteX5" fmla="*/ 420220 w 495300"/>
                  <a:gd name="connsiteY5" fmla="*/ 543546 h 542925"/>
                  <a:gd name="connsiteX6" fmla="*/ 77320 w 495300"/>
                  <a:gd name="connsiteY6" fmla="*/ 543546 h 542925"/>
                  <a:gd name="connsiteX7" fmla="*/ 77320 w 495300"/>
                  <a:gd name="connsiteY7" fmla="*/ 524496 h 542925"/>
                  <a:gd name="connsiteX8" fmla="*/ 150663 w 495300"/>
                  <a:gd name="connsiteY8" fmla="*/ 524496 h 542925"/>
                  <a:gd name="connsiteX9" fmla="*/ 173523 w 495300"/>
                  <a:gd name="connsiteY9" fmla="*/ 484491 h 542925"/>
                  <a:gd name="connsiteX10" fmla="*/ 1120 w 495300"/>
                  <a:gd name="connsiteY10" fmla="*/ 248271 h 542925"/>
                  <a:gd name="connsiteX11" fmla="*/ 248770 w 495300"/>
                  <a:gd name="connsiteY11" fmla="*/ 621 h 542925"/>
                  <a:gd name="connsiteX12" fmla="*/ 192573 w 495300"/>
                  <a:gd name="connsiteY12" fmla="*/ 489254 h 542925"/>
                  <a:gd name="connsiteX13" fmla="*/ 172570 w 495300"/>
                  <a:gd name="connsiteY13" fmla="*/ 524496 h 542925"/>
                  <a:gd name="connsiteX14" fmla="*/ 324970 w 495300"/>
                  <a:gd name="connsiteY14" fmla="*/ 524496 h 542925"/>
                  <a:gd name="connsiteX15" fmla="*/ 304967 w 495300"/>
                  <a:gd name="connsiteY15" fmla="*/ 489254 h 542925"/>
                  <a:gd name="connsiteX16" fmla="*/ 248770 w 495300"/>
                  <a:gd name="connsiteY16" fmla="*/ 495921 h 542925"/>
                  <a:gd name="connsiteX17" fmla="*/ 192573 w 495300"/>
                  <a:gd name="connsiteY17" fmla="*/ 489254 h 542925"/>
                  <a:gd name="connsiteX18" fmla="*/ 248770 w 495300"/>
                  <a:gd name="connsiteY18" fmla="*/ 143496 h 542925"/>
                  <a:gd name="connsiteX19" fmla="*/ 143995 w 495300"/>
                  <a:gd name="connsiteY19" fmla="*/ 248271 h 542925"/>
                  <a:gd name="connsiteX20" fmla="*/ 248770 w 495300"/>
                  <a:gd name="connsiteY20" fmla="*/ 353046 h 542925"/>
                  <a:gd name="connsiteX21" fmla="*/ 353545 w 495300"/>
                  <a:gd name="connsiteY21" fmla="*/ 248271 h 542925"/>
                  <a:gd name="connsiteX22" fmla="*/ 248770 w 495300"/>
                  <a:gd name="connsiteY22" fmla="*/ 143496 h 542925"/>
                  <a:gd name="connsiteX23" fmla="*/ 367833 w 495300"/>
                  <a:gd name="connsiteY23" fmla="*/ 114921 h 542925"/>
                  <a:gd name="connsiteX24" fmla="*/ 353545 w 495300"/>
                  <a:gd name="connsiteY24" fmla="*/ 129209 h 542925"/>
                  <a:gd name="connsiteX25" fmla="*/ 367833 w 495300"/>
                  <a:gd name="connsiteY25" fmla="*/ 143496 h 542925"/>
                  <a:gd name="connsiteX26" fmla="*/ 382120 w 495300"/>
                  <a:gd name="connsiteY26" fmla="*/ 129209 h 542925"/>
                  <a:gd name="connsiteX27" fmla="*/ 367833 w 495300"/>
                  <a:gd name="connsiteY27" fmla="*/ 114921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95300" h="542925">
                    <a:moveTo>
                      <a:pt x="248770" y="621"/>
                    </a:moveTo>
                    <a:cubicBezTo>
                      <a:pt x="385930" y="621"/>
                      <a:pt x="496420" y="111111"/>
                      <a:pt x="496420" y="248271"/>
                    </a:cubicBezTo>
                    <a:cubicBezTo>
                      <a:pt x="496420" y="358761"/>
                      <a:pt x="424030" y="452106"/>
                      <a:pt x="324017" y="484491"/>
                    </a:cubicBezTo>
                    <a:lnTo>
                      <a:pt x="346877" y="524496"/>
                    </a:lnTo>
                    <a:lnTo>
                      <a:pt x="420220" y="524496"/>
                    </a:lnTo>
                    <a:lnTo>
                      <a:pt x="420220" y="543546"/>
                    </a:lnTo>
                    <a:lnTo>
                      <a:pt x="77320" y="543546"/>
                    </a:lnTo>
                    <a:lnTo>
                      <a:pt x="77320" y="524496"/>
                    </a:lnTo>
                    <a:lnTo>
                      <a:pt x="150663" y="524496"/>
                    </a:lnTo>
                    <a:lnTo>
                      <a:pt x="173523" y="484491"/>
                    </a:lnTo>
                    <a:cubicBezTo>
                      <a:pt x="73510" y="453059"/>
                      <a:pt x="1120" y="358761"/>
                      <a:pt x="1120" y="248271"/>
                    </a:cubicBezTo>
                    <a:cubicBezTo>
                      <a:pt x="1120" y="111111"/>
                      <a:pt x="111610" y="621"/>
                      <a:pt x="248770" y="621"/>
                    </a:cubicBezTo>
                    <a:close/>
                    <a:moveTo>
                      <a:pt x="192573" y="489254"/>
                    </a:moveTo>
                    <a:lnTo>
                      <a:pt x="172570" y="524496"/>
                    </a:lnTo>
                    <a:lnTo>
                      <a:pt x="324970" y="524496"/>
                    </a:lnTo>
                    <a:lnTo>
                      <a:pt x="304967" y="489254"/>
                    </a:lnTo>
                    <a:cubicBezTo>
                      <a:pt x="286870" y="493064"/>
                      <a:pt x="267820" y="495921"/>
                      <a:pt x="248770" y="495921"/>
                    </a:cubicBezTo>
                    <a:cubicBezTo>
                      <a:pt x="229720" y="495921"/>
                      <a:pt x="210670" y="493064"/>
                      <a:pt x="192573" y="489254"/>
                    </a:cubicBezTo>
                    <a:close/>
                    <a:moveTo>
                      <a:pt x="248770" y="143496"/>
                    </a:moveTo>
                    <a:cubicBezTo>
                      <a:pt x="190667" y="143496"/>
                      <a:pt x="143995" y="190169"/>
                      <a:pt x="143995" y="248271"/>
                    </a:cubicBezTo>
                    <a:cubicBezTo>
                      <a:pt x="143995" y="306374"/>
                      <a:pt x="190667" y="353046"/>
                      <a:pt x="248770" y="353046"/>
                    </a:cubicBezTo>
                    <a:cubicBezTo>
                      <a:pt x="306873" y="353046"/>
                      <a:pt x="353545" y="306374"/>
                      <a:pt x="353545" y="248271"/>
                    </a:cubicBezTo>
                    <a:cubicBezTo>
                      <a:pt x="353545" y="190169"/>
                      <a:pt x="306873" y="143496"/>
                      <a:pt x="248770" y="143496"/>
                    </a:cubicBezTo>
                    <a:close/>
                    <a:moveTo>
                      <a:pt x="367833" y="114921"/>
                    </a:moveTo>
                    <a:cubicBezTo>
                      <a:pt x="360213" y="114921"/>
                      <a:pt x="353545" y="121589"/>
                      <a:pt x="353545" y="129209"/>
                    </a:cubicBezTo>
                    <a:cubicBezTo>
                      <a:pt x="353545" y="136829"/>
                      <a:pt x="360213" y="143496"/>
                      <a:pt x="367833" y="143496"/>
                    </a:cubicBezTo>
                    <a:cubicBezTo>
                      <a:pt x="375452" y="143496"/>
                      <a:pt x="382120" y="136829"/>
                      <a:pt x="382120" y="129209"/>
                    </a:cubicBezTo>
                    <a:cubicBezTo>
                      <a:pt x="382120" y="121589"/>
                      <a:pt x="375452" y="114921"/>
                      <a:pt x="367833" y="11492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4C10ECD-B120-9CF3-14D1-4D6063E91775}"/>
              </a:ext>
            </a:extLst>
          </p:cNvPr>
          <p:cNvGrpSpPr/>
          <p:nvPr/>
        </p:nvGrpSpPr>
        <p:grpSpPr>
          <a:xfrm>
            <a:off x="3549794" y="1715439"/>
            <a:ext cx="2123830" cy="3957486"/>
            <a:chOff x="2852722" y="2176615"/>
            <a:chExt cx="2123830" cy="3957486"/>
          </a:xfrm>
        </p:grpSpPr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CDC4CCCE-1B9E-A225-AFD9-B2BDCF87A0D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852722" y="2176615"/>
              <a:ext cx="2123830" cy="3957486"/>
              <a:chOff x="4841903" y="138860"/>
              <a:chExt cx="2495485" cy="4650019"/>
            </a:xfrm>
          </p:grpSpPr>
          <p:sp>
            <p:nvSpPr>
              <p:cNvPr id="41" name="矩形: 圆角 40">
                <a:extLst>
                  <a:ext uri="{FF2B5EF4-FFF2-40B4-BE49-F238E27FC236}">
                    <a16:creationId xmlns:a16="http://schemas.microsoft.com/office/drawing/2014/main" id="{89BD8827-B0C8-BC28-375F-F0B2A4A4BC74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4841906" y="1866485"/>
                <a:ext cx="2495482" cy="292239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327DE3F1-63D3-43C1-1FA8-6F39A87FFA6A}"/>
                  </a:ext>
                </a:extLst>
              </p:cNvPr>
              <p:cNvSpPr txBox="1"/>
              <p:nvPr/>
            </p:nvSpPr>
            <p:spPr>
              <a:xfrm>
                <a:off x="4841904" y="2336988"/>
                <a:ext cx="2493455" cy="7430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AFF71CAB-8990-68C3-263E-1A4D56A7B230}"/>
                  </a:ext>
                </a:extLst>
              </p:cNvPr>
              <p:cNvSpPr txBox="1"/>
              <p:nvPr/>
            </p:nvSpPr>
            <p:spPr>
              <a:xfrm>
                <a:off x="4841903" y="3080035"/>
                <a:ext cx="2493455" cy="14876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44" name="箭头: V 形 43">
                <a:extLst>
                  <a:ext uri="{FF2B5EF4-FFF2-40B4-BE49-F238E27FC236}">
                    <a16:creationId xmlns:a16="http://schemas.microsoft.com/office/drawing/2014/main" id="{548D830D-2694-1AE3-1D7C-98D6DF445F30}"/>
                  </a:ext>
                </a:extLst>
              </p:cNvPr>
              <p:cNvSpPr/>
              <p:nvPr/>
            </p:nvSpPr>
            <p:spPr>
              <a:xfrm>
                <a:off x="4962200" y="138860"/>
                <a:ext cx="2254901" cy="710912"/>
              </a:xfrm>
              <a:prstGeom prst="chevron">
                <a:avLst/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02</a:t>
                </a:r>
                <a:endParaRPr lang="zh-CN" altLang="en-US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C9E95756-5946-E947-3031-A22A2A98DDD8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819650" y="1485392"/>
                <a:ext cx="540000" cy="540000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46" name="任意多边形: 形状 45">
                <a:extLst>
                  <a:ext uri="{FF2B5EF4-FFF2-40B4-BE49-F238E27FC236}">
                    <a16:creationId xmlns:a16="http://schemas.microsoft.com/office/drawing/2014/main" id="{2C04EAF5-23AB-6DA8-DF33-85C4C52EECB2}"/>
                  </a:ext>
                </a:extLst>
              </p:cNvPr>
              <p:cNvSpPr/>
              <p:nvPr/>
            </p:nvSpPr>
            <p:spPr>
              <a:xfrm>
                <a:off x="5976535" y="1635754"/>
                <a:ext cx="226228" cy="239279"/>
              </a:xfrm>
              <a:custGeom>
                <a:avLst/>
                <a:gdLst>
                  <a:gd name="connsiteX0" fmla="*/ 371955 w 495300"/>
                  <a:gd name="connsiteY0" fmla="*/ 621 h 523875"/>
                  <a:gd name="connsiteX1" fmla="*/ 400530 w 495300"/>
                  <a:gd name="connsiteY1" fmla="*/ 29196 h 523875"/>
                  <a:gd name="connsiteX2" fmla="*/ 400530 w 495300"/>
                  <a:gd name="connsiteY2" fmla="*/ 133971 h 523875"/>
                  <a:gd name="connsiteX3" fmla="*/ 371955 w 495300"/>
                  <a:gd name="connsiteY3" fmla="*/ 162546 h 523875"/>
                  <a:gd name="connsiteX4" fmla="*/ 257655 w 495300"/>
                  <a:gd name="connsiteY4" fmla="*/ 162546 h 523875"/>
                  <a:gd name="connsiteX5" fmla="*/ 257655 w 495300"/>
                  <a:gd name="connsiteY5" fmla="*/ 286371 h 523875"/>
                  <a:gd name="connsiteX6" fmla="*/ 419580 w 495300"/>
                  <a:gd name="connsiteY6" fmla="*/ 286371 h 523875"/>
                  <a:gd name="connsiteX7" fmla="*/ 457680 w 495300"/>
                  <a:gd name="connsiteY7" fmla="*/ 322566 h 523875"/>
                  <a:gd name="connsiteX8" fmla="*/ 457680 w 495300"/>
                  <a:gd name="connsiteY8" fmla="*/ 324471 h 523875"/>
                  <a:gd name="connsiteX9" fmla="*/ 457680 w 495300"/>
                  <a:gd name="connsiteY9" fmla="*/ 429246 h 523875"/>
                  <a:gd name="connsiteX10" fmla="*/ 476730 w 495300"/>
                  <a:gd name="connsiteY10" fmla="*/ 429246 h 523875"/>
                  <a:gd name="connsiteX11" fmla="*/ 495780 w 495300"/>
                  <a:gd name="connsiteY11" fmla="*/ 448296 h 523875"/>
                  <a:gd name="connsiteX12" fmla="*/ 495780 w 495300"/>
                  <a:gd name="connsiteY12" fmla="*/ 505446 h 523875"/>
                  <a:gd name="connsiteX13" fmla="*/ 476730 w 495300"/>
                  <a:gd name="connsiteY13" fmla="*/ 524496 h 523875"/>
                  <a:gd name="connsiteX14" fmla="*/ 419580 w 495300"/>
                  <a:gd name="connsiteY14" fmla="*/ 524496 h 523875"/>
                  <a:gd name="connsiteX15" fmla="*/ 400530 w 495300"/>
                  <a:gd name="connsiteY15" fmla="*/ 505446 h 523875"/>
                  <a:gd name="connsiteX16" fmla="*/ 400530 w 495300"/>
                  <a:gd name="connsiteY16" fmla="*/ 448296 h 523875"/>
                  <a:gd name="connsiteX17" fmla="*/ 419580 w 495300"/>
                  <a:gd name="connsiteY17" fmla="*/ 429246 h 523875"/>
                  <a:gd name="connsiteX18" fmla="*/ 438630 w 495300"/>
                  <a:gd name="connsiteY18" fmla="*/ 429246 h 523875"/>
                  <a:gd name="connsiteX19" fmla="*/ 438630 w 495300"/>
                  <a:gd name="connsiteY19" fmla="*/ 324471 h 523875"/>
                  <a:gd name="connsiteX20" fmla="*/ 420533 w 495300"/>
                  <a:gd name="connsiteY20" fmla="*/ 305421 h 523875"/>
                  <a:gd name="connsiteX21" fmla="*/ 419580 w 495300"/>
                  <a:gd name="connsiteY21" fmla="*/ 305421 h 523875"/>
                  <a:gd name="connsiteX22" fmla="*/ 257655 w 495300"/>
                  <a:gd name="connsiteY22" fmla="*/ 305421 h 523875"/>
                  <a:gd name="connsiteX23" fmla="*/ 257655 w 495300"/>
                  <a:gd name="connsiteY23" fmla="*/ 429246 h 523875"/>
                  <a:gd name="connsiteX24" fmla="*/ 276705 w 495300"/>
                  <a:gd name="connsiteY24" fmla="*/ 429246 h 523875"/>
                  <a:gd name="connsiteX25" fmla="*/ 295755 w 495300"/>
                  <a:gd name="connsiteY25" fmla="*/ 448296 h 523875"/>
                  <a:gd name="connsiteX26" fmla="*/ 295755 w 495300"/>
                  <a:gd name="connsiteY26" fmla="*/ 505446 h 523875"/>
                  <a:gd name="connsiteX27" fmla="*/ 276705 w 495300"/>
                  <a:gd name="connsiteY27" fmla="*/ 524496 h 523875"/>
                  <a:gd name="connsiteX28" fmla="*/ 219555 w 495300"/>
                  <a:gd name="connsiteY28" fmla="*/ 524496 h 523875"/>
                  <a:gd name="connsiteX29" fmla="*/ 200505 w 495300"/>
                  <a:gd name="connsiteY29" fmla="*/ 505446 h 523875"/>
                  <a:gd name="connsiteX30" fmla="*/ 200505 w 495300"/>
                  <a:gd name="connsiteY30" fmla="*/ 448296 h 523875"/>
                  <a:gd name="connsiteX31" fmla="*/ 219555 w 495300"/>
                  <a:gd name="connsiteY31" fmla="*/ 429246 h 523875"/>
                  <a:gd name="connsiteX32" fmla="*/ 238605 w 495300"/>
                  <a:gd name="connsiteY32" fmla="*/ 429246 h 523875"/>
                  <a:gd name="connsiteX33" fmla="*/ 238605 w 495300"/>
                  <a:gd name="connsiteY33" fmla="*/ 305421 h 523875"/>
                  <a:gd name="connsiteX34" fmla="*/ 76680 w 495300"/>
                  <a:gd name="connsiteY34" fmla="*/ 305421 h 523875"/>
                  <a:gd name="connsiteX35" fmla="*/ 57630 w 495300"/>
                  <a:gd name="connsiteY35" fmla="*/ 323519 h 523875"/>
                  <a:gd name="connsiteX36" fmla="*/ 57630 w 495300"/>
                  <a:gd name="connsiteY36" fmla="*/ 324471 h 523875"/>
                  <a:gd name="connsiteX37" fmla="*/ 57630 w 495300"/>
                  <a:gd name="connsiteY37" fmla="*/ 429246 h 523875"/>
                  <a:gd name="connsiteX38" fmla="*/ 76680 w 495300"/>
                  <a:gd name="connsiteY38" fmla="*/ 429246 h 523875"/>
                  <a:gd name="connsiteX39" fmla="*/ 95730 w 495300"/>
                  <a:gd name="connsiteY39" fmla="*/ 448296 h 523875"/>
                  <a:gd name="connsiteX40" fmla="*/ 95730 w 495300"/>
                  <a:gd name="connsiteY40" fmla="*/ 505446 h 523875"/>
                  <a:gd name="connsiteX41" fmla="*/ 76680 w 495300"/>
                  <a:gd name="connsiteY41" fmla="*/ 524496 h 523875"/>
                  <a:gd name="connsiteX42" fmla="*/ 19530 w 495300"/>
                  <a:gd name="connsiteY42" fmla="*/ 524496 h 523875"/>
                  <a:gd name="connsiteX43" fmla="*/ 480 w 495300"/>
                  <a:gd name="connsiteY43" fmla="*/ 505446 h 523875"/>
                  <a:gd name="connsiteX44" fmla="*/ 480 w 495300"/>
                  <a:gd name="connsiteY44" fmla="*/ 448296 h 523875"/>
                  <a:gd name="connsiteX45" fmla="*/ 19530 w 495300"/>
                  <a:gd name="connsiteY45" fmla="*/ 429246 h 523875"/>
                  <a:gd name="connsiteX46" fmla="*/ 38580 w 495300"/>
                  <a:gd name="connsiteY46" fmla="*/ 429246 h 523875"/>
                  <a:gd name="connsiteX47" fmla="*/ 38580 w 495300"/>
                  <a:gd name="connsiteY47" fmla="*/ 324471 h 523875"/>
                  <a:gd name="connsiteX48" fmla="*/ 74775 w 495300"/>
                  <a:gd name="connsiteY48" fmla="*/ 286371 h 523875"/>
                  <a:gd name="connsiteX49" fmla="*/ 76680 w 495300"/>
                  <a:gd name="connsiteY49" fmla="*/ 286371 h 523875"/>
                  <a:gd name="connsiteX50" fmla="*/ 238605 w 495300"/>
                  <a:gd name="connsiteY50" fmla="*/ 286371 h 523875"/>
                  <a:gd name="connsiteX51" fmla="*/ 238605 w 495300"/>
                  <a:gd name="connsiteY51" fmla="*/ 162546 h 523875"/>
                  <a:gd name="connsiteX52" fmla="*/ 124305 w 495300"/>
                  <a:gd name="connsiteY52" fmla="*/ 162546 h 523875"/>
                  <a:gd name="connsiteX53" fmla="*/ 95730 w 495300"/>
                  <a:gd name="connsiteY53" fmla="*/ 133971 h 523875"/>
                  <a:gd name="connsiteX54" fmla="*/ 95730 w 495300"/>
                  <a:gd name="connsiteY54" fmla="*/ 29196 h 523875"/>
                  <a:gd name="connsiteX55" fmla="*/ 124305 w 495300"/>
                  <a:gd name="connsiteY55" fmla="*/ 621 h 523875"/>
                  <a:gd name="connsiteX56" fmla="*/ 371955 w 495300"/>
                  <a:gd name="connsiteY56" fmla="*/ 621 h 523875"/>
                  <a:gd name="connsiteX57" fmla="*/ 148118 w 495300"/>
                  <a:gd name="connsiteY57" fmla="*/ 95871 h 523875"/>
                  <a:gd name="connsiteX58" fmla="*/ 133830 w 495300"/>
                  <a:gd name="connsiteY58" fmla="*/ 110159 h 523875"/>
                  <a:gd name="connsiteX59" fmla="*/ 148118 w 495300"/>
                  <a:gd name="connsiteY59" fmla="*/ 124446 h 523875"/>
                  <a:gd name="connsiteX60" fmla="*/ 162405 w 495300"/>
                  <a:gd name="connsiteY60" fmla="*/ 110159 h 523875"/>
                  <a:gd name="connsiteX61" fmla="*/ 148118 w 495300"/>
                  <a:gd name="connsiteY61" fmla="*/ 9587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495300" h="523875">
                    <a:moveTo>
                      <a:pt x="371955" y="621"/>
                    </a:moveTo>
                    <a:cubicBezTo>
                      <a:pt x="388148" y="621"/>
                      <a:pt x="400530" y="13004"/>
                      <a:pt x="400530" y="29196"/>
                    </a:cubicBezTo>
                    <a:lnTo>
                      <a:pt x="400530" y="133971"/>
                    </a:lnTo>
                    <a:cubicBezTo>
                      <a:pt x="400530" y="150164"/>
                      <a:pt x="388148" y="162546"/>
                      <a:pt x="371955" y="162546"/>
                    </a:cubicBezTo>
                    <a:lnTo>
                      <a:pt x="257655" y="162546"/>
                    </a:lnTo>
                    <a:lnTo>
                      <a:pt x="257655" y="286371"/>
                    </a:lnTo>
                    <a:lnTo>
                      <a:pt x="419580" y="286371"/>
                    </a:lnTo>
                    <a:cubicBezTo>
                      <a:pt x="439583" y="286371"/>
                      <a:pt x="456727" y="302564"/>
                      <a:pt x="457680" y="322566"/>
                    </a:cubicBezTo>
                    <a:lnTo>
                      <a:pt x="457680" y="324471"/>
                    </a:lnTo>
                    <a:lnTo>
                      <a:pt x="457680" y="429246"/>
                    </a:lnTo>
                    <a:lnTo>
                      <a:pt x="476730" y="429246"/>
                    </a:lnTo>
                    <a:cubicBezTo>
                      <a:pt x="487208" y="429246"/>
                      <a:pt x="495780" y="437819"/>
                      <a:pt x="495780" y="448296"/>
                    </a:cubicBezTo>
                    <a:lnTo>
                      <a:pt x="495780" y="505446"/>
                    </a:lnTo>
                    <a:cubicBezTo>
                      <a:pt x="495780" y="515924"/>
                      <a:pt x="487208" y="524496"/>
                      <a:pt x="476730" y="524496"/>
                    </a:cubicBezTo>
                    <a:lnTo>
                      <a:pt x="419580" y="524496"/>
                    </a:lnTo>
                    <a:cubicBezTo>
                      <a:pt x="409102" y="524496"/>
                      <a:pt x="400530" y="515924"/>
                      <a:pt x="400530" y="505446"/>
                    </a:cubicBezTo>
                    <a:lnTo>
                      <a:pt x="400530" y="448296"/>
                    </a:lnTo>
                    <a:cubicBezTo>
                      <a:pt x="400530" y="437819"/>
                      <a:pt x="409102" y="429246"/>
                      <a:pt x="419580" y="429246"/>
                    </a:cubicBezTo>
                    <a:lnTo>
                      <a:pt x="438630" y="429246"/>
                    </a:lnTo>
                    <a:lnTo>
                      <a:pt x="438630" y="324471"/>
                    </a:lnTo>
                    <a:cubicBezTo>
                      <a:pt x="438630" y="313994"/>
                      <a:pt x="431010" y="306374"/>
                      <a:pt x="420533" y="305421"/>
                    </a:cubicBezTo>
                    <a:lnTo>
                      <a:pt x="419580" y="305421"/>
                    </a:lnTo>
                    <a:lnTo>
                      <a:pt x="257655" y="305421"/>
                    </a:lnTo>
                    <a:lnTo>
                      <a:pt x="257655" y="429246"/>
                    </a:lnTo>
                    <a:lnTo>
                      <a:pt x="276705" y="429246"/>
                    </a:lnTo>
                    <a:cubicBezTo>
                      <a:pt x="287183" y="429246"/>
                      <a:pt x="295755" y="437819"/>
                      <a:pt x="295755" y="448296"/>
                    </a:cubicBezTo>
                    <a:lnTo>
                      <a:pt x="295755" y="505446"/>
                    </a:lnTo>
                    <a:cubicBezTo>
                      <a:pt x="295755" y="515924"/>
                      <a:pt x="287183" y="524496"/>
                      <a:pt x="276705" y="524496"/>
                    </a:cubicBezTo>
                    <a:lnTo>
                      <a:pt x="219555" y="524496"/>
                    </a:lnTo>
                    <a:cubicBezTo>
                      <a:pt x="209077" y="524496"/>
                      <a:pt x="200505" y="515924"/>
                      <a:pt x="200505" y="505446"/>
                    </a:cubicBezTo>
                    <a:lnTo>
                      <a:pt x="200505" y="448296"/>
                    </a:lnTo>
                    <a:cubicBezTo>
                      <a:pt x="200505" y="437819"/>
                      <a:pt x="209077" y="429246"/>
                      <a:pt x="219555" y="429246"/>
                    </a:cubicBezTo>
                    <a:lnTo>
                      <a:pt x="238605" y="429246"/>
                    </a:lnTo>
                    <a:lnTo>
                      <a:pt x="238605" y="305421"/>
                    </a:lnTo>
                    <a:lnTo>
                      <a:pt x="76680" y="305421"/>
                    </a:lnTo>
                    <a:cubicBezTo>
                      <a:pt x="66202" y="305421"/>
                      <a:pt x="58583" y="313041"/>
                      <a:pt x="57630" y="323519"/>
                    </a:cubicBezTo>
                    <a:lnTo>
                      <a:pt x="57630" y="324471"/>
                    </a:lnTo>
                    <a:lnTo>
                      <a:pt x="57630" y="429246"/>
                    </a:lnTo>
                    <a:lnTo>
                      <a:pt x="76680" y="429246"/>
                    </a:lnTo>
                    <a:cubicBezTo>
                      <a:pt x="87158" y="429246"/>
                      <a:pt x="95730" y="437819"/>
                      <a:pt x="95730" y="448296"/>
                    </a:cubicBezTo>
                    <a:lnTo>
                      <a:pt x="95730" y="505446"/>
                    </a:lnTo>
                    <a:cubicBezTo>
                      <a:pt x="95730" y="515924"/>
                      <a:pt x="87158" y="524496"/>
                      <a:pt x="76680" y="524496"/>
                    </a:cubicBezTo>
                    <a:lnTo>
                      <a:pt x="19530" y="524496"/>
                    </a:lnTo>
                    <a:cubicBezTo>
                      <a:pt x="9052" y="524496"/>
                      <a:pt x="480" y="515924"/>
                      <a:pt x="480" y="505446"/>
                    </a:cubicBezTo>
                    <a:lnTo>
                      <a:pt x="480" y="448296"/>
                    </a:lnTo>
                    <a:cubicBezTo>
                      <a:pt x="480" y="437819"/>
                      <a:pt x="9052" y="429246"/>
                      <a:pt x="19530" y="429246"/>
                    </a:cubicBezTo>
                    <a:lnTo>
                      <a:pt x="38580" y="429246"/>
                    </a:lnTo>
                    <a:lnTo>
                      <a:pt x="38580" y="324471"/>
                    </a:lnTo>
                    <a:cubicBezTo>
                      <a:pt x="38580" y="304469"/>
                      <a:pt x="54773" y="287324"/>
                      <a:pt x="74775" y="286371"/>
                    </a:cubicBezTo>
                    <a:lnTo>
                      <a:pt x="76680" y="286371"/>
                    </a:lnTo>
                    <a:lnTo>
                      <a:pt x="238605" y="286371"/>
                    </a:lnTo>
                    <a:lnTo>
                      <a:pt x="238605" y="162546"/>
                    </a:lnTo>
                    <a:lnTo>
                      <a:pt x="124305" y="162546"/>
                    </a:lnTo>
                    <a:cubicBezTo>
                      <a:pt x="108112" y="162546"/>
                      <a:pt x="95730" y="150164"/>
                      <a:pt x="95730" y="133971"/>
                    </a:cubicBezTo>
                    <a:lnTo>
                      <a:pt x="95730" y="29196"/>
                    </a:lnTo>
                    <a:cubicBezTo>
                      <a:pt x="95730" y="13004"/>
                      <a:pt x="108112" y="621"/>
                      <a:pt x="124305" y="621"/>
                    </a:cubicBezTo>
                    <a:lnTo>
                      <a:pt x="371955" y="621"/>
                    </a:lnTo>
                    <a:close/>
                    <a:moveTo>
                      <a:pt x="148118" y="95871"/>
                    </a:moveTo>
                    <a:cubicBezTo>
                      <a:pt x="140498" y="95871"/>
                      <a:pt x="133830" y="102539"/>
                      <a:pt x="133830" y="110159"/>
                    </a:cubicBezTo>
                    <a:cubicBezTo>
                      <a:pt x="133830" y="117779"/>
                      <a:pt x="140498" y="124446"/>
                      <a:pt x="148118" y="124446"/>
                    </a:cubicBezTo>
                    <a:cubicBezTo>
                      <a:pt x="155737" y="124446"/>
                      <a:pt x="162405" y="117779"/>
                      <a:pt x="162405" y="110159"/>
                    </a:cubicBezTo>
                    <a:cubicBezTo>
                      <a:pt x="162405" y="102539"/>
                      <a:pt x="155737" y="95871"/>
                      <a:pt x="148118" y="9587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D611D70A-EF59-E22C-CA3F-C275A84993AB}"/>
                </a:ext>
              </a:extLst>
            </p:cNvPr>
            <p:cNvCxnSpPr>
              <a:cxnSpLocks/>
            </p:cNvCxnSpPr>
            <p:nvPr/>
          </p:nvCxnSpPr>
          <p:spPr>
            <a:xfrm>
              <a:off x="3941265" y="2828581"/>
              <a:ext cx="0" cy="494025"/>
            </a:xfrm>
            <a:prstGeom prst="line">
              <a:avLst/>
            </a:prstGeom>
            <a:ln w="31750">
              <a:solidFill>
                <a:schemeClr val="accent2"/>
              </a:solidFill>
              <a:prstDash val="sysDot"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3258463A-D2A3-3A88-5ED2-710135882BBA}"/>
              </a:ext>
            </a:extLst>
          </p:cNvPr>
          <p:cNvGrpSpPr/>
          <p:nvPr/>
        </p:nvGrpSpPr>
        <p:grpSpPr>
          <a:xfrm>
            <a:off x="6340758" y="1715439"/>
            <a:ext cx="2123830" cy="3957488"/>
            <a:chOff x="5034080" y="2176615"/>
            <a:chExt cx="2123830" cy="3957488"/>
          </a:xfrm>
        </p:grpSpPr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B5C80E1C-D109-508F-1676-3F8C0685E0C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034080" y="2176615"/>
              <a:ext cx="2123830" cy="3957488"/>
              <a:chOff x="4841903" y="138860"/>
              <a:chExt cx="2495485" cy="4650021"/>
            </a:xfrm>
          </p:grpSpPr>
          <p:sp>
            <p:nvSpPr>
              <p:cNvPr id="33" name="矩形: 圆角 32">
                <a:extLst>
                  <a:ext uri="{FF2B5EF4-FFF2-40B4-BE49-F238E27FC236}">
                    <a16:creationId xmlns:a16="http://schemas.microsoft.com/office/drawing/2014/main" id="{47D91D6E-59B7-6865-7A5B-97707CD2762F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4841906" y="1866487"/>
                <a:ext cx="2495482" cy="292239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 dirty="0"/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6DD07BD7-B468-264E-EB35-C656B0BD2CF2}"/>
                  </a:ext>
                </a:extLst>
              </p:cNvPr>
              <p:cNvSpPr txBox="1"/>
              <p:nvPr/>
            </p:nvSpPr>
            <p:spPr>
              <a:xfrm>
                <a:off x="4841904" y="2336988"/>
                <a:ext cx="2493455" cy="7430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7DF0FA27-9ED3-D3B6-2E3D-0266554C20FB}"/>
                  </a:ext>
                </a:extLst>
              </p:cNvPr>
              <p:cNvSpPr txBox="1"/>
              <p:nvPr/>
            </p:nvSpPr>
            <p:spPr>
              <a:xfrm>
                <a:off x="4841903" y="3080035"/>
                <a:ext cx="2493455" cy="14876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{vItem.item4_Desc}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6" name="箭头: V 形 35">
                <a:extLst>
                  <a:ext uri="{FF2B5EF4-FFF2-40B4-BE49-F238E27FC236}">
                    <a16:creationId xmlns:a16="http://schemas.microsoft.com/office/drawing/2014/main" id="{A168B192-86F4-F8DA-AA46-24EB85913A6D}"/>
                  </a:ext>
                </a:extLst>
              </p:cNvPr>
              <p:cNvSpPr/>
              <p:nvPr/>
            </p:nvSpPr>
            <p:spPr>
              <a:xfrm>
                <a:off x="4962200" y="138860"/>
                <a:ext cx="2254901" cy="710912"/>
              </a:xfrm>
              <a:prstGeom prst="chevron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03</a:t>
                </a:r>
                <a:endParaRPr lang="zh-CN" altLang="en-US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657634E4-2C44-2423-AF4C-F4F4EA4EBEC6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819652" y="1485392"/>
                <a:ext cx="540000" cy="54000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87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38" name="任意多边形: 形状 37">
                <a:extLst>
                  <a:ext uri="{FF2B5EF4-FFF2-40B4-BE49-F238E27FC236}">
                    <a16:creationId xmlns:a16="http://schemas.microsoft.com/office/drawing/2014/main" id="{6BDD05DF-5605-EA26-41F4-DB76015CC57D}"/>
                  </a:ext>
                </a:extLst>
              </p:cNvPr>
              <p:cNvSpPr/>
              <p:nvPr/>
            </p:nvSpPr>
            <p:spPr>
              <a:xfrm>
                <a:off x="5976538" y="1644299"/>
                <a:ext cx="226228" cy="222187"/>
              </a:xfrm>
              <a:custGeom>
                <a:avLst/>
                <a:gdLst>
                  <a:gd name="connsiteX0" fmla="*/ 343764 w 533400"/>
                  <a:gd name="connsiteY0" fmla="*/ 276846 h 523875"/>
                  <a:gd name="connsiteX1" fmla="*/ 372339 w 533400"/>
                  <a:gd name="connsiteY1" fmla="*/ 305421 h 523875"/>
                  <a:gd name="connsiteX2" fmla="*/ 372339 w 533400"/>
                  <a:gd name="connsiteY2" fmla="*/ 495921 h 523875"/>
                  <a:gd name="connsiteX3" fmla="*/ 343764 w 533400"/>
                  <a:gd name="connsiteY3" fmla="*/ 524496 h 523875"/>
                  <a:gd name="connsiteX4" fmla="*/ 191364 w 533400"/>
                  <a:gd name="connsiteY4" fmla="*/ 524496 h 523875"/>
                  <a:gd name="connsiteX5" fmla="*/ 162789 w 533400"/>
                  <a:gd name="connsiteY5" fmla="*/ 495921 h 523875"/>
                  <a:gd name="connsiteX6" fmla="*/ 162789 w 533400"/>
                  <a:gd name="connsiteY6" fmla="*/ 305421 h 523875"/>
                  <a:gd name="connsiteX7" fmla="*/ 191364 w 533400"/>
                  <a:gd name="connsiteY7" fmla="*/ 276846 h 523875"/>
                  <a:gd name="connsiteX8" fmla="*/ 343764 w 533400"/>
                  <a:gd name="connsiteY8" fmla="*/ 276846 h 523875"/>
                  <a:gd name="connsiteX9" fmla="*/ 143739 w 533400"/>
                  <a:gd name="connsiteY9" fmla="*/ 114921 h 523875"/>
                  <a:gd name="connsiteX10" fmla="*/ 179934 w 533400"/>
                  <a:gd name="connsiteY10" fmla="*/ 153021 h 523875"/>
                  <a:gd name="connsiteX11" fmla="*/ 181839 w 533400"/>
                  <a:gd name="connsiteY11" fmla="*/ 153021 h 523875"/>
                  <a:gd name="connsiteX12" fmla="*/ 353289 w 533400"/>
                  <a:gd name="connsiteY12" fmla="*/ 153021 h 523875"/>
                  <a:gd name="connsiteX13" fmla="*/ 391389 w 533400"/>
                  <a:gd name="connsiteY13" fmla="*/ 116826 h 523875"/>
                  <a:gd name="connsiteX14" fmla="*/ 391389 w 533400"/>
                  <a:gd name="connsiteY14" fmla="*/ 114921 h 523875"/>
                  <a:gd name="connsiteX15" fmla="*/ 505689 w 533400"/>
                  <a:gd name="connsiteY15" fmla="*/ 114921 h 523875"/>
                  <a:gd name="connsiteX16" fmla="*/ 534264 w 533400"/>
                  <a:gd name="connsiteY16" fmla="*/ 143496 h 523875"/>
                  <a:gd name="connsiteX17" fmla="*/ 534264 w 533400"/>
                  <a:gd name="connsiteY17" fmla="*/ 381621 h 523875"/>
                  <a:gd name="connsiteX18" fmla="*/ 505689 w 533400"/>
                  <a:gd name="connsiteY18" fmla="*/ 410196 h 523875"/>
                  <a:gd name="connsiteX19" fmla="*/ 391389 w 533400"/>
                  <a:gd name="connsiteY19" fmla="*/ 410196 h 523875"/>
                  <a:gd name="connsiteX20" fmla="*/ 391389 w 533400"/>
                  <a:gd name="connsiteY20" fmla="*/ 295896 h 523875"/>
                  <a:gd name="connsiteX21" fmla="*/ 355194 w 533400"/>
                  <a:gd name="connsiteY21" fmla="*/ 257796 h 523875"/>
                  <a:gd name="connsiteX22" fmla="*/ 353289 w 533400"/>
                  <a:gd name="connsiteY22" fmla="*/ 257796 h 523875"/>
                  <a:gd name="connsiteX23" fmla="*/ 181839 w 533400"/>
                  <a:gd name="connsiteY23" fmla="*/ 257796 h 523875"/>
                  <a:gd name="connsiteX24" fmla="*/ 143739 w 533400"/>
                  <a:gd name="connsiteY24" fmla="*/ 293991 h 523875"/>
                  <a:gd name="connsiteX25" fmla="*/ 143739 w 533400"/>
                  <a:gd name="connsiteY25" fmla="*/ 295896 h 523875"/>
                  <a:gd name="connsiteX26" fmla="*/ 143739 w 533400"/>
                  <a:gd name="connsiteY26" fmla="*/ 410196 h 523875"/>
                  <a:gd name="connsiteX27" fmla="*/ 29439 w 533400"/>
                  <a:gd name="connsiteY27" fmla="*/ 410196 h 523875"/>
                  <a:gd name="connsiteX28" fmla="*/ 864 w 533400"/>
                  <a:gd name="connsiteY28" fmla="*/ 381621 h 523875"/>
                  <a:gd name="connsiteX29" fmla="*/ 864 w 533400"/>
                  <a:gd name="connsiteY29" fmla="*/ 201599 h 523875"/>
                  <a:gd name="connsiteX30" fmla="*/ 11342 w 533400"/>
                  <a:gd name="connsiteY30" fmla="*/ 175881 h 523875"/>
                  <a:gd name="connsiteX31" fmla="*/ 56109 w 533400"/>
                  <a:gd name="connsiteY31" fmla="*/ 127304 h 523875"/>
                  <a:gd name="connsiteX32" fmla="*/ 83732 w 533400"/>
                  <a:gd name="connsiteY32" fmla="*/ 114921 h 523875"/>
                  <a:gd name="connsiteX33" fmla="*/ 143739 w 533400"/>
                  <a:gd name="connsiteY33" fmla="*/ 114921 h 523875"/>
                  <a:gd name="connsiteX34" fmla="*/ 462827 w 533400"/>
                  <a:gd name="connsiteY34" fmla="*/ 172071 h 523875"/>
                  <a:gd name="connsiteX35" fmla="*/ 448539 w 533400"/>
                  <a:gd name="connsiteY35" fmla="*/ 186359 h 523875"/>
                  <a:gd name="connsiteX36" fmla="*/ 462827 w 533400"/>
                  <a:gd name="connsiteY36" fmla="*/ 200646 h 523875"/>
                  <a:gd name="connsiteX37" fmla="*/ 477114 w 533400"/>
                  <a:gd name="connsiteY37" fmla="*/ 186359 h 523875"/>
                  <a:gd name="connsiteX38" fmla="*/ 462827 w 533400"/>
                  <a:gd name="connsiteY38" fmla="*/ 172071 h 523875"/>
                  <a:gd name="connsiteX39" fmla="*/ 343764 w 533400"/>
                  <a:gd name="connsiteY39" fmla="*/ 621 h 523875"/>
                  <a:gd name="connsiteX40" fmla="*/ 372339 w 533400"/>
                  <a:gd name="connsiteY40" fmla="*/ 29196 h 523875"/>
                  <a:gd name="connsiteX41" fmla="*/ 372339 w 533400"/>
                  <a:gd name="connsiteY41" fmla="*/ 105396 h 523875"/>
                  <a:gd name="connsiteX42" fmla="*/ 343764 w 533400"/>
                  <a:gd name="connsiteY42" fmla="*/ 133971 h 523875"/>
                  <a:gd name="connsiteX43" fmla="*/ 191364 w 533400"/>
                  <a:gd name="connsiteY43" fmla="*/ 133971 h 523875"/>
                  <a:gd name="connsiteX44" fmla="*/ 162789 w 533400"/>
                  <a:gd name="connsiteY44" fmla="*/ 105396 h 523875"/>
                  <a:gd name="connsiteX45" fmla="*/ 162789 w 533400"/>
                  <a:gd name="connsiteY45" fmla="*/ 29196 h 523875"/>
                  <a:gd name="connsiteX46" fmla="*/ 191364 w 533400"/>
                  <a:gd name="connsiteY46" fmla="*/ 621 h 523875"/>
                  <a:gd name="connsiteX47" fmla="*/ 343764 w 533400"/>
                  <a:gd name="connsiteY47" fmla="*/ 62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533400" h="523875">
                    <a:moveTo>
                      <a:pt x="343764" y="276846"/>
                    </a:moveTo>
                    <a:cubicBezTo>
                      <a:pt x="359957" y="276846"/>
                      <a:pt x="372339" y="289229"/>
                      <a:pt x="372339" y="305421"/>
                    </a:cubicBezTo>
                    <a:lnTo>
                      <a:pt x="372339" y="495921"/>
                    </a:lnTo>
                    <a:cubicBezTo>
                      <a:pt x="372339" y="512114"/>
                      <a:pt x="359957" y="524496"/>
                      <a:pt x="343764" y="524496"/>
                    </a:cubicBezTo>
                    <a:lnTo>
                      <a:pt x="191364" y="524496"/>
                    </a:lnTo>
                    <a:cubicBezTo>
                      <a:pt x="175171" y="524496"/>
                      <a:pt x="162789" y="512114"/>
                      <a:pt x="162789" y="495921"/>
                    </a:cubicBezTo>
                    <a:lnTo>
                      <a:pt x="162789" y="305421"/>
                    </a:lnTo>
                    <a:cubicBezTo>
                      <a:pt x="162789" y="289229"/>
                      <a:pt x="175171" y="276846"/>
                      <a:pt x="191364" y="276846"/>
                    </a:cubicBezTo>
                    <a:lnTo>
                      <a:pt x="343764" y="276846"/>
                    </a:lnTo>
                    <a:close/>
                    <a:moveTo>
                      <a:pt x="143739" y="114921"/>
                    </a:moveTo>
                    <a:cubicBezTo>
                      <a:pt x="143739" y="134924"/>
                      <a:pt x="159932" y="152069"/>
                      <a:pt x="179934" y="153021"/>
                    </a:cubicBezTo>
                    <a:lnTo>
                      <a:pt x="181839" y="153021"/>
                    </a:lnTo>
                    <a:lnTo>
                      <a:pt x="353289" y="153021"/>
                    </a:lnTo>
                    <a:cubicBezTo>
                      <a:pt x="373292" y="153021"/>
                      <a:pt x="390436" y="136829"/>
                      <a:pt x="391389" y="116826"/>
                    </a:cubicBezTo>
                    <a:lnTo>
                      <a:pt x="391389" y="114921"/>
                    </a:lnTo>
                    <a:lnTo>
                      <a:pt x="505689" y="114921"/>
                    </a:lnTo>
                    <a:cubicBezTo>
                      <a:pt x="521882" y="114921"/>
                      <a:pt x="534264" y="127304"/>
                      <a:pt x="534264" y="143496"/>
                    </a:cubicBezTo>
                    <a:lnTo>
                      <a:pt x="534264" y="381621"/>
                    </a:lnTo>
                    <a:cubicBezTo>
                      <a:pt x="534264" y="397814"/>
                      <a:pt x="521882" y="410196"/>
                      <a:pt x="505689" y="410196"/>
                    </a:cubicBezTo>
                    <a:lnTo>
                      <a:pt x="391389" y="410196"/>
                    </a:lnTo>
                    <a:lnTo>
                      <a:pt x="391389" y="295896"/>
                    </a:lnTo>
                    <a:cubicBezTo>
                      <a:pt x="391389" y="275894"/>
                      <a:pt x="375196" y="258749"/>
                      <a:pt x="355194" y="257796"/>
                    </a:cubicBezTo>
                    <a:lnTo>
                      <a:pt x="353289" y="257796"/>
                    </a:lnTo>
                    <a:lnTo>
                      <a:pt x="181839" y="257796"/>
                    </a:lnTo>
                    <a:cubicBezTo>
                      <a:pt x="161836" y="257796"/>
                      <a:pt x="144692" y="273989"/>
                      <a:pt x="143739" y="293991"/>
                    </a:cubicBezTo>
                    <a:lnTo>
                      <a:pt x="143739" y="295896"/>
                    </a:lnTo>
                    <a:lnTo>
                      <a:pt x="143739" y="410196"/>
                    </a:lnTo>
                    <a:lnTo>
                      <a:pt x="29439" y="410196"/>
                    </a:lnTo>
                    <a:cubicBezTo>
                      <a:pt x="13246" y="410196"/>
                      <a:pt x="864" y="397814"/>
                      <a:pt x="864" y="381621"/>
                    </a:cubicBezTo>
                    <a:lnTo>
                      <a:pt x="864" y="201599"/>
                    </a:lnTo>
                    <a:cubicBezTo>
                      <a:pt x="864" y="192074"/>
                      <a:pt x="4674" y="182549"/>
                      <a:pt x="11342" y="175881"/>
                    </a:cubicBezTo>
                    <a:lnTo>
                      <a:pt x="56109" y="127304"/>
                    </a:lnTo>
                    <a:cubicBezTo>
                      <a:pt x="63729" y="119684"/>
                      <a:pt x="73254" y="114921"/>
                      <a:pt x="83732" y="114921"/>
                    </a:cubicBezTo>
                    <a:lnTo>
                      <a:pt x="143739" y="114921"/>
                    </a:lnTo>
                    <a:close/>
                    <a:moveTo>
                      <a:pt x="462827" y="172071"/>
                    </a:moveTo>
                    <a:cubicBezTo>
                      <a:pt x="455207" y="172071"/>
                      <a:pt x="448539" y="178739"/>
                      <a:pt x="448539" y="186359"/>
                    </a:cubicBezTo>
                    <a:cubicBezTo>
                      <a:pt x="448539" y="193979"/>
                      <a:pt x="455207" y="200646"/>
                      <a:pt x="462827" y="200646"/>
                    </a:cubicBezTo>
                    <a:cubicBezTo>
                      <a:pt x="470446" y="200646"/>
                      <a:pt x="477114" y="193979"/>
                      <a:pt x="477114" y="186359"/>
                    </a:cubicBezTo>
                    <a:cubicBezTo>
                      <a:pt x="477114" y="178739"/>
                      <a:pt x="470446" y="172071"/>
                      <a:pt x="462827" y="172071"/>
                    </a:cubicBezTo>
                    <a:close/>
                    <a:moveTo>
                      <a:pt x="343764" y="621"/>
                    </a:moveTo>
                    <a:cubicBezTo>
                      <a:pt x="359957" y="621"/>
                      <a:pt x="372339" y="13004"/>
                      <a:pt x="372339" y="29196"/>
                    </a:cubicBezTo>
                    <a:lnTo>
                      <a:pt x="372339" y="105396"/>
                    </a:lnTo>
                    <a:cubicBezTo>
                      <a:pt x="372339" y="121589"/>
                      <a:pt x="359957" y="133971"/>
                      <a:pt x="343764" y="133971"/>
                    </a:cubicBezTo>
                    <a:lnTo>
                      <a:pt x="191364" y="133971"/>
                    </a:lnTo>
                    <a:cubicBezTo>
                      <a:pt x="175171" y="133971"/>
                      <a:pt x="162789" y="121589"/>
                      <a:pt x="162789" y="105396"/>
                    </a:cubicBezTo>
                    <a:lnTo>
                      <a:pt x="162789" y="29196"/>
                    </a:lnTo>
                    <a:cubicBezTo>
                      <a:pt x="162789" y="13004"/>
                      <a:pt x="175171" y="621"/>
                      <a:pt x="191364" y="621"/>
                    </a:cubicBezTo>
                    <a:lnTo>
                      <a:pt x="343764" y="62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22A38582-17D1-D147-31F8-3BF6FAEB16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13012" y="2828581"/>
              <a:ext cx="1104" cy="494025"/>
            </a:xfrm>
            <a:prstGeom prst="line">
              <a:avLst/>
            </a:prstGeom>
            <a:ln w="31750">
              <a:solidFill>
                <a:schemeClr val="accent1"/>
              </a:solidFill>
              <a:prstDash val="sysDot"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A8E12306-9850-1BBB-35E3-B53A6444F5BA}"/>
              </a:ext>
            </a:extLst>
          </p:cNvPr>
          <p:cNvGrpSpPr/>
          <p:nvPr/>
        </p:nvGrpSpPr>
        <p:grpSpPr>
          <a:xfrm>
            <a:off x="9131723" y="1715438"/>
            <a:ext cx="2123830" cy="3957485"/>
            <a:chOff x="7215438" y="2176614"/>
            <a:chExt cx="2123830" cy="3957485"/>
          </a:xfrm>
        </p:grpSpPr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EC7F309A-08C8-FE8F-E72F-58D3CED8F6D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215438" y="2176614"/>
              <a:ext cx="2123830" cy="3957485"/>
              <a:chOff x="4841903" y="138857"/>
              <a:chExt cx="2495485" cy="4650020"/>
            </a:xfrm>
          </p:grpSpPr>
          <p:sp>
            <p:nvSpPr>
              <p:cNvPr id="25" name="矩形: 圆角 24">
                <a:extLst>
                  <a:ext uri="{FF2B5EF4-FFF2-40B4-BE49-F238E27FC236}">
                    <a16:creationId xmlns:a16="http://schemas.microsoft.com/office/drawing/2014/main" id="{351C1F73-B65F-A611-5BB0-D35ED9ECF645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4841906" y="1866483"/>
                <a:ext cx="2495482" cy="2922394"/>
              </a:xfrm>
              <a:prstGeom prst="roundRect">
                <a:avLst/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4F926F8F-9E81-8E56-8DA0-144259F4B4B7}"/>
                  </a:ext>
                </a:extLst>
              </p:cNvPr>
              <p:cNvSpPr txBox="1"/>
              <p:nvPr/>
            </p:nvSpPr>
            <p:spPr>
              <a:xfrm>
                <a:off x="4841904" y="2336988"/>
                <a:ext cx="2493455" cy="7430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{vItem.item4}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779D7F8D-0D81-18D5-5580-C82DCB9F9F10}"/>
                  </a:ext>
                </a:extLst>
              </p:cNvPr>
              <p:cNvSpPr txBox="1"/>
              <p:nvPr/>
            </p:nvSpPr>
            <p:spPr>
              <a:xfrm>
                <a:off x="4841903" y="3080035"/>
                <a:ext cx="2493455" cy="14876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{vItem.item4_Desc}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28" name="箭头: V 形 27">
                <a:extLst>
                  <a:ext uri="{FF2B5EF4-FFF2-40B4-BE49-F238E27FC236}">
                    <a16:creationId xmlns:a16="http://schemas.microsoft.com/office/drawing/2014/main" id="{45B5052C-5E20-048F-93C2-D608E71D2694}"/>
                  </a:ext>
                </a:extLst>
              </p:cNvPr>
              <p:cNvSpPr/>
              <p:nvPr/>
            </p:nvSpPr>
            <p:spPr>
              <a:xfrm>
                <a:off x="4964795" y="138857"/>
                <a:ext cx="2249712" cy="710912"/>
              </a:xfrm>
              <a:prstGeom prst="chevron">
                <a:avLst/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r>
                  <a:rPr lang="en-US" altLang="zh-CN" sz="2400" b="1" dirty="0">
                    <a:solidFill>
                      <a:schemeClr val="bg1"/>
                    </a:solidFill>
                  </a:rPr>
                  <a:t>04</a:t>
                </a:r>
                <a:endParaRPr lang="zh-CN" altLang="en-US" sz="24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23AB907F-1EE2-499B-9F10-D7AEF0B29325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819652" y="1485392"/>
                <a:ext cx="540000" cy="540000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77500" lnSpcReduction="20000"/>
              </a:bodyPr>
              <a:lstStyle>
                <a:defPPr>
                  <a:defRPr lang="en-US"/>
                </a:defPPr>
                <a:lvl1pPr algn="ctr">
                  <a:defRPr sz="2400" b="1">
                    <a:solidFill>
                      <a:schemeClr val="bg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endParaRPr lang="zh-CN" altLang="en-US" dirty="0"/>
              </a:p>
            </p:txBody>
          </p:sp>
          <p:sp>
            <p:nvSpPr>
              <p:cNvPr id="30" name="任意多边形: 形状 29">
                <a:extLst>
                  <a:ext uri="{FF2B5EF4-FFF2-40B4-BE49-F238E27FC236}">
                    <a16:creationId xmlns:a16="http://schemas.microsoft.com/office/drawing/2014/main" id="{48B4413A-5E56-AC84-6EEA-15C856E754D8}"/>
                  </a:ext>
                </a:extLst>
              </p:cNvPr>
              <p:cNvSpPr/>
              <p:nvPr/>
            </p:nvSpPr>
            <p:spPr>
              <a:xfrm>
                <a:off x="5976538" y="1660561"/>
                <a:ext cx="226228" cy="189660"/>
              </a:xfrm>
              <a:custGeom>
                <a:avLst/>
                <a:gdLst>
                  <a:gd name="T0" fmla="*/ 2623 w 2768"/>
                  <a:gd name="T1" fmla="*/ 1207 h 2324"/>
                  <a:gd name="T2" fmla="*/ 2529 w 2768"/>
                  <a:gd name="T3" fmla="*/ 2116 h 2324"/>
                  <a:gd name="T4" fmla="*/ 2298 w 2768"/>
                  <a:gd name="T5" fmla="*/ 2324 h 2324"/>
                  <a:gd name="T6" fmla="*/ 470 w 2768"/>
                  <a:gd name="T7" fmla="*/ 2324 h 2324"/>
                  <a:gd name="T8" fmla="*/ 239 w 2768"/>
                  <a:gd name="T9" fmla="*/ 2116 h 2324"/>
                  <a:gd name="T10" fmla="*/ 145 w 2768"/>
                  <a:gd name="T11" fmla="*/ 1207 h 2324"/>
                  <a:gd name="T12" fmla="*/ 170 w 2768"/>
                  <a:gd name="T13" fmla="*/ 1130 h 2324"/>
                  <a:gd name="T14" fmla="*/ 244 w 2768"/>
                  <a:gd name="T15" fmla="*/ 1097 h 2324"/>
                  <a:gd name="T16" fmla="*/ 2524 w 2768"/>
                  <a:gd name="T17" fmla="*/ 1097 h 2324"/>
                  <a:gd name="T18" fmla="*/ 2598 w 2768"/>
                  <a:gd name="T19" fmla="*/ 1130 h 2324"/>
                  <a:gd name="T20" fmla="*/ 2623 w 2768"/>
                  <a:gd name="T21" fmla="*/ 1207 h 2324"/>
                  <a:gd name="T22" fmla="*/ 2762 w 2768"/>
                  <a:gd name="T23" fmla="*/ 588 h 2324"/>
                  <a:gd name="T24" fmla="*/ 2722 w 2768"/>
                  <a:gd name="T25" fmla="*/ 814 h 2324"/>
                  <a:gd name="T26" fmla="*/ 2624 w 2768"/>
                  <a:gd name="T27" fmla="*/ 897 h 2324"/>
                  <a:gd name="T28" fmla="*/ 157 w 2768"/>
                  <a:gd name="T29" fmla="*/ 897 h 2324"/>
                  <a:gd name="T30" fmla="*/ 60 w 2768"/>
                  <a:gd name="T31" fmla="*/ 820 h 2324"/>
                  <a:gd name="T32" fmla="*/ 7 w 2768"/>
                  <a:gd name="T33" fmla="*/ 593 h 2324"/>
                  <a:gd name="T34" fmla="*/ 26 w 2768"/>
                  <a:gd name="T35" fmla="*/ 508 h 2324"/>
                  <a:gd name="T36" fmla="*/ 104 w 2768"/>
                  <a:gd name="T37" fmla="*/ 470 h 2324"/>
                  <a:gd name="T38" fmla="*/ 904 w 2768"/>
                  <a:gd name="T39" fmla="*/ 470 h 2324"/>
                  <a:gd name="T40" fmla="*/ 904 w 2768"/>
                  <a:gd name="T41" fmla="*/ 100 h 2324"/>
                  <a:gd name="T42" fmla="*/ 1004 w 2768"/>
                  <a:gd name="T43" fmla="*/ 0 h 2324"/>
                  <a:gd name="T44" fmla="*/ 1764 w 2768"/>
                  <a:gd name="T45" fmla="*/ 0 h 2324"/>
                  <a:gd name="T46" fmla="*/ 1864 w 2768"/>
                  <a:gd name="T47" fmla="*/ 100 h 2324"/>
                  <a:gd name="T48" fmla="*/ 1864 w 2768"/>
                  <a:gd name="T49" fmla="*/ 470 h 2324"/>
                  <a:gd name="T50" fmla="*/ 2664 w 2768"/>
                  <a:gd name="T51" fmla="*/ 470 h 2324"/>
                  <a:gd name="T52" fmla="*/ 2741 w 2768"/>
                  <a:gd name="T53" fmla="*/ 506 h 2324"/>
                  <a:gd name="T54" fmla="*/ 2762 w 2768"/>
                  <a:gd name="T55" fmla="*/ 588 h 2324"/>
                  <a:gd name="T56" fmla="*/ 1104 w 2768"/>
                  <a:gd name="T57" fmla="*/ 470 h 2324"/>
                  <a:gd name="T58" fmla="*/ 1664 w 2768"/>
                  <a:gd name="T59" fmla="*/ 470 h 2324"/>
                  <a:gd name="T60" fmla="*/ 1664 w 2768"/>
                  <a:gd name="T61" fmla="*/ 200 h 2324"/>
                  <a:gd name="T62" fmla="*/ 1104 w 2768"/>
                  <a:gd name="T63" fmla="*/ 200 h 2324"/>
                  <a:gd name="T64" fmla="*/ 1104 w 2768"/>
                  <a:gd name="T65" fmla="*/ 470 h 23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768" h="2324">
                    <a:moveTo>
                      <a:pt x="2623" y="1207"/>
                    </a:moveTo>
                    <a:lnTo>
                      <a:pt x="2529" y="2116"/>
                    </a:lnTo>
                    <a:cubicBezTo>
                      <a:pt x="2517" y="2234"/>
                      <a:pt x="2418" y="2324"/>
                      <a:pt x="2298" y="2324"/>
                    </a:cubicBezTo>
                    <a:lnTo>
                      <a:pt x="470" y="2324"/>
                    </a:lnTo>
                    <a:cubicBezTo>
                      <a:pt x="350" y="2324"/>
                      <a:pt x="251" y="2234"/>
                      <a:pt x="239" y="2116"/>
                    </a:cubicBezTo>
                    <a:lnTo>
                      <a:pt x="145" y="1207"/>
                    </a:lnTo>
                    <a:cubicBezTo>
                      <a:pt x="142" y="1179"/>
                      <a:pt x="151" y="1151"/>
                      <a:pt x="170" y="1130"/>
                    </a:cubicBezTo>
                    <a:cubicBezTo>
                      <a:pt x="189" y="1109"/>
                      <a:pt x="216" y="1097"/>
                      <a:pt x="244" y="1097"/>
                    </a:cubicBezTo>
                    <a:lnTo>
                      <a:pt x="2524" y="1097"/>
                    </a:lnTo>
                    <a:cubicBezTo>
                      <a:pt x="2552" y="1097"/>
                      <a:pt x="2579" y="1109"/>
                      <a:pt x="2598" y="1130"/>
                    </a:cubicBezTo>
                    <a:cubicBezTo>
                      <a:pt x="2617" y="1151"/>
                      <a:pt x="2626" y="1179"/>
                      <a:pt x="2623" y="1207"/>
                    </a:cubicBezTo>
                    <a:close/>
                    <a:moveTo>
                      <a:pt x="2762" y="588"/>
                    </a:moveTo>
                    <a:lnTo>
                      <a:pt x="2722" y="814"/>
                    </a:lnTo>
                    <a:cubicBezTo>
                      <a:pt x="2714" y="862"/>
                      <a:pt x="2673" y="897"/>
                      <a:pt x="2624" y="897"/>
                    </a:cubicBezTo>
                    <a:lnTo>
                      <a:pt x="157" y="897"/>
                    </a:lnTo>
                    <a:cubicBezTo>
                      <a:pt x="111" y="897"/>
                      <a:pt x="71" y="865"/>
                      <a:pt x="60" y="820"/>
                    </a:cubicBezTo>
                    <a:lnTo>
                      <a:pt x="7" y="593"/>
                    </a:lnTo>
                    <a:cubicBezTo>
                      <a:pt x="0" y="564"/>
                      <a:pt x="7" y="532"/>
                      <a:pt x="26" y="508"/>
                    </a:cubicBezTo>
                    <a:cubicBezTo>
                      <a:pt x="45" y="484"/>
                      <a:pt x="73" y="470"/>
                      <a:pt x="104" y="470"/>
                    </a:cubicBezTo>
                    <a:lnTo>
                      <a:pt x="904" y="470"/>
                    </a:lnTo>
                    <a:lnTo>
                      <a:pt x="904" y="100"/>
                    </a:lnTo>
                    <a:cubicBezTo>
                      <a:pt x="904" y="45"/>
                      <a:pt x="949" y="0"/>
                      <a:pt x="1004" y="0"/>
                    </a:cubicBezTo>
                    <a:lnTo>
                      <a:pt x="1764" y="0"/>
                    </a:lnTo>
                    <a:cubicBezTo>
                      <a:pt x="1819" y="0"/>
                      <a:pt x="1864" y="45"/>
                      <a:pt x="1864" y="100"/>
                    </a:cubicBezTo>
                    <a:lnTo>
                      <a:pt x="1864" y="470"/>
                    </a:lnTo>
                    <a:lnTo>
                      <a:pt x="2664" y="470"/>
                    </a:lnTo>
                    <a:cubicBezTo>
                      <a:pt x="2694" y="470"/>
                      <a:pt x="2722" y="483"/>
                      <a:pt x="2741" y="506"/>
                    </a:cubicBezTo>
                    <a:cubicBezTo>
                      <a:pt x="2760" y="529"/>
                      <a:pt x="2768" y="559"/>
                      <a:pt x="2762" y="588"/>
                    </a:cubicBezTo>
                    <a:close/>
                    <a:moveTo>
                      <a:pt x="1104" y="470"/>
                    </a:moveTo>
                    <a:lnTo>
                      <a:pt x="1664" y="470"/>
                    </a:lnTo>
                    <a:lnTo>
                      <a:pt x="1664" y="200"/>
                    </a:lnTo>
                    <a:lnTo>
                      <a:pt x="1104" y="200"/>
                    </a:lnTo>
                    <a:lnTo>
                      <a:pt x="1104" y="47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zh-CN" altLang="en-US"/>
              </a:p>
            </p:txBody>
          </p:sp>
        </p:grp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7A1CB17C-70A9-BA11-AB5A-9CD349D88E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85863" y="2828581"/>
              <a:ext cx="1104" cy="494025"/>
            </a:xfrm>
            <a:prstGeom prst="line">
              <a:avLst/>
            </a:prstGeom>
            <a:ln w="31750">
              <a:solidFill>
                <a:schemeClr val="accent2"/>
              </a:solidFill>
              <a:prstDash val="sysDot"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矩形 13">
            <a:extLst>
              <a:ext uri="{FF2B5EF4-FFF2-40B4-BE49-F238E27FC236}">
                <a16:creationId xmlns:a16="http://schemas.microsoft.com/office/drawing/2014/main" id="{7B8F684F-73FE-C3D8-CC44-B520877C5C36}"/>
              </a:ext>
            </a:extLst>
          </p:cNvPr>
          <p:cNvSpPr>
            <a:spLocks noChangeAspect="1"/>
          </p:cNvSpPr>
          <p:nvPr/>
        </p:nvSpPr>
        <p:spPr>
          <a:xfrm>
            <a:off x="660400" y="1130300"/>
            <a:ext cx="10858500" cy="6938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 anchorCtr="0">
            <a:normAutofit/>
          </a:bodyPr>
          <a:lstStyle/>
          <a:p>
            <a:pPr algn="ctr">
              <a:buSzPct val="25000"/>
            </a:pPr>
            <a:r>
              <a:rPr lang="en-US" altLang="zh-CN" sz="2400" b="1" dirty="0">
                <a:solidFill>
                  <a:schemeClr val="tx1"/>
                </a:solidFill>
              </a:rPr>
              <a:t>{</a:t>
            </a:r>
            <a:r>
              <a:rPr lang="en-US" altLang="zh-CN" sz="2400" b="1" dirty="0" err="1">
                <a:solidFill>
                  <a:schemeClr val="tx1"/>
                </a:solidFill>
              </a:rPr>
              <a:t>slideTitle</a:t>
            </a:r>
            <a:r>
              <a:rPr lang="en-US" altLang="zh-CN" sz="2400" b="1" dirty="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462ABD9-725C-F87D-D2BF-53197C6D7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2D122FF-601D-463E-FCFE-F7AD8CB72824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progress2-4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1055191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D287E-90F5-9E65-A066-1606FA76B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80B7457D-6D13-3534-AF73-DB265080E884}"/>
              </a:ext>
            </a:extLst>
          </p:cNvPr>
          <p:cNvGrpSpPr/>
          <p:nvPr/>
        </p:nvGrpSpPr>
        <p:grpSpPr>
          <a:xfrm>
            <a:off x="0" y="1130300"/>
            <a:ext cx="12192000" cy="5003804"/>
            <a:chOff x="0" y="1130299"/>
            <a:chExt cx="12192000" cy="5003804"/>
          </a:xfrm>
        </p:grpSpPr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2E69B595-94BF-FC68-E3D5-E1E58B1FE09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33213"/>
              <a:ext cx="12192000" cy="0"/>
            </a:xfrm>
            <a:prstGeom prst="line">
              <a:avLst/>
            </a:prstGeom>
            <a:ln w="25400">
              <a:solidFill>
                <a:schemeClr val="accent1">
                  <a:alpha val="50000"/>
                </a:schemeClr>
              </a:solidFill>
              <a:headEnd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B34C19E4-DDF4-86B6-1D53-52FD45E6D90F}"/>
                </a:ext>
              </a:extLst>
            </p:cNvPr>
            <p:cNvGrpSpPr/>
            <p:nvPr/>
          </p:nvGrpSpPr>
          <p:grpSpPr>
            <a:xfrm>
              <a:off x="671361" y="2176615"/>
              <a:ext cx="2123832" cy="3957486"/>
              <a:chOff x="671361" y="2176615"/>
              <a:chExt cx="2123832" cy="3957486"/>
            </a:xfrm>
          </p:grpSpPr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739E627E-F4C2-C2CA-E418-4F295C49AA91}"/>
                  </a:ext>
                </a:extLst>
              </p:cNvPr>
              <p:cNvCxnSpPr>
                <a:cxnSpLocks/>
                <a:endCxn id="53" idx="0"/>
              </p:cNvCxnSpPr>
              <p:nvPr/>
            </p:nvCxnSpPr>
            <p:spPr>
              <a:xfrm flipH="1">
                <a:off x="1733283" y="2828581"/>
                <a:ext cx="3577" cy="494025"/>
              </a:xfrm>
              <a:prstGeom prst="line">
                <a:avLst/>
              </a:prstGeom>
              <a:ln w="31750">
                <a:solidFill>
                  <a:schemeClr val="accent1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5D8BA3B0-E59F-5705-EE9C-64CAB930F84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671361" y="2176615"/>
                <a:ext cx="2123832" cy="3957486"/>
                <a:chOff x="4841900" y="138860"/>
                <a:chExt cx="2495488" cy="4650019"/>
              </a:xfrm>
            </p:grpSpPr>
            <p:sp>
              <p:nvSpPr>
                <p:cNvPr id="49" name="矩形: 圆角 48">
                  <a:extLst>
                    <a:ext uri="{FF2B5EF4-FFF2-40B4-BE49-F238E27FC236}">
                      <a16:creationId xmlns:a16="http://schemas.microsoft.com/office/drawing/2014/main" id="{257DBD31-776F-D1BD-08D2-E4B32FE02CAC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4841906" y="1866485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C34C444F-A954-B930-3510-1F0E2D07BC00}"/>
                    </a:ext>
                  </a:extLst>
                </p:cNvPr>
                <p:cNvSpPr txBox="1"/>
                <p:nvPr/>
              </p:nvSpPr>
              <p:spPr>
                <a:xfrm>
                  <a:off x="4841900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B69A30E2-3401-C5DD-6682-B3D7F5136B30}"/>
                    </a:ext>
                  </a:extLst>
                </p:cNvPr>
                <p:cNvSpPr txBox="1"/>
                <p:nvPr/>
              </p:nvSpPr>
              <p:spPr>
                <a:xfrm>
                  <a:off x="4841904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52" name="箭头: V 形 51">
                  <a:extLst>
                    <a:ext uri="{FF2B5EF4-FFF2-40B4-BE49-F238E27FC236}">
                      <a16:creationId xmlns:a16="http://schemas.microsoft.com/office/drawing/2014/main" id="{0DBCD95A-6D33-0388-E165-88BD7B8186BC}"/>
                    </a:ext>
                  </a:extLst>
                </p:cNvPr>
                <p:cNvSpPr/>
                <p:nvPr/>
              </p:nvSpPr>
              <p:spPr>
                <a:xfrm>
                  <a:off x="4981387" y="138860"/>
                  <a:ext cx="2254901" cy="710912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01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206AD132-4C82-FB9D-0E7C-4BB3920DBCBB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5819650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54" name="任意多边形: 形状 53">
                  <a:extLst>
                    <a:ext uri="{FF2B5EF4-FFF2-40B4-BE49-F238E27FC236}">
                      <a16:creationId xmlns:a16="http://schemas.microsoft.com/office/drawing/2014/main" id="{63E90737-EF50-7D59-4765-7F0AC64F5526}"/>
                    </a:ext>
                  </a:extLst>
                </p:cNvPr>
                <p:cNvSpPr/>
                <p:nvPr/>
              </p:nvSpPr>
              <p:spPr>
                <a:xfrm>
                  <a:off x="5976535" y="1631403"/>
                  <a:ext cx="226228" cy="247978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C7909665-513B-A610-FD3D-25F70F8AD136}"/>
                </a:ext>
              </a:extLst>
            </p:cNvPr>
            <p:cNvGrpSpPr/>
            <p:nvPr/>
          </p:nvGrpSpPr>
          <p:grpSpPr>
            <a:xfrm>
              <a:off x="2852722" y="2176615"/>
              <a:ext cx="2123830" cy="3957486"/>
              <a:chOff x="2852722" y="2176615"/>
              <a:chExt cx="2123830" cy="3957486"/>
            </a:xfrm>
          </p:grpSpPr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D288D8B7-223A-8277-0CF1-37DD1C800461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2852722" y="2176615"/>
                <a:ext cx="2123830" cy="3957486"/>
                <a:chOff x="4841903" y="138860"/>
                <a:chExt cx="2495485" cy="4650019"/>
              </a:xfrm>
            </p:grpSpPr>
            <p:sp>
              <p:nvSpPr>
                <p:cNvPr id="41" name="矩形: 圆角 40">
                  <a:extLst>
                    <a:ext uri="{FF2B5EF4-FFF2-40B4-BE49-F238E27FC236}">
                      <a16:creationId xmlns:a16="http://schemas.microsoft.com/office/drawing/2014/main" id="{7704053C-DCBA-7574-955D-79BDDFA01EDF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4841906" y="1866485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42" name="文本框 41">
                  <a:extLst>
                    <a:ext uri="{FF2B5EF4-FFF2-40B4-BE49-F238E27FC236}">
                      <a16:creationId xmlns:a16="http://schemas.microsoft.com/office/drawing/2014/main" id="{AB062FF7-F1FA-28D8-9AFE-7BC1DC1A8091}"/>
                    </a:ext>
                  </a:extLst>
                </p:cNvPr>
                <p:cNvSpPr txBox="1"/>
                <p:nvPr/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A5CC2469-A6A5-976A-7E7E-7388CD80A1FC}"/>
                    </a:ext>
                  </a:extLst>
                </p:cNvPr>
                <p:cNvSpPr txBox="1"/>
                <p:nvPr/>
              </p:nvSpPr>
              <p:spPr>
                <a:xfrm>
                  <a:off x="4841903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44" name="箭头: V 形 43">
                  <a:extLst>
                    <a:ext uri="{FF2B5EF4-FFF2-40B4-BE49-F238E27FC236}">
                      <a16:creationId xmlns:a16="http://schemas.microsoft.com/office/drawing/2014/main" id="{52688F19-CA0F-6822-E281-195729945E69}"/>
                    </a:ext>
                  </a:extLst>
                </p:cNvPr>
                <p:cNvSpPr/>
                <p:nvPr/>
              </p:nvSpPr>
              <p:spPr>
                <a:xfrm>
                  <a:off x="4962200" y="138860"/>
                  <a:ext cx="2254901" cy="710912"/>
                </a:xfrm>
                <a:prstGeom prst="chevron">
                  <a:avLst/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02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45" name="文本框 44">
                  <a:extLst>
                    <a:ext uri="{FF2B5EF4-FFF2-40B4-BE49-F238E27FC236}">
                      <a16:creationId xmlns:a16="http://schemas.microsoft.com/office/drawing/2014/main" id="{7CC925D2-E502-D3A8-C3DB-29CDE4D8121B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5819650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46" name="任意多边形: 形状 45">
                  <a:extLst>
                    <a:ext uri="{FF2B5EF4-FFF2-40B4-BE49-F238E27FC236}">
                      <a16:creationId xmlns:a16="http://schemas.microsoft.com/office/drawing/2014/main" id="{09E2A6C3-4BFD-2638-AC2E-D204D948BF39}"/>
                    </a:ext>
                  </a:extLst>
                </p:cNvPr>
                <p:cNvSpPr/>
                <p:nvPr/>
              </p:nvSpPr>
              <p:spPr>
                <a:xfrm>
                  <a:off x="5976535" y="1635754"/>
                  <a:ext cx="226228" cy="239279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cxnSp>
            <p:nvCxnSpPr>
              <p:cNvPr id="40" name="直接连接符 39">
                <a:extLst>
                  <a:ext uri="{FF2B5EF4-FFF2-40B4-BE49-F238E27FC236}">
                    <a16:creationId xmlns:a16="http://schemas.microsoft.com/office/drawing/2014/main" id="{4B37C0D8-9EDB-39C3-07B6-91C904F2D9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41265" y="2828581"/>
                <a:ext cx="0" cy="494025"/>
              </a:xfrm>
              <a:prstGeom prst="line">
                <a:avLst/>
              </a:prstGeom>
              <a:ln w="31750">
                <a:solidFill>
                  <a:schemeClr val="accent2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E8FE9C19-24E1-F893-372C-AC8633B4BA11}"/>
                </a:ext>
              </a:extLst>
            </p:cNvPr>
            <p:cNvGrpSpPr/>
            <p:nvPr/>
          </p:nvGrpSpPr>
          <p:grpSpPr>
            <a:xfrm>
              <a:off x="5034080" y="2176615"/>
              <a:ext cx="2123830" cy="3957488"/>
              <a:chOff x="5034080" y="2176615"/>
              <a:chExt cx="2123830" cy="3957488"/>
            </a:xfrm>
          </p:grpSpPr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4FBC58D5-5AC3-5A32-BE32-CA55955D2D2E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5034080" y="2176615"/>
                <a:ext cx="2123830" cy="3957488"/>
                <a:chOff x="4841903" y="138860"/>
                <a:chExt cx="2495485" cy="4650021"/>
              </a:xfrm>
            </p:grpSpPr>
            <p:sp>
              <p:nvSpPr>
                <p:cNvPr id="33" name="矩形: 圆角 32">
                  <a:extLst>
                    <a:ext uri="{FF2B5EF4-FFF2-40B4-BE49-F238E27FC236}">
                      <a16:creationId xmlns:a16="http://schemas.microsoft.com/office/drawing/2014/main" id="{30A2B586-89B9-5A71-133C-A7904EBE3110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4841906" y="1866487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6620E132-1A82-D187-1EC0-C13F0E9A7F01}"/>
                    </a:ext>
                  </a:extLst>
                </p:cNvPr>
                <p:cNvSpPr txBox="1"/>
                <p:nvPr/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4E7AAFB6-5E95-9257-A52E-338B9361C43C}"/>
                    </a:ext>
                  </a:extLst>
                </p:cNvPr>
                <p:cNvSpPr txBox="1"/>
                <p:nvPr/>
              </p:nvSpPr>
              <p:spPr>
                <a:xfrm>
                  <a:off x="4841903" y="3080035"/>
                  <a:ext cx="2493455" cy="148762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{vItem.item4_Desc}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6" name="箭头: V 形 35">
                  <a:extLst>
                    <a:ext uri="{FF2B5EF4-FFF2-40B4-BE49-F238E27FC236}">
                      <a16:creationId xmlns:a16="http://schemas.microsoft.com/office/drawing/2014/main" id="{46A6DE92-FA78-ECE8-955E-2E8CDC4E5AC9}"/>
                    </a:ext>
                  </a:extLst>
                </p:cNvPr>
                <p:cNvSpPr/>
                <p:nvPr/>
              </p:nvSpPr>
              <p:spPr>
                <a:xfrm>
                  <a:off x="4962200" y="138860"/>
                  <a:ext cx="2254901" cy="710912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03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4FD047F4-C4E7-BD71-2426-2476031446BA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5819652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38" name="任意多边形: 形状 37">
                  <a:extLst>
                    <a:ext uri="{FF2B5EF4-FFF2-40B4-BE49-F238E27FC236}">
                      <a16:creationId xmlns:a16="http://schemas.microsoft.com/office/drawing/2014/main" id="{9C7043C5-ACCB-D7C6-A5ED-7CAAB91E5B18}"/>
                    </a:ext>
                  </a:extLst>
                </p:cNvPr>
                <p:cNvSpPr/>
                <p:nvPr/>
              </p:nvSpPr>
              <p:spPr>
                <a:xfrm>
                  <a:off x="5976538" y="1644299"/>
                  <a:ext cx="226228" cy="222187"/>
                </a:xfrm>
                <a:custGeom>
                  <a:avLst/>
                  <a:gdLst>
                    <a:gd name="connsiteX0" fmla="*/ 343764 w 533400"/>
                    <a:gd name="connsiteY0" fmla="*/ 276846 h 523875"/>
                    <a:gd name="connsiteX1" fmla="*/ 372339 w 533400"/>
                    <a:gd name="connsiteY1" fmla="*/ 305421 h 523875"/>
                    <a:gd name="connsiteX2" fmla="*/ 372339 w 533400"/>
                    <a:gd name="connsiteY2" fmla="*/ 495921 h 523875"/>
                    <a:gd name="connsiteX3" fmla="*/ 343764 w 533400"/>
                    <a:gd name="connsiteY3" fmla="*/ 524496 h 523875"/>
                    <a:gd name="connsiteX4" fmla="*/ 191364 w 533400"/>
                    <a:gd name="connsiteY4" fmla="*/ 524496 h 523875"/>
                    <a:gd name="connsiteX5" fmla="*/ 162789 w 533400"/>
                    <a:gd name="connsiteY5" fmla="*/ 495921 h 523875"/>
                    <a:gd name="connsiteX6" fmla="*/ 162789 w 533400"/>
                    <a:gd name="connsiteY6" fmla="*/ 305421 h 523875"/>
                    <a:gd name="connsiteX7" fmla="*/ 191364 w 533400"/>
                    <a:gd name="connsiteY7" fmla="*/ 276846 h 523875"/>
                    <a:gd name="connsiteX8" fmla="*/ 343764 w 533400"/>
                    <a:gd name="connsiteY8" fmla="*/ 276846 h 523875"/>
                    <a:gd name="connsiteX9" fmla="*/ 143739 w 533400"/>
                    <a:gd name="connsiteY9" fmla="*/ 114921 h 523875"/>
                    <a:gd name="connsiteX10" fmla="*/ 179934 w 533400"/>
                    <a:gd name="connsiteY10" fmla="*/ 153021 h 523875"/>
                    <a:gd name="connsiteX11" fmla="*/ 181839 w 533400"/>
                    <a:gd name="connsiteY11" fmla="*/ 153021 h 523875"/>
                    <a:gd name="connsiteX12" fmla="*/ 353289 w 533400"/>
                    <a:gd name="connsiteY12" fmla="*/ 153021 h 523875"/>
                    <a:gd name="connsiteX13" fmla="*/ 391389 w 533400"/>
                    <a:gd name="connsiteY13" fmla="*/ 116826 h 523875"/>
                    <a:gd name="connsiteX14" fmla="*/ 391389 w 533400"/>
                    <a:gd name="connsiteY14" fmla="*/ 114921 h 523875"/>
                    <a:gd name="connsiteX15" fmla="*/ 505689 w 533400"/>
                    <a:gd name="connsiteY15" fmla="*/ 114921 h 523875"/>
                    <a:gd name="connsiteX16" fmla="*/ 534264 w 533400"/>
                    <a:gd name="connsiteY16" fmla="*/ 143496 h 523875"/>
                    <a:gd name="connsiteX17" fmla="*/ 534264 w 533400"/>
                    <a:gd name="connsiteY17" fmla="*/ 381621 h 523875"/>
                    <a:gd name="connsiteX18" fmla="*/ 505689 w 533400"/>
                    <a:gd name="connsiteY18" fmla="*/ 410196 h 523875"/>
                    <a:gd name="connsiteX19" fmla="*/ 391389 w 533400"/>
                    <a:gd name="connsiteY19" fmla="*/ 410196 h 523875"/>
                    <a:gd name="connsiteX20" fmla="*/ 391389 w 533400"/>
                    <a:gd name="connsiteY20" fmla="*/ 295896 h 523875"/>
                    <a:gd name="connsiteX21" fmla="*/ 355194 w 533400"/>
                    <a:gd name="connsiteY21" fmla="*/ 257796 h 523875"/>
                    <a:gd name="connsiteX22" fmla="*/ 353289 w 533400"/>
                    <a:gd name="connsiteY22" fmla="*/ 257796 h 523875"/>
                    <a:gd name="connsiteX23" fmla="*/ 181839 w 533400"/>
                    <a:gd name="connsiteY23" fmla="*/ 257796 h 523875"/>
                    <a:gd name="connsiteX24" fmla="*/ 143739 w 533400"/>
                    <a:gd name="connsiteY24" fmla="*/ 293991 h 523875"/>
                    <a:gd name="connsiteX25" fmla="*/ 143739 w 533400"/>
                    <a:gd name="connsiteY25" fmla="*/ 295896 h 523875"/>
                    <a:gd name="connsiteX26" fmla="*/ 143739 w 533400"/>
                    <a:gd name="connsiteY26" fmla="*/ 410196 h 523875"/>
                    <a:gd name="connsiteX27" fmla="*/ 29439 w 533400"/>
                    <a:gd name="connsiteY27" fmla="*/ 410196 h 523875"/>
                    <a:gd name="connsiteX28" fmla="*/ 864 w 533400"/>
                    <a:gd name="connsiteY28" fmla="*/ 381621 h 523875"/>
                    <a:gd name="connsiteX29" fmla="*/ 864 w 533400"/>
                    <a:gd name="connsiteY29" fmla="*/ 201599 h 523875"/>
                    <a:gd name="connsiteX30" fmla="*/ 11342 w 533400"/>
                    <a:gd name="connsiteY30" fmla="*/ 175881 h 523875"/>
                    <a:gd name="connsiteX31" fmla="*/ 56109 w 533400"/>
                    <a:gd name="connsiteY31" fmla="*/ 127304 h 523875"/>
                    <a:gd name="connsiteX32" fmla="*/ 83732 w 533400"/>
                    <a:gd name="connsiteY32" fmla="*/ 114921 h 523875"/>
                    <a:gd name="connsiteX33" fmla="*/ 143739 w 533400"/>
                    <a:gd name="connsiteY33" fmla="*/ 114921 h 523875"/>
                    <a:gd name="connsiteX34" fmla="*/ 462827 w 533400"/>
                    <a:gd name="connsiteY34" fmla="*/ 172071 h 523875"/>
                    <a:gd name="connsiteX35" fmla="*/ 448539 w 533400"/>
                    <a:gd name="connsiteY35" fmla="*/ 186359 h 523875"/>
                    <a:gd name="connsiteX36" fmla="*/ 462827 w 533400"/>
                    <a:gd name="connsiteY36" fmla="*/ 200646 h 523875"/>
                    <a:gd name="connsiteX37" fmla="*/ 477114 w 533400"/>
                    <a:gd name="connsiteY37" fmla="*/ 186359 h 523875"/>
                    <a:gd name="connsiteX38" fmla="*/ 462827 w 533400"/>
                    <a:gd name="connsiteY38" fmla="*/ 172071 h 523875"/>
                    <a:gd name="connsiteX39" fmla="*/ 343764 w 533400"/>
                    <a:gd name="connsiteY39" fmla="*/ 621 h 523875"/>
                    <a:gd name="connsiteX40" fmla="*/ 372339 w 533400"/>
                    <a:gd name="connsiteY40" fmla="*/ 29196 h 523875"/>
                    <a:gd name="connsiteX41" fmla="*/ 372339 w 533400"/>
                    <a:gd name="connsiteY41" fmla="*/ 105396 h 523875"/>
                    <a:gd name="connsiteX42" fmla="*/ 343764 w 533400"/>
                    <a:gd name="connsiteY42" fmla="*/ 133971 h 523875"/>
                    <a:gd name="connsiteX43" fmla="*/ 191364 w 533400"/>
                    <a:gd name="connsiteY43" fmla="*/ 133971 h 523875"/>
                    <a:gd name="connsiteX44" fmla="*/ 162789 w 533400"/>
                    <a:gd name="connsiteY44" fmla="*/ 105396 h 523875"/>
                    <a:gd name="connsiteX45" fmla="*/ 162789 w 533400"/>
                    <a:gd name="connsiteY45" fmla="*/ 29196 h 523875"/>
                    <a:gd name="connsiteX46" fmla="*/ 191364 w 533400"/>
                    <a:gd name="connsiteY46" fmla="*/ 621 h 523875"/>
                    <a:gd name="connsiteX47" fmla="*/ 343764 w 533400"/>
                    <a:gd name="connsiteY47" fmla="*/ 62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</a:cxnLst>
                  <a:rect l="l" t="t" r="r" b="b"/>
                  <a:pathLst>
                    <a:path w="533400" h="523875">
                      <a:moveTo>
                        <a:pt x="343764" y="276846"/>
                      </a:moveTo>
                      <a:cubicBezTo>
                        <a:pt x="359957" y="276846"/>
                        <a:pt x="372339" y="289229"/>
                        <a:pt x="372339" y="305421"/>
                      </a:cubicBezTo>
                      <a:lnTo>
                        <a:pt x="372339" y="495921"/>
                      </a:lnTo>
                      <a:cubicBezTo>
                        <a:pt x="372339" y="512114"/>
                        <a:pt x="359957" y="524496"/>
                        <a:pt x="343764" y="524496"/>
                      </a:cubicBezTo>
                      <a:lnTo>
                        <a:pt x="191364" y="524496"/>
                      </a:lnTo>
                      <a:cubicBezTo>
                        <a:pt x="175171" y="524496"/>
                        <a:pt x="162789" y="512114"/>
                        <a:pt x="162789" y="495921"/>
                      </a:cubicBezTo>
                      <a:lnTo>
                        <a:pt x="162789" y="305421"/>
                      </a:lnTo>
                      <a:cubicBezTo>
                        <a:pt x="162789" y="289229"/>
                        <a:pt x="175171" y="276846"/>
                        <a:pt x="191364" y="276846"/>
                      </a:cubicBezTo>
                      <a:lnTo>
                        <a:pt x="343764" y="276846"/>
                      </a:lnTo>
                      <a:close/>
                      <a:moveTo>
                        <a:pt x="143739" y="114921"/>
                      </a:moveTo>
                      <a:cubicBezTo>
                        <a:pt x="143739" y="134924"/>
                        <a:pt x="159932" y="152069"/>
                        <a:pt x="179934" y="153021"/>
                      </a:cubicBezTo>
                      <a:lnTo>
                        <a:pt x="181839" y="153021"/>
                      </a:lnTo>
                      <a:lnTo>
                        <a:pt x="353289" y="153021"/>
                      </a:lnTo>
                      <a:cubicBezTo>
                        <a:pt x="373292" y="153021"/>
                        <a:pt x="390436" y="136829"/>
                        <a:pt x="391389" y="116826"/>
                      </a:cubicBezTo>
                      <a:lnTo>
                        <a:pt x="391389" y="114921"/>
                      </a:lnTo>
                      <a:lnTo>
                        <a:pt x="505689" y="114921"/>
                      </a:lnTo>
                      <a:cubicBezTo>
                        <a:pt x="521882" y="114921"/>
                        <a:pt x="534264" y="127304"/>
                        <a:pt x="534264" y="143496"/>
                      </a:cubicBezTo>
                      <a:lnTo>
                        <a:pt x="534264" y="381621"/>
                      </a:lnTo>
                      <a:cubicBezTo>
                        <a:pt x="534264" y="397814"/>
                        <a:pt x="521882" y="410196"/>
                        <a:pt x="505689" y="410196"/>
                      </a:cubicBezTo>
                      <a:lnTo>
                        <a:pt x="391389" y="410196"/>
                      </a:lnTo>
                      <a:lnTo>
                        <a:pt x="391389" y="295896"/>
                      </a:lnTo>
                      <a:cubicBezTo>
                        <a:pt x="391389" y="275894"/>
                        <a:pt x="375196" y="258749"/>
                        <a:pt x="355194" y="257796"/>
                      </a:cubicBezTo>
                      <a:lnTo>
                        <a:pt x="353289" y="257796"/>
                      </a:lnTo>
                      <a:lnTo>
                        <a:pt x="181839" y="257796"/>
                      </a:lnTo>
                      <a:cubicBezTo>
                        <a:pt x="161836" y="257796"/>
                        <a:pt x="144692" y="273989"/>
                        <a:pt x="143739" y="293991"/>
                      </a:cubicBezTo>
                      <a:lnTo>
                        <a:pt x="143739" y="295896"/>
                      </a:lnTo>
                      <a:lnTo>
                        <a:pt x="143739" y="410196"/>
                      </a:lnTo>
                      <a:lnTo>
                        <a:pt x="29439" y="410196"/>
                      </a:lnTo>
                      <a:cubicBezTo>
                        <a:pt x="13246" y="410196"/>
                        <a:pt x="864" y="397814"/>
                        <a:pt x="864" y="381621"/>
                      </a:cubicBezTo>
                      <a:lnTo>
                        <a:pt x="864" y="201599"/>
                      </a:lnTo>
                      <a:cubicBezTo>
                        <a:pt x="864" y="192074"/>
                        <a:pt x="4674" y="182549"/>
                        <a:pt x="11342" y="175881"/>
                      </a:cubicBezTo>
                      <a:lnTo>
                        <a:pt x="56109" y="127304"/>
                      </a:lnTo>
                      <a:cubicBezTo>
                        <a:pt x="63729" y="119684"/>
                        <a:pt x="73254" y="114921"/>
                        <a:pt x="83732" y="114921"/>
                      </a:cubicBezTo>
                      <a:lnTo>
                        <a:pt x="143739" y="114921"/>
                      </a:lnTo>
                      <a:close/>
                      <a:moveTo>
                        <a:pt x="462827" y="172071"/>
                      </a:moveTo>
                      <a:cubicBezTo>
                        <a:pt x="455207" y="172071"/>
                        <a:pt x="448539" y="178739"/>
                        <a:pt x="448539" y="186359"/>
                      </a:cubicBezTo>
                      <a:cubicBezTo>
                        <a:pt x="448539" y="193979"/>
                        <a:pt x="455207" y="200646"/>
                        <a:pt x="462827" y="200646"/>
                      </a:cubicBezTo>
                      <a:cubicBezTo>
                        <a:pt x="470446" y="200646"/>
                        <a:pt x="477114" y="193979"/>
                        <a:pt x="477114" y="186359"/>
                      </a:cubicBezTo>
                      <a:cubicBezTo>
                        <a:pt x="477114" y="178739"/>
                        <a:pt x="470446" y="172071"/>
                        <a:pt x="462827" y="172071"/>
                      </a:cubicBezTo>
                      <a:close/>
                      <a:moveTo>
                        <a:pt x="343764" y="621"/>
                      </a:moveTo>
                      <a:cubicBezTo>
                        <a:pt x="359957" y="621"/>
                        <a:pt x="372339" y="13004"/>
                        <a:pt x="372339" y="29196"/>
                      </a:cubicBezTo>
                      <a:lnTo>
                        <a:pt x="372339" y="105396"/>
                      </a:lnTo>
                      <a:cubicBezTo>
                        <a:pt x="372339" y="121589"/>
                        <a:pt x="359957" y="133971"/>
                        <a:pt x="343764" y="133971"/>
                      </a:cubicBezTo>
                      <a:lnTo>
                        <a:pt x="191364" y="133971"/>
                      </a:lnTo>
                      <a:cubicBezTo>
                        <a:pt x="175171" y="133971"/>
                        <a:pt x="162789" y="121589"/>
                        <a:pt x="162789" y="105396"/>
                      </a:cubicBezTo>
                      <a:lnTo>
                        <a:pt x="162789" y="29196"/>
                      </a:lnTo>
                      <a:cubicBezTo>
                        <a:pt x="162789" y="13004"/>
                        <a:pt x="175171" y="621"/>
                        <a:pt x="191364" y="621"/>
                      </a:cubicBezTo>
                      <a:lnTo>
                        <a:pt x="343764" y="62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cxnSp>
            <p:nvCxnSpPr>
              <p:cNvPr id="32" name="直接连接符 31">
                <a:extLst>
                  <a:ext uri="{FF2B5EF4-FFF2-40B4-BE49-F238E27FC236}">
                    <a16:creationId xmlns:a16="http://schemas.microsoft.com/office/drawing/2014/main" id="{49BB9342-5FA0-BDFA-ABD5-D95F04F970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13012" y="2828581"/>
                <a:ext cx="1104" cy="494025"/>
              </a:xfrm>
              <a:prstGeom prst="line">
                <a:avLst/>
              </a:prstGeom>
              <a:ln w="31750">
                <a:solidFill>
                  <a:schemeClr val="accent1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1438B7EE-94E6-252C-60F0-352DD202F7BB}"/>
                </a:ext>
              </a:extLst>
            </p:cNvPr>
            <p:cNvGrpSpPr/>
            <p:nvPr/>
          </p:nvGrpSpPr>
          <p:grpSpPr>
            <a:xfrm>
              <a:off x="7215438" y="2176614"/>
              <a:ext cx="2123830" cy="3957485"/>
              <a:chOff x="7215438" y="2176614"/>
              <a:chExt cx="2123830" cy="3957485"/>
            </a:xfrm>
          </p:grpSpPr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874693BD-D82F-6DC2-ABB8-33BFB10AE53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215438" y="2176614"/>
                <a:ext cx="2123830" cy="3957485"/>
                <a:chOff x="4841903" y="138857"/>
                <a:chExt cx="2495485" cy="4650020"/>
              </a:xfrm>
            </p:grpSpPr>
            <p:sp>
              <p:nvSpPr>
                <p:cNvPr id="25" name="矩形: 圆角 24">
                  <a:extLst>
                    <a:ext uri="{FF2B5EF4-FFF2-40B4-BE49-F238E27FC236}">
                      <a16:creationId xmlns:a16="http://schemas.microsoft.com/office/drawing/2014/main" id="{F53BE4CF-0998-10BE-6AF0-73E73EDD69EC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4841906" y="1866483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C1762D5F-0DF3-4CEB-8670-ED2A808D9874}"/>
                    </a:ext>
                  </a:extLst>
                </p:cNvPr>
                <p:cNvSpPr txBox="1"/>
                <p:nvPr/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{vItem.item4}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55E8DE9C-CB34-D0F8-5406-07056EF55F0E}"/>
                    </a:ext>
                  </a:extLst>
                </p:cNvPr>
                <p:cNvSpPr txBox="1"/>
                <p:nvPr/>
              </p:nvSpPr>
              <p:spPr>
                <a:xfrm>
                  <a:off x="4841903" y="3080035"/>
                  <a:ext cx="2493455" cy="14876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{vItem.item4_Desc}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8" name="箭头: V 形 27">
                  <a:extLst>
                    <a:ext uri="{FF2B5EF4-FFF2-40B4-BE49-F238E27FC236}">
                      <a16:creationId xmlns:a16="http://schemas.microsoft.com/office/drawing/2014/main" id="{5DEC254C-9C9D-9C31-937F-8C3FF021E6A1}"/>
                    </a:ext>
                  </a:extLst>
                </p:cNvPr>
                <p:cNvSpPr/>
                <p:nvPr/>
              </p:nvSpPr>
              <p:spPr>
                <a:xfrm>
                  <a:off x="4964795" y="138857"/>
                  <a:ext cx="2249712" cy="710912"/>
                </a:xfrm>
                <a:prstGeom prst="chevron">
                  <a:avLst/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04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531A7187-4B6E-7DF8-AC62-163ED76DD4B1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5819652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30" name="任意多边形: 形状 29">
                  <a:extLst>
                    <a:ext uri="{FF2B5EF4-FFF2-40B4-BE49-F238E27FC236}">
                      <a16:creationId xmlns:a16="http://schemas.microsoft.com/office/drawing/2014/main" id="{B5531A5C-A242-25A0-1EAD-20B43E5ECA83}"/>
                    </a:ext>
                  </a:extLst>
                </p:cNvPr>
                <p:cNvSpPr/>
                <p:nvPr/>
              </p:nvSpPr>
              <p:spPr>
                <a:xfrm>
                  <a:off x="5976538" y="1660561"/>
                  <a:ext cx="226228" cy="189660"/>
                </a:xfrm>
                <a:custGeom>
                  <a:avLst/>
                  <a:gdLst>
                    <a:gd name="T0" fmla="*/ 2623 w 2768"/>
                    <a:gd name="T1" fmla="*/ 1207 h 2324"/>
                    <a:gd name="T2" fmla="*/ 2529 w 2768"/>
                    <a:gd name="T3" fmla="*/ 2116 h 2324"/>
                    <a:gd name="T4" fmla="*/ 2298 w 2768"/>
                    <a:gd name="T5" fmla="*/ 2324 h 2324"/>
                    <a:gd name="T6" fmla="*/ 470 w 2768"/>
                    <a:gd name="T7" fmla="*/ 2324 h 2324"/>
                    <a:gd name="T8" fmla="*/ 239 w 2768"/>
                    <a:gd name="T9" fmla="*/ 2116 h 2324"/>
                    <a:gd name="T10" fmla="*/ 145 w 2768"/>
                    <a:gd name="T11" fmla="*/ 1207 h 2324"/>
                    <a:gd name="T12" fmla="*/ 170 w 2768"/>
                    <a:gd name="T13" fmla="*/ 1130 h 2324"/>
                    <a:gd name="T14" fmla="*/ 244 w 2768"/>
                    <a:gd name="T15" fmla="*/ 1097 h 2324"/>
                    <a:gd name="T16" fmla="*/ 2524 w 2768"/>
                    <a:gd name="T17" fmla="*/ 1097 h 2324"/>
                    <a:gd name="T18" fmla="*/ 2598 w 2768"/>
                    <a:gd name="T19" fmla="*/ 1130 h 2324"/>
                    <a:gd name="T20" fmla="*/ 2623 w 2768"/>
                    <a:gd name="T21" fmla="*/ 1207 h 2324"/>
                    <a:gd name="T22" fmla="*/ 2762 w 2768"/>
                    <a:gd name="T23" fmla="*/ 588 h 2324"/>
                    <a:gd name="T24" fmla="*/ 2722 w 2768"/>
                    <a:gd name="T25" fmla="*/ 814 h 2324"/>
                    <a:gd name="T26" fmla="*/ 2624 w 2768"/>
                    <a:gd name="T27" fmla="*/ 897 h 2324"/>
                    <a:gd name="T28" fmla="*/ 157 w 2768"/>
                    <a:gd name="T29" fmla="*/ 897 h 2324"/>
                    <a:gd name="T30" fmla="*/ 60 w 2768"/>
                    <a:gd name="T31" fmla="*/ 820 h 2324"/>
                    <a:gd name="T32" fmla="*/ 7 w 2768"/>
                    <a:gd name="T33" fmla="*/ 593 h 2324"/>
                    <a:gd name="T34" fmla="*/ 26 w 2768"/>
                    <a:gd name="T35" fmla="*/ 508 h 2324"/>
                    <a:gd name="T36" fmla="*/ 104 w 2768"/>
                    <a:gd name="T37" fmla="*/ 470 h 2324"/>
                    <a:gd name="T38" fmla="*/ 904 w 2768"/>
                    <a:gd name="T39" fmla="*/ 470 h 2324"/>
                    <a:gd name="T40" fmla="*/ 904 w 2768"/>
                    <a:gd name="T41" fmla="*/ 100 h 2324"/>
                    <a:gd name="T42" fmla="*/ 1004 w 2768"/>
                    <a:gd name="T43" fmla="*/ 0 h 2324"/>
                    <a:gd name="T44" fmla="*/ 1764 w 2768"/>
                    <a:gd name="T45" fmla="*/ 0 h 2324"/>
                    <a:gd name="T46" fmla="*/ 1864 w 2768"/>
                    <a:gd name="T47" fmla="*/ 100 h 2324"/>
                    <a:gd name="T48" fmla="*/ 1864 w 2768"/>
                    <a:gd name="T49" fmla="*/ 470 h 2324"/>
                    <a:gd name="T50" fmla="*/ 2664 w 2768"/>
                    <a:gd name="T51" fmla="*/ 470 h 2324"/>
                    <a:gd name="T52" fmla="*/ 2741 w 2768"/>
                    <a:gd name="T53" fmla="*/ 506 h 2324"/>
                    <a:gd name="T54" fmla="*/ 2762 w 2768"/>
                    <a:gd name="T55" fmla="*/ 588 h 2324"/>
                    <a:gd name="T56" fmla="*/ 1104 w 2768"/>
                    <a:gd name="T57" fmla="*/ 470 h 2324"/>
                    <a:gd name="T58" fmla="*/ 1664 w 2768"/>
                    <a:gd name="T59" fmla="*/ 470 h 2324"/>
                    <a:gd name="T60" fmla="*/ 1664 w 2768"/>
                    <a:gd name="T61" fmla="*/ 200 h 2324"/>
                    <a:gd name="T62" fmla="*/ 1104 w 2768"/>
                    <a:gd name="T63" fmla="*/ 200 h 2324"/>
                    <a:gd name="T64" fmla="*/ 1104 w 2768"/>
                    <a:gd name="T65" fmla="*/ 470 h 2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768" h="2324">
                      <a:moveTo>
                        <a:pt x="2623" y="1207"/>
                      </a:moveTo>
                      <a:lnTo>
                        <a:pt x="2529" y="2116"/>
                      </a:lnTo>
                      <a:cubicBezTo>
                        <a:pt x="2517" y="2234"/>
                        <a:pt x="2418" y="2324"/>
                        <a:pt x="2298" y="2324"/>
                      </a:cubicBezTo>
                      <a:lnTo>
                        <a:pt x="470" y="2324"/>
                      </a:lnTo>
                      <a:cubicBezTo>
                        <a:pt x="350" y="2324"/>
                        <a:pt x="251" y="2234"/>
                        <a:pt x="239" y="2116"/>
                      </a:cubicBezTo>
                      <a:lnTo>
                        <a:pt x="145" y="1207"/>
                      </a:lnTo>
                      <a:cubicBezTo>
                        <a:pt x="142" y="1179"/>
                        <a:pt x="151" y="1151"/>
                        <a:pt x="170" y="1130"/>
                      </a:cubicBezTo>
                      <a:cubicBezTo>
                        <a:pt x="189" y="1109"/>
                        <a:pt x="216" y="1097"/>
                        <a:pt x="244" y="1097"/>
                      </a:cubicBezTo>
                      <a:lnTo>
                        <a:pt x="2524" y="1097"/>
                      </a:lnTo>
                      <a:cubicBezTo>
                        <a:pt x="2552" y="1097"/>
                        <a:pt x="2579" y="1109"/>
                        <a:pt x="2598" y="1130"/>
                      </a:cubicBezTo>
                      <a:cubicBezTo>
                        <a:pt x="2617" y="1151"/>
                        <a:pt x="2626" y="1179"/>
                        <a:pt x="2623" y="1207"/>
                      </a:cubicBezTo>
                      <a:close/>
                      <a:moveTo>
                        <a:pt x="2762" y="588"/>
                      </a:moveTo>
                      <a:lnTo>
                        <a:pt x="2722" y="814"/>
                      </a:lnTo>
                      <a:cubicBezTo>
                        <a:pt x="2714" y="862"/>
                        <a:pt x="2673" y="897"/>
                        <a:pt x="2624" y="897"/>
                      </a:cubicBezTo>
                      <a:lnTo>
                        <a:pt x="157" y="897"/>
                      </a:lnTo>
                      <a:cubicBezTo>
                        <a:pt x="111" y="897"/>
                        <a:pt x="71" y="865"/>
                        <a:pt x="60" y="820"/>
                      </a:cubicBezTo>
                      <a:lnTo>
                        <a:pt x="7" y="593"/>
                      </a:lnTo>
                      <a:cubicBezTo>
                        <a:pt x="0" y="564"/>
                        <a:pt x="7" y="532"/>
                        <a:pt x="26" y="508"/>
                      </a:cubicBezTo>
                      <a:cubicBezTo>
                        <a:pt x="45" y="484"/>
                        <a:pt x="73" y="470"/>
                        <a:pt x="104" y="470"/>
                      </a:cubicBezTo>
                      <a:lnTo>
                        <a:pt x="904" y="470"/>
                      </a:lnTo>
                      <a:lnTo>
                        <a:pt x="904" y="100"/>
                      </a:lnTo>
                      <a:cubicBezTo>
                        <a:pt x="904" y="45"/>
                        <a:pt x="949" y="0"/>
                        <a:pt x="1004" y="0"/>
                      </a:cubicBezTo>
                      <a:lnTo>
                        <a:pt x="1764" y="0"/>
                      </a:lnTo>
                      <a:cubicBezTo>
                        <a:pt x="1819" y="0"/>
                        <a:pt x="1864" y="45"/>
                        <a:pt x="1864" y="100"/>
                      </a:cubicBezTo>
                      <a:lnTo>
                        <a:pt x="1864" y="470"/>
                      </a:lnTo>
                      <a:lnTo>
                        <a:pt x="2664" y="470"/>
                      </a:lnTo>
                      <a:cubicBezTo>
                        <a:pt x="2694" y="470"/>
                        <a:pt x="2722" y="483"/>
                        <a:pt x="2741" y="506"/>
                      </a:cubicBezTo>
                      <a:cubicBezTo>
                        <a:pt x="2760" y="529"/>
                        <a:pt x="2768" y="559"/>
                        <a:pt x="2762" y="588"/>
                      </a:cubicBezTo>
                      <a:close/>
                      <a:moveTo>
                        <a:pt x="1104" y="470"/>
                      </a:moveTo>
                      <a:lnTo>
                        <a:pt x="1664" y="470"/>
                      </a:lnTo>
                      <a:lnTo>
                        <a:pt x="1664" y="200"/>
                      </a:lnTo>
                      <a:lnTo>
                        <a:pt x="1104" y="200"/>
                      </a:lnTo>
                      <a:lnTo>
                        <a:pt x="1104" y="47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cxnSp>
            <p:nvCxnSpPr>
              <p:cNvPr id="24" name="直接连接符 23">
                <a:extLst>
                  <a:ext uri="{FF2B5EF4-FFF2-40B4-BE49-F238E27FC236}">
                    <a16:creationId xmlns:a16="http://schemas.microsoft.com/office/drawing/2014/main" id="{762A80BD-DE1A-736D-1809-93FB57E3F83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285863" y="2828581"/>
                <a:ext cx="1104" cy="494025"/>
              </a:xfrm>
              <a:prstGeom prst="line">
                <a:avLst/>
              </a:prstGeom>
              <a:ln w="31750">
                <a:solidFill>
                  <a:schemeClr val="accent2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A1B1007B-6733-5970-D80E-EF09A77948A6}"/>
                </a:ext>
              </a:extLst>
            </p:cNvPr>
            <p:cNvGrpSpPr/>
            <p:nvPr/>
          </p:nvGrpSpPr>
          <p:grpSpPr>
            <a:xfrm>
              <a:off x="9396798" y="2176614"/>
              <a:ext cx="2123830" cy="3957485"/>
              <a:chOff x="9396798" y="2176614"/>
              <a:chExt cx="2123830" cy="3957485"/>
            </a:xfrm>
          </p:grpSpPr>
          <p:grpSp>
            <p:nvGrpSpPr>
              <p:cNvPr id="15" name="组合 14">
                <a:extLst>
                  <a:ext uri="{FF2B5EF4-FFF2-40B4-BE49-F238E27FC236}">
                    <a16:creationId xmlns:a16="http://schemas.microsoft.com/office/drawing/2014/main" id="{AD112355-396B-E33B-5F5E-B71BD2506E51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396798" y="2176614"/>
                <a:ext cx="2123830" cy="3957485"/>
                <a:chOff x="4841903" y="138857"/>
                <a:chExt cx="2495485" cy="4650020"/>
              </a:xfrm>
            </p:grpSpPr>
            <p:sp>
              <p:nvSpPr>
                <p:cNvPr id="17" name="矩形: 圆角 16">
                  <a:extLst>
                    <a:ext uri="{FF2B5EF4-FFF2-40B4-BE49-F238E27FC236}">
                      <a16:creationId xmlns:a16="http://schemas.microsoft.com/office/drawing/2014/main" id="{BBD19CA3-03D5-5731-2DF5-5783DECDE334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4841906" y="1866483"/>
                  <a:ext cx="2495482" cy="2922394"/>
                </a:xfrm>
                <a:prstGeom prst="round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7B4532A3-28D1-DE26-E1F9-4D6F1291EFE1}"/>
                    </a:ext>
                  </a:extLst>
                </p:cNvPr>
                <p:cNvSpPr txBox="1"/>
                <p:nvPr/>
              </p:nvSpPr>
              <p:spPr>
                <a:xfrm>
                  <a:off x="4841904" y="2336988"/>
                  <a:ext cx="2493455" cy="74304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ctr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{vItem.item5}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2F80086C-0947-12FC-3885-A1D6C9AD08BA}"/>
                    </a:ext>
                  </a:extLst>
                </p:cNvPr>
                <p:cNvSpPr txBox="1"/>
                <p:nvPr/>
              </p:nvSpPr>
              <p:spPr>
                <a:xfrm>
                  <a:off x="4841903" y="3080035"/>
                  <a:ext cx="2493455" cy="14876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ctr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{vItem.item5_Desc}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0" name="箭头: V 形 19">
                  <a:extLst>
                    <a:ext uri="{FF2B5EF4-FFF2-40B4-BE49-F238E27FC236}">
                      <a16:creationId xmlns:a16="http://schemas.microsoft.com/office/drawing/2014/main" id="{E2D8E26D-F2E1-BB97-6A1A-E617C2CC2380}"/>
                    </a:ext>
                  </a:extLst>
                </p:cNvPr>
                <p:cNvSpPr/>
                <p:nvPr/>
              </p:nvSpPr>
              <p:spPr>
                <a:xfrm>
                  <a:off x="4962200" y="138857"/>
                  <a:ext cx="2254901" cy="710912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r>
                    <a:rPr lang="en-US" altLang="zh-CN" sz="2400" b="1" dirty="0">
                      <a:solidFill>
                        <a:schemeClr val="bg1"/>
                      </a:solidFill>
                    </a:rPr>
                    <a:t>05</a:t>
                  </a:r>
                  <a:endParaRPr lang="zh-CN" altLang="en-US" sz="24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F133ABBC-60B6-32E0-47A9-C982D55444DA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5819652" y="1485392"/>
                  <a:ext cx="540000" cy="54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 fontScale="77500" lnSpcReduction="20000"/>
                </a:bodyPr>
                <a:lstStyle>
                  <a:defPPr>
                    <a:defRPr lang="en-US"/>
                  </a:defPPr>
                  <a:lvl1pPr algn="ctr">
                    <a:defRPr sz="2400" b="1">
                      <a:solidFill>
                        <a:schemeClr val="bg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22" name="任意多边形: 形状 21">
                  <a:extLst>
                    <a:ext uri="{FF2B5EF4-FFF2-40B4-BE49-F238E27FC236}">
                      <a16:creationId xmlns:a16="http://schemas.microsoft.com/office/drawing/2014/main" id="{87F85C2E-DC07-BC9F-43F8-1321C8A51C4C}"/>
                    </a:ext>
                  </a:extLst>
                </p:cNvPr>
                <p:cNvSpPr/>
                <p:nvPr/>
              </p:nvSpPr>
              <p:spPr>
                <a:xfrm>
                  <a:off x="5976538" y="1660561"/>
                  <a:ext cx="226228" cy="189660"/>
                </a:xfrm>
                <a:custGeom>
                  <a:avLst/>
                  <a:gdLst>
                    <a:gd name="T0" fmla="*/ 2623 w 2768"/>
                    <a:gd name="T1" fmla="*/ 1207 h 2324"/>
                    <a:gd name="T2" fmla="*/ 2529 w 2768"/>
                    <a:gd name="T3" fmla="*/ 2116 h 2324"/>
                    <a:gd name="T4" fmla="*/ 2298 w 2768"/>
                    <a:gd name="T5" fmla="*/ 2324 h 2324"/>
                    <a:gd name="T6" fmla="*/ 470 w 2768"/>
                    <a:gd name="T7" fmla="*/ 2324 h 2324"/>
                    <a:gd name="T8" fmla="*/ 239 w 2768"/>
                    <a:gd name="T9" fmla="*/ 2116 h 2324"/>
                    <a:gd name="T10" fmla="*/ 145 w 2768"/>
                    <a:gd name="T11" fmla="*/ 1207 h 2324"/>
                    <a:gd name="T12" fmla="*/ 170 w 2768"/>
                    <a:gd name="T13" fmla="*/ 1130 h 2324"/>
                    <a:gd name="T14" fmla="*/ 244 w 2768"/>
                    <a:gd name="T15" fmla="*/ 1097 h 2324"/>
                    <a:gd name="T16" fmla="*/ 2524 w 2768"/>
                    <a:gd name="T17" fmla="*/ 1097 h 2324"/>
                    <a:gd name="T18" fmla="*/ 2598 w 2768"/>
                    <a:gd name="T19" fmla="*/ 1130 h 2324"/>
                    <a:gd name="T20" fmla="*/ 2623 w 2768"/>
                    <a:gd name="T21" fmla="*/ 1207 h 2324"/>
                    <a:gd name="T22" fmla="*/ 2762 w 2768"/>
                    <a:gd name="T23" fmla="*/ 588 h 2324"/>
                    <a:gd name="T24" fmla="*/ 2722 w 2768"/>
                    <a:gd name="T25" fmla="*/ 814 h 2324"/>
                    <a:gd name="T26" fmla="*/ 2624 w 2768"/>
                    <a:gd name="T27" fmla="*/ 897 h 2324"/>
                    <a:gd name="T28" fmla="*/ 157 w 2768"/>
                    <a:gd name="T29" fmla="*/ 897 h 2324"/>
                    <a:gd name="T30" fmla="*/ 60 w 2768"/>
                    <a:gd name="T31" fmla="*/ 820 h 2324"/>
                    <a:gd name="T32" fmla="*/ 7 w 2768"/>
                    <a:gd name="T33" fmla="*/ 593 h 2324"/>
                    <a:gd name="T34" fmla="*/ 26 w 2768"/>
                    <a:gd name="T35" fmla="*/ 508 h 2324"/>
                    <a:gd name="T36" fmla="*/ 104 w 2768"/>
                    <a:gd name="T37" fmla="*/ 470 h 2324"/>
                    <a:gd name="T38" fmla="*/ 904 w 2768"/>
                    <a:gd name="T39" fmla="*/ 470 h 2324"/>
                    <a:gd name="T40" fmla="*/ 904 w 2768"/>
                    <a:gd name="T41" fmla="*/ 100 h 2324"/>
                    <a:gd name="T42" fmla="*/ 1004 w 2768"/>
                    <a:gd name="T43" fmla="*/ 0 h 2324"/>
                    <a:gd name="T44" fmla="*/ 1764 w 2768"/>
                    <a:gd name="T45" fmla="*/ 0 h 2324"/>
                    <a:gd name="T46" fmla="*/ 1864 w 2768"/>
                    <a:gd name="T47" fmla="*/ 100 h 2324"/>
                    <a:gd name="T48" fmla="*/ 1864 w 2768"/>
                    <a:gd name="T49" fmla="*/ 470 h 2324"/>
                    <a:gd name="T50" fmla="*/ 2664 w 2768"/>
                    <a:gd name="T51" fmla="*/ 470 h 2324"/>
                    <a:gd name="T52" fmla="*/ 2741 w 2768"/>
                    <a:gd name="T53" fmla="*/ 506 h 2324"/>
                    <a:gd name="T54" fmla="*/ 2762 w 2768"/>
                    <a:gd name="T55" fmla="*/ 588 h 2324"/>
                    <a:gd name="T56" fmla="*/ 1104 w 2768"/>
                    <a:gd name="T57" fmla="*/ 470 h 2324"/>
                    <a:gd name="T58" fmla="*/ 1664 w 2768"/>
                    <a:gd name="T59" fmla="*/ 470 h 2324"/>
                    <a:gd name="T60" fmla="*/ 1664 w 2768"/>
                    <a:gd name="T61" fmla="*/ 200 h 2324"/>
                    <a:gd name="T62" fmla="*/ 1104 w 2768"/>
                    <a:gd name="T63" fmla="*/ 200 h 2324"/>
                    <a:gd name="T64" fmla="*/ 1104 w 2768"/>
                    <a:gd name="T65" fmla="*/ 470 h 2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768" h="2324">
                      <a:moveTo>
                        <a:pt x="2623" y="1207"/>
                      </a:moveTo>
                      <a:lnTo>
                        <a:pt x="2529" y="2116"/>
                      </a:lnTo>
                      <a:cubicBezTo>
                        <a:pt x="2517" y="2234"/>
                        <a:pt x="2418" y="2324"/>
                        <a:pt x="2298" y="2324"/>
                      </a:cubicBezTo>
                      <a:lnTo>
                        <a:pt x="470" y="2324"/>
                      </a:lnTo>
                      <a:cubicBezTo>
                        <a:pt x="350" y="2324"/>
                        <a:pt x="251" y="2234"/>
                        <a:pt x="239" y="2116"/>
                      </a:cubicBezTo>
                      <a:lnTo>
                        <a:pt x="145" y="1207"/>
                      </a:lnTo>
                      <a:cubicBezTo>
                        <a:pt x="142" y="1179"/>
                        <a:pt x="151" y="1151"/>
                        <a:pt x="170" y="1130"/>
                      </a:cubicBezTo>
                      <a:cubicBezTo>
                        <a:pt x="189" y="1109"/>
                        <a:pt x="216" y="1097"/>
                        <a:pt x="244" y="1097"/>
                      </a:cubicBezTo>
                      <a:lnTo>
                        <a:pt x="2524" y="1097"/>
                      </a:lnTo>
                      <a:cubicBezTo>
                        <a:pt x="2552" y="1097"/>
                        <a:pt x="2579" y="1109"/>
                        <a:pt x="2598" y="1130"/>
                      </a:cubicBezTo>
                      <a:cubicBezTo>
                        <a:pt x="2617" y="1151"/>
                        <a:pt x="2626" y="1179"/>
                        <a:pt x="2623" y="1207"/>
                      </a:cubicBezTo>
                      <a:close/>
                      <a:moveTo>
                        <a:pt x="2762" y="588"/>
                      </a:moveTo>
                      <a:lnTo>
                        <a:pt x="2722" y="814"/>
                      </a:lnTo>
                      <a:cubicBezTo>
                        <a:pt x="2714" y="862"/>
                        <a:pt x="2673" y="897"/>
                        <a:pt x="2624" y="897"/>
                      </a:cubicBezTo>
                      <a:lnTo>
                        <a:pt x="157" y="897"/>
                      </a:lnTo>
                      <a:cubicBezTo>
                        <a:pt x="111" y="897"/>
                        <a:pt x="71" y="865"/>
                        <a:pt x="60" y="820"/>
                      </a:cubicBezTo>
                      <a:lnTo>
                        <a:pt x="7" y="593"/>
                      </a:lnTo>
                      <a:cubicBezTo>
                        <a:pt x="0" y="564"/>
                        <a:pt x="7" y="532"/>
                        <a:pt x="26" y="508"/>
                      </a:cubicBezTo>
                      <a:cubicBezTo>
                        <a:pt x="45" y="484"/>
                        <a:pt x="73" y="470"/>
                        <a:pt x="104" y="470"/>
                      </a:cubicBezTo>
                      <a:lnTo>
                        <a:pt x="904" y="470"/>
                      </a:lnTo>
                      <a:lnTo>
                        <a:pt x="904" y="100"/>
                      </a:lnTo>
                      <a:cubicBezTo>
                        <a:pt x="904" y="45"/>
                        <a:pt x="949" y="0"/>
                        <a:pt x="1004" y="0"/>
                      </a:cubicBezTo>
                      <a:lnTo>
                        <a:pt x="1764" y="0"/>
                      </a:lnTo>
                      <a:cubicBezTo>
                        <a:pt x="1819" y="0"/>
                        <a:pt x="1864" y="45"/>
                        <a:pt x="1864" y="100"/>
                      </a:cubicBezTo>
                      <a:lnTo>
                        <a:pt x="1864" y="470"/>
                      </a:lnTo>
                      <a:lnTo>
                        <a:pt x="2664" y="470"/>
                      </a:lnTo>
                      <a:cubicBezTo>
                        <a:pt x="2694" y="470"/>
                        <a:pt x="2722" y="483"/>
                        <a:pt x="2741" y="506"/>
                      </a:cubicBezTo>
                      <a:cubicBezTo>
                        <a:pt x="2760" y="529"/>
                        <a:pt x="2768" y="559"/>
                        <a:pt x="2762" y="588"/>
                      </a:cubicBezTo>
                      <a:close/>
                      <a:moveTo>
                        <a:pt x="1104" y="470"/>
                      </a:moveTo>
                      <a:lnTo>
                        <a:pt x="1664" y="470"/>
                      </a:lnTo>
                      <a:lnTo>
                        <a:pt x="1664" y="200"/>
                      </a:lnTo>
                      <a:lnTo>
                        <a:pt x="1104" y="200"/>
                      </a:lnTo>
                      <a:lnTo>
                        <a:pt x="1104" y="47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zh-CN" altLang="en-US"/>
                </a:p>
              </p:txBody>
            </p:sp>
          </p:grpSp>
          <p:cxnSp>
            <p:nvCxnSpPr>
              <p:cNvPr id="16" name="直接连接符 15">
                <a:extLst>
                  <a:ext uri="{FF2B5EF4-FFF2-40B4-BE49-F238E27FC236}">
                    <a16:creationId xmlns:a16="http://schemas.microsoft.com/office/drawing/2014/main" id="{ADEB9B0C-D430-518F-62AB-4A8760AE67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458715" y="2828581"/>
                <a:ext cx="3" cy="494025"/>
              </a:xfrm>
              <a:prstGeom prst="line">
                <a:avLst/>
              </a:prstGeom>
              <a:ln w="31750">
                <a:solidFill>
                  <a:schemeClr val="accent1"/>
                </a:solidFill>
                <a:prstDash val="sysDot"/>
                <a:headEnd type="none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4B733609-378A-9148-2120-F298979FF1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0400" y="1130299"/>
              <a:ext cx="10858500" cy="69385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 algn="ctr">
                <a:buSzPct val="25000"/>
              </a:pPr>
              <a:r>
                <a:rPr lang="en-US" altLang="zh-CN" sz="2400" b="1" dirty="0">
                  <a:solidFill>
                    <a:schemeClr val="tx1"/>
                  </a:solidFill>
                </a:rPr>
                <a:t>{</a:t>
              </a:r>
              <a:r>
                <a:rPr lang="en-US" altLang="zh-CN" sz="2400" b="1" dirty="0" err="1">
                  <a:solidFill>
                    <a:schemeClr val="tx1"/>
                  </a:solidFill>
                </a:rPr>
                <a:t>slideTitle</a:t>
              </a:r>
              <a:r>
                <a:rPr lang="en-US" altLang="zh-CN" sz="2400" b="1" dirty="0">
                  <a:solidFill>
                    <a:schemeClr val="tx1"/>
                  </a:solidFill>
                </a:rPr>
                <a:t>}</a:t>
              </a:r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F6C74B08-2B81-0F73-8493-29A5FFD10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0947602-8B97-8489-1767-659E0677BBC4}"/>
              </a:ext>
            </a:extLst>
          </p:cNvPr>
          <p:cNvSpPr txBox="1"/>
          <p:nvPr/>
        </p:nvSpPr>
        <p:spPr>
          <a:xfrm>
            <a:off x="11252936" y="17605"/>
            <a:ext cx="9278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progress2-5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760104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9FF7AEAE-249A-2FD5-BE30-40F2CBAE9004}"/>
              </a:ext>
            </a:extLst>
          </p:cNvPr>
          <p:cNvGrpSpPr/>
          <p:nvPr/>
        </p:nvGrpSpPr>
        <p:grpSpPr>
          <a:xfrm>
            <a:off x="660400" y="1740740"/>
            <a:ext cx="10872922" cy="3746631"/>
            <a:chOff x="660400" y="1740740"/>
            <a:chExt cx="10872922" cy="3746631"/>
          </a:xfrm>
        </p:grpSpPr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1B7E3018-6C15-A7EC-2CC1-FA40419AD59B}"/>
                </a:ext>
              </a:extLst>
            </p:cNvPr>
            <p:cNvGrpSpPr/>
            <p:nvPr/>
          </p:nvGrpSpPr>
          <p:grpSpPr>
            <a:xfrm>
              <a:off x="660400" y="1740740"/>
              <a:ext cx="10872922" cy="758330"/>
              <a:chOff x="645979" y="1742511"/>
              <a:chExt cx="10872922" cy="655778"/>
            </a:xfrm>
          </p:grpSpPr>
          <p:sp>
            <p:nvSpPr>
              <p:cNvPr id="46" name="矩形: 圆角 45">
                <a:extLst>
                  <a:ext uri="{FF2B5EF4-FFF2-40B4-BE49-F238E27FC236}">
                    <a16:creationId xmlns:a16="http://schemas.microsoft.com/office/drawing/2014/main" id="{75CD2EC4-8861-0E33-D587-F0B946279C3B}"/>
                  </a:ext>
                </a:extLst>
              </p:cNvPr>
              <p:cNvSpPr/>
              <p:nvPr/>
            </p:nvSpPr>
            <p:spPr>
              <a:xfrm>
                <a:off x="728030" y="1796059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7" name="矩形: 圆角 46">
                <a:extLst>
                  <a:ext uri="{FF2B5EF4-FFF2-40B4-BE49-F238E27FC236}">
                    <a16:creationId xmlns:a16="http://schemas.microsoft.com/office/drawing/2014/main" id="{564FE0D0-C915-7C47-5E76-70E9972793CB}"/>
                  </a:ext>
                </a:extLst>
              </p:cNvPr>
              <p:cNvSpPr/>
              <p:nvPr/>
            </p:nvSpPr>
            <p:spPr>
              <a:xfrm>
                <a:off x="645979" y="1742511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01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D15FC9E7-0790-AC95-816C-70566A6792C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69028" y="1796058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{vItem.item1}</a:t>
                </a:r>
                <a:endParaRPr lang="zh-CN" altLang="en-US" b="1" dirty="0"/>
              </a:p>
            </p:txBody>
          </p:sp>
          <p:sp>
            <p:nvSpPr>
              <p:cNvPr id="49" name="文本框 48">
                <a:extLst>
                  <a:ext uri="{FF2B5EF4-FFF2-40B4-BE49-F238E27FC236}">
                    <a16:creationId xmlns:a16="http://schemas.microsoft.com/office/drawing/2014/main" id="{42BEE430-8DDD-CF46-0A3A-526AC1ECE93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33090" y="1796058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BADA98C5-571D-4272-BBDE-5C28F8D30919}"/>
                </a:ext>
              </a:extLst>
            </p:cNvPr>
            <p:cNvGrpSpPr/>
            <p:nvPr/>
          </p:nvGrpSpPr>
          <p:grpSpPr>
            <a:xfrm>
              <a:off x="660400" y="3234891"/>
              <a:ext cx="10872922" cy="758330"/>
              <a:chOff x="645979" y="2489673"/>
              <a:chExt cx="10872922" cy="655778"/>
            </a:xfrm>
          </p:grpSpPr>
          <p:sp>
            <p:nvSpPr>
              <p:cNvPr id="42" name="矩形: 圆角 41">
                <a:extLst>
                  <a:ext uri="{FF2B5EF4-FFF2-40B4-BE49-F238E27FC236}">
                    <a16:creationId xmlns:a16="http://schemas.microsoft.com/office/drawing/2014/main" id="{077A1AF3-172B-D07E-B4A6-16E67C7526E1}"/>
                  </a:ext>
                </a:extLst>
              </p:cNvPr>
              <p:cNvSpPr/>
              <p:nvPr/>
            </p:nvSpPr>
            <p:spPr>
              <a:xfrm>
                <a:off x="728030" y="2543221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0"/>
                <a:tileRect/>
              </a:gradFill>
              <a:ln w="127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zh-CN" altLang="en-US"/>
              </a:p>
            </p:txBody>
          </p:sp>
          <p:sp>
            <p:nvSpPr>
              <p:cNvPr id="43" name="矩形: 圆角 42">
                <a:extLst>
                  <a:ext uri="{FF2B5EF4-FFF2-40B4-BE49-F238E27FC236}">
                    <a16:creationId xmlns:a16="http://schemas.microsoft.com/office/drawing/2014/main" id="{93051D93-CD1B-2145-565C-08B22C99ED2C}"/>
                  </a:ext>
                </a:extLst>
              </p:cNvPr>
              <p:cNvSpPr/>
              <p:nvPr/>
            </p:nvSpPr>
            <p:spPr>
              <a:xfrm>
                <a:off x="645979" y="2489673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02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36AA246A-A796-A0FE-4671-D27A0A3BC96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69028" y="2543220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{vItem.item2}</a:t>
                </a:r>
                <a:endParaRPr lang="zh-CN" altLang="en-US" b="1" dirty="0"/>
              </a:p>
            </p:txBody>
          </p:sp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ACCB56C3-BA30-2F86-0045-2D2EDDA577E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33090" y="2543220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{vItem.item2_Desc}</a:t>
                </a:r>
              </a:p>
            </p:txBody>
          </p:sp>
        </p:grp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287161B2-83A7-9559-498A-1D9DC455DF38}"/>
                </a:ext>
              </a:extLst>
            </p:cNvPr>
            <p:cNvGrpSpPr/>
            <p:nvPr/>
          </p:nvGrpSpPr>
          <p:grpSpPr>
            <a:xfrm>
              <a:off x="660400" y="4729041"/>
              <a:ext cx="10872922" cy="758330"/>
              <a:chOff x="645979" y="3236835"/>
              <a:chExt cx="10872922" cy="655778"/>
            </a:xfrm>
          </p:grpSpPr>
          <p:sp>
            <p:nvSpPr>
              <p:cNvPr id="38" name="矩形: 圆角 37">
                <a:extLst>
                  <a:ext uri="{FF2B5EF4-FFF2-40B4-BE49-F238E27FC236}">
                    <a16:creationId xmlns:a16="http://schemas.microsoft.com/office/drawing/2014/main" id="{A3448433-9DD6-09D4-9D70-F11EB7E04C7F}"/>
                  </a:ext>
                </a:extLst>
              </p:cNvPr>
              <p:cNvSpPr/>
              <p:nvPr/>
            </p:nvSpPr>
            <p:spPr>
              <a:xfrm>
                <a:off x="728030" y="3290383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矩形: 圆角 38">
                <a:extLst>
                  <a:ext uri="{FF2B5EF4-FFF2-40B4-BE49-F238E27FC236}">
                    <a16:creationId xmlns:a16="http://schemas.microsoft.com/office/drawing/2014/main" id="{265E8EAB-44AB-C024-04A8-4B03314692D3}"/>
                  </a:ext>
                </a:extLst>
              </p:cNvPr>
              <p:cNvSpPr/>
              <p:nvPr/>
            </p:nvSpPr>
            <p:spPr>
              <a:xfrm>
                <a:off x="645979" y="3236835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03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9965E6F9-71B7-5529-BB61-4568CAA9BBA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69028" y="3290382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{vItem.item3}</a:t>
                </a:r>
                <a:endParaRPr lang="zh-CN" altLang="en-US" b="1" dirty="0"/>
              </a:p>
            </p:txBody>
          </p:sp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5E60662-FD13-57EE-6FFD-29939FAB86E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33090" y="3290382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{vItem.item3_Desc}</a:t>
                </a:r>
              </a:p>
            </p:txBody>
          </p:sp>
        </p:grpSp>
      </p:grpSp>
      <p:sp>
        <p:nvSpPr>
          <p:cNvPr id="5" name="矩形 4">
            <a:extLst>
              <a:ext uri="{FF2B5EF4-FFF2-40B4-BE49-F238E27FC236}">
                <a16:creationId xmlns:a16="http://schemas.microsoft.com/office/drawing/2014/main" id="{D8D5CB03-C556-CAB4-677B-A28D613A129C}"/>
              </a:ext>
            </a:extLst>
          </p:cNvPr>
          <p:cNvSpPr>
            <a:spLocks noChangeAspect="1"/>
          </p:cNvSpPr>
          <p:nvPr/>
        </p:nvSpPr>
        <p:spPr>
          <a:xfrm>
            <a:off x="674821" y="867907"/>
            <a:ext cx="6929890" cy="7200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 anchorCtr="0">
            <a:normAutofit/>
          </a:bodyPr>
          <a:lstStyle/>
          <a:p>
            <a:pPr>
              <a:buSzPct val="25000"/>
            </a:pPr>
            <a:r>
              <a:rPr lang="en-US" altLang="zh-CN" sz="2400" b="1" dirty="0">
                <a:solidFill>
                  <a:schemeClr val="tx1"/>
                </a:solidFill>
              </a:rPr>
              <a:t>{</a:t>
            </a:r>
            <a:r>
              <a:rPr lang="en-US" altLang="zh-CN" sz="2400" b="1" dirty="0" err="1">
                <a:solidFill>
                  <a:schemeClr val="tx1"/>
                </a:solidFill>
              </a:rPr>
              <a:t>slideTitle</a:t>
            </a:r>
            <a:r>
              <a:rPr lang="en-US" altLang="zh-CN" sz="2400" b="1" dirty="0">
                <a:solidFill>
                  <a:schemeClr val="tx1"/>
                </a:solidFill>
              </a:rPr>
              <a:t>}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BF32645B-F0F6-663A-2230-170BDC1EEE8D}"/>
              </a:ext>
            </a:extLst>
          </p:cNvPr>
          <p:cNvGrpSpPr/>
          <p:nvPr/>
        </p:nvGrpSpPr>
        <p:grpSpPr>
          <a:xfrm>
            <a:off x="8664297" y="1384309"/>
            <a:ext cx="3250657" cy="4421226"/>
            <a:chOff x="9681572" y="3676581"/>
            <a:chExt cx="2166532" cy="2946705"/>
          </a:xfrm>
        </p:grpSpPr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FC93F676-4075-C433-D115-25AC588F3167}"/>
                </a:ext>
              </a:extLst>
            </p:cNvPr>
            <p:cNvSpPr/>
            <p:nvPr/>
          </p:nvSpPr>
          <p:spPr>
            <a:xfrm rot="20113492">
              <a:off x="9728670" y="4647666"/>
              <a:ext cx="1417314" cy="1786784"/>
            </a:xfrm>
            <a:custGeom>
              <a:avLst/>
              <a:gdLst>
                <a:gd name="connsiteX0" fmla="*/ 1237459 w 1417314"/>
                <a:gd name="connsiteY0" fmla="*/ -9 h 1786784"/>
                <a:gd name="connsiteX1" fmla="*/ 1417318 w 1417314"/>
                <a:gd name="connsiteY1" fmla="*/ -9 h 1786784"/>
                <a:gd name="connsiteX2" fmla="*/ 1417318 w 1417314"/>
                <a:gd name="connsiteY2" fmla="*/ 1786775 h 1786784"/>
                <a:gd name="connsiteX3" fmla="*/ 1237459 w 1417314"/>
                <a:gd name="connsiteY3" fmla="*/ 1786775 h 1786784"/>
                <a:gd name="connsiteX4" fmla="*/ 179864 w 1417314"/>
                <a:gd name="connsiteY4" fmla="*/ 1786775 h 1786784"/>
                <a:gd name="connsiteX5" fmla="*/ 4 w 1417314"/>
                <a:gd name="connsiteY5" fmla="*/ 1786775 h 1786784"/>
                <a:gd name="connsiteX6" fmla="*/ 4 w 1417314"/>
                <a:gd name="connsiteY6" fmla="*/ -9 h 1786784"/>
                <a:gd name="connsiteX7" fmla="*/ 179864 w 1417314"/>
                <a:gd name="connsiteY7" fmla="*/ -9 h 1786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7314" h="1786784">
                  <a:moveTo>
                    <a:pt x="1237459" y="-9"/>
                  </a:moveTo>
                  <a:cubicBezTo>
                    <a:pt x="1336792" y="-9"/>
                    <a:pt x="1417318" y="-9"/>
                    <a:pt x="1417318" y="-9"/>
                  </a:cubicBezTo>
                  <a:lnTo>
                    <a:pt x="1417318" y="1786775"/>
                  </a:lnTo>
                  <a:cubicBezTo>
                    <a:pt x="1417318" y="1786775"/>
                    <a:pt x="1336793" y="1786775"/>
                    <a:pt x="1237459" y="1786775"/>
                  </a:cubicBezTo>
                  <a:lnTo>
                    <a:pt x="179864" y="1786775"/>
                  </a:lnTo>
                  <a:cubicBezTo>
                    <a:pt x="80530" y="1786775"/>
                    <a:pt x="4" y="1786775"/>
                    <a:pt x="4" y="1786775"/>
                  </a:cubicBezTo>
                  <a:lnTo>
                    <a:pt x="4" y="-9"/>
                  </a:lnTo>
                  <a:cubicBezTo>
                    <a:pt x="4" y="-9"/>
                    <a:pt x="80530" y="-9"/>
                    <a:pt x="179864" y="-9"/>
                  </a:cubicBezTo>
                  <a:close/>
                </a:path>
              </a:pathLst>
            </a:custGeom>
            <a:solidFill>
              <a:srgbClr val="000000"/>
            </a:solidFill>
            <a:ln w="1080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0F2B21FB-E6A9-1AB4-5ABC-3FC3C76F62C8}"/>
                </a:ext>
              </a:extLst>
            </p:cNvPr>
            <p:cNvSpPr/>
            <p:nvPr/>
          </p:nvSpPr>
          <p:spPr>
            <a:xfrm rot="20098199">
              <a:off x="9722586" y="4618758"/>
              <a:ext cx="1414135" cy="1782776"/>
            </a:xfrm>
            <a:custGeom>
              <a:avLst/>
              <a:gdLst>
                <a:gd name="connsiteX0" fmla="*/ 1234684 w 1414135"/>
                <a:gd name="connsiteY0" fmla="*/ -10 h 1782776"/>
                <a:gd name="connsiteX1" fmla="*/ 1414140 w 1414135"/>
                <a:gd name="connsiteY1" fmla="*/ -10 h 1782776"/>
                <a:gd name="connsiteX2" fmla="*/ 1414140 w 1414135"/>
                <a:gd name="connsiteY2" fmla="*/ 1782767 h 1782776"/>
                <a:gd name="connsiteX3" fmla="*/ 1234684 w 1414135"/>
                <a:gd name="connsiteY3" fmla="*/ 1782767 h 1782776"/>
                <a:gd name="connsiteX4" fmla="*/ 179460 w 1414135"/>
                <a:gd name="connsiteY4" fmla="*/ 1782767 h 1782776"/>
                <a:gd name="connsiteX5" fmla="*/ 4 w 1414135"/>
                <a:gd name="connsiteY5" fmla="*/ 1782767 h 1782776"/>
                <a:gd name="connsiteX6" fmla="*/ 4 w 1414135"/>
                <a:gd name="connsiteY6" fmla="*/ -10 h 1782776"/>
                <a:gd name="connsiteX7" fmla="*/ 179460 w 1414135"/>
                <a:gd name="connsiteY7" fmla="*/ -10 h 1782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4135" h="1782776">
                  <a:moveTo>
                    <a:pt x="1234684" y="-10"/>
                  </a:moveTo>
                  <a:cubicBezTo>
                    <a:pt x="1333795" y="-10"/>
                    <a:pt x="1414140" y="-10"/>
                    <a:pt x="1414140" y="-10"/>
                  </a:cubicBezTo>
                  <a:lnTo>
                    <a:pt x="1414140" y="1782767"/>
                  </a:lnTo>
                  <a:cubicBezTo>
                    <a:pt x="1414140" y="1782767"/>
                    <a:pt x="1333795" y="1782767"/>
                    <a:pt x="1234684" y="1782767"/>
                  </a:cubicBezTo>
                  <a:lnTo>
                    <a:pt x="179460" y="1782767"/>
                  </a:lnTo>
                  <a:cubicBezTo>
                    <a:pt x="80350" y="1782767"/>
                    <a:pt x="4" y="1782767"/>
                    <a:pt x="4" y="1782767"/>
                  </a:cubicBezTo>
                  <a:lnTo>
                    <a:pt x="4" y="-10"/>
                  </a:lnTo>
                  <a:cubicBezTo>
                    <a:pt x="4" y="-10"/>
                    <a:pt x="80350" y="-10"/>
                    <a:pt x="179460" y="-10"/>
                  </a:cubicBezTo>
                  <a:close/>
                </a:path>
              </a:pathLst>
            </a:custGeom>
            <a:solidFill>
              <a:schemeClr val="accent1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2F12DF30-E651-80F5-57B0-421E696CC01F}"/>
                </a:ext>
              </a:extLst>
            </p:cNvPr>
            <p:cNvSpPr/>
            <p:nvPr/>
          </p:nvSpPr>
          <p:spPr>
            <a:xfrm>
              <a:off x="9681572" y="4742803"/>
              <a:ext cx="1495972" cy="1535214"/>
            </a:xfrm>
            <a:custGeom>
              <a:avLst/>
              <a:gdLst>
                <a:gd name="connsiteX0" fmla="*/ 4 w 1495972"/>
                <a:gd name="connsiteY0" fmla="*/ 464846 h 1535214"/>
                <a:gd name="connsiteX1" fmla="*/ 996202 w 1495972"/>
                <a:gd name="connsiteY1" fmla="*/ -10 h 1535214"/>
                <a:gd name="connsiteX2" fmla="*/ 83246 w 1495972"/>
                <a:gd name="connsiteY2" fmla="*/ 643221 h 1535214"/>
                <a:gd name="connsiteX3" fmla="*/ 1079552 w 1495972"/>
                <a:gd name="connsiteY3" fmla="*/ 178365 h 1535214"/>
                <a:gd name="connsiteX4" fmla="*/ 166596 w 1495972"/>
                <a:gd name="connsiteY4" fmla="*/ 821596 h 1535214"/>
                <a:gd name="connsiteX5" fmla="*/ 1162793 w 1495972"/>
                <a:gd name="connsiteY5" fmla="*/ 356740 h 1535214"/>
                <a:gd name="connsiteX6" fmla="*/ 249838 w 1495972"/>
                <a:gd name="connsiteY6" fmla="*/ 999971 h 1535214"/>
                <a:gd name="connsiteX7" fmla="*/ 1246035 w 1495972"/>
                <a:gd name="connsiteY7" fmla="*/ 535115 h 1535214"/>
                <a:gd name="connsiteX8" fmla="*/ 333620 w 1495972"/>
                <a:gd name="connsiteY8" fmla="*/ 1178455 h 1535214"/>
                <a:gd name="connsiteX9" fmla="*/ 1329926 w 1495972"/>
                <a:gd name="connsiteY9" fmla="*/ 713598 h 1535214"/>
                <a:gd name="connsiteX10" fmla="*/ 416429 w 1495972"/>
                <a:gd name="connsiteY10" fmla="*/ 1356722 h 1535214"/>
                <a:gd name="connsiteX11" fmla="*/ 1412627 w 1495972"/>
                <a:gd name="connsiteY11" fmla="*/ 891865 h 1535214"/>
                <a:gd name="connsiteX12" fmla="*/ 499671 w 1495972"/>
                <a:gd name="connsiteY12" fmla="*/ 1535205 h 1535214"/>
                <a:gd name="connsiteX13" fmla="*/ 1495977 w 1495972"/>
                <a:gd name="connsiteY13" fmla="*/ 1070348 h 1535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5972" h="1535214">
                  <a:moveTo>
                    <a:pt x="4" y="464846"/>
                  </a:moveTo>
                  <a:lnTo>
                    <a:pt x="996202" y="-10"/>
                  </a:lnTo>
                  <a:moveTo>
                    <a:pt x="83246" y="643221"/>
                  </a:moveTo>
                  <a:lnTo>
                    <a:pt x="1079552" y="178365"/>
                  </a:lnTo>
                  <a:moveTo>
                    <a:pt x="166596" y="821596"/>
                  </a:moveTo>
                  <a:lnTo>
                    <a:pt x="1162793" y="356740"/>
                  </a:lnTo>
                  <a:moveTo>
                    <a:pt x="249838" y="999971"/>
                  </a:moveTo>
                  <a:lnTo>
                    <a:pt x="1246035" y="535115"/>
                  </a:lnTo>
                  <a:moveTo>
                    <a:pt x="333620" y="1178455"/>
                  </a:moveTo>
                  <a:lnTo>
                    <a:pt x="1329926" y="713598"/>
                  </a:lnTo>
                  <a:moveTo>
                    <a:pt x="416429" y="1356722"/>
                  </a:moveTo>
                  <a:lnTo>
                    <a:pt x="1412627" y="891865"/>
                  </a:lnTo>
                  <a:moveTo>
                    <a:pt x="499671" y="1535205"/>
                  </a:moveTo>
                  <a:lnTo>
                    <a:pt x="1495977" y="1070348"/>
                  </a:lnTo>
                </a:path>
              </a:pathLst>
            </a:custGeom>
            <a:noFill/>
            <a:ln w="16279" cap="rnd">
              <a:solidFill>
                <a:srgbClr val="B7D0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7ABF4806-FF37-58B1-5916-4182322BDD26}"/>
                </a:ext>
              </a:extLst>
            </p:cNvPr>
            <p:cNvSpPr/>
            <p:nvPr/>
          </p:nvSpPr>
          <p:spPr>
            <a:xfrm>
              <a:off x="10214124" y="4686286"/>
              <a:ext cx="1633980" cy="1937000"/>
            </a:xfrm>
            <a:custGeom>
              <a:avLst/>
              <a:gdLst>
                <a:gd name="connsiteX0" fmla="*/ 1190880 w 1633980"/>
                <a:gd name="connsiteY0" fmla="*/ 1934527 h 1937000"/>
                <a:gd name="connsiteX1" fmla="*/ 149927 w 1633980"/>
                <a:gd name="connsiteY1" fmla="*/ 1761016 h 1937000"/>
                <a:gd name="connsiteX2" fmla="*/ 2470 w 1633980"/>
                <a:gd name="connsiteY2" fmla="*/ 1554534 h 1937000"/>
                <a:gd name="connsiteX3" fmla="*/ 236628 w 1633980"/>
                <a:gd name="connsiteY3" fmla="*/ 149911 h 1937000"/>
                <a:gd name="connsiteX4" fmla="*/ 443111 w 1633980"/>
                <a:gd name="connsiteY4" fmla="*/ 2455 h 1937000"/>
                <a:gd name="connsiteX5" fmla="*/ 1484064 w 1633980"/>
                <a:gd name="connsiteY5" fmla="*/ 176073 h 1937000"/>
                <a:gd name="connsiteX6" fmla="*/ 1631521 w 1633980"/>
                <a:gd name="connsiteY6" fmla="*/ 382556 h 1937000"/>
                <a:gd name="connsiteX7" fmla="*/ 1397363 w 1633980"/>
                <a:gd name="connsiteY7" fmla="*/ 1787070 h 1937000"/>
                <a:gd name="connsiteX8" fmla="*/ 1190880 w 1633980"/>
                <a:gd name="connsiteY8" fmla="*/ 1934527 h 193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33980" h="1937000">
                  <a:moveTo>
                    <a:pt x="1190880" y="1934527"/>
                  </a:moveTo>
                  <a:lnTo>
                    <a:pt x="149927" y="1761016"/>
                  </a:lnTo>
                  <a:cubicBezTo>
                    <a:pt x="52202" y="1744692"/>
                    <a:pt x="-13805" y="1652261"/>
                    <a:pt x="2470" y="1554534"/>
                  </a:cubicBezTo>
                  <a:lnTo>
                    <a:pt x="236628" y="149911"/>
                  </a:lnTo>
                  <a:cubicBezTo>
                    <a:pt x="252949" y="52183"/>
                    <a:pt x="345378" y="-13815"/>
                    <a:pt x="443111" y="2455"/>
                  </a:cubicBezTo>
                  <a:lnTo>
                    <a:pt x="1484064" y="176073"/>
                  </a:lnTo>
                  <a:cubicBezTo>
                    <a:pt x="1581792" y="192397"/>
                    <a:pt x="1647791" y="284828"/>
                    <a:pt x="1631521" y="382556"/>
                  </a:cubicBezTo>
                  <a:lnTo>
                    <a:pt x="1397363" y="1787070"/>
                  </a:lnTo>
                  <a:cubicBezTo>
                    <a:pt x="1381039" y="1884798"/>
                    <a:pt x="1288608" y="1950797"/>
                    <a:pt x="1190880" y="1934527"/>
                  </a:cubicBezTo>
                  <a:close/>
                </a:path>
              </a:pathLst>
            </a:custGeom>
            <a:solidFill>
              <a:srgbClr val="000000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490F5BBF-82C0-AEFE-6319-F19C0B054BA2}"/>
                </a:ext>
              </a:extLst>
            </p:cNvPr>
            <p:cNvSpPr/>
            <p:nvPr/>
          </p:nvSpPr>
          <p:spPr>
            <a:xfrm rot="550833">
              <a:off x="10316321" y="4741405"/>
              <a:ext cx="1418160" cy="1787851"/>
            </a:xfrm>
            <a:custGeom>
              <a:avLst/>
              <a:gdLst>
                <a:gd name="connsiteX0" fmla="*/ 1238199 w 1418160"/>
                <a:gd name="connsiteY0" fmla="*/ -10 h 1787851"/>
                <a:gd name="connsiteX1" fmla="*/ 1418166 w 1418160"/>
                <a:gd name="connsiteY1" fmla="*/ -10 h 1787851"/>
                <a:gd name="connsiteX2" fmla="*/ 1418166 w 1418160"/>
                <a:gd name="connsiteY2" fmla="*/ 1787841 h 1787851"/>
                <a:gd name="connsiteX3" fmla="*/ 1238199 w 1418160"/>
                <a:gd name="connsiteY3" fmla="*/ 1787841 h 1787851"/>
                <a:gd name="connsiteX4" fmla="*/ 179972 w 1418160"/>
                <a:gd name="connsiteY4" fmla="*/ 1787841 h 1787851"/>
                <a:gd name="connsiteX5" fmla="*/ 6 w 1418160"/>
                <a:gd name="connsiteY5" fmla="*/ 1787841 h 1787851"/>
                <a:gd name="connsiteX6" fmla="*/ 6 w 1418160"/>
                <a:gd name="connsiteY6" fmla="*/ -10 h 1787851"/>
                <a:gd name="connsiteX7" fmla="*/ 179972 w 1418160"/>
                <a:gd name="connsiteY7" fmla="*/ -10 h 1787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8160" h="1787851">
                  <a:moveTo>
                    <a:pt x="1238199" y="-10"/>
                  </a:moveTo>
                  <a:cubicBezTo>
                    <a:pt x="1337592" y="-10"/>
                    <a:pt x="1418166" y="-10"/>
                    <a:pt x="1418166" y="-10"/>
                  </a:cubicBezTo>
                  <a:lnTo>
                    <a:pt x="1418166" y="1787841"/>
                  </a:lnTo>
                  <a:cubicBezTo>
                    <a:pt x="1418166" y="1787841"/>
                    <a:pt x="1337592" y="1787841"/>
                    <a:pt x="1238199" y="1787841"/>
                  </a:cubicBezTo>
                  <a:lnTo>
                    <a:pt x="179972" y="1787841"/>
                  </a:lnTo>
                  <a:cubicBezTo>
                    <a:pt x="80579" y="1787841"/>
                    <a:pt x="6" y="1787841"/>
                    <a:pt x="6" y="1787841"/>
                  </a:cubicBezTo>
                  <a:lnTo>
                    <a:pt x="6" y="-10"/>
                  </a:lnTo>
                  <a:cubicBezTo>
                    <a:pt x="6" y="-10"/>
                    <a:pt x="80580" y="-10"/>
                    <a:pt x="179972" y="-10"/>
                  </a:cubicBez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081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2CD0E071-69BD-F149-602E-B33DEB271721}"/>
                </a:ext>
              </a:extLst>
            </p:cNvPr>
            <p:cNvSpPr/>
            <p:nvPr/>
          </p:nvSpPr>
          <p:spPr>
            <a:xfrm>
              <a:off x="10371938" y="4961502"/>
              <a:ext cx="1278246" cy="1346028"/>
            </a:xfrm>
            <a:custGeom>
              <a:avLst/>
              <a:gdLst>
                <a:gd name="connsiteX0" fmla="*/ 193839 w 1278246"/>
                <a:gd name="connsiteY0" fmla="*/ -10 h 1346028"/>
                <a:gd name="connsiteX1" fmla="*/ 1278251 w 1278246"/>
                <a:gd name="connsiteY1" fmla="*/ 180852 h 1346028"/>
                <a:gd name="connsiteX2" fmla="*/ 161407 w 1278246"/>
                <a:gd name="connsiteY2" fmla="*/ 194149 h 1346028"/>
                <a:gd name="connsiteX3" fmla="*/ 1245927 w 1278246"/>
                <a:gd name="connsiteY3" fmla="*/ 375010 h 1346028"/>
                <a:gd name="connsiteX4" fmla="*/ 129083 w 1278246"/>
                <a:gd name="connsiteY4" fmla="*/ 388415 h 1346028"/>
                <a:gd name="connsiteX5" fmla="*/ 1213495 w 1278246"/>
                <a:gd name="connsiteY5" fmla="*/ 569277 h 1346028"/>
                <a:gd name="connsiteX6" fmla="*/ 96651 w 1278246"/>
                <a:gd name="connsiteY6" fmla="*/ 582574 h 1346028"/>
                <a:gd name="connsiteX7" fmla="*/ 1181172 w 1278246"/>
                <a:gd name="connsiteY7" fmla="*/ 763435 h 1346028"/>
                <a:gd name="connsiteX8" fmla="*/ 64868 w 1278246"/>
                <a:gd name="connsiteY8" fmla="*/ 776841 h 1346028"/>
                <a:gd name="connsiteX9" fmla="*/ 1149280 w 1278246"/>
                <a:gd name="connsiteY9" fmla="*/ 957594 h 1346028"/>
                <a:gd name="connsiteX10" fmla="*/ 32436 w 1278246"/>
                <a:gd name="connsiteY10" fmla="*/ 970999 h 1346028"/>
                <a:gd name="connsiteX11" fmla="*/ 1116957 w 1278246"/>
                <a:gd name="connsiteY11" fmla="*/ 1151861 h 1346028"/>
                <a:gd name="connsiteX12" fmla="*/ 4 w 1278246"/>
                <a:gd name="connsiteY12" fmla="*/ 1165266 h 1346028"/>
                <a:gd name="connsiteX13" fmla="*/ 1084525 w 1278246"/>
                <a:gd name="connsiteY13" fmla="*/ 1346019 h 1346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78246" h="1346028">
                  <a:moveTo>
                    <a:pt x="193839" y="-10"/>
                  </a:moveTo>
                  <a:lnTo>
                    <a:pt x="1278251" y="180852"/>
                  </a:lnTo>
                  <a:moveTo>
                    <a:pt x="161407" y="194149"/>
                  </a:moveTo>
                  <a:lnTo>
                    <a:pt x="1245927" y="375010"/>
                  </a:lnTo>
                  <a:moveTo>
                    <a:pt x="129083" y="388415"/>
                  </a:moveTo>
                  <a:lnTo>
                    <a:pt x="1213495" y="569277"/>
                  </a:lnTo>
                  <a:moveTo>
                    <a:pt x="96651" y="582574"/>
                  </a:moveTo>
                  <a:lnTo>
                    <a:pt x="1181172" y="763435"/>
                  </a:lnTo>
                  <a:moveTo>
                    <a:pt x="64868" y="776841"/>
                  </a:moveTo>
                  <a:lnTo>
                    <a:pt x="1149280" y="957594"/>
                  </a:lnTo>
                  <a:moveTo>
                    <a:pt x="32436" y="970999"/>
                  </a:moveTo>
                  <a:lnTo>
                    <a:pt x="1116957" y="1151861"/>
                  </a:lnTo>
                  <a:moveTo>
                    <a:pt x="4" y="1165266"/>
                  </a:moveTo>
                  <a:lnTo>
                    <a:pt x="1084525" y="1346019"/>
                  </a:lnTo>
                </a:path>
              </a:pathLst>
            </a:custGeom>
            <a:noFill/>
            <a:ln w="16279" cap="rnd">
              <a:solidFill>
                <a:srgbClr val="F5F5F5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多边形: 形状 12">
              <a:extLst>
                <a:ext uri="{FF2B5EF4-FFF2-40B4-BE49-F238E27FC236}">
                  <a16:creationId xmlns:a16="http://schemas.microsoft.com/office/drawing/2014/main" id="{8AE27395-B451-9A60-C34D-366052AA0F65}"/>
                </a:ext>
              </a:extLst>
            </p:cNvPr>
            <p:cNvSpPr/>
            <p:nvPr/>
          </p:nvSpPr>
          <p:spPr>
            <a:xfrm rot="16764000">
              <a:off x="10149493" y="3861125"/>
              <a:ext cx="1340515" cy="1340515"/>
            </a:xfrm>
            <a:custGeom>
              <a:avLst/>
              <a:gdLst>
                <a:gd name="connsiteX0" fmla="*/ 1340520 w 1340515"/>
                <a:gd name="connsiteY0" fmla="*/ 670248 h 1340515"/>
                <a:gd name="connsiteX1" fmla="*/ 670262 w 1340515"/>
                <a:gd name="connsiteY1" fmla="*/ 1340505 h 1340515"/>
                <a:gd name="connsiteX2" fmla="*/ 4 w 1340515"/>
                <a:gd name="connsiteY2" fmla="*/ 670248 h 1340515"/>
                <a:gd name="connsiteX3" fmla="*/ 670262 w 1340515"/>
                <a:gd name="connsiteY3" fmla="*/ -10 h 1340515"/>
                <a:gd name="connsiteX4" fmla="*/ 1340520 w 1340515"/>
                <a:gd name="connsiteY4" fmla="*/ 670248 h 1340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0515" h="1340515">
                  <a:moveTo>
                    <a:pt x="1340520" y="670248"/>
                  </a:moveTo>
                  <a:cubicBezTo>
                    <a:pt x="1340520" y="1040421"/>
                    <a:pt x="1040435" y="1340505"/>
                    <a:pt x="670262" y="1340505"/>
                  </a:cubicBezTo>
                  <a:cubicBezTo>
                    <a:pt x="300089" y="1340505"/>
                    <a:pt x="4" y="1040421"/>
                    <a:pt x="4" y="670248"/>
                  </a:cubicBezTo>
                  <a:cubicBezTo>
                    <a:pt x="4" y="300075"/>
                    <a:pt x="300089" y="-10"/>
                    <a:pt x="670262" y="-10"/>
                  </a:cubicBezTo>
                  <a:cubicBezTo>
                    <a:pt x="1040435" y="-10"/>
                    <a:pt x="1340520" y="300075"/>
                    <a:pt x="1340520" y="670248"/>
                  </a:cubicBezTo>
                  <a:close/>
                </a:path>
              </a:pathLst>
            </a:custGeom>
            <a:solidFill>
              <a:srgbClr val="000000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8686680D-6220-A690-C095-15791FED7EB3}"/>
                </a:ext>
              </a:extLst>
            </p:cNvPr>
            <p:cNvSpPr/>
            <p:nvPr/>
          </p:nvSpPr>
          <p:spPr>
            <a:xfrm>
              <a:off x="10077673" y="3789200"/>
              <a:ext cx="1340515" cy="1340515"/>
            </a:xfrm>
            <a:custGeom>
              <a:avLst/>
              <a:gdLst>
                <a:gd name="connsiteX0" fmla="*/ 1340516 w 1340515"/>
                <a:gd name="connsiteY0" fmla="*/ 670258 h 1340515"/>
                <a:gd name="connsiteX1" fmla="*/ 670258 w 1340515"/>
                <a:gd name="connsiteY1" fmla="*/ 1340515 h 1340515"/>
                <a:gd name="connsiteX2" fmla="*/ 0 w 1340515"/>
                <a:gd name="connsiteY2" fmla="*/ 670258 h 1340515"/>
                <a:gd name="connsiteX3" fmla="*/ 670258 w 1340515"/>
                <a:gd name="connsiteY3" fmla="*/ 0 h 1340515"/>
                <a:gd name="connsiteX4" fmla="*/ 1340516 w 1340515"/>
                <a:gd name="connsiteY4" fmla="*/ 670258 h 1340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0515" h="1340515">
                  <a:moveTo>
                    <a:pt x="1340516" y="670258"/>
                  </a:moveTo>
                  <a:cubicBezTo>
                    <a:pt x="1340516" y="1040431"/>
                    <a:pt x="1040431" y="1340515"/>
                    <a:pt x="670258" y="1340515"/>
                  </a:cubicBezTo>
                  <a:cubicBezTo>
                    <a:pt x="300085" y="1340515"/>
                    <a:pt x="0" y="1040431"/>
                    <a:pt x="0" y="670258"/>
                  </a:cubicBezTo>
                  <a:cubicBezTo>
                    <a:pt x="0" y="300085"/>
                    <a:pt x="300085" y="0"/>
                    <a:pt x="670258" y="0"/>
                  </a:cubicBezTo>
                  <a:cubicBezTo>
                    <a:pt x="1040431" y="0"/>
                    <a:pt x="1340516" y="300085"/>
                    <a:pt x="1340516" y="670258"/>
                  </a:cubicBezTo>
                  <a:close/>
                </a:path>
              </a:pathLst>
            </a:custGeom>
            <a:solidFill>
              <a:srgbClr val="F6C94C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1482DB02-01D7-70CC-6204-CA7E1E496A7E}"/>
                </a:ext>
              </a:extLst>
            </p:cNvPr>
            <p:cNvSpPr/>
            <p:nvPr/>
          </p:nvSpPr>
          <p:spPr>
            <a:xfrm rot="16762802">
              <a:off x="10152740" y="3864151"/>
              <a:ext cx="1190464" cy="1190464"/>
            </a:xfrm>
            <a:custGeom>
              <a:avLst/>
              <a:gdLst>
                <a:gd name="connsiteX0" fmla="*/ 1190469 w 1190464"/>
                <a:gd name="connsiteY0" fmla="*/ 595222 h 1190464"/>
                <a:gd name="connsiteX1" fmla="*/ 595236 w 1190464"/>
                <a:gd name="connsiteY1" fmla="*/ 1190454 h 1190464"/>
                <a:gd name="connsiteX2" fmla="*/ 4 w 1190464"/>
                <a:gd name="connsiteY2" fmla="*/ 595222 h 1190464"/>
                <a:gd name="connsiteX3" fmla="*/ 595236 w 1190464"/>
                <a:gd name="connsiteY3" fmla="*/ -10 h 1190464"/>
                <a:gd name="connsiteX4" fmla="*/ 1190469 w 1190464"/>
                <a:gd name="connsiteY4" fmla="*/ 595222 h 1190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0464" h="1190464">
                  <a:moveTo>
                    <a:pt x="1190469" y="595222"/>
                  </a:moveTo>
                  <a:cubicBezTo>
                    <a:pt x="1190469" y="923960"/>
                    <a:pt x="923974" y="1190454"/>
                    <a:pt x="595236" y="1190454"/>
                  </a:cubicBezTo>
                  <a:cubicBezTo>
                    <a:pt x="266499" y="1190454"/>
                    <a:pt x="4" y="923960"/>
                    <a:pt x="4" y="595222"/>
                  </a:cubicBezTo>
                  <a:cubicBezTo>
                    <a:pt x="4" y="266485"/>
                    <a:pt x="266499" y="-10"/>
                    <a:pt x="595236" y="-10"/>
                  </a:cubicBezTo>
                  <a:cubicBezTo>
                    <a:pt x="923974" y="-10"/>
                    <a:pt x="1190469" y="266485"/>
                    <a:pt x="1190469" y="595222"/>
                  </a:cubicBezTo>
                  <a:close/>
                </a:path>
              </a:pathLst>
            </a:custGeom>
            <a:solidFill>
              <a:srgbClr val="682D00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6BDD4BAC-B1BF-E27B-1957-042BD821D3EA}"/>
                </a:ext>
              </a:extLst>
            </p:cNvPr>
            <p:cNvSpPr/>
            <p:nvPr/>
          </p:nvSpPr>
          <p:spPr>
            <a:xfrm>
              <a:off x="10256771" y="3676581"/>
              <a:ext cx="428674" cy="798010"/>
            </a:xfrm>
            <a:custGeom>
              <a:avLst/>
              <a:gdLst>
                <a:gd name="connsiteX0" fmla="*/ 390409 w 428674"/>
                <a:gd name="connsiteY0" fmla="*/ 798001 h 798010"/>
                <a:gd name="connsiteX1" fmla="*/ 66091 w 428674"/>
                <a:gd name="connsiteY1" fmla="*/ 457899 h 798010"/>
                <a:gd name="connsiteX2" fmla="*/ 58740 w 428674"/>
                <a:gd name="connsiteY2" fmla="*/ 77042 h 798010"/>
                <a:gd name="connsiteX3" fmla="*/ 265547 w 428674"/>
                <a:gd name="connsiteY3" fmla="*/ 7205 h 798010"/>
                <a:gd name="connsiteX4" fmla="*/ 360464 w 428674"/>
                <a:gd name="connsiteY4" fmla="*/ 133473 h 798010"/>
                <a:gd name="connsiteX5" fmla="*/ 391923 w 428674"/>
                <a:gd name="connsiteY5" fmla="*/ 368928 h 798010"/>
                <a:gd name="connsiteX6" fmla="*/ 428679 w 428674"/>
                <a:gd name="connsiteY6" fmla="*/ 779731 h 798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8674" h="798010">
                  <a:moveTo>
                    <a:pt x="390409" y="798001"/>
                  </a:moveTo>
                  <a:cubicBezTo>
                    <a:pt x="254934" y="714312"/>
                    <a:pt x="143253" y="597195"/>
                    <a:pt x="66091" y="457899"/>
                  </a:cubicBezTo>
                  <a:cubicBezTo>
                    <a:pt x="-1584" y="336496"/>
                    <a:pt x="-37259" y="190012"/>
                    <a:pt x="58740" y="77042"/>
                  </a:cubicBezTo>
                  <a:cubicBezTo>
                    <a:pt x="102955" y="24826"/>
                    <a:pt x="191494" y="-17443"/>
                    <a:pt x="265547" y="7205"/>
                  </a:cubicBezTo>
                  <a:cubicBezTo>
                    <a:pt x="327383" y="27637"/>
                    <a:pt x="349437" y="83528"/>
                    <a:pt x="360464" y="133473"/>
                  </a:cubicBezTo>
                  <a:cubicBezTo>
                    <a:pt x="376053" y="211192"/>
                    <a:pt x="386561" y="289843"/>
                    <a:pt x="391923" y="368928"/>
                  </a:cubicBezTo>
                  <a:cubicBezTo>
                    <a:pt x="404171" y="505863"/>
                    <a:pt x="416430" y="642796"/>
                    <a:pt x="428679" y="779731"/>
                  </a:cubicBezTo>
                </a:path>
              </a:pathLst>
            </a:custGeom>
            <a:solidFill>
              <a:schemeClr val="accent2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C318A272-D0E7-35F2-6374-49BD429F45C8}"/>
                </a:ext>
              </a:extLst>
            </p:cNvPr>
            <p:cNvSpPr/>
            <p:nvPr/>
          </p:nvSpPr>
          <p:spPr>
            <a:xfrm>
              <a:off x="10747931" y="3742038"/>
              <a:ext cx="517477" cy="667042"/>
            </a:xfrm>
            <a:custGeom>
              <a:avLst/>
              <a:gdLst>
                <a:gd name="connsiteX0" fmla="*/ 4 w 517477"/>
                <a:gd name="connsiteY0" fmla="*/ 646817 h 667042"/>
                <a:gd name="connsiteX1" fmla="*/ 187677 w 517477"/>
                <a:gd name="connsiteY1" fmla="*/ 108232 h 667042"/>
                <a:gd name="connsiteX2" fmla="*/ 358052 w 517477"/>
                <a:gd name="connsiteY2" fmla="*/ 126 h 667042"/>
                <a:gd name="connsiteX3" fmla="*/ 475455 w 517477"/>
                <a:gd name="connsiteY3" fmla="*/ 71692 h 667042"/>
                <a:gd name="connsiteX4" fmla="*/ 491238 w 517477"/>
                <a:gd name="connsiteY4" fmla="*/ 309526 h 667042"/>
                <a:gd name="connsiteX5" fmla="*/ 302377 w 517477"/>
                <a:gd name="connsiteY5" fmla="*/ 472442 h 667042"/>
                <a:gd name="connsiteX6" fmla="*/ 59571 w 517477"/>
                <a:gd name="connsiteY6" fmla="*/ 667032 h 667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7477" h="667042">
                  <a:moveTo>
                    <a:pt x="4" y="646817"/>
                  </a:moveTo>
                  <a:cubicBezTo>
                    <a:pt x="5269" y="452184"/>
                    <a:pt x="70846" y="263987"/>
                    <a:pt x="187677" y="108232"/>
                  </a:cubicBezTo>
                  <a:cubicBezTo>
                    <a:pt x="229838" y="52233"/>
                    <a:pt x="287999" y="-3117"/>
                    <a:pt x="358052" y="126"/>
                  </a:cubicBezTo>
                  <a:cubicBezTo>
                    <a:pt x="405618" y="2072"/>
                    <a:pt x="449077" y="32558"/>
                    <a:pt x="475455" y="71692"/>
                  </a:cubicBezTo>
                  <a:cubicBezTo>
                    <a:pt x="521724" y="141096"/>
                    <a:pt x="533832" y="235257"/>
                    <a:pt x="491238" y="309526"/>
                  </a:cubicBezTo>
                  <a:cubicBezTo>
                    <a:pt x="448645" y="383795"/>
                    <a:pt x="367998" y="422064"/>
                    <a:pt x="302377" y="472442"/>
                  </a:cubicBezTo>
                  <a:cubicBezTo>
                    <a:pt x="220325" y="535359"/>
                    <a:pt x="141299" y="603466"/>
                    <a:pt x="59571" y="667032"/>
                  </a:cubicBezTo>
                </a:path>
              </a:pathLst>
            </a:custGeom>
            <a:solidFill>
              <a:schemeClr val="accent2">
                <a:lumMod val="75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91D4784D-44F3-6A76-DD8E-31ABFDFA2814}"/>
                </a:ext>
              </a:extLst>
            </p:cNvPr>
            <p:cNvSpPr/>
            <p:nvPr/>
          </p:nvSpPr>
          <p:spPr>
            <a:xfrm>
              <a:off x="9899618" y="4166353"/>
              <a:ext cx="788314" cy="454723"/>
            </a:xfrm>
            <a:custGeom>
              <a:avLst/>
              <a:gdLst>
                <a:gd name="connsiteX0" fmla="*/ 782481 w 788314"/>
                <a:gd name="connsiteY0" fmla="*/ 310932 h 454723"/>
                <a:gd name="connsiteX1" fmla="*/ 246707 w 788314"/>
                <a:gd name="connsiteY1" fmla="*/ 11478 h 454723"/>
                <a:gd name="connsiteX2" fmla="*/ 73737 w 788314"/>
                <a:gd name="connsiteY2" fmla="*/ 22289 h 454723"/>
                <a:gd name="connsiteX3" fmla="*/ 15144 w 788314"/>
                <a:gd name="connsiteY3" fmla="*/ 250933 h 454723"/>
                <a:gd name="connsiteX4" fmla="*/ 368867 w 788314"/>
                <a:gd name="connsiteY4" fmla="*/ 454713 h 454723"/>
                <a:gd name="connsiteX5" fmla="*/ 788318 w 788314"/>
                <a:gd name="connsiteY5" fmla="*/ 353310 h 454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88314" h="454723">
                  <a:moveTo>
                    <a:pt x="782481" y="310932"/>
                  </a:moveTo>
                  <a:cubicBezTo>
                    <a:pt x="605727" y="205853"/>
                    <a:pt x="446055" y="61531"/>
                    <a:pt x="246707" y="11478"/>
                  </a:cubicBezTo>
                  <a:cubicBezTo>
                    <a:pt x="189194" y="-3008"/>
                    <a:pt x="124763" y="-8089"/>
                    <a:pt x="73737" y="22289"/>
                  </a:cubicBezTo>
                  <a:cubicBezTo>
                    <a:pt x="333" y="66288"/>
                    <a:pt x="-16315" y="171043"/>
                    <a:pt x="15144" y="250933"/>
                  </a:cubicBezTo>
                  <a:cubicBezTo>
                    <a:pt x="68332" y="385417"/>
                    <a:pt x="224221" y="454821"/>
                    <a:pt x="368867" y="454713"/>
                  </a:cubicBezTo>
                  <a:cubicBezTo>
                    <a:pt x="513513" y="454605"/>
                    <a:pt x="651456" y="400012"/>
                    <a:pt x="788318" y="353310"/>
                  </a:cubicBezTo>
                </a:path>
              </a:pathLst>
            </a:custGeom>
            <a:solidFill>
              <a:schemeClr val="accent2">
                <a:lumMod val="75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A3F5F9A7-4E91-E2B7-BECA-D97E45E9509A}"/>
                </a:ext>
              </a:extLst>
            </p:cNvPr>
            <p:cNvSpPr/>
            <p:nvPr/>
          </p:nvSpPr>
          <p:spPr>
            <a:xfrm>
              <a:off x="10164398" y="4419999"/>
              <a:ext cx="642450" cy="741067"/>
            </a:xfrm>
            <a:custGeom>
              <a:avLst/>
              <a:gdLst>
                <a:gd name="connsiteX0" fmla="*/ 534241 w 642450"/>
                <a:gd name="connsiteY0" fmla="*/ 518683 h 741067"/>
                <a:gd name="connsiteX1" fmla="*/ 550997 w 642450"/>
                <a:gd name="connsiteY1" fmla="*/ 287985 h 741067"/>
                <a:gd name="connsiteX2" fmla="*/ 642455 w 642450"/>
                <a:gd name="connsiteY2" fmla="*/ 21611 h 741067"/>
                <a:gd name="connsiteX3" fmla="*/ 596077 w 642450"/>
                <a:gd name="connsiteY3" fmla="*/ -10 h 741067"/>
                <a:gd name="connsiteX4" fmla="*/ 32304 w 642450"/>
                <a:gd name="connsiteY4" fmla="*/ 379767 h 741067"/>
                <a:gd name="connsiteX5" fmla="*/ 6142 w 642450"/>
                <a:gd name="connsiteY5" fmla="*/ 556520 h 741067"/>
                <a:gd name="connsiteX6" fmla="*/ 155977 w 642450"/>
                <a:gd name="connsiteY6" fmla="*/ 707869 h 741067"/>
                <a:gd name="connsiteX7" fmla="*/ 417270 w 642450"/>
                <a:gd name="connsiteY7" fmla="*/ 710355 h 741067"/>
                <a:gd name="connsiteX8" fmla="*/ 534241 w 642450"/>
                <a:gd name="connsiteY8" fmla="*/ 518683 h 74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450" h="741067">
                  <a:moveTo>
                    <a:pt x="534241" y="518683"/>
                  </a:moveTo>
                  <a:cubicBezTo>
                    <a:pt x="548943" y="443009"/>
                    <a:pt x="545051" y="364956"/>
                    <a:pt x="550997" y="287985"/>
                  </a:cubicBezTo>
                  <a:cubicBezTo>
                    <a:pt x="557267" y="201500"/>
                    <a:pt x="613482" y="104204"/>
                    <a:pt x="642455" y="21611"/>
                  </a:cubicBezTo>
                  <a:lnTo>
                    <a:pt x="596077" y="-10"/>
                  </a:lnTo>
                  <a:cubicBezTo>
                    <a:pt x="357595" y="8963"/>
                    <a:pt x="130248" y="162149"/>
                    <a:pt x="32304" y="379767"/>
                  </a:cubicBezTo>
                  <a:cubicBezTo>
                    <a:pt x="7440" y="435225"/>
                    <a:pt x="-9749" y="497819"/>
                    <a:pt x="6142" y="556520"/>
                  </a:cubicBezTo>
                  <a:cubicBezTo>
                    <a:pt x="25385" y="627438"/>
                    <a:pt x="89060" y="677924"/>
                    <a:pt x="155977" y="707869"/>
                  </a:cubicBezTo>
                  <a:cubicBezTo>
                    <a:pt x="238678" y="745166"/>
                    <a:pt x="339758" y="757598"/>
                    <a:pt x="417270" y="710355"/>
                  </a:cubicBezTo>
                  <a:cubicBezTo>
                    <a:pt x="483106" y="670572"/>
                    <a:pt x="519538" y="594466"/>
                    <a:pt x="534241" y="518683"/>
                  </a:cubicBezTo>
                  <a:close/>
                </a:path>
              </a:pathLst>
            </a:custGeom>
            <a:solidFill>
              <a:schemeClr val="accent2"/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BB271C3C-773B-6FBA-48B1-B5BE95B8CB05}"/>
                </a:ext>
              </a:extLst>
            </p:cNvPr>
            <p:cNvSpPr/>
            <p:nvPr/>
          </p:nvSpPr>
          <p:spPr>
            <a:xfrm>
              <a:off x="10727283" y="4394161"/>
              <a:ext cx="805172" cy="528739"/>
            </a:xfrm>
            <a:custGeom>
              <a:avLst/>
              <a:gdLst>
                <a:gd name="connsiteX0" fmla="*/ 797287 w 805172"/>
                <a:gd name="connsiteY0" fmla="*/ 317930 h 528739"/>
                <a:gd name="connsiteX1" fmla="*/ 790476 w 805172"/>
                <a:gd name="connsiteY1" fmla="*/ 298039 h 528739"/>
                <a:gd name="connsiteX2" fmla="*/ 613290 w 805172"/>
                <a:gd name="connsiteY2" fmla="*/ 88313 h 528739"/>
                <a:gd name="connsiteX3" fmla="*/ 332214 w 805172"/>
                <a:gd name="connsiteY3" fmla="*/ 1828 h 528739"/>
                <a:gd name="connsiteX4" fmla="*/ 4869 w 805172"/>
                <a:gd name="connsiteY4" fmla="*/ -10 h 528739"/>
                <a:gd name="connsiteX5" fmla="*/ 4 w 805172"/>
                <a:gd name="connsiteY5" fmla="*/ 26044 h 528739"/>
                <a:gd name="connsiteX6" fmla="*/ 227027 w 805172"/>
                <a:gd name="connsiteY6" fmla="*/ 304417 h 528739"/>
                <a:gd name="connsiteX7" fmla="*/ 358376 w 805172"/>
                <a:gd name="connsiteY7" fmla="*/ 441604 h 528739"/>
                <a:gd name="connsiteX8" fmla="*/ 687667 w 805172"/>
                <a:gd name="connsiteY8" fmla="*/ 518035 h 528739"/>
                <a:gd name="connsiteX9" fmla="*/ 793827 w 805172"/>
                <a:gd name="connsiteY9" fmla="*/ 429171 h 528739"/>
                <a:gd name="connsiteX10" fmla="*/ 797287 w 805172"/>
                <a:gd name="connsiteY10" fmla="*/ 317930 h 528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5172" h="528739">
                  <a:moveTo>
                    <a:pt x="797287" y="317930"/>
                  </a:moveTo>
                  <a:cubicBezTo>
                    <a:pt x="795341" y="311228"/>
                    <a:pt x="793071" y="304525"/>
                    <a:pt x="790476" y="298039"/>
                  </a:cubicBezTo>
                  <a:cubicBezTo>
                    <a:pt x="757504" y="213500"/>
                    <a:pt x="688208" y="137825"/>
                    <a:pt x="613290" y="88313"/>
                  </a:cubicBezTo>
                  <a:cubicBezTo>
                    <a:pt x="529054" y="34790"/>
                    <a:pt x="431964" y="4917"/>
                    <a:pt x="332214" y="1828"/>
                  </a:cubicBezTo>
                  <a:cubicBezTo>
                    <a:pt x="222919" y="-3037"/>
                    <a:pt x="112327" y="19774"/>
                    <a:pt x="4869" y="-10"/>
                  </a:cubicBezTo>
                  <a:lnTo>
                    <a:pt x="4" y="26044"/>
                  </a:lnTo>
                  <a:lnTo>
                    <a:pt x="227027" y="304417"/>
                  </a:lnTo>
                  <a:cubicBezTo>
                    <a:pt x="267243" y="353497"/>
                    <a:pt x="307891" y="403118"/>
                    <a:pt x="358376" y="441604"/>
                  </a:cubicBezTo>
                  <a:cubicBezTo>
                    <a:pt x="444861" y="507116"/>
                    <a:pt x="581075" y="549710"/>
                    <a:pt x="687667" y="518035"/>
                  </a:cubicBezTo>
                  <a:cubicBezTo>
                    <a:pt x="733396" y="504413"/>
                    <a:pt x="775341" y="473170"/>
                    <a:pt x="793827" y="429171"/>
                  </a:cubicBezTo>
                  <a:cubicBezTo>
                    <a:pt x="807665" y="393572"/>
                    <a:pt x="808886" y="354319"/>
                    <a:pt x="797287" y="31793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20">
              <a:extLst>
                <a:ext uri="{FF2B5EF4-FFF2-40B4-BE49-F238E27FC236}">
                  <a16:creationId xmlns:a16="http://schemas.microsoft.com/office/drawing/2014/main" id="{EE3D8613-9679-6203-930D-EBA8D83DC4CE}"/>
                </a:ext>
              </a:extLst>
            </p:cNvPr>
            <p:cNvSpPr/>
            <p:nvPr/>
          </p:nvSpPr>
          <p:spPr>
            <a:xfrm>
              <a:off x="10520109" y="3841818"/>
              <a:ext cx="385598" cy="622197"/>
            </a:xfrm>
            <a:custGeom>
              <a:avLst/>
              <a:gdLst>
                <a:gd name="connsiteX0" fmla="*/ 373770 w 385598"/>
                <a:gd name="connsiteY0" fmla="*/ 129315 h 622197"/>
                <a:gd name="connsiteX1" fmla="*/ 372365 w 385598"/>
                <a:gd name="connsiteY1" fmla="*/ 124234 h 622197"/>
                <a:gd name="connsiteX2" fmla="*/ 303609 w 385598"/>
                <a:gd name="connsiteY2" fmla="*/ 24776 h 622197"/>
                <a:gd name="connsiteX3" fmla="*/ 34101 w 385598"/>
                <a:gd name="connsiteY3" fmla="*/ 119044 h 622197"/>
                <a:gd name="connsiteX4" fmla="*/ 10101 w 385598"/>
                <a:gd name="connsiteY4" fmla="*/ 342175 h 622197"/>
                <a:gd name="connsiteX5" fmla="*/ 219394 w 385598"/>
                <a:gd name="connsiteY5" fmla="*/ 621846 h 622197"/>
                <a:gd name="connsiteX6" fmla="*/ 312798 w 385598"/>
                <a:gd name="connsiteY6" fmla="*/ 472551 h 622197"/>
                <a:gd name="connsiteX7" fmla="*/ 373770 w 385598"/>
                <a:gd name="connsiteY7" fmla="*/ 129315 h 622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5598" h="622197">
                  <a:moveTo>
                    <a:pt x="373770" y="129315"/>
                  </a:moveTo>
                  <a:cubicBezTo>
                    <a:pt x="373770" y="127585"/>
                    <a:pt x="372797" y="125855"/>
                    <a:pt x="372365" y="124234"/>
                  </a:cubicBezTo>
                  <a:cubicBezTo>
                    <a:pt x="361316" y="84275"/>
                    <a:pt x="337090" y="49225"/>
                    <a:pt x="303609" y="24776"/>
                  </a:cubicBezTo>
                  <a:cubicBezTo>
                    <a:pt x="210097" y="-39223"/>
                    <a:pt x="82748" y="30938"/>
                    <a:pt x="34101" y="119044"/>
                  </a:cubicBezTo>
                  <a:cubicBezTo>
                    <a:pt x="-2872" y="186070"/>
                    <a:pt x="-7953" y="267798"/>
                    <a:pt x="10101" y="342175"/>
                  </a:cubicBezTo>
                  <a:cubicBezTo>
                    <a:pt x="36371" y="450390"/>
                    <a:pt x="219394" y="621522"/>
                    <a:pt x="219394" y="621846"/>
                  </a:cubicBezTo>
                  <a:cubicBezTo>
                    <a:pt x="228367" y="630170"/>
                    <a:pt x="307068" y="483794"/>
                    <a:pt x="312798" y="472551"/>
                  </a:cubicBezTo>
                  <a:cubicBezTo>
                    <a:pt x="365770" y="369526"/>
                    <a:pt x="406742" y="245096"/>
                    <a:pt x="373770" y="129315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58E797ED-2937-2A5A-6B42-DE1F0FA5728C}"/>
                </a:ext>
              </a:extLst>
            </p:cNvPr>
            <p:cNvSpPr/>
            <p:nvPr/>
          </p:nvSpPr>
          <p:spPr>
            <a:xfrm>
              <a:off x="10224998" y="4167826"/>
              <a:ext cx="521419" cy="436623"/>
            </a:xfrm>
            <a:custGeom>
              <a:avLst/>
              <a:gdLst>
                <a:gd name="connsiteX0" fmla="*/ 233429 w 521419"/>
                <a:gd name="connsiteY0" fmla="*/ 19194 h 436623"/>
                <a:gd name="connsiteX1" fmla="*/ 92026 w 521419"/>
                <a:gd name="connsiteY1" fmla="*/ 9140 h 436623"/>
                <a:gd name="connsiteX2" fmla="*/ 4136 w 521419"/>
                <a:gd name="connsiteY2" fmla="*/ 123084 h 436623"/>
                <a:gd name="connsiteX3" fmla="*/ 152674 w 521419"/>
                <a:gd name="connsiteY3" fmla="*/ 401890 h 436623"/>
                <a:gd name="connsiteX4" fmla="*/ 267050 w 521419"/>
                <a:gd name="connsiteY4" fmla="*/ 436484 h 436623"/>
                <a:gd name="connsiteX5" fmla="*/ 521424 w 521419"/>
                <a:gd name="connsiteY5" fmla="*/ 301027 h 436623"/>
                <a:gd name="connsiteX6" fmla="*/ 233429 w 521419"/>
                <a:gd name="connsiteY6" fmla="*/ 19194 h 436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21419" h="436623">
                  <a:moveTo>
                    <a:pt x="233429" y="19194"/>
                  </a:moveTo>
                  <a:cubicBezTo>
                    <a:pt x="188241" y="2005"/>
                    <a:pt x="136999" y="-8589"/>
                    <a:pt x="92026" y="9140"/>
                  </a:cubicBezTo>
                  <a:cubicBezTo>
                    <a:pt x="47054" y="26870"/>
                    <a:pt x="14190" y="74004"/>
                    <a:pt x="4136" y="123084"/>
                  </a:cubicBezTo>
                  <a:cubicBezTo>
                    <a:pt x="-18674" y="233136"/>
                    <a:pt x="56027" y="344594"/>
                    <a:pt x="152674" y="401890"/>
                  </a:cubicBezTo>
                  <a:cubicBezTo>
                    <a:pt x="187484" y="422430"/>
                    <a:pt x="226727" y="438213"/>
                    <a:pt x="267050" y="436484"/>
                  </a:cubicBezTo>
                  <a:cubicBezTo>
                    <a:pt x="364346" y="432159"/>
                    <a:pt x="429209" y="332810"/>
                    <a:pt x="521424" y="301027"/>
                  </a:cubicBezTo>
                  <a:cubicBezTo>
                    <a:pt x="521316" y="301027"/>
                    <a:pt x="348670" y="63085"/>
                    <a:pt x="233429" y="19194"/>
                  </a:cubicBez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8E615068-9E5C-0E78-89F5-A7B543C2D499}"/>
                </a:ext>
              </a:extLst>
            </p:cNvPr>
            <p:cNvSpPr/>
            <p:nvPr/>
          </p:nvSpPr>
          <p:spPr>
            <a:xfrm>
              <a:off x="10740580" y="4153312"/>
              <a:ext cx="574920" cy="417182"/>
            </a:xfrm>
            <a:custGeom>
              <a:avLst/>
              <a:gdLst>
                <a:gd name="connsiteX0" fmla="*/ 535238 w 574920"/>
                <a:gd name="connsiteY0" fmla="*/ 75978 h 417182"/>
                <a:gd name="connsiteX1" fmla="*/ 351457 w 574920"/>
                <a:gd name="connsiteY1" fmla="*/ 5277 h 417182"/>
                <a:gd name="connsiteX2" fmla="*/ 263459 w 574920"/>
                <a:gd name="connsiteY2" fmla="*/ 53924 h 417182"/>
                <a:gd name="connsiteX3" fmla="*/ 4 w 574920"/>
                <a:gd name="connsiteY3" fmla="*/ 293379 h 417182"/>
                <a:gd name="connsiteX4" fmla="*/ 270270 w 574920"/>
                <a:gd name="connsiteY4" fmla="*/ 401485 h 417182"/>
                <a:gd name="connsiteX5" fmla="*/ 527238 w 574920"/>
                <a:gd name="connsiteY5" fmla="*/ 354567 h 417182"/>
                <a:gd name="connsiteX6" fmla="*/ 565724 w 574920"/>
                <a:gd name="connsiteY6" fmla="*/ 276515 h 417182"/>
                <a:gd name="connsiteX7" fmla="*/ 535238 w 574920"/>
                <a:gd name="connsiteY7" fmla="*/ 75978 h 417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74920" h="417182">
                  <a:moveTo>
                    <a:pt x="535238" y="75978"/>
                  </a:moveTo>
                  <a:cubicBezTo>
                    <a:pt x="494590" y="19222"/>
                    <a:pt x="419132" y="-13426"/>
                    <a:pt x="351457" y="5277"/>
                  </a:cubicBezTo>
                  <a:cubicBezTo>
                    <a:pt x="319425" y="16032"/>
                    <a:pt x="289610" y="32515"/>
                    <a:pt x="263459" y="53924"/>
                  </a:cubicBezTo>
                  <a:cubicBezTo>
                    <a:pt x="167688" y="124527"/>
                    <a:pt x="79408" y="204766"/>
                    <a:pt x="4" y="293379"/>
                  </a:cubicBezTo>
                  <a:cubicBezTo>
                    <a:pt x="4" y="293379"/>
                    <a:pt x="181623" y="374459"/>
                    <a:pt x="270270" y="401485"/>
                  </a:cubicBezTo>
                  <a:cubicBezTo>
                    <a:pt x="358917" y="428512"/>
                    <a:pt x="467888" y="425269"/>
                    <a:pt x="527238" y="354567"/>
                  </a:cubicBezTo>
                  <a:cubicBezTo>
                    <a:pt x="545594" y="331660"/>
                    <a:pt x="558729" y="305022"/>
                    <a:pt x="565724" y="276515"/>
                  </a:cubicBezTo>
                  <a:cubicBezTo>
                    <a:pt x="583885" y="208408"/>
                    <a:pt x="575886" y="132301"/>
                    <a:pt x="535238" y="75978"/>
                  </a:cubicBez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66551FD3-2C59-D021-F941-A704726EAF74}"/>
                </a:ext>
              </a:extLst>
            </p:cNvPr>
            <p:cNvSpPr/>
            <p:nvPr/>
          </p:nvSpPr>
          <p:spPr>
            <a:xfrm>
              <a:off x="10659478" y="4459457"/>
              <a:ext cx="468375" cy="561722"/>
            </a:xfrm>
            <a:custGeom>
              <a:avLst/>
              <a:gdLst>
                <a:gd name="connsiteX0" fmla="*/ 81863 w 468375"/>
                <a:gd name="connsiteY0" fmla="*/ -10 h 561722"/>
                <a:gd name="connsiteX1" fmla="*/ 9323 w 468375"/>
                <a:gd name="connsiteY1" fmla="*/ 156420 h 561722"/>
                <a:gd name="connsiteX2" fmla="*/ 41755 w 468375"/>
                <a:gd name="connsiteY2" fmla="*/ 433712 h 561722"/>
                <a:gd name="connsiteX3" fmla="*/ 277210 w 468375"/>
                <a:gd name="connsiteY3" fmla="*/ 558682 h 561722"/>
                <a:gd name="connsiteX4" fmla="*/ 443045 w 468375"/>
                <a:gd name="connsiteY4" fmla="*/ 226040 h 561722"/>
                <a:gd name="connsiteX5" fmla="*/ 295805 w 468375"/>
                <a:gd name="connsiteY5" fmla="*/ 98583 h 561722"/>
                <a:gd name="connsiteX6" fmla="*/ 81863 w 468375"/>
                <a:gd name="connsiteY6" fmla="*/ -10 h 561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375" h="561722">
                  <a:moveTo>
                    <a:pt x="81863" y="-10"/>
                  </a:moveTo>
                  <a:cubicBezTo>
                    <a:pt x="38620" y="39773"/>
                    <a:pt x="19702" y="98907"/>
                    <a:pt x="9323" y="156420"/>
                  </a:cubicBezTo>
                  <a:cubicBezTo>
                    <a:pt x="-7541" y="249823"/>
                    <a:pt x="-4190" y="351011"/>
                    <a:pt x="41755" y="433712"/>
                  </a:cubicBezTo>
                  <a:cubicBezTo>
                    <a:pt x="87700" y="516413"/>
                    <a:pt x="183915" y="576088"/>
                    <a:pt x="277210" y="558682"/>
                  </a:cubicBezTo>
                  <a:cubicBezTo>
                    <a:pt x="421640" y="531764"/>
                    <a:pt x="516233" y="356524"/>
                    <a:pt x="443045" y="226040"/>
                  </a:cubicBezTo>
                  <a:cubicBezTo>
                    <a:pt x="410613" y="168636"/>
                    <a:pt x="353966" y="129501"/>
                    <a:pt x="295805" y="98583"/>
                  </a:cubicBezTo>
                  <a:cubicBezTo>
                    <a:pt x="234508" y="66043"/>
                    <a:pt x="81863" y="-10"/>
                    <a:pt x="81863" y="-10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 w="107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2B017D41-E840-67ED-420A-CBD5D5552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91881EF6-F65E-67A6-531A-4B2B54D99DC5}"/>
              </a:ext>
            </a:extLst>
          </p:cNvPr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List3-3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157418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36EFC-C21B-603C-3090-8594708DE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3CDE1DE3-8061-8CF6-7A45-8653E02FF909}"/>
              </a:ext>
            </a:extLst>
          </p:cNvPr>
          <p:cNvSpPr>
            <a:spLocks noChangeAspect="1"/>
          </p:cNvSpPr>
          <p:nvPr/>
        </p:nvSpPr>
        <p:spPr>
          <a:xfrm>
            <a:off x="674821" y="867907"/>
            <a:ext cx="6929890" cy="7200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 anchorCtr="0">
            <a:normAutofit/>
          </a:bodyPr>
          <a:lstStyle/>
          <a:p>
            <a:pPr>
              <a:buSzPct val="25000"/>
            </a:pPr>
            <a:r>
              <a:rPr lang="en-US" altLang="zh-CN" sz="2400" b="1" dirty="0">
                <a:solidFill>
                  <a:schemeClr val="tx1"/>
                </a:solidFill>
              </a:rPr>
              <a:t>{</a:t>
            </a:r>
            <a:r>
              <a:rPr lang="en-US" altLang="zh-CN" sz="2400" b="1" dirty="0" err="1">
                <a:solidFill>
                  <a:schemeClr val="tx1"/>
                </a:solidFill>
              </a:rPr>
              <a:t>slideTitle</a:t>
            </a:r>
            <a:r>
              <a:rPr lang="en-US" altLang="zh-CN" sz="2400" b="1" dirty="0">
                <a:solidFill>
                  <a:schemeClr val="tx1"/>
                </a:solidFill>
              </a:rPr>
              <a:t>}</a:t>
            </a:r>
          </a:p>
        </p:txBody>
      </p: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2E5509A2-E7D4-0CFA-BABF-C01A5ADF72A1}"/>
              </a:ext>
            </a:extLst>
          </p:cNvPr>
          <p:cNvGrpSpPr/>
          <p:nvPr/>
        </p:nvGrpSpPr>
        <p:grpSpPr>
          <a:xfrm>
            <a:off x="660400" y="1384309"/>
            <a:ext cx="11254554" cy="4446256"/>
            <a:chOff x="660400" y="1384309"/>
            <a:chExt cx="11254554" cy="4446256"/>
          </a:xfrm>
        </p:grpSpPr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4374F952-F0FD-7C8F-41E3-5B1E45E10515}"/>
                </a:ext>
              </a:extLst>
            </p:cNvPr>
            <p:cNvGrpSpPr/>
            <p:nvPr/>
          </p:nvGrpSpPr>
          <p:grpSpPr>
            <a:xfrm>
              <a:off x="660400" y="1581717"/>
              <a:ext cx="10872922" cy="758330"/>
              <a:chOff x="645979" y="1742511"/>
              <a:chExt cx="10872922" cy="655778"/>
            </a:xfrm>
          </p:grpSpPr>
          <p:sp>
            <p:nvSpPr>
              <p:cNvPr id="46" name="矩形: 圆角 45">
                <a:extLst>
                  <a:ext uri="{FF2B5EF4-FFF2-40B4-BE49-F238E27FC236}">
                    <a16:creationId xmlns:a16="http://schemas.microsoft.com/office/drawing/2014/main" id="{89C4FDD2-EFB2-173F-AE69-51565DE3435B}"/>
                  </a:ext>
                </a:extLst>
              </p:cNvPr>
              <p:cNvSpPr/>
              <p:nvPr/>
            </p:nvSpPr>
            <p:spPr>
              <a:xfrm>
                <a:off x="728030" y="1796059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7" name="矩形: 圆角 46">
                <a:extLst>
                  <a:ext uri="{FF2B5EF4-FFF2-40B4-BE49-F238E27FC236}">
                    <a16:creationId xmlns:a16="http://schemas.microsoft.com/office/drawing/2014/main" id="{6BBE9B54-91CD-BBAE-F0DB-1120B94BDE15}"/>
                  </a:ext>
                </a:extLst>
              </p:cNvPr>
              <p:cNvSpPr/>
              <p:nvPr/>
            </p:nvSpPr>
            <p:spPr>
              <a:xfrm>
                <a:off x="645979" y="1742511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01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89EE7FE7-EF9E-6C3A-F1C1-B866A55D414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69028" y="1796058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{vItem.item1}</a:t>
                </a:r>
                <a:endParaRPr lang="zh-CN" altLang="en-US" b="1" dirty="0"/>
              </a:p>
            </p:txBody>
          </p:sp>
          <p:sp>
            <p:nvSpPr>
              <p:cNvPr id="49" name="文本框 48">
                <a:extLst>
                  <a:ext uri="{FF2B5EF4-FFF2-40B4-BE49-F238E27FC236}">
                    <a16:creationId xmlns:a16="http://schemas.microsoft.com/office/drawing/2014/main" id="{A4589651-E3D8-05F2-C1FB-CCC30AFEC40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33090" y="1796058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0A4BDA13-4270-172E-36E8-98BDBBEDAE7E}"/>
                </a:ext>
              </a:extLst>
            </p:cNvPr>
            <p:cNvGrpSpPr/>
            <p:nvPr/>
          </p:nvGrpSpPr>
          <p:grpSpPr>
            <a:xfrm>
              <a:off x="660400" y="2745223"/>
              <a:ext cx="10872922" cy="758330"/>
              <a:chOff x="645979" y="2489673"/>
              <a:chExt cx="10872922" cy="655778"/>
            </a:xfrm>
          </p:grpSpPr>
          <p:sp>
            <p:nvSpPr>
              <p:cNvPr id="42" name="矩形: 圆角 41">
                <a:extLst>
                  <a:ext uri="{FF2B5EF4-FFF2-40B4-BE49-F238E27FC236}">
                    <a16:creationId xmlns:a16="http://schemas.microsoft.com/office/drawing/2014/main" id="{003ECC38-E3CF-A721-99AC-CAC3B45025B2}"/>
                  </a:ext>
                </a:extLst>
              </p:cNvPr>
              <p:cNvSpPr/>
              <p:nvPr/>
            </p:nvSpPr>
            <p:spPr>
              <a:xfrm>
                <a:off x="728030" y="2543221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0"/>
                <a:tileRect/>
              </a:gradFill>
              <a:ln w="127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zh-CN" altLang="en-US"/>
              </a:p>
            </p:txBody>
          </p:sp>
          <p:sp>
            <p:nvSpPr>
              <p:cNvPr id="43" name="矩形: 圆角 42">
                <a:extLst>
                  <a:ext uri="{FF2B5EF4-FFF2-40B4-BE49-F238E27FC236}">
                    <a16:creationId xmlns:a16="http://schemas.microsoft.com/office/drawing/2014/main" id="{6343DE27-B43B-529D-51FE-677DEE0DA451}"/>
                  </a:ext>
                </a:extLst>
              </p:cNvPr>
              <p:cNvSpPr/>
              <p:nvPr/>
            </p:nvSpPr>
            <p:spPr>
              <a:xfrm>
                <a:off x="645979" y="2489673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02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3482F2D2-101D-C448-71AB-31374F479E7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69028" y="2543220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{vItem.item2}</a:t>
                </a:r>
                <a:endParaRPr lang="zh-CN" altLang="en-US" b="1" dirty="0"/>
              </a:p>
            </p:txBody>
          </p:sp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1B243DC7-E7F6-9E7A-7A13-4835AF17955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33090" y="2543220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{vItem.item2_Desc}</a:t>
                </a:r>
              </a:p>
            </p:txBody>
          </p:sp>
        </p:grp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0B2F9E46-A498-C564-0968-8AE89EA47593}"/>
                </a:ext>
              </a:extLst>
            </p:cNvPr>
            <p:cNvGrpSpPr/>
            <p:nvPr/>
          </p:nvGrpSpPr>
          <p:grpSpPr>
            <a:xfrm>
              <a:off x="660400" y="3908729"/>
              <a:ext cx="10872922" cy="758330"/>
              <a:chOff x="645979" y="3236835"/>
              <a:chExt cx="10872922" cy="655778"/>
            </a:xfrm>
          </p:grpSpPr>
          <p:sp>
            <p:nvSpPr>
              <p:cNvPr id="38" name="矩形: 圆角 37">
                <a:extLst>
                  <a:ext uri="{FF2B5EF4-FFF2-40B4-BE49-F238E27FC236}">
                    <a16:creationId xmlns:a16="http://schemas.microsoft.com/office/drawing/2014/main" id="{C2697E5C-8B53-E169-9BAC-6B429D68D2A6}"/>
                  </a:ext>
                </a:extLst>
              </p:cNvPr>
              <p:cNvSpPr/>
              <p:nvPr/>
            </p:nvSpPr>
            <p:spPr>
              <a:xfrm>
                <a:off x="728030" y="3290383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矩形: 圆角 38">
                <a:extLst>
                  <a:ext uri="{FF2B5EF4-FFF2-40B4-BE49-F238E27FC236}">
                    <a16:creationId xmlns:a16="http://schemas.microsoft.com/office/drawing/2014/main" id="{1C6AD631-687C-A98F-AD9D-E47648CF4A09}"/>
                  </a:ext>
                </a:extLst>
              </p:cNvPr>
              <p:cNvSpPr/>
              <p:nvPr/>
            </p:nvSpPr>
            <p:spPr>
              <a:xfrm>
                <a:off x="645979" y="3236835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03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2B97740E-0145-975A-9139-31AF67A2B1C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69028" y="3290382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{vItem.item3}</a:t>
                </a:r>
                <a:endParaRPr lang="zh-CN" altLang="en-US" b="1" dirty="0"/>
              </a:p>
            </p:txBody>
          </p:sp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3ED2CCA8-CBC1-F900-7C9D-78B58EA737F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33090" y="3290382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{vItem.item3_Desc}</a:t>
                </a:r>
              </a:p>
            </p:txBody>
          </p:sp>
        </p:grpSp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691CAFB2-E96E-6F6B-0624-1BA7A3F57D0E}"/>
                </a:ext>
              </a:extLst>
            </p:cNvPr>
            <p:cNvGrpSpPr/>
            <p:nvPr/>
          </p:nvGrpSpPr>
          <p:grpSpPr>
            <a:xfrm>
              <a:off x="660400" y="5072235"/>
              <a:ext cx="10872922" cy="758330"/>
              <a:chOff x="645979" y="3983997"/>
              <a:chExt cx="10872922" cy="655778"/>
            </a:xfrm>
          </p:grpSpPr>
          <p:sp>
            <p:nvSpPr>
              <p:cNvPr id="34" name="矩形: 圆角 33">
                <a:extLst>
                  <a:ext uri="{FF2B5EF4-FFF2-40B4-BE49-F238E27FC236}">
                    <a16:creationId xmlns:a16="http://schemas.microsoft.com/office/drawing/2014/main" id="{D172D55A-34CC-61B1-3128-F3673DED6589}"/>
                  </a:ext>
                </a:extLst>
              </p:cNvPr>
              <p:cNvSpPr/>
              <p:nvPr/>
            </p:nvSpPr>
            <p:spPr>
              <a:xfrm>
                <a:off x="728030" y="4037545"/>
                <a:ext cx="10790871" cy="60223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alpha val="20000"/>
                    </a:schemeClr>
                  </a:gs>
                  <a:gs pos="88000">
                    <a:schemeClr val="bg1">
                      <a:alpha val="0"/>
                    </a:schemeClr>
                  </a:gs>
                </a:gsLst>
                <a:lin ang="5400000" scaled="0"/>
                <a:tileRect/>
              </a:gradFill>
              <a:ln w="127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zh-CN" altLang="en-US"/>
              </a:p>
            </p:txBody>
          </p:sp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F9E90248-47F2-AF78-9716-9289919EA050}"/>
                  </a:ext>
                </a:extLst>
              </p:cNvPr>
              <p:cNvSpPr/>
              <p:nvPr/>
            </p:nvSpPr>
            <p:spPr>
              <a:xfrm>
                <a:off x="645979" y="3983997"/>
                <a:ext cx="588462" cy="490557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 fontScale="85000" lnSpcReduction="10000"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3000" b="1">
                    <a:solidFill>
                      <a:srgbClr val="FFFFFF"/>
                    </a:solidFill>
                  </a:rPr>
                  <a:t>04</a:t>
                </a:r>
                <a:endParaRPr lang="zh-CN" altLang="en-US" sz="3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1F262A3D-B045-C974-23B5-6010C5B056F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69028" y="4037544"/>
                <a:ext cx="2182430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b="1" dirty="0"/>
                  <a:t>{vItem.item4}</a:t>
                </a:r>
                <a:endParaRPr lang="zh-CN" altLang="en-US" b="1" dirty="0"/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48BD5D1D-7A65-C4A8-291D-6B5B6295F4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33090" y="4037544"/>
                <a:ext cx="4307454" cy="602230"/>
              </a:xfrm>
              <a:prstGeom prst="rect">
                <a:avLst/>
              </a:prstGeom>
              <a:noFill/>
            </p:spPr>
            <p:txBody>
              <a:bodyPr wrap="square" rtlCol="0" anchor="ctr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{vItem.item4_Desc}</a:t>
                </a: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6C259FC9-5EC9-3D1F-0171-FF4B9C683882}"/>
                </a:ext>
              </a:extLst>
            </p:cNvPr>
            <p:cNvGrpSpPr/>
            <p:nvPr/>
          </p:nvGrpSpPr>
          <p:grpSpPr>
            <a:xfrm>
              <a:off x="8664297" y="1384309"/>
              <a:ext cx="3250657" cy="4421226"/>
              <a:chOff x="9681572" y="3676581"/>
              <a:chExt cx="2166532" cy="2946705"/>
            </a:xfrm>
          </p:grpSpPr>
          <p:sp>
            <p:nvSpPr>
              <p:cNvPr id="7" name="任意多边形: 形状 6">
                <a:extLst>
                  <a:ext uri="{FF2B5EF4-FFF2-40B4-BE49-F238E27FC236}">
                    <a16:creationId xmlns:a16="http://schemas.microsoft.com/office/drawing/2014/main" id="{F0E0CC3D-FEE7-F2D8-8886-EFF436B22560}"/>
                  </a:ext>
                </a:extLst>
              </p:cNvPr>
              <p:cNvSpPr/>
              <p:nvPr/>
            </p:nvSpPr>
            <p:spPr>
              <a:xfrm rot="20113492">
                <a:off x="9728670" y="4647666"/>
                <a:ext cx="1417314" cy="1786784"/>
              </a:xfrm>
              <a:custGeom>
                <a:avLst/>
                <a:gdLst>
                  <a:gd name="connsiteX0" fmla="*/ 1237459 w 1417314"/>
                  <a:gd name="connsiteY0" fmla="*/ -9 h 1786784"/>
                  <a:gd name="connsiteX1" fmla="*/ 1417318 w 1417314"/>
                  <a:gd name="connsiteY1" fmla="*/ -9 h 1786784"/>
                  <a:gd name="connsiteX2" fmla="*/ 1417318 w 1417314"/>
                  <a:gd name="connsiteY2" fmla="*/ 1786775 h 1786784"/>
                  <a:gd name="connsiteX3" fmla="*/ 1237459 w 1417314"/>
                  <a:gd name="connsiteY3" fmla="*/ 1786775 h 1786784"/>
                  <a:gd name="connsiteX4" fmla="*/ 179864 w 1417314"/>
                  <a:gd name="connsiteY4" fmla="*/ 1786775 h 1786784"/>
                  <a:gd name="connsiteX5" fmla="*/ 4 w 1417314"/>
                  <a:gd name="connsiteY5" fmla="*/ 1786775 h 1786784"/>
                  <a:gd name="connsiteX6" fmla="*/ 4 w 1417314"/>
                  <a:gd name="connsiteY6" fmla="*/ -9 h 1786784"/>
                  <a:gd name="connsiteX7" fmla="*/ 179864 w 1417314"/>
                  <a:gd name="connsiteY7" fmla="*/ -9 h 17867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7314" h="1786784">
                    <a:moveTo>
                      <a:pt x="1237459" y="-9"/>
                    </a:moveTo>
                    <a:cubicBezTo>
                      <a:pt x="1336792" y="-9"/>
                      <a:pt x="1417318" y="-9"/>
                      <a:pt x="1417318" y="-9"/>
                    </a:cubicBezTo>
                    <a:lnTo>
                      <a:pt x="1417318" y="1786775"/>
                    </a:lnTo>
                    <a:cubicBezTo>
                      <a:pt x="1417318" y="1786775"/>
                      <a:pt x="1336793" y="1786775"/>
                      <a:pt x="1237459" y="1786775"/>
                    </a:cubicBezTo>
                    <a:lnTo>
                      <a:pt x="179864" y="1786775"/>
                    </a:lnTo>
                    <a:cubicBezTo>
                      <a:pt x="80530" y="1786775"/>
                      <a:pt x="4" y="1786775"/>
                      <a:pt x="4" y="1786775"/>
                    </a:cubicBezTo>
                    <a:lnTo>
                      <a:pt x="4" y="-9"/>
                    </a:lnTo>
                    <a:cubicBezTo>
                      <a:pt x="4" y="-9"/>
                      <a:pt x="80530" y="-9"/>
                      <a:pt x="179864" y="-9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80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" name="任意多边形: 形状 7">
                <a:extLst>
                  <a:ext uri="{FF2B5EF4-FFF2-40B4-BE49-F238E27FC236}">
                    <a16:creationId xmlns:a16="http://schemas.microsoft.com/office/drawing/2014/main" id="{32627ADC-5B80-2538-FC8F-AB716565914C}"/>
                  </a:ext>
                </a:extLst>
              </p:cNvPr>
              <p:cNvSpPr/>
              <p:nvPr/>
            </p:nvSpPr>
            <p:spPr>
              <a:xfrm rot="20098199">
                <a:off x="9722586" y="4618758"/>
                <a:ext cx="1414135" cy="1782776"/>
              </a:xfrm>
              <a:custGeom>
                <a:avLst/>
                <a:gdLst>
                  <a:gd name="connsiteX0" fmla="*/ 1234684 w 1414135"/>
                  <a:gd name="connsiteY0" fmla="*/ -10 h 1782776"/>
                  <a:gd name="connsiteX1" fmla="*/ 1414140 w 1414135"/>
                  <a:gd name="connsiteY1" fmla="*/ -10 h 1782776"/>
                  <a:gd name="connsiteX2" fmla="*/ 1414140 w 1414135"/>
                  <a:gd name="connsiteY2" fmla="*/ 1782767 h 1782776"/>
                  <a:gd name="connsiteX3" fmla="*/ 1234684 w 1414135"/>
                  <a:gd name="connsiteY3" fmla="*/ 1782767 h 1782776"/>
                  <a:gd name="connsiteX4" fmla="*/ 179460 w 1414135"/>
                  <a:gd name="connsiteY4" fmla="*/ 1782767 h 1782776"/>
                  <a:gd name="connsiteX5" fmla="*/ 4 w 1414135"/>
                  <a:gd name="connsiteY5" fmla="*/ 1782767 h 1782776"/>
                  <a:gd name="connsiteX6" fmla="*/ 4 w 1414135"/>
                  <a:gd name="connsiteY6" fmla="*/ -10 h 1782776"/>
                  <a:gd name="connsiteX7" fmla="*/ 179460 w 1414135"/>
                  <a:gd name="connsiteY7" fmla="*/ -10 h 17827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4135" h="1782776">
                    <a:moveTo>
                      <a:pt x="1234684" y="-10"/>
                    </a:moveTo>
                    <a:cubicBezTo>
                      <a:pt x="1333795" y="-10"/>
                      <a:pt x="1414140" y="-10"/>
                      <a:pt x="1414140" y="-10"/>
                    </a:cubicBezTo>
                    <a:lnTo>
                      <a:pt x="1414140" y="1782767"/>
                    </a:lnTo>
                    <a:cubicBezTo>
                      <a:pt x="1414140" y="1782767"/>
                      <a:pt x="1333795" y="1782767"/>
                      <a:pt x="1234684" y="1782767"/>
                    </a:cubicBezTo>
                    <a:lnTo>
                      <a:pt x="179460" y="1782767"/>
                    </a:lnTo>
                    <a:cubicBezTo>
                      <a:pt x="80350" y="1782767"/>
                      <a:pt x="4" y="1782767"/>
                      <a:pt x="4" y="1782767"/>
                    </a:cubicBezTo>
                    <a:lnTo>
                      <a:pt x="4" y="-10"/>
                    </a:lnTo>
                    <a:cubicBezTo>
                      <a:pt x="4" y="-10"/>
                      <a:pt x="80350" y="-10"/>
                      <a:pt x="179460" y="-1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" name="任意多边形: 形状 8">
                <a:extLst>
                  <a:ext uri="{FF2B5EF4-FFF2-40B4-BE49-F238E27FC236}">
                    <a16:creationId xmlns:a16="http://schemas.microsoft.com/office/drawing/2014/main" id="{DFC54BC8-312A-BA73-3F7A-E5C8BB9520E5}"/>
                  </a:ext>
                </a:extLst>
              </p:cNvPr>
              <p:cNvSpPr/>
              <p:nvPr/>
            </p:nvSpPr>
            <p:spPr>
              <a:xfrm>
                <a:off x="9681572" y="4742803"/>
                <a:ext cx="1495972" cy="1535214"/>
              </a:xfrm>
              <a:custGeom>
                <a:avLst/>
                <a:gdLst>
                  <a:gd name="connsiteX0" fmla="*/ 4 w 1495972"/>
                  <a:gd name="connsiteY0" fmla="*/ 464846 h 1535214"/>
                  <a:gd name="connsiteX1" fmla="*/ 996202 w 1495972"/>
                  <a:gd name="connsiteY1" fmla="*/ -10 h 1535214"/>
                  <a:gd name="connsiteX2" fmla="*/ 83246 w 1495972"/>
                  <a:gd name="connsiteY2" fmla="*/ 643221 h 1535214"/>
                  <a:gd name="connsiteX3" fmla="*/ 1079552 w 1495972"/>
                  <a:gd name="connsiteY3" fmla="*/ 178365 h 1535214"/>
                  <a:gd name="connsiteX4" fmla="*/ 166596 w 1495972"/>
                  <a:gd name="connsiteY4" fmla="*/ 821596 h 1535214"/>
                  <a:gd name="connsiteX5" fmla="*/ 1162793 w 1495972"/>
                  <a:gd name="connsiteY5" fmla="*/ 356740 h 1535214"/>
                  <a:gd name="connsiteX6" fmla="*/ 249838 w 1495972"/>
                  <a:gd name="connsiteY6" fmla="*/ 999971 h 1535214"/>
                  <a:gd name="connsiteX7" fmla="*/ 1246035 w 1495972"/>
                  <a:gd name="connsiteY7" fmla="*/ 535115 h 1535214"/>
                  <a:gd name="connsiteX8" fmla="*/ 333620 w 1495972"/>
                  <a:gd name="connsiteY8" fmla="*/ 1178455 h 1535214"/>
                  <a:gd name="connsiteX9" fmla="*/ 1329926 w 1495972"/>
                  <a:gd name="connsiteY9" fmla="*/ 713598 h 1535214"/>
                  <a:gd name="connsiteX10" fmla="*/ 416429 w 1495972"/>
                  <a:gd name="connsiteY10" fmla="*/ 1356722 h 1535214"/>
                  <a:gd name="connsiteX11" fmla="*/ 1412627 w 1495972"/>
                  <a:gd name="connsiteY11" fmla="*/ 891865 h 1535214"/>
                  <a:gd name="connsiteX12" fmla="*/ 499671 w 1495972"/>
                  <a:gd name="connsiteY12" fmla="*/ 1535205 h 1535214"/>
                  <a:gd name="connsiteX13" fmla="*/ 1495977 w 1495972"/>
                  <a:gd name="connsiteY13" fmla="*/ 1070348 h 15352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495972" h="1535214">
                    <a:moveTo>
                      <a:pt x="4" y="464846"/>
                    </a:moveTo>
                    <a:lnTo>
                      <a:pt x="996202" y="-10"/>
                    </a:lnTo>
                    <a:moveTo>
                      <a:pt x="83246" y="643221"/>
                    </a:moveTo>
                    <a:lnTo>
                      <a:pt x="1079552" y="178365"/>
                    </a:lnTo>
                    <a:moveTo>
                      <a:pt x="166596" y="821596"/>
                    </a:moveTo>
                    <a:lnTo>
                      <a:pt x="1162793" y="356740"/>
                    </a:lnTo>
                    <a:moveTo>
                      <a:pt x="249838" y="999971"/>
                    </a:moveTo>
                    <a:lnTo>
                      <a:pt x="1246035" y="535115"/>
                    </a:lnTo>
                    <a:moveTo>
                      <a:pt x="333620" y="1178455"/>
                    </a:moveTo>
                    <a:lnTo>
                      <a:pt x="1329926" y="713598"/>
                    </a:lnTo>
                    <a:moveTo>
                      <a:pt x="416429" y="1356722"/>
                    </a:moveTo>
                    <a:lnTo>
                      <a:pt x="1412627" y="891865"/>
                    </a:lnTo>
                    <a:moveTo>
                      <a:pt x="499671" y="1535205"/>
                    </a:moveTo>
                    <a:lnTo>
                      <a:pt x="1495977" y="1070348"/>
                    </a:lnTo>
                  </a:path>
                </a:pathLst>
              </a:custGeom>
              <a:noFill/>
              <a:ln w="16279" cap="rnd">
                <a:solidFill>
                  <a:srgbClr val="B7D0F9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" name="任意多边形: 形状 9">
                <a:extLst>
                  <a:ext uri="{FF2B5EF4-FFF2-40B4-BE49-F238E27FC236}">
                    <a16:creationId xmlns:a16="http://schemas.microsoft.com/office/drawing/2014/main" id="{DACB5D84-747E-ABF1-6442-8600A0F23105}"/>
                  </a:ext>
                </a:extLst>
              </p:cNvPr>
              <p:cNvSpPr/>
              <p:nvPr/>
            </p:nvSpPr>
            <p:spPr>
              <a:xfrm>
                <a:off x="10214124" y="4686286"/>
                <a:ext cx="1633980" cy="1937000"/>
              </a:xfrm>
              <a:custGeom>
                <a:avLst/>
                <a:gdLst>
                  <a:gd name="connsiteX0" fmla="*/ 1190880 w 1633980"/>
                  <a:gd name="connsiteY0" fmla="*/ 1934527 h 1937000"/>
                  <a:gd name="connsiteX1" fmla="*/ 149927 w 1633980"/>
                  <a:gd name="connsiteY1" fmla="*/ 1761016 h 1937000"/>
                  <a:gd name="connsiteX2" fmla="*/ 2470 w 1633980"/>
                  <a:gd name="connsiteY2" fmla="*/ 1554534 h 1937000"/>
                  <a:gd name="connsiteX3" fmla="*/ 236628 w 1633980"/>
                  <a:gd name="connsiteY3" fmla="*/ 149911 h 1937000"/>
                  <a:gd name="connsiteX4" fmla="*/ 443111 w 1633980"/>
                  <a:gd name="connsiteY4" fmla="*/ 2455 h 1937000"/>
                  <a:gd name="connsiteX5" fmla="*/ 1484064 w 1633980"/>
                  <a:gd name="connsiteY5" fmla="*/ 176073 h 1937000"/>
                  <a:gd name="connsiteX6" fmla="*/ 1631521 w 1633980"/>
                  <a:gd name="connsiteY6" fmla="*/ 382556 h 1937000"/>
                  <a:gd name="connsiteX7" fmla="*/ 1397363 w 1633980"/>
                  <a:gd name="connsiteY7" fmla="*/ 1787070 h 1937000"/>
                  <a:gd name="connsiteX8" fmla="*/ 1190880 w 1633980"/>
                  <a:gd name="connsiteY8" fmla="*/ 1934527 h 1937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33980" h="1937000">
                    <a:moveTo>
                      <a:pt x="1190880" y="1934527"/>
                    </a:moveTo>
                    <a:lnTo>
                      <a:pt x="149927" y="1761016"/>
                    </a:lnTo>
                    <a:cubicBezTo>
                      <a:pt x="52202" y="1744692"/>
                      <a:pt x="-13805" y="1652261"/>
                      <a:pt x="2470" y="1554534"/>
                    </a:cubicBezTo>
                    <a:lnTo>
                      <a:pt x="236628" y="149911"/>
                    </a:lnTo>
                    <a:cubicBezTo>
                      <a:pt x="252949" y="52183"/>
                      <a:pt x="345378" y="-13815"/>
                      <a:pt x="443111" y="2455"/>
                    </a:cubicBezTo>
                    <a:lnTo>
                      <a:pt x="1484064" y="176073"/>
                    </a:lnTo>
                    <a:cubicBezTo>
                      <a:pt x="1581792" y="192397"/>
                      <a:pt x="1647791" y="284828"/>
                      <a:pt x="1631521" y="382556"/>
                    </a:cubicBezTo>
                    <a:lnTo>
                      <a:pt x="1397363" y="1787070"/>
                    </a:lnTo>
                    <a:cubicBezTo>
                      <a:pt x="1381039" y="1884798"/>
                      <a:pt x="1288608" y="1950797"/>
                      <a:pt x="1190880" y="1934527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" name="任意多边形: 形状 10">
                <a:extLst>
                  <a:ext uri="{FF2B5EF4-FFF2-40B4-BE49-F238E27FC236}">
                    <a16:creationId xmlns:a16="http://schemas.microsoft.com/office/drawing/2014/main" id="{EFD98083-9931-67B6-6133-BA10649655F7}"/>
                  </a:ext>
                </a:extLst>
              </p:cNvPr>
              <p:cNvSpPr/>
              <p:nvPr/>
            </p:nvSpPr>
            <p:spPr>
              <a:xfrm rot="550833">
                <a:off x="10316321" y="4741405"/>
                <a:ext cx="1418160" cy="1787851"/>
              </a:xfrm>
              <a:custGeom>
                <a:avLst/>
                <a:gdLst>
                  <a:gd name="connsiteX0" fmla="*/ 1238199 w 1418160"/>
                  <a:gd name="connsiteY0" fmla="*/ -10 h 1787851"/>
                  <a:gd name="connsiteX1" fmla="*/ 1418166 w 1418160"/>
                  <a:gd name="connsiteY1" fmla="*/ -10 h 1787851"/>
                  <a:gd name="connsiteX2" fmla="*/ 1418166 w 1418160"/>
                  <a:gd name="connsiteY2" fmla="*/ 1787841 h 1787851"/>
                  <a:gd name="connsiteX3" fmla="*/ 1238199 w 1418160"/>
                  <a:gd name="connsiteY3" fmla="*/ 1787841 h 1787851"/>
                  <a:gd name="connsiteX4" fmla="*/ 179972 w 1418160"/>
                  <a:gd name="connsiteY4" fmla="*/ 1787841 h 1787851"/>
                  <a:gd name="connsiteX5" fmla="*/ 6 w 1418160"/>
                  <a:gd name="connsiteY5" fmla="*/ 1787841 h 1787851"/>
                  <a:gd name="connsiteX6" fmla="*/ 6 w 1418160"/>
                  <a:gd name="connsiteY6" fmla="*/ -10 h 1787851"/>
                  <a:gd name="connsiteX7" fmla="*/ 179972 w 1418160"/>
                  <a:gd name="connsiteY7" fmla="*/ -10 h 17878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8160" h="1787851">
                    <a:moveTo>
                      <a:pt x="1238199" y="-10"/>
                    </a:moveTo>
                    <a:cubicBezTo>
                      <a:pt x="1337592" y="-10"/>
                      <a:pt x="1418166" y="-10"/>
                      <a:pt x="1418166" y="-10"/>
                    </a:cubicBezTo>
                    <a:lnTo>
                      <a:pt x="1418166" y="1787841"/>
                    </a:lnTo>
                    <a:cubicBezTo>
                      <a:pt x="1418166" y="1787841"/>
                      <a:pt x="1337592" y="1787841"/>
                      <a:pt x="1238199" y="1787841"/>
                    </a:cubicBezTo>
                    <a:lnTo>
                      <a:pt x="179972" y="1787841"/>
                    </a:lnTo>
                    <a:cubicBezTo>
                      <a:pt x="80579" y="1787841"/>
                      <a:pt x="6" y="1787841"/>
                      <a:pt x="6" y="1787841"/>
                    </a:cubicBezTo>
                    <a:lnTo>
                      <a:pt x="6" y="-10"/>
                    </a:lnTo>
                    <a:cubicBezTo>
                      <a:pt x="6" y="-10"/>
                      <a:pt x="80580" y="-10"/>
                      <a:pt x="179972" y="-10"/>
                    </a:cubicBez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 w="1081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" name="任意多边形: 形状 11">
                <a:extLst>
                  <a:ext uri="{FF2B5EF4-FFF2-40B4-BE49-F238E27FC236}">
                    <a16:creationId xmlns:a16="http://schemas.microsoft.com/office/drawing/2014/main" id="{AEF897B6-0819-6C8D-8E7D-F39AC0BFA896}"/>
                  </a:ext>
                </a:extLst>
              </p:cNvPr>
              <p:cNvSpPr/>
              <p:nvPr/>
            </p:nvSpPr>
            <p:spPr>
              <a:xfrm>
                <a:off x="10371938" y="4961502"/>
                <a:ext cx="1278246" cy="1346028"/>
              </a:xfrm>
              <a:custGeom>
                <a:avLst/>
                <a:gdLst>
                  <a:gd name="connsiteX0" fmla="*/ 193839 w 1278246"/>
                  <a:gd name="connsiteY0" fmla="*/ -10 h 1346028"/>
                  <a:gd name="connsiteX1" fmla="*/ 1278251 w 1278246"/>
                  <a:gd name="connsiteY1" fmla="*/ 180852 h 1346028"/>
                  <a:gd name="connsiteX2" fmla="*/ 161407 w 1278246"/>
                  <a:gd name="connsiteY2" fmla="*/ 194149 h 1346028"/>
                  <a:gd name="connsiteX3" fmla="*/ 1245927 w 1278246"/>
                  <a:gd name="connsiteY3" fmla="*/ 375010 h 1346028"/>
                  <a:gd name="connsiteX4" fmla="*/ 129083 w 1278246"/>
                  <a:gd name="connsiteY4" fmla="*/ 388415 h 1346028"/>
                  <a:gd name="connsiteX5" fmla="*/ 1213495 w 1278246"/>
                  <a:gd name="connsiteY5" fmla="*/ 569277 h 1346028"/>
                  <a:gd name="connsiteX6" fmla="*/ 96651 w 1278246"/>
                  <a:gd name="connsiteY6" fmla="*/ 582574 h 1346028"/>
                  <a:gd name="connsiteX7" fmla="*/ 1181172 w 1278246"/>
                  <a:gd name="connsiteY7" fmla="*/ 763435 h 1346028"/>
                  <a:gd name="connsiteX8" fmla="*/ 64868 w 1278246"/>
                  <a:gd name="connsiteY8" fmla="*/ 776841 h 1346028"/>
                  <a:gd name="connsiteX9" fmla="*/ 1149280 w 1278246"/>
                  <a:gd name="connsiteY9" fmla="*/ 957594 h 1346028"/>
                  <a:gd name="connsiteX10" fmla="*/ 32436 w 1278246"/>
                  <a:gd name="connsiteY10" fmla="*/ 970999 h 1346028"/>
                  <a:gd name="connsiteX11" fmla="*/ 1116957 w 1278246"/>
                  <a:gd name="connsiteY11" fmla="*/ 1151861 h 1346028"/>
                  <a:gd name="connsiteX12" fmla="*/ 4 w 1278246"/>
                  <a:gd name="connsiteY12" fmla="*/ 1165266 h 1346028"/>
                  <a:gd name="connsiteX13" fmla="*/ 1084525 w 1278246"/>
                  <a:gd name="connsiteY13" fmla="*/ 1346019 h 1346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278246" h="1346028">
                    <a:moveTo>
                      <a:pt x="193839" y="-10"/>
                    </a:moveTo>
                    <a:lnTo>
                      <a:pt x="1278251" y="180852"/>
                    </a:lnTo>
                    <a:moveTo>
                      <a:pt x="161407" y="194149"/>
                    </a:moveTo>
                    <a:lnTo>
                      <a:pt x="1245927" y="375010"/>
                    </a:lnTo>
                    <a:moveTo>
                      <a:pt x="129083" y="388415"/>
                    </a:moveTo>
                    <a:lnTo>
                      <a:pt x="1213495" y="569277"/>
                    </a:lnTo>
                    <a:moveTo>
                      <a:pt x="96651" y="582574"/>
                    </a:moveTo>
                    <a:lnTo>
                      <a:pt x="1181172" y="763435"/>
                    </a:lnTo>
                    <a:moveTo>
                      <a:pt x="64868" y="776841"/>
                    </a:moveTo>
                    <a:lnTo>
                      <a:pt x="1149280" y="957594"/>
                    </a:lnTo>
                    <a:moveTo>
                      <a:pt x="32436" y="970999"/>
                    </a:moveTo>
                    <a:lnTo>
                      <a:pt x="1116957" y="1151861"/>
                    </a:lnTo>
                    <a:moveTo>
                      <a:pt x="4" y="1165266"/>
                    </a:moveTo>
                    <a:lnTo>
                      <a:pt x="1084525" y="1346019"/>
                    </a:lnTo>
                  </a:path>
                </a:pathLst>
              </a:custGeom>
              <a:noFill/>
              <a:ln w="16279" cap="rnd">
                <a:solidFill>
                  <a:srgbClr val="F5F5F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" name="任意多边形: 形状 12">
                <a:extLst>
                  <a:ext uri="{FF2B5EF4-FFF2-40B4-BE49-F238E27FC236}">
                    <a16:creationId xmlns:a16="http://schemas.microsoft.com/office/drawing/2014/main" id="{6F4C2652-0D17-7E77-45A2-9DFF20ED773C}"/>
                  </a:ext>
                </a:extLst>
              </p:cNvPr>
              <p:cNvSpPr/>
              <p:nvPr/>
            </p:nvSpPr>
            <p:spPr>
              <a:xfrm rot="16764000">
                <a:off x="10149493" y="3861125"/>
                <a:ext cx="1340515" cy="1340515"/>
              </a:xfrm>
              <a:custGeom>
                <a:avLst/>
                <a:gdLst>
                  <a:gd name="connsiteX0" fmla="*/ 1340520 w 1340515"/>
                  <a:gd name="connsiteY0" fmla="*/ 670248 h 1340515"/>
                  <a:gd name="connsiteX1" fmla="*/ 670262 w 1340515"/>
                  <a:gd name="connsiteY1" fmla="*/ 1340505 h 1340515"/>
                  <a:gd name="connsiteX2" fmla="*/ 4 w 1340515"/>
                  <a:gd name="connsiteY2" fmla="*/ 670248 h 1340515"/>
                  <a:gd name="connsiteX3" fmla="*/ 670262 w 1340515"/>
                  <a:gd name="connsiteY3" fmla="*/ -10 h 1340515"/>
                  <a:gd name="connsiteX4" fmla="*/ 1340520 w 1340515"/>
                  <a:gd name="connsiteY4" fmla="*/ 670248 h 13405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0515" h="1340515">
                    <a:moveTo>
                      <a:pt x="1340520" y="670248"/>
                    </a:moveTo>
                    <a:cubicBezTo>
                      <a:pt x="1340520" y="1040421"/>
                      <a:pt x="1040435" y="1340505"/>
                      <a:pt x="670262" y="1340505"/>
                    </a:cubicBezTo>
                    <a:cubicBezTo>
                      <a:pt x="300089" y="1340505"/>
                      <a:pt x="4" y="1040421"/>
                      <a:pt x="4" y="670248"/>
                    </a:cubicBezTo>
                    <a:cubicBezTo>
                      <a:pt x="4" y="300075"/>
                      <a:pt x="300089" y="-10"/>
                      <a:pt x="670262" y="-10"/>
                    </a:cubicBezTo>
                    <a:cubicBezTo>
                      <a:pt x="1040435" y="-10"/>
                      <a:pt x="1340520" y="300075"/>
                      <a:pt x="1340520" y="670248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" name="任意多边形: 形状 13">
                <a:extLst>
                  <a:ext uri="{FF2B5EF4-FFF2-40B4-BE49-F238E27FC236}">
                    <a16:creationId xmlns:a16="http://schemas.microsoft.com/office/drawing/2014/main" id="{DBB9DE19-67D7-81F1-0456-6DCEA52A94DD}"/>
                  </a:ext>
                </a:extLst>
              </p:cNvPr>
              <p:cNvSpPr/>
              <p:nvPr/>
            </p:nvSpPr>
            <p:spPr>
              <a:xfrm>
                <a:off x="10077673" y="3789200"/>
                <a:ext cx="1340515" cy="1340515"/>
              </a:xfrm>
              <a:custGeom>
                <a:avLst/>
                <a:gdLst>
                  <a:gd name="connsiteX0" fmla="*/ 1340516 w 1340515"/>
                  <a:gd name="connsiteY0" fmla="*/ 670258 h 1340515"/>
                  <a:gd name="connsiteX1" fmla="*/ 670258 w 1340515"/>
                  <a:gd name="connsiteY1" fmla="*/ 1340515 h 1340515"/>
                  <a:gd name="connsiteX2" fmla="*/ 0 w 1340515"/>
                  <a:gd name="connsiteY2" fmla="*/ 670258 h 1340515"/>
                  <a:gd name="connsiteX3" fmla="*/ 670258 w 1340515"/>
                  <a:gd name="connsiteY3" fmla="*/ 0 h 1340515"/>
                  <a:gd name="connsiteX4" fmla="*/ 1340516 w 1340515"/>
                  <a:gd name="connsiteY4" fmla="*/ 670258 h 13405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0515" h="1340515">
                    <a:moveTo>
                      <a:pt x="1340516" y="670258"/>
                    </a:moveTo>
                    <a:cubicBezTo>
                      <a:pt x="1340516" y="1040431"/>
                      <a:pt x="1040431" y="1340515"/>
                      <a:pt x="670258" y="1340515"/>
                    </a:cubicBezTo>
                    <a:cubicBezTo>
                      <a:pt x="300085" y="1340515"/>
                      <a:pt x="0" y="1040431"/>
                      <a:pt x="0" y="670258"/>
                    </a:cubicBezTo>
                    <a:cubicBezTo>
                      <a:pt x="0" y="300085"/>
                      <a:pt x="300085" y="0"/>
                      <a:pt x="670258" y="0"/>
                    </a:cubicBezTo>
                    <a:cubicBezTo>
                      <a:pt x="1040431" y="0"/>
                      <a:pt x="1340516" y="300085"/>
                      <a:pt x="1340516" y="670258"/>
                    </a:cubicBezTo>
                    <a:close/>
                  </a:path>
                </a:pathLst>
              </a:custGeom>
              <a:solidFill>
                <a:srgbClr val="F6C94C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" name="任意多边形: 形状 14">
                <a:extLst>
                  <a:ext uri="{FF2B5EF4-FFF2-40B4-BE49-F238E27FC236}">
                    <a16:creationId xmlns:a16="http://schemas.microsoft.com/office/drawing/2014/main" id="{2415C1AC-9E2F-9631-CD37-1DD6BAC50846}"/>
                  </a:ext>
                </a:extLst>
              </p:cNvPr>
              <p:cNvSpPr/>
              <p:nvPr/>
            </p:nvSpPr>
            <p:spPr>
              <a:xfrm rot="16762802">
                <a:off x="10152740" y="3864151"/>
                <a:ext cx="1190464" cy="1190464"/>
              </a:xfrm>
              <a:custGeom>
                <a:avLst/>
                <a:gdLst>
                  <a:gd name="connsiteX0" fmla="*/ 1190469 w 1190464"/>
                  <a:gd name="connsiteY0" fmla="*/ 595222 h 1190464"/>
                  <a:gd name="connsiteX1" fmla="*/ 595236 w 1190464"/>
                  <a:gd name="connsiteY1" fmla="*/ 1190454 h 1190464"/>
                  <a:gd name="connsiteX2" fmla="*/ 4 w 1190464"/>
                  <a:gd name="connsiteY2" fmla="*/ 595222 h 1190464"/>
                  <a:gd name="connsiteX3" fmla="*/ 595236 w 1190464"/>
                  <a:gd name="connsiteY3" fmla="*/ -10 h 1190464"/>
                  <a:gd name="connsiteX4" fmla="*/ 1190469 w 1190464"/>
                  <a:gd name="connsiteY4" fmla="*/ 595222 h 11904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0464" h="1190464">
                    <a:moveTo>
                      <a:pt x="1190469" y="595222"/>
                    </a:moveTo>
                    <a:cubicBezTo>
                      <a:pt x="1190469" y="923960"/>
                      <a:pt x="923974" y="1190454"/>
                      <a:pt x="595236" y="1190454"/>
                    </a:cubicBezTo>
                    <a:cubicBezTo>
                      <a:pt x="266499" y="1190454"/>
                      <a:pt x="4" y="923960"/>
                      <a:pt x="4" y="595222"/>
                    </a:cubicBezTo>
                    <a:cubicBezTo>
                      <a:pt x="4" y="266485"/>
                      <a:pt x="266499" y="-10"/>
                      <a:pt x="595236" y="-10"/>
                    </a:cubicBezTo>
                    <a:cubicBezTo>
                      <a:pt x="923974" y="-10"/>
                      <a:pt x="1190469" y="266485"/>
                      <a:pt x="1190469" y="595222"/>
                    </a:cubicBezTo>
                    <a:close/>
                  </a:path>
                </a:pathLst>
              </a:custGeom>
              <a:solidFill>
                <a:srgbClr val="682D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" name="任意多边形: 形状 15">
                <a:extLst>
                  <a:ext uri="{FF2B5EF4-FFF2-40B4-BE49-F238E27FC236}">
                    <a16:creationId xmlns:a16="http://schemas.microsoft.com/office/drawing/2014/main" id="{808FD961-ABC6-F56E-2AD1-563B788623E3}"/>
                  </a:ext>
                </a:extLst>
              </p:cNvPr>
              <p:cNvSpPr/>
              <p:nvPr/>
            </p:nvSpPr>
            <p:spPr>
              <a:xfrm>
                <a:off x="10256771" y="3676581"/>
                <a:ext cx="428674" cy="798010"/>
              </a:xfrm>
              <a:custGeom>
                <a:avLst/>
                <a:gdLst>
                  <a:gd name="connsiteX0" fmla="*/ 390409 w 428674"/>
                  <a:gd name="connsiteY0" fmla="*/ 798001 h 798010"/>
                  <a:gd name="connsiteX1" fmla="*/ 66091 w 428674"/>
                  <a:gd name="connsiteY1" fmla="*/ 457899 h 798010"/>
                  <a:gd name="connsiteX2" fmla="*/ 58740 w 428674"/>
                  <a:gd name="connsiteY2" fmla="*/ 77042 h 798010"/>
                  <a:gd name="connsiteX3" fmla="*/ 265547 w 428674"/>
                  <a:gd name="connsiteY3" fmla="*/ 7205 h 798010"/>
                  <a:gd name="connsiteX4" fmla="*/ 360464 w 428674"/>
                  <a:gd name="connsiteY4" fmla="*/ 133473 h 798010"/>
                  <a:gd name="connsiteX5" fmla="*/ 391923 w 428674"/>
                  <a:gd name="connsiteY5" fmla="*/ 368928 h 798010"/>
                  <a:gd name="connsiteX6" fmla="*/ 428679 w 428674"/>
                  <a:gd name="connsiteY6" fmla="*/ 779731 h 798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28674" h="798010">
                    <a:moveTo>
                      <a:pt x="390409" y="798001"/>
                    </a:moveTo>
                    <a:cubicBezTo>
                      <a:pt x="254934" y="714312"/>
                      <a:pt x="143253" y="597195"/>
                      <a:pt x="66091" y="457899"/>
                    </a:cubicBezTo>
                    <a:cubicBezTo>
                      <a:pt x="-1584" y="336496"/>
                      <a:pt x="-37259" y="190012"/>
                      <a:pt x="58740" y="77042"/>
                    </a:cubicBezTo>
                    <a:cubicBezTo>
                      <a:pt x="102955" y="24826"/>
                      <a:pt x="191494" y="-17443"/>
                      <a:pt x="265547" y="7205"/>
                    </a:cubicBezTo>
                    <a:cubicBezTo>
                      <a:pt x="327383" y="27637"/>
                      <a:pt x="349437" y="83528"/>
                      <a:pt x="360464" y="133473"/>
                    </a:cubicBezTo>
                    <a:cubicBezTo>
                      <a:pt x="376053" y="211192"/>
                      <a:pt x="386561" y="289843"/>
                      <a:pt x="391923" y="368928"/>
                    </a:cubicBezTo>
                    <a:cubicBezTo>
                      <a:pt x="404171" y="505863"/>
                      <a:pt x="416430" y="642796"/>
                      <a:pt x="428679" y="779731"/>
                    </a:cubicBezTo>
                  </a:path>
                </a:pathLst>
              </a:custGeom>
              <a:solidFill>
                <a:schemeClr val="accent2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" name="任意多边形: 形状 16">
                <a:extLst>
                  <a:ext uri="{FF2B5EF4-FFF2-40B4-BE49-F238E27FC236}">
                    <a16:creationId xmlns:a16="http://schemas.microsoft.com/office/drawing/2014/main" id="{7785F2C6-7D52-6682-20A0-A30819FB3253}"/>
                  </a:ext>
                </a:extLst>
              </p:cNvPr>
              <p:cNvSpPr/>
              <p:nvPr/>
            </p:nvSpPr>
            <p:spPr>
              <a:xfrm>
                <a:off x="10747931" y="3742038"/>
                <a:ext cx="517477" cy="667042"/>
              </a:xfrm>
              <a:custGeom>
                <a:avLst/>
                <a:gdLst>
                  <a:gd name="connsiteX0" fmla="*/ 4 w 517477"/>
                  <a:gd name="connsiteY0" fmla="*/ 646817 h 667042"/>
                  <a:gd name="connsiteX1" fmla="*/ 187677 w 517477"/>
                  <a:gd name="connsiteY1" fmla="*/ 108232 h 667042"/>
                  <a:gd name="connsiteX2" fmla="*/ 358052 w 517477"/>
                  <a:gd name="connsiteY2" fmla="*/ 126 h 667042"/>
                  <a:gd name="connsiteX3" fmla="*/ 475455 w 517477"/>
                  <a:gd name="connsiteY3" fmla="*/ 71692 h 667042"/>
                  <a:gd name="connsiteX4" fmla="*/ 491238 w 517477"/>
                  <a:gd name="connsiteY4" fmla="*/ 309526 h 667042"/>
                  <a:gd name="connsiteX5" fmla="*/ 302377 w 517477"/>
                  <a:gd name="connsiteY5" fmla="*/ 472442 h 667042"/>
                  <a:gd name="connsiteX6" fmla="*/ 59571 w 517477"/>
                  <a:gd name="connsiteY6" fmla="*/ 667032 h 6670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17477" h="667042">
                    <a:moveTo>
                      <a:pt x="4" y="646817"/>
                    </a:moveTo>
                    <a:cubicBezTo>
                      <a:pt x="5269" y="452184"/>
                      <a:pt x="70846" y="263987"/>
                      <a:pt x="187677" y="108232"/>
                    </a:cubicBezTo>
                    <a:cubicBezTo>
                      <a:pt x="229838" y="52233"/>
                      <a:pt x="287999" y="-3117"/>
                      <a:pt x="358052" y="126"/>
                    </a:cubicBezTo>
                    <a:cubicBezTo>
                      <a:pt x="405618" y="2072"/>
                      <a:pt x="449077" y="32558"/>
                      <a:pt x="475455" y="71692"/>
                    </a:cubicBezTo>
                    <a:cubicBezTo>
                      <a:pt x="521724" y="141096"/>
                      <a:pt x="533832" y="235257"/>
                      <a:pt x="491238" y="309526"/>
                    </a:cubicBezTo>
                    <a:cubicBezTo>
                      <a:pt x="448645" y="383795"/>
                      <a:pt x="367998" y="422064"/>
                      <a:pt x="302377" y="472442"/>
                    </a:cubicBezTo>
                    <a:cubicBezTo>
                      <a:pt x="220325" y="535359"/>
                      <a:pt x="141299" y="603466"/>
                      <a:pt x="59571" y="667032"/>
                    </a:cubicBezTo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" name="任意多边形: 形状 17">
                <a:extLst>
                  <a:ext uri="{FF2B5EF4-FFF2-40B4-BE49-F238E27FC236}">
                    <a16:creationId xmlns:a16="http://schemas.microsoft.com/office/drawing/2014/main" id="{52CE2DF1-726A-19EF-7B73-B01447D1A1EA}"/>
                  </a:ext>
                </a:extLst>
              </p:cNvPr>
              <p:cNvSpPr/>
              <p:nvPr/>
            </p:nvSpPr>
            <p:spPr>
              <a:xfrm>
                <a:off x="9899618" y="4166353"/>
                <a:ext cx="788314" cy="454723"/>
              </a:xfrm>
              <a:custGeom>
                <a:avLst/>
                <a:gdLst>
                  <a:gd name="connsiteX0" fmla="*/ 782481 w 788314"/>
                  <a:gd name="connsiteY0" fmla="*/ 310932 h 454723"/>
                  <a:gd name="connsiteX1" fmla="*/ 246707 w 788314"/>
                  <a:gd name="connsiteY1" fmla="*/ 11478 h 454723"/>
                  <a:gd name="connsiteX2" fmla="*/ 73737 w 788314"/>
                  <a:gd name="connsiteY2" fmla="*/ 22289 h 454723"/>
                  <a:gd name="connsiteX3" fmla="*/ 15144 w 788314"/>
                  <a:gd name="connsiteY3" fmla="*/ 250933 h 454723"/>
                  <a:gd name="connsiteX4" fmla="*/ 368867 w 788314"/>
                  <a:gd name="connsiteY4" fmla="*/ 454713 h 454723"/>
                  <a:gd name="connsiteX5" fmla="*/ 788318 w 788314"/>
                  <a:gd name="connsiteY5" fmla="*/ 353310 h 454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88314" h="454723">
                    <a:moveTo>
                      <a:pt x="782481" y="310932"/>
                    </a:moveTo>
                    <a:cubicBezTo>
                      <a:pt x="605727" y="205853"/>
                      <a:pt x="446055" y="61531"/>
                      <a:pt x="246707" y="11478"/>
                    </a:cubicBezTo>
                    <a:cubicBezTo>
                      <a:pt x="189194" y="-3008"/>
                      <a:pt x="124763" y="-8089"/>
                      <a:pt x="73737" y="22289"/>
                    </a:cubicBezTo>
                    <a:cubicBezTo>
                      <a:pt x="333" y="66288"/>
                      <a:pt x="-16315" y="171043"/>
                      <a:pt x="15144" y="250933"/>
                    </a:cubicBezTo>
                    <a:cubicBezTo>
                      <a:pt x="68332" y="385417"/>
                      <a:pt x="224221" y="454821"/>
                      <a:pt x="368867" y="454713"/>
                    </a:cubicBezTo>
                    <a:cubicBezTo>
                      <a:pt x="513513" y="454605"/>
                      <a:pt x="651456" y="400012"/>
                      <a:pt x="788318" y="353310"/>
                    </a:cubicBezTo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" name="任意多边形: 形状 18">
                <a:extLst>
                  <a:ext uri="{FF2B5EF4-FFF2-40B4-BE49-F238E27FC236}">
                    <a16:creationId xmlns:a16="http://schemas.microsoft.com/office/drawing/2014/main" id="{3001C65F-4E89-0254-AEDB-2283E514A95A}"/>
                  </a:ext>
                </a:extLst>
              </p:cNvPr>
              <p:cNvSpPr/>
              <p:nvPr/>
            </p:nvSpPr>
            <p:spPr>
              <a:xfrm>
                <a:off x="10164398" y="4419999"/>
                <a:ext cx="642450" cy="741067"/>
              </a:xfrm>
              <a:custGeom>
                <a:avLst/>
                <a:gdLst>
                  <a:gd name="connsiteX0" fmla="*/ 534241 w 642450"/>
                  <a:gd name="connsiteY0" fmla="*/ 518683 h 741067"/>
                  <a:gd name="connsiteX1" fmla="*/ 550997 w 642450"/>
                  <a:gd name="connsiteY1" fmla="*/ 287985 h 741067"/>
                  <a:gd name="connsiteX2" fmla="*/ 642455 w 642450"/>
                  <a:gd name="connsiteY2" fmla="*/ 21611 h 741067"/>
                  <a:gd name="connsiteX3" fmla="*/ 596077 w 642450"/>
                  <a:gd name="connsiteY3" fmla="*/ -10 h 741067"/>
                  <a:gd name="connsiteX4" fmla="*/ 32304 w 642450"/>
                  <a:gd name="connsiteY4" fmla="*/ 379767 h 741067"/>
                  <a:gd name="connsiteX5" fmla="*/ 6142 w 642450"/>
                  <a:gd name="connsiteY5" fmla="*/ 556520 h 741067"/>
                  <a:gd name="connsiteX6" fmla="*/ 155977 w 642450"/>
                  <a:gd name="connsiteY6" fmla="*/ 707869 h 741067"/>
                  <a:gd name="connsiteX7" fmla="*/ 417270 w 642450"/>
                  <a:gd name="connsiteY7" fmla="*/ 710355 h 741067"/>
                  <a:gd name="connsiteX8" fmla="*/ 534241 w 642450"/>
                  <a:gd name="connsiteY8" fmla="*/ 518683 h 74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42450" h="741067">
                    <a:moveTo>
                      <a:pt x="534241" y="518683"/>
                    </a:moveTo>
                    <a:cubicBezTo>
                      <a:pt x="548943" y="443009"/>
                      <a:pt x="545051" y="364956"/>
                      <a:pt x="550997" y="287985"/>
                    </a:cubicBezTo>
                    <a:cubicBezTo>
                      <a:pt x="557267" y="201500"/>
                      <a:pt x="613482" y="104204"/>
                      <a:pt x="642455" y="21611"/>
                    </a:cubicBezTo>
                    <a:lnTo>
                      <a:pt x="596077" y="-10"/>
                    </a:lnTo>
                    <a:cubicBezTo>
                      <a:pt x="357595" y="8963"/>
                      <a:pt x="130248" y="162149"/>
                      <a:pt x="32304" y="379767"/>
                    </a:cubicBezTo>
                    <a:cubicBezTo>
                      <a:pt x="7440" y="435225"/>
                      <a:pt x="-9749" y="497819"/>
                      <a:pt x="6142" y="556520"/>
                    </a:cubicBezTo>
                    <a:cubicBezTo>
                      <a:pt x="25385" y="627438"/>
                      <a:pt x="89060" y="677924"/>
                      <a:pt x="155977" y="707869"/>
                    </a:cubicBezTo>
                    <a:cubicBezTo>
                      <a:pt x="238678" y="745166"/>
                      <a:pt x="339758" y="757598"/>
                      <a:pt x="417270" y="710355"/>
                    </a:cubicBezTo>
                    <a:cubicBezTo>
                      <a:pt x="483106" y="670572"/>
                      <a:pt x="519538" y="594466"/>
                      <a:pt x="534241" y="518683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" name="任意多边形: 形状 19">
                <a:extLst>
                  <a:ext uri="{FF2B5EF4-FFF2-40B4-BE49-F238E27FC236}">
                    <a16:creationId xmlns:a16="http://schemas.microsoft.com/office/drawing/2014/main" id="{82DC8915-0608-D25B-230F-6C9756BFDCDC}"/>
                  </a:ext>
                </a:extLst>
              </p:cNvPr>
              <p:cNvSpPr/>
              <p:nvPr/>
            </p:nvSpPr>
            <p:spPr>
              <a:xfrm>
                <a:off x="10727283" y="4394161"/>
                <a:ext cx="805172" cy="528739"/>
              </a:xfrm>
              <a:custGeom>
                <a:avLst/>
                <a:gdLst>
                  <a:gd name="connsiteX0" fmla="*/ 797287 w 805172"/>
                  <a:gd name="connsiteY0" fmla="*/ 317930 h 528739"/>
                  <a:gd name="connsiteX1" fmla="*/ 790476 w 805172"/>
                  <a:gd name="connsiteY1" fmla="*/ 298039 h 528739"/>
                  <a:gd name="connsiteX2" fmla="*/ 613290 w 805172"/>
                  <a:gd name="connsiteY2" fmla="*/ 88313 h 528739"/>
                  <a:gd name="connsiteX3" fmla="*/ 332214 w 805172"/>
                  <a:gd name="connsiteY3" fmla="*/ 1828 h 528739"/>
                  <a:gd name="connsiteX4" fmla="*/ 4869 w 805172"/>
                  <a:gd name="connsiteY4" fmla="*/ -10 h 528739"/>
                  <a:gd name="connsiteX5" fmla="*/ 4 w 805172"/>
                  <a:gd name="connsiteY5" fmla="*/ 26044 h 528739"/>
                  <a:gd name="connsiteX6" fmla="*/ 227027 w 805172"/>
                  <a:gd name="connsiteY6" fmla="*/ 304417 h 528739"/>
                  <a:gd name="connsiteX7" fmla="*/ 358376 w 805172"/>
                  <a:gd name="connsiteY7" fmla="*/ 441604 h 528739"/>
                  <a:gd name="connsiteX8" fmla="*/ 687667 w 805172"/>
                  <a:gd name="connsiteY8" fmla="*/ 518035 h 528739"/>
                  <a:gd name="connsiteX9" fmla="*/ 793827 w 805172"/>
                  <a:gd name="connsiteY9" fmla="*/ 429171 h 528739"/>
                  <a:gd name="connsiteX10" fmla="*/ 797287 w 805172"/>
                  <a:gd name="connsiteY10" fmla="*/ 317930 h 528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05172" h="528739">
                    <a:moveTo>
                      <a:pt x="797287" y="317930"/>
                    </a:moveTo>
                    <a:cubicBezTo>
                      <a:pt x="795341" y="311228"/>
                      <a:pt x="793071" y="304525"/>
                      <a:pt x="790476" y="298039"/>
                    </a:cubicBezTo>
                    <a:cubicBezTo>
                      <a:pt x="757504" y="213500"/>
                      <a:pt x="688208" y="137825"/>
                      <a:pt x="613290" y="88313"/>
                    </a:cubicBezTo>
                    <a:cubicBezTo>
                      <a:pt x="529054" y="34790"/>
                      <a:pt x="431964" y="4917"/>
                      <a:pt x="332214" y="1828"/>
                    </a:cubicBezTo>
                    <a:cubicBezTo>
                      <a:pt x="222919" y="-3037"/>
                      <a:pt x="112327" y="19774"/>
                      <a:pt x="4869" y="-10"/>
                    </a:cubicBezTo>
                    <a:lnTo>
                      <a:pt x="4" y="26044"/>
                    </a:lnTo>
                    <a:lnTo>
                      <a:pt x="227027" y="304417"/>
                    </a:lnTo>
                    <a:cubicBezTo>
                      <a:pt x="267243" y="353497"/>
                      <a:pt x="307891" y="403118"/>
                      <a:pt x="358376" y="441604"/>
                    </a:cubicBezTo>
                    <a:cubicBezTo>
                      <a:pt x="444861" y="507116"/>
                      <a:pt x="581075" y="549710"/>
                      <a:pt x="687667" y="518035"/>
                    </a:cubicBezTo>
                    <a:cubicBezTo>
                      <a:pt x="733396" y="504413"/>
                      <a:pt x="775341" y="473170"/>
                      <a:pt x="793827" y="429171"/>
                    </a:cubicBezTo>
                    <a:cubicBezTo>
                      <a:pt x="807665" y="393572"/>
                      <a:pt x="808886" y="354319"/>
                      <a:pt x="797287" y="31793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任意多边形: 形状 20">
                <a:extLst>
                  <a:ext uri="{FF2B5EF4-FFF2-40B4-BE49-F238E27FC236}">
                    <a16:creationId xmlns:a16="http://schemas.microsoft.com/office/drawing/2014/main" id="{66DD50B0-FC68-A329-FEB9-71E2D573E562}"/>
                  </a:ext>
                </a:extLst>
              </p:cNvPr>
              <p:cNvSpPr/>
              <p:nvPr/>
            </p:nvSpPr>
            <p:spPr>
              <a:xfrm>
                <a:off x="10520109" y="3841818"/>
                <a:ext cx="385598" cy="622197"/>
              </a:xfrm>
              <a:custGeom>
                <a:avLst/>
                <a:gdLst>
                  <a:gd name="connsiteX0" fmla="*/ 373770 w 385598"/>
                  <a:gd name="connsiteY0" fmla="*/ 129315 h 622197"/>
                  <a:gd name="connsiteX1" fmla="*/ 372365 w 385598"/>
                  <a:gd name="connsiteY1" fmla="*/ 124234 h 622197"/>
                  <a:gd name="connsiteX2" fmla="*/ 303609 w 385598"/>
                  <a:gd name="connsiteY2" fmla="*/ 24776 h 622197"/>
                  <a:gd name="connsiteX3" fmla="*/ 34101 w 385598"/>
                  <a:gd name="connsiteY3" fmla="*/ 119044 h 622197"/>
                  <a:gd name="connsiteX4" fmla="*/ 10101 w 385598"/>
                  <a:gd name="connsiteY4" fmla="*/ 342175 h 622197"/>
                  <a:gd name="connsiteX5" fmla="*/ 219394 w 385598"/>
                  <a:gd name="connsiteY5" fmla="*/ 621846 h 622197"/>
                  <a:gd name="connsiteX6" fmla="*/ 312798 w 385598"/>
                  <a:gd name="connsiteY6" fmla="*/ 472551 h 622197"/>
                  <a:gd name="connsiteX7" fmla="*/ 373770 w 385598"/>
                  <a:gd name="connsiteY7" fmla="*/ 129315 h 62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85598" h="622197">
                    <a:moveTo>
                      <a:pt x="373770" y="129315"/>
                    </a:moveTo>
                    <a:cubicBezTo>
                      <a:pt x="373770" y="127585"/>
                      <a:pt x="372797" y="125855"/>
                      <a:pt x="372365" y="124234"/>
                    </a:cubicBezTo>
                    <a:cubicBezTo>
                      <a:pt x="361316" y="84275"/>
                      <a:pt x="337090" y="49225"/>
                      <a:pt x="303609" y="24776"/>
                    </a:cubicBezTo>
                    <a:cubicBezTo>
                      <a:pt x="210097" y="-39223"/>
                      <a:pt x="82748" y="30938"/>
                      <a:pt x="34101" y="119044"/>
                    </a:cubicBezTo>
                    <a:cubicBezTo>
                      <a:pt x="-2872" y="186070"/>
                      <a:pt x="-7953" y="267798"/>
                      <a:pt x="10101" y="342175"/>
                    </a:cubicBezTo>
                    <a:cubicBezTo>
                      <a:pt x="36371" y="450390"/>
                      <a:pt x="219394" y="621522"/>
                      <a:pt x="219394" y="621846"/>
                    </a:cubicBezTo>
                    <a:cubicBezTo>
                      <a:pt x="228367" y="630170"/>
                      <a:pt x="307068" y="483794"/>
                      <a:pt x="312798" y="472551"/>
                    </a:cubicBezTo>
                    <a:cubicBezTo>
                      <a:pt x="365770" y="369526"/>
                      <a:pt x="406742" y="245096"/>
                      <a:pt x="373770" y="129315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" name="任意多边形: 形状 21">
                <a:extLst>
                  <a:ext uri="{FF2B5EF4-FFF2-40B4-BE49-F238E27FC236}">
                    <a16:creationId xmlns:a16="http://schemas.microsoft.com/office/drawing/2014/main" id="{A5DE440C-E282-26B7-32BD-E3F11DA7E05F}"/>
                  </a:ext>
                </a:extLst>
              </p:cNvPr>
              <p:cNvSpPr/>
              <p:nvPr/>
            </p:nvSpPr>
            <p:spPr>
              <a:xfrm>
                <a:off x="10224998" y="4167826"/>
                <a:ext cx="521419" cy="436623"/>
              </a:xfrm>
              <a:custGeom>
                <a:avLst/>
                <a:gdLst>
                  <a:gd name="connsiteX0" fmla="*/ 233429 w 521419"/>
                  <a:gd name="connsiteY0" fmla="*/ 19194 h 436623"/>
                  <a:gd name="connsiteX1" fmla="*/ 92026 w 521419"/>
                  <a:gd name="connsiteY1" fmla="*/ 9140 h 436623"/>
                  <a:gd name="connsiteX2" fmla="*/ 4136 w 521419"/>
                  <a:gd name="connsiteY2" fmla="*/ 123084 h 436623"/>
                  <a:gd name="connsiteX3" fmla="*/ 152674 w 521419"/>
                  <a:gd name="connsiteY3" fmla="*/ 401890 h 436623"/>
                  <a:gd name="connsiteX4" fmla="*/ 267050 w 521419"/>
                  <a:gd name="connsiteY4" fmla="*/ 436484 h 436623"/>
                  <a:gd name="connsiteX5" fmla="*/ 521424 w 521419"/>
                  <a:gd name="connsiteY5" fmla="*/ 301027 h 436623"/>
                  <a:gd name="connsiteX6" fmla="*/ 233429 w 521419"/>
                  <a:gd name="connsiteY6" fmla="*/ 19194 h 436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21419" h="436623">
                    <a:moveTo>
                      <a:pt x="233429" y="19194"/>
                    </a:moveTo>
                    <a:cubicBezTo>
                      <a:pt x="188241" y="2005"/>
                      <a:pt x="136999" y="-8589"/>
                      <a:pt x="92026" y="9140"/>
                    </a:cubicBezTo>
                    <a:cubicBezTo>
                      <a:pt x="47054" y="26870"/>
                      <a:pt x="14190" y="74004"/>
                      <a:pt x="4136" y="123084"/>
                    </a:cubicBezTo>
                    <a:cubicBezTo>
                      <a:pt x="-18674" y="233136"/>
                      <a:pt x="56027" y="344594"/>
                      <a:pt x="152674" y="401890"/>
                    </a:cubicBezTo>
                    <a:cubicBezTo>
                      <a:pt x="187484" y="422430"/>
                      <a:pt x="226727" y="438213"/>
                      <a:pt x="267050" y="436484"/>
                    </a:cubicBezTo>
                    <a:cubicBezTo>
                      <a:pt x="364346" y="432159"/>
                      <a:pt x="429209" y="332810"/>
                      <a:pt x="521424" y="301027"/>
                    </a:cubicBezTo>
                    <a:cubicBezTo>
                      <a:pt x="521316" y="301027"/>
                      <a:pt x="348670" y="63085"/>
                      <a:pt x="233429" y="19194"/>
                    </a:cubicBezTo>
                    <a:close/>
                  </a:path>
                </a:pathLst>
              </a:custGeom>
              <a:solidFill>
                <a:schemeClr val="accent2">
                  <a:lumMod val="40000"/>
                  <a:lumOff val="6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" name="任意多边形: 形状 22">
                <a:extLst>
                  <a:ext uri="{FF2B5EF4-FFF2-40B4-BE49-F238E27FC236}">
                    <a16:creationId xmlns:a16="http://schemas.microsoft.com/office/drawing/2014/main" id="{86648537-F478-C396-DD87-1BE7914625D6}"/>
                  </a:ext>
                </a:extLst>
              </p:cNvPr>
              <p:cNvSpPr/>
              <p:nvPr/>
            </p:nvSpPr>
            <p:spPr>
              <a:xfrm>
                <a:off x="10740580" y="4153312"/>
                <a:ext cx="574920" cy="417182"/>
              </a:xfrm>
              <a:custGeom>
                <a:avLst/>
                <a:gdLst>
                  <a:gd name="connsiteX0" fmla="*/ 535238 w 574920"/>
                  <a:gd name="connsiteY0" fmla="*/ 75978 h 417182"/>
                  <a:gd name="connsiteX1" fmla="*/ 351457 w 574920"/>
                  <a:gd name="connsiteY1" fmla="*/ 5277 h 417182"/>
                  <a:gd name="connsiteX2" fmla="*/ 263459 w 574920"/>
                  <a:gd name="connsiteY2" fmla="*/ 53924 h 417182"/>
                  <a:gd name="connsiteX3" fmla="*/ 4 w 574920"/>
                  <a:gd name="connsiteY3" fmla="*/ 293379 h 417182"/>
                  <a:gd name="connsiteX4" fmla="*/ 270270 w 574920"/>
                  <a:gd name="connsiteY4" fmla="*/ 401485 h 417182"/>
                  <a:gd name="connsiteX5" fmla="*/ 527238 w 574920"/>
                  <a:gd name="connsiteY5" fmla="*/ 354567 h 417182"/>
                  <a:gd name="connsiteX6" fmla="*/ 565724 w 574920"/>
                  <a:gd name="connsiteY6" fmla="*/ 276515 h 417182"/>
                  <a:gd name="connsiteX7" fmla="*/ 535238 w 574920"/>
                  <a:gd name="connsiteY7" fmla="*/ 75978 h 41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74920" h="417182">
                    <a:moveTo>
                      <a:pt x="535238" y="75978"/>
                    </a:moveTo>
                    <a:cubicBezTo>
                      <a:pt x="494590" y="19222"/>
                      <a:pt x="419132" y="-13426"/>
                      <a:pt x="351457" y="5277"/>
                    </a:cubicBezTo>
                    <a:cubicBezTo>
                      <a:pt x="319425" y="16032"/>
                      <a:pt x="289610" y="32515"/>
                      <a:pt x="263459" y="53924"/>
                    </a:cubicBezTo>
                    <a:cubicBezTo>
                      <a:pt x="167688" y="124527"/>
                      <a:pt x="79408" y="204766"/>
                      <a:pt x="4" y="293379"/>
                    </a:cubicBezTo>
                    <a:cubicBezTo>
                      <a:pt x="4" y="293379"/>
                      <a:pt x="181623" y="374459"/>
                      <a:pt x="270270" y="401485"/>
                    </a:cubicBezTo>
                    <a:cubicBezTo>
                      <a:pt x="358917" y="428512"/>
                      <a:pt x="467888" y="425269"/>
                      <a:pt x="527238" y="354567"/>
                    </a:cubicBezTo>
                    <a:cubicBezTo>
                      <a:pt x="545594" y="331660"/>
                      <a:pt x="558729" y="305022"/>
                      <a:pt x="565724" y="276515"/>
                    </a:cubicBezTo>
                    <a:cubicBezTo>
                      <a:pt x="583885" y="208408"/>
                      <a:pt x="575886" y="132301"/>
                      <a:pt x="535238" y="75978"/>
                    </a:cubicBezTo>
                    <a:close/>
                  </a:path>
                </a:pathLst>
              </a:custGeom>
              <a:solidFill>
                <a:schemeClr val="accent2">
                  <a:lumMod val="40000"/>
                  <a:lumOff val="6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4" name="任意多边形: 形状 23">
                <a:extLst>
                  <a:ext uri="{FF2B5EF4-FFF2-40B4-BE49-F238E27FC236}">
                    <a16:creationId xmlns:a16="http://schemas.microsoft.com/office/drawing/2014/main" id="{98EE2D9A-1B9E-E1CE-9C0D-43BDCE7D046D}"/>
                  </a:ext>
                </a:extLst>
              </p:cNvPr>
              <p:cNvSpPr/>
              <p:nvPr/>
            </p:nvSpPr>
            <p:spPr>
              <a:xfrm>
                <a:off x="10659478" y="4459457"/>
                <a:ext cx="468375" cy="561722"/>
              </a:xfrm>
              <a:custGeom>
                <a:avLst/>
                <a:gdLst>
                  <a:gd name="connsiteX0" fmla="*/ 81863 w 468375"/>
                  <a:gd name="connsiteY0" fmla="*/ -10 h 561722"/>
                  <a:gd name="connsiteX1" fmla="*/ 9323 w 468375"/>
                  <a:gd name="connsiteY1" fmla="*/ 156420 h 561722"/>
                  <a:gd name="connsiteX2" fmla="*/ 41755 w 468375"/>
                  <a:gd name="connsiteY2" fmla="*/ 433712 h 561722"/>
                  <a:gd name="connsiteX3" fmla="*/ 277210 w 468375"/>
                  <a:gd name="connsiteY3" fmla="*/ 558682 h 561722"/>
                  <a:gd name="connsiteX4" fmla="*/ 443045 w 468375"/>
                  <a:gd name="connsiteY4" fmla="*/ 226040 h 561722"/>
                  <a:gd name="connsiteX5" fmla="*/ 295805 w 468375"/>
                  <a:gd name="connsiteY5" fmla="*/ 98583 h 561722"/>
                  <a:gd name="connsiteX6" fmla="*/ 81863 w 468375"/>
                  <a:gd name="connsiteY6" fmla="*/ -10 h 561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68375" h="561722">
                    <a:moveTo>
                      <a:pt x="81863" y="-10"/>
                    </a:moveTo>
                    <a:cubicBezTo>
                      <a:pt x="38620" y="39773"/>
                      <a:pt x="19702" y="98907"/>
                      <a:pt x="9323" y="156420"/>
                    </a:cubicBezTo>
                    <a:cubicBezTo>
                      <a:pt x="-7541" y="249823"/>
                      <a:pt x="-4190" y="351011"/>
                      <a:pt x="41755" y="433712"/>
                    </a:cubicBezTo>
                    <a:cubicBezTo>
                      <a:pt x="87700" y="516413"/>
                      <a:pt x="183915" y="576088"/>
                      <a:pt x="277210" y="558682"/>
                    </a:cubicBezTo>
                    <a:cubicBezTo>
                      <a:pt x="421640" y="531764"/>
                      <a:pt x="516233" y="356524"/>
                      <a:pt x="443045" y="226040"/>
                    </a:cubicBezTo>
                    <a:cubicBezTo>
                      <a:pt x="410613" y="168636"/>
                      <a:pt x="353966" y="129501"/>
                      <a:pt x="295805" y="98583"/>
                    </a:cubicBezTo>
                    <a:cubicBezTo>
                      <a:pt x="234508" y="66043"/>
                      <a:pt x="81863" y="-10"/>
                      <a:pt x="81863" y="-10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4085C04B-3697-0678-69FC-B18100DE4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A8E1C75-B60C-59D1-F03E-CDEC41CC4178}"/>
              </a:ext>
            </a:extLst>
          </p:cNvPr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List3-4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3340169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A6B7F-E3A9-1A8F-57DE-454B82A8D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C769DBEF-3AE2-62BC-1632-3DE0C4896082}"/>
              </a:ext>
            </a:extLst>
          </p:cNvPr>
          <p:cNvGrpSpPr/>
          <p:nvPr/>
        </p:nvGrpSpPr>
        <p:grpSpPr>
          <a:xfrm>
            <a:off x="660400" y="867907"/>
            <a:ext cx="11254554" cy="4937628"/>
            <a:chOff x="645979" y="1130300"/>
            <a:chExt cx="11254554" cy="4937628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5C7B5D49-11F8-9B53-2976-E6DB474E0D31}"/>
                </a:ext>
              </a:extLst>
            </p:cNvPr>
            <p:cNvGrpSpPr/>
            <p:nvPr/>
          </p:nvGrpSpPr>
          <p:grpSpPr>
            <a:xfrm>
              <a:off x="645979" y="1844110"/>
              <a:ext cx="10872922" cy="4214349"/>
              <a:chOff x="645979" y="1844111"/>
              <a:chExt cx="10872922" cy="3644426"/>
            </a:xfrm>
          </p:grpSpPr>
          <p:grpSp>
            <p:nvGrpSpPr>
              <p:cNvPr id="25" name="组合 24">
                <a:extLst>
                  <a:ext uri="{FF2B5EF4-FFF2-40B4-BE49-F238E27FC236}">
                    <a16:creationId xmlns:a16="http://schemas.microsoft.com/office/drawing/2014/main" id="{A8010574-D7D9-92C1-4639-B83632B89328}"/>
                  </a:ext>
                </a:extLst>
              </p:cNvPr>
              <p:cNvGrpSpPr/>
              <p:nvPr/>
            </p:nvGrpSpPr>
            <p:grpSpPr>
              <a:xfrm>
                <a:off x="645979" y="1844111"/>
                <a:ext cx="10872922" cy="655778"/>
                <a:chOff x="645979" y="1742511"/>
                <a:chExt cx="10872922" cy="655778"/>
              </a:xfrm>
            </p:grpSpPr>
            <p:sp>
              <p:nvSpPr>
                <p:cNvPr id="46" name="矩形: 圆角 45">
                  <a:extLst>
                    <a:ext uri="{FF2B5EF4-FFF2-40B4-BE49-F238E27FC236}">
                      <a16:creationId xmlns:a16="http://schemas.microsoft.com/office/drawing/2014/main" id="{A2871F30-5A17-A228-68E6-57DAE51EBD3A}"/>
                    </a:ext>
                  </a:extLst>
                </p:cNvPr>
                <p:cNvSpPr/>
                <p:nvPr/>
              </p:nvSpPr>
              <p:spPr>
                <a:xfrm>
                  <a:off x="728030" y="1796059"/>
                  <a:ext cx="10790871" cy="60223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alpha val="20000"/>
                      </a:schemeClr>
                    </a:gs>
                    <a:gs pos="88000">
                      <a:schemeClr val="bg1">
                        <a:alpha val="0"/>
                      </a:schemeClr>
                    </a:gs>
                  </a:gsLst>
                  <a:lin ang="5400000" scaled="1"/>
                  <a:tileRect/>
                </a:gradFill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0800000" scaled="1"/>
                    <a:tileRect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47" name="矩形: 圆角 46">
                  <a:extLst>
                    <a:ext uri="{FF2B5EF4-FFF2-40B4-BE49-F238E27FC236}">
                      <a16:creationId xmlns:a16="http://schemas.microsoft.com/office/drawing/2014/main" id="{957EDABD-942F-CDAE-9351-09BD5C4CF847}"/>
                    </a:ext>
                  </a:extLst>
                </p:cNvPr>
                <p:cNvSpPr/>
                <p:nvPr/>
              </p:nvSpPr>
              <p:spPr>
                <a:xfrm>
                  <a:off x="645979" y="1742511"/>
                  <a:ext cx="588462" cy="490557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254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>
                  <a:normAutofit fontScale="85000" lnSpcReduction="10000"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sz="3000" b="1">
                      <a:solidFill>
                        <a:srgbClr val="FFFFFF"/>
                      </a:solidFill>
                    </a:rPr>
                    <a:t>01</a:t>
                  </a:r>
                  <a:endParaRPr lang="zh-CN" altLang="en-US" sz="3000" b="1" dirty="0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3045BE6B-3E5A-FD90-5D62-0357B27C247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569028" y="1796058"/>
                  <a:ext cx="2182430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b="1" dirty="0"/>
                    <a:t>{vItem.item1}</a:t>
                  </a:r>
                  <a:endParaRPr lang="zh-CN" altLang="en-US" b="1" dirty="0"/>
                </a:p>
              </p:txBody>
            </p:sp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00ACDAE6-685A-3240-71E3-68461573014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133090" y="1796058"/>
                  <a:ext cx="4307454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{vItem.item1_Desc}</a:t>
                  </a:r>
                </a:p>
              </p:txBody>
            </p:sp>
          </p:grpSp>
          <p:grpSp>
            <p:nvGrpSpPr>
              <p:cNvPr id="26" name="组合 25">
                <a:extLst>
                  <a:ext uri="{FF2B5EF4-FFF2-40B4-BE49-F238E27FC236}">
                    <a16:creationId xmlns:a16="http://schemas.microsoft.com/office/drawing/2014/main" id="{044D4EB2-0065-B971-4A9A-8F43D7F89636}"/>
                  </a:ext>
                </a:extLst>
              </p:cNvPr>
              <p:cNvGrpSpPr/>
              <p:nvPr/>
            </p:nvGrpSpPr>
            <p:grpSpPr>
              <a:xfrm>
                <a:off x="645979" y="2591273"/>
                <a:ext cx="10872922" cy="655778"/>
                <a:chOff x="645979" y="2489673"/>
                <a:chExt cx="10872922" cy="655778"/>
              </a:xfrm>
            </p:grpSpPr>
            <p:sp>
              <p:nvSpPr>
                <p:cNvPr id="42" name="矩形: 圆角 41">
                  <a:extLst>
                    <a:ext uri="{FF2B5EF4-FFF2-40B4-BE49-F238E27FC236}">
                      <a16:creationId xmlns:a16="http://schemas.microsoft.com/office/drawing/2014/main" id="{A475E33A-4EB6-2D4A-20FF-CF5921425048}"/>
                    </a:ext>
                  </a:extLst>
                </p:cNvPr>
                <p:cNvSpPr/>
                <p:nvPr/>
              </p:nvSpPr>
              <p:spPr>
                <a:xfrm>
                  <a:off x="728030" y="2543221"/>
                  <a:ext cx="10790871" cy="60223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2">
                        <a:alpha val="20000"/>
                      </a:schemeClr>
                    </a:gs>
                    <a:gs pos="88000">
                      <a:schemeClr val="bg1">
                        <a:alpha val="0"/>
                      </a:schemeClr>
                    </a:gs>
                  </a:gsLst>
                  <a:lin ang="5400000" scaled="0"/>
                  <a:tileRect/>
                </a:gradFill>
                <a:ln w="127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/>
                      </a:gs>
                    </a:gsLst>
                    <a:lin ang="10800000" scaled="1"/>
                    <a:tileRect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r"/>
                  <a:endParaRPr lang="zh-CN" altLang="en-US"/>
                </a:p>
              </p:txBody>
            </p:sp>
            <p:sp>
              <p:nvSpPr>
                <p:cNvPr id="43" name="矩形: 圆角 42">
                  <a:extLst>
                    <a:ext uri="{FF2B5EF4-FFF2-40B4-BE49-F238E27FC236}">
                      <a16:creationId xmlns:a16="http://schemas.microsoft.com/office/drawing/2014/main" id="{B8202DDA-1220-9901-1A71-3638CD38CC54}"/>
                    </a:ext>
                  </a:extLst>
                </p:cNvPr>
                <p:cNvSpPr/>
                <p:nvPr/>
              </p:nvSpPr>
              <p:spPr>
                <a:xfrm>
                  <a:off x="645979" y="2489673"/>
                  <a:ext cx="588462" cy="490557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25400">
                  <a:noFill/>
                </a:ln>
                <a:effectLst>
                  <a:outerShdw blurRad="127000" dist="63500" dir="2700000" algn="tl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>
                  <a:normAutofit fontScale="85000" lnSpcReduction="10000"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sz="3000" b="1">
                      <a:solidFill>
                        <a:srgbClr val="FFFFFF"/>
                      </a:solidFill>
                    </a:rPr>
                    <a:t>02</a:t>
                  </a:r>
                  <a:endParaRPr lang="zh-CN" altLang="en-US" sz="3000" b="1" dirty="0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44" name="文本框 43">
                  <a:extLst>
                    <a:ext uri="{FF2B5EF4-FFF2-40B4-BE49-F238E27FC236}">
                      <a16:creationId xmlns:a16="http://schemas.microsoft.com/office/drawing/2014/main" id="{E9B50061-6302-A763-2A0C-A91014416F1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569028" y="2543220"/>
                  <a:ext cx="2182430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b="1" dirty="0"/>
                    <a:t>{vItem.item2}</a:t>
                  </a:r>
                  <a:endParaRPr lang="zh-CN" altLang="en-US" b="1" dirty="0"/>
                </a:p>
              </p:txBody>
            </p:sp>
            <p:sp>
              <p:nvSpPr>
                <p:cNvPr id="45" name="文本框 44">
                  <a:extLst>
                    <a:ext uri="{FF2B5EF4-FFF2-40B4-BE49-F238E27FC236}">
                      <a16:creationId xmlns:a16="http://schemas.microsoft.com/office/drawing/2014/main" id="{41C24815-292A-823A-651C-AAE1D8EA0DA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133090" y="2543220"/>
                  <a:ext cx="4307454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{vItem.item2_Desc}</a:t>
                  </a:r>
                </a:p>
              </p:txBody>
            </p:sp>
          </p:grpSp>
          <p:grpSp>
            <p:nvGrpSpPr>
              <p:cNvPr id="27" name="组合 26">
                <a:extLst>
                  <a:ext uri="{FF2B5EF4-FFF2-40B4-BE49-F238E27FC236}">
                    <a16:creationId xmlns:a16="http://schemas.microsoft.com/office/drawing/2014/main" id="{A38B3DFD-7339-62CF-90D4-2CBD8581F538}"/>
                  </a:ext>
                </a:extLst>
              </p:cNvPr>
              <p:cNvGrpSpPr/>
              <p:nvPr/>
            </p:nvGrpSpPr>
            <p:grpSpPr>
              <a:xfrm>
                <a:off x="645979" y="3338435"/>
                <a:ext cx="10872922" cy="655778"/>
                <a:chOff x="645979" y="3236835"/>
                <a:chExt cx="10872922" cy="655778"/>
              </a:xfrm>
            </p:grpSpPr>
            <p:sp>
              <p:nvSpPr>
                <p:cNvPr id="38" name="矩形: 圆角 37">
                  <a:extLst>
                    <a:ext uri="{FF2B5EF4-FFF2-40B4-BE49-F238E27FC236}">
                      <a16:creationId xmlns:a16="http://schemas.microsoft.com/office/drawing/2014/main" id="{766AE5DE-1BC0-549F-C0E0-8ACE7D919E61}"/>
                    </a:ext>
                  </a:extLst>
                </p:cNvPr>
                <p:cNvSpPr/>
                <p:nvPr/>
              </p:nvSpPr>
              <p:spPr>
                <a:xfrm>
                  <a:off x="728030" y="3290383"/>
                  <a:ext cx="10790871" cy="60223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alpha val="20000"/>
                      </a:schemeClr>
                    </a:gs>
                    <a:gs pos="88000">
                      <a:schemeClr val="bg1">
                        <a:alpha val="0"/>
                      </a:schemeClr>
                    </a:gs>
                  </a:gsLst>
                  <a:lin ang="5400000" scaled="1"/>
                  <a:tileRect/>
                </a:gradFill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0800000" scaled="1"/>
                    <a:tileRect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" name="矩形: 圆角 38">
                  <a:extLst>
                    <a:ext uri="{FF2B5EF4-FFF2-40B4-BE49-F238E27FC236}">
                      <a16:creationId xmlns:a16="http://schemas.microsoft.com/office/drawing/2014/main" id="{17970D1A-B986-9B19-C2B5-6BDE3DBA4E31}"/>
                    </a:ext>
                  </a:extLst>
                </p:cNvPr>
                <p:cNvSpPr/>
                <p:nvPr/>
              </p:nvSpPr>
              <p:spPr>
                <a:xfrm>
                  <a:off x="645979" y="3236835"/>
                  <a:ext cx="588462" cy="490557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254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>
                  <a:normAutofit fontScale="85000" lnSpcReduction="10000"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sz="3000" b="1">
                      <a:solidFill>
                        <a:srgbClr val="FFFFFF"/>
                      </a:solidFill>
                    </a:rPr>
                    <a:t>03</a:t>
                  </a:r>
                  <a:endParaRPr lang="zh-CN" altLang="en-US" sz="3000" b="1" dirty="0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FBA8BEF-81CE-B32A-2A31-939AFB3DD26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569028" y="3290382"/>
                  <a:ext cx="2182430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b="1" dirty="0"/>
                    <a:t>{vItem.item3}</a:t>
                  </a:r>
                  <a:endParaRPr lang="zh-CN" altLang="en-US" b="1" dirty="0"/>
                </a:p>
              </p:txBody>
            </p:sp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D387F870-6596-9BDA-0B3A-2C53F4B7E2B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133090" y="3290382"/>
                  <a:ext cx="4307454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{vItem.item3_Desc}</a:t>
                  </a:r>
                </a:p>
              </p:txBody>
            </p:sp>
          </p:grpSp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657231CA-AC3B-42C6-D22E-9291BED94386}"/>
                  </a:ext>
                </a:extLst>
              </p:cNvPr>
              <p:cNvGrpSpPr/>
              <p:nvPr/>
            </p:nvGrpSpPr>
            <p:grpSpPr>
              <a:xfrm>
                <a:off x="645979" y="4085597"/>
                <a:ext cx="10872922" cy="655778"/>
                <a:chOff x="645979" y="3983997"/>
                <a:chExt cx="10872922" cy="655778"/>
              </a:xfrm>
            </p:grpSpPr>
            <p:sp>
              <p:nvSpPr>
                <p:cNvPr id="34" name="矩形: 圆角 33">
                  <a:extLst>
                    <a:ext uri="{FF2B5EF4-FFF2-40B4-BE49-F238E27FC236}">
                      <a16:creationId xmlns:a16="http://schemas.microsoft.com/office/drawing/2014/main" id="{29020492-78BE-D759-D910-F7D309C05F53}"/>
                    </a:ext>
                  </a:extLst>
                </p:cNvPr>
                <p:cNvSpPr/>
                <p:nvPr/>
              </p:nvSpPr>
              <p:spPr>
                <a:xfrm>
                  <a:off x="728030" y="4037545"/>
                  <a:ext cx="10790871" cy="60223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2">
                        <a:alpha val="20000"/>
                      </a:schemeClr>
                    </a:gs>
                    <a:gs pos="88000">
                      <a:schemeClr val="bg1">
                        <a:alpha val="0"/>
                      </a:schemeClr>
                    </a:gs>
                  </a:gsLst>
                  <a:lin ang="5400000" scaled="0"/>
                  <a:tileRect/>
                </a:gradFill>
                <a:ln w="127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/>
                      </a:gs>
                    </a:gsLst>
                    <a:lin ang="10800000" scaled="1"/>
                    <a:tileRect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r"/>
                  <a:endParaRPr lang="zh-CN" altLang="en-US"/>
                </a:p>
              </p:txBody>
            </p:sp>
            <p:sp>
              <p:nvSpPr>
                <p:cNvPr id="35" name="矩形: 圆角 34">
                  <a:extLst>
                    <a:ext uri="{FF2B5EF4-FFF2-40B4-BE49-F238E27FC236}">
                      <a16:creationId xmlns:a16="http://schemas.microsoft.com/office/drawing/2014/main" id="{AE22676A-CE6E-E445-7651-17CA3A108E4E}"/>
                    </a:ext>
                  </a:extLst>
                </p:cNvPr>
                <p:cNvSpPr/>
                <p:nvPr/>
              </p:nvSpPr>
              <p:spPr>
                <a:xfrm>
                  <a:off x="645979" y="3983997"/>
                  <a:ext cx="588462" cy="490557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25400">
                  <a:noFill/>
                </a:ln>
                <a:effectLst>
                  <a:outerShdw blurRad="127000" dist="63500" dir="2700000" algn="tl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>
                  <a:normAutofit fontScale="85000" lnSpcReduction="10000"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sz="3000" b="1">
                      <a:solidFill>
                        <a:srgbClr val="FFFFFF"/>
                      </a:solidFill>
                    </a:rPr>
                    <a:t>04</a:t>
                  </a:r>
                  <a:endParaRPr lang="zh-CN" altLang="en-US" sz="3000" b="1" dirty="0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3AEBABBD-0A6B-2743-43E1-004CBD5277D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569028" y="4037544"/>
                  <a:ext cx="2182430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b="1" dirty="0"/>
                    <a:t>{vItem.item4}</a:t>
                  </a:r>
                  <a:endParaRPr lang="zh-CN" altLang="en-US" b="1" dirty="0"/>
                </a:p>
              </p:txBody>
            </p:sp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4BCA859F-488A-ED65-8EB7-1D4EC43C383B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133090" y="4037544"/>
                  <a:ext cx="4307454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{vItem.item4_Desc}</a:t>
                  </a:r>
                </a:p>
              </p:txBody>
            </p:sp>
          </p:grpSp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1D8DE185-BBEA-B8F4-2DF3-B54235E26136}"/>
                  </a:ext>
                </a:extLst>
              </p:cNvPr>
              <p:cNvGrpSpPr/>
              <p:nvPr/>
            </p:nvGrpSpPr>
            <p:grpSpPr>
              <a:xfrm>
                <a:off x="645979" y="4832759"/>
                <a:ext cx="10872922" cy="655778"/>
                <a:chOff x="645979" y="4731159"/>
                <a:chExt cx="10872922" cy="655778"/>
              </a:xfrm>
            </p:grpSpPr>
            <p:sp>
              <p:nvSpPr>
                <p:cNvPr id="30" name="矩形: 圆角 29">
                  <a:extLst>
                    <a:ext uri="{FF2B5EF4-FFF2-40B4-BE49-F238E27FC236}">
                      <a16:creationId xmlns:a16="http://schemas.microsoft.com/office/drawing/2014/main" id="{314DC0B4-50F1-AEF4-7788-E0C21A4DC7D9}"/>
                    </a:ext>
                  </a:extLst>
                </p:cNvPr>
                <p:cNvSpPr/>
                <p:nvPr/>
              </p:nvSpPr>
              <p:spPr>
                <a:xfrm>
                  <a:off x="728030" y="4784707"/>
                  <a:ext cx="10790871" cy="60223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alpha val="20000"/>
                      </a:schemeClr>
                    </a:gs>
                    <a:gs pos="88000">
                      <a:schemeClr val="bg1">
                        <a:alpha val="0"/>
                      </a:schemeClr>
                    </a:gs>
                  </a:gsLst>
                  <a:lin ang="5400000" scaled="1"/>
                  <a:tileRect/>
                </a:gradFill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0800000" scaled="1"/>
                    <a:tileRect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1" name="矩形: 圆角 30">
                  <a:extLst>
                    <a:ext uri="{FF2B5EF4-FFF2-40B4-BE49-F238E27FC236}">
                      <a16:creationId xmlns:a16="http://schemas.microsoft.com/office/drawing/2014/main" id="{6CA5F060-B2D6-FACA-642E-56CC564F2B82}"/>
                    </a:ext>
                  </a:extLst>
                </p:cNvPr>
                <p:cNvSpPr/>
                <p:nvPr/>
              </p:nvSpPr>
              <p:spPr>
                <a:xfrm>
                  <a:off x="645979" y="4731159"/>
                  <a:ext cx="588462" cy="490557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254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>
                  <a:normAutofit fontScale="85000" lnSpcReduction="10000"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sz="3000" b="1">
                      <a:solidFill>
                        <a:srgbClr val="FFFFFF"/>
                      </a:solidFill>
                    </a:rPr>
                    <a:t>05</a:t>
                  </a:r>
                  <a:endParaRPr lang="zh-CN" altLang="en-US" sz="3000" b="1" dirty="0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9D3E54D9-CB32-B92B-B43B-B31A7A2DF0E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569028" y="4784706"/>
                  <a:ext cx="2182430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en-US" altLang="zh-CN" b="1" dirty="0"/>
                    <a:t>{vItem.item5}</a:t>
                  </a:r>
                  <a:endParaRPr lang="zh-CN" altLang="en-US" b="1" dirty="0"/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3AB0C038-22D0-226F-AB41-3A471A66099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133090" y="4784706"/>
                  <a:ext cx="4307454" cy="60223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{vItem.item5_Desc}</a:t>
                  </a:r>
                </a:p>
              </p:txBody>
            </p:sp>
          </p:grpSp>
        </p:grp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55918D8C-98BD-A87E-2768-B6109441FA5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0400" y="1130300"/>
              <a:ext cx="6929890" cy="72006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>
                <a:buSzPct val="25000"/>
              </a:pPr>
              <a:r>
                <a:rPr lang="en-US" altLang="zh-CN" sz="2400" b="1" dirty="0">
                  <a:solidFill>
                    <a:schemeClr val="tx1"/>
                  </a:solidFill>
                </a:rPr>
                <a:t>{</a:t>
              </a:r>
              <a:r>
                <a:rPr lang="en-US" altLang="zh-CN" sz="2400" b="1" dirty="0" err="1">
                  <a:solidFill>
                    <a:schemeClr val="tx1"/>
                  </a:solidFill>
                </a:rPr>
                <a:t>slideTitle</a:t>
              </a:r>
              <a:r>
                <a:rPr lang="en-US" altLang="zh-CN" sz="2400" b="1" dirty="0">
                  <a:solidFill>
                    <a:schemeClr val="tx1"/>
                  </a:solidFill>
                </a:rPr>
                <a:t>}</a:t>
              </a:r>
            </a:p>
          </p:txBody>
        </p: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1E68B88F-DE21-29EA-39D9-9B1874757ED9}"/>
                </a:ext>
              </a:extLst>
            </p:cNvPr>
            <p:cNvGrpSpPr/>
            <p:nvPr/>
          </p:nvGrpSpPr>
          <p:grpSpPr>
            <a:xfrm>
              <a:off x="8649876" y="1646702"/>
              <a:ext cx="3250657" cy="4421226"/>
              <a:chOff x="9681572" y="3676581"/>
              <a:chExt cx="2166532" cy="2946705"/>
            </a:xfrm>
          </p:grpSpPr>
          <p:sp>
            <p:nvSpPr>
              <p:cNvPr id="7" name="任意多边形: 形状 6">
                <a:extLst>
                  <a:ext uri="{FF2B5EF4-FFF2-40B4-BE49-F238E27FC236}">
                    <a16:creationId xmlns:a16="http://schemas.microsoft.com/office/drawing/2014/main" id="{95C8F607-60C1-FFD0-C215-819507EF7BE4}"/>
                  </a:ext>
                </a:extLst>
              </p:cNvPr>
              <p:cNvSpPr/>
              <p:nvPr/>
            </p:nvSpPr>
            <p:spPr>
              <a:xfrm rot="20113492">
                <a:off x="9728670" y="4647666"/>
                <a:ext cx="1417314" cy="1786784"/>
              </a:xfrm>
              <a:custGeom>
                <a:avLst/>
                <a:gdLst>
                  <a:gd name="connsiteX0" fmla="*/ 1237459 w 1417314"/>
                  <a:gd name="connsiteY0" fmla="*/ -9 h 1786784"/>
                  <a:gd name="connsiteX1" fmla="*/ 1417318 w 1417314"/>
                  <a:gd name="connsiteY1" fmla="*/ -9 h 1786784"/>
                  <a:gd name="connsiteX2" fmla="*/ 1417318 w 1417314"/>
                  <a:gd name="connsiteY2" fmla="*/ 1786775 h 1786784"/>
                  <a:gd name="connsiteX3" fmla="*/ 1237459 w 1417314"/>
                  <a:gd name="connsiteY3" fmla="*/ 1786775 h 1786784"/>
                  <a:gd name="connsiteX4" fmla="*/ 179864 w 1417314"/>
                  <a:gd name="connsiteY4" fmla="*/ 1786775 h 1786784"/>
                  <a:gd name="connsiteX5" fmla="*/ 4 w 1417314"/>
                  <a:gd name="connsiteY5" fmla="*/ 1786775 h 1786784"/>
                  <a:gd name="connsiteX6" fmla="*/ 4 w 1417314"/>
                  <a:gd name="connsiteY6" fmla="*/ -9 h 1786784"/>
                  <a:gd name="connsiteX7" fmla="*/ 179864 w 1417314"/>
                  <a:gd name="connsiteY7" fmla="*/ -9 h 17867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7314" h="1786784">
                    <a:moveTo>
                      <a:pt x="1237459" y="-9"/>
                    </a:moveTo>
                    <a:cubicBezTo>
                      <a:pt x="1336792" y="-9"/>
                      <a:pt x="1417318" y="-9"/>
                      <a:pt x="1417318" y="-9"/>
                    </a:cubicBezTo>
                    <a:lnTo>
                      <a:pt x="1417318" y="1786775"/>
                    </a:lnTo>
                    <a:cubicBezTo>
                      <a:pt x="1417318" y="1786775"/>
                      <a:pt x="1336793" y="1786775"/>
                      <a:pt x="1237459" y="1786775"/>
                    </a:cubicBezTo>
                    <a:lnTo>
                      <a:pt x="179864" y="1786775"/>
                    </a:lnTo>
                    <a:cubicBezTo>
                      <a:pt x="80530" y="1786775"/>
                      <a:pt x="4" y="1786775"/>
                      <a:pt x="4" y="1786775"/>
                    </a:cubicBezTo>
                    <a:lnTo>
                      <a:pt x="4" y="-9"/>
                    </a:lnTo>
                    <a:cubicBezTo>
                      <a:pt x="4" y="-9"/>
                      <a:pt x="80530" y="-9"/>
                      <a:pt x="179864" y="-9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80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" name="任意多边形: 形状 7">
                <a:extLst>
                  <a:ext uri="{FF2B5EF4-FFF2-40B4-BE49-F238E27FC236}">
                    <a16:creationId xmlns:a16="http://schemas.microsoft.com/office/drawing/2014/main" id="{4AECCB7F-7C57-5C6C-401D-39A07253162C}"/>
                  </a:ext>
                </a:extLst>
              </p:cNvPr>
              <p:cNvSpPr/>
              <p:nvPr/>
            </p:nvSpPr>
            <p:spPr>
              <a:xfrm rot="20098199">
                <a:off x="9722586" y="4618758"/>
                <a:ext cx="1414135" cy="1782776"/>
              </a:xfrm>
              <a:custGeom>
                <a:avLst/>
                <a:gdLst>
                  <a:gd name="connsiteX0" fmla="*/ 1234684 w 1414135"/>
                  <a:gd name="connsiteY0" fmla="*/ -10 h 1782776"/>
                  <a:gd name="connsiteX1" fmla="*/ 1414140 w 1414135"/>
                  <a:gd name="connsiteY1" fmla="*/ -10 h 1782776"/>
                  <a:gd name="connsiteX2" fmla="*/ 1414140 w 1414135"/>
                  <a:gd name="connsiteY2" fmla="*/ 1782767 h 1782776"/>
                  <a:gd name="connsiteX3" fmla="*/ 1234684 w 1414135"/>
                  <a:gd name="connsiteY3" fmla="*/ 1782767 h 1782776"/>
                  <a:gd name="connsiteX4" fmla="*/ 179460 w 1414135"/>
                  <a:gd name="connsiteY4" fmla="*/ 1782767 h 1782776"/>
                  <a:gd name="connsiteX5" fmla="*/ 4 w 1414135"/>
                  <a:gd name="connsiteY5" fmla="*/ 1782767 h 1782776"/>
                  <a:gd name="connsiteX6" fmla="*/ 4 w 1414135"/>
                  <a:gd name="connsiteY6" fmla="*/ -10 h 1782776"/>
                  <a:gd name="connsiteX7" fmla="*/ 179460 w 1414135"/>
                  <a:gd name="connsiteY7" fmla="*/ -10 h 17827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4135" h="1782776">
                    <a:moveTo>
                      <a:pt x="1234684" y="-10"/>
                    </a:moveTo>
                    <a:cubicBezTo>
                      <a:pt x="1333795" y="-10"/>
                      <a:pt x="1414140" y="-10"/>
                      <a:pt x="1414140" y="-10"/>
                    </a:cubicBezTo>
                    <a:lnTo>
                      <a:pt x="1414140" y="1782767"/>
                    </a:lnTo>
                    <a:cubicBezTo>
                      <a:pt x="1414140" y="1782767"/>
                      <a:pt x="1333795" y="1782767"/>
                      <a:pt x="1234684" y="1782767"/>
                    </a:cubicBezTo>
                    <a:lnTo>
                      <a:pt x="179460" y="1782767"/>
                    </a:lnTo>
                    <a:cubicBezTo>
                      <a:pt x="80350" y="1782767"/>
                      <a:pt x="4" y="1782767"/>
                      <a:pt x="4" y="1782767"/>
                    </a:cubicBezTo>
                    <a:lnTo>
                      <a:pt x="4" y="-10"/>
                    </a:lnTo>
                    <a:cubicBezTo>
                      <a:pt x="4" y="-10"/>
                      <a:pt x="80350" y="-10"/>
                      <a:pt x="179460" y="-1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" name="任意多边形: 形状 8">
                <a:extLst>
                  <a:ext uri="{FF2B5EF4-FFF2-40B4-BE49-F238E27FC236}">
                    <a16:creationId xmlns:a16="http://schemas.microsoft.com/office/drawing/2014/main" id="{7C545B7D-87EB-21DB-8E83-33D46B767AE8}"/>
                  </a:ext>
                </a:extLst>
              </p:cNvPr>
              <p:cNvSpPr/>
              <p:nvPr/>
            </p:nvSpPr>
            <p:spPr>
              <a:xfrm>
                <a:off x="9681572" y="4742803"/>
                <a:ext cx="1495972" cy="1535214"/>
              </a:xfrm>
              <a:custGeom>
                <a:avLst/>
                <a:gdLst>
                  <a:gd name="connsiteX0" fmla="*/ 4 w 1495972"/>
                  <a:gd name="connsiteY0" fmla="*/ 464846 h 1535214"/>
                  <a:gd name="connsiteX1" fmla="*/ 996202 w 1495972"/>
                  <a:gd name="connsiteY1" fmla="*/ -10 h 1535214"/>
                  <a:gd name="connsiteX2" fmla="*/ 83246 w 1495972"/>
                  <a:gd name="connsiteY2" fmla="*/ 643221 h 1535214"/>
                  <a:gd name="connsiteX3" fmla="*/ 1079552 w 1495972"/>
                  <a:gd name="connsiteY3" fmla="*/ 178365 h 1535214"/>
                  <a:gd name="connsiteX4" fmla="*/ 166596 w 1495972"/>
                  <a:gd name="connsiteY4" fmla="*/ 821596 h 1535214"/>
                  <a:gd name="connsiteX5" fmla="*/ 1162793 w 1495972"/>
                  <a:gd name="connsiteY5" fmla="*/ 356740 h 1535214"/>
                  <a:gd name="connsiteX6" fmla="*/ 249838 w 1495972"/>
                  <a:gd name="connsiteY6" fmla="*/ 999971 h 1535214"/>
                  <a:gd name="connsiteX7" fmla="*/ 1246035 w 1495972"/>
                  <a:gd name="connsiteY7" fmla="*/ 535115 h 1535214"/>
                  <a:gd name="connsiteX8" fmla="*/ 333620 w 1495972"/>
                  <a:gd name="connsiteY8" fmla="*/ 1178455 h 1535214"/>
                  <a:gd name="connsiteX9" fmla="*/ 1329926 w 1495972"/>
                  <a:gd name="connsiteY9" fmla="*/ 713598 h 1535214"/>
                  <a:gd name="connsiteX10" fmla="*/ 416429 w 1495972"/>
                  <a:gd name="connsiteY10" fmla="*/ 1356722 h 1535214"/>
                  <a:gd name="connsiteX11" fmla="*/ 1412627 w 1495972"/>
                  <a:gd name="connsiteY11" fmla="*/ 891865 h 1535214"/>
                  <a:gd name="connsiteX12" fmla="*/ 499671 w 1495972"/>
                  <a:gd name="connsiteY12" fmla="*/ 1535205 h 1535214"/>
                  <a:gd name="connsiteX13" fmla="*/ 1495977 w 1495972"/>
                  <a:gd name="connsiteY13" fmla="*/ 1070348 h 15352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495972" h="1535214">
                    <a:moveTo>
                      <a:pt x="4" y="464846"/>
                    </a:moveTo>
                    <a:lnTo>
                      <a:pt x="996202" y="-10"/>
                    </a:lnTo>
                    <a:moveTo>
                      <a:pt x="83246" y="643221"/>
                    </a:moveTo>
                    <a:lnTo>
                      <a:pt x="1079552" y="178365"/>
                    </a:lnTo>
                    <a:moveTo>
                      <a:pt x="166596" y="821596"/>
                    </a:moveTo>
                    <a:lnTo>
                      <a:pt x="1162793" y="356740"/>
                    </a:lnTo>
                    <a:moveTo>
                      <a:pt x="249838" y="999971"/>
                    </a:moveTo>
                    <a:lnTo>
                      <a:pt x="1246035" y="535115"/>
                    </a:lnTo>
                    <a:moveTo>
                      <a:pt x="333620" y="1178455"/>
                    </a:moveTo>
                    <a:lnTo>
                      <a:pt x="1329926" y="713598"/>
                    </a:lnTo>
                    <a:moveTo>
                      <a:pt x="416429" y="1356722"/>
                    </a:moveTo>
                    <a:lnTo>
                      <a:pt x="1412627" y="891865"/>
                    </a:lnTo>
                    <a:moveTo>
                      <a:pt x="499671" y="1535205"/>
                    </a:moveTo>
                    <a:lnTo>
                      <a:pt x="1495977" y="1070348"/>
                    </a:lnTo>
                  </a:path>
                </a:pathLst>
              </a:custGeom>
              <a:noFill/>
              <a:ln w="16279" cap="rnd">
                <a:solidFill>
                  <a:srgbClr val="B7D0F9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" name="任意多边形: 形状 9">
                <a:extLst>
                  <a:ext uri="{FF2B5EF4-FFF2-40B4-BE49-F238E27FC236}">
                    <a16:creationId xmlns:a16="http://schemas.microsoft.com/office/drawing/2014/main" id="{E0C39FAA-440C-DCC0-DF64-FC312B5DF2E6}"/>
                  </a:ext>
                </a:extLst>
              </p:cNvPr>
              <p:cNvSpPr/>
              <p:nvPr/>
            </p:nvSpPr>
            <p:spPr>
              <a:xfrm>
                <a:off x="10214124" y="4686286"/>
                <a:ext cx="1633980" cy="1937000"/>
              </a:xfrm>
              <a:custGeom>
                <a:avLst/>
                <a:gdLst>
                  <a:gd name="connsiteX0" fmla="*/ 1190880 w 1633980"/>
                  <a:gd name="connsiteY0" fmla="*/ 1934527 h 1937000"/>
                  <a:gd name="connsiteX1" fmla="*/ 149927 w 1633980"/>
                  <a:gd name="connsiteY1" fmla="*/ 1761016 h 1937000"/>
                  <a:gd name="connsiteX2" fmla="*/ 2470 w 1633980"/>
                  <a:gd name="connsiteY2" fmla="*/ 1554534 h 1937000"/>
                  <a:gd name="connsiteX3" fmla="*/ 236628 w 1633980"/>
                  <a:gd name="connsiteY3" fmla="*/ 149911 h 1937000"/>
                  <a:gd name="connsiteX4" fmla="*/ 443111 w 1633980"/>
                  <a:gd name="connsiteY4" fmla="*/ 2455 h 1937000"/>
                  <a:gd name="connsiteX5" fmla="*/ 1484064 w 1633980"/>
                  <a:gd name="connsiteY5" fmla="*/ 176073 h 1937000"/>
                  <a:gd name="connsiteX6" fmla="*/ 1631521 w 1633980"/>
                  <a:gd name="connsiteY6" fmla="*/ 382556 h 1937000"/>
                  <a:gd name="connsiteX7" fmla="*/ 1397363 w 1633980"/>
                  <a:gd name="connsiteY7" fmla="*/ 1787070 h 1937000"/>
                  <a:gd name="connsiteX8" fmla="*/ 1190880 w 1633980"/>
                  <a:gd name="connsiteY8" fmla="*/ 1934527 h 1937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33980" h="1937000">
                    <a:moveTo>
                      <a:pt x="1190880" y="1934527"/>
                    </a:moveTo>
                    <a:lnTo>
                      <a:pt x="149927" y="1761016"/>
                    </a:lnTo>
                    <a:cubicBezTo>
                      <a:pt x="52202" y="1744692"/>
                      <a:pt x="-13805" y="1652261"/>
                      <a:pt x="2470" y="1554534"/>
                    </a:cubicBezTo>
                    <a:lnTo>
                      <a:pt x="236628" y="149911"/>
                    </a:lnTo>
                    <a:cubicBezTo>
                      <a:pt x="252949" y="52183"/>
                      <a:pt x="345378" y="-13815"/>
                      <a:pt x="443111" y="2455"/>
                    </a:cubicBezTo>
                    <a:lnTo>
                      <a:pt x="1484064" y="176073"/>
                    </a:lnTo>
                    <a:cubicBezTo>
                      <a:pt x="1581792" y="192397"/>
                      <a:pt x="1647791" y="284828"/>
                      <a:pt x="1631521" y="382556"/>
                    </a:cubicBezTo>
                    <a:lnTo>
                      <a:pt x="1397363" y="1787070"/>
                    </a:lnTo>
                    <a:cubicBezTo>
                      <a:pt x="1381039" y="1884798"/>
                      <a:pt x="1288608" y="1950797"/>
                      <a:pt x="1190880" y="1934527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" name="任意多边形: 形状 10">
                <a:extLst>
                  <a:ext uri="{FF2B5EF4-FFF2-40B4-BE49-F238E27FC236}">
                    <a16:creationId xmlns:a16="http://schemas.microsoft.com/office/drawing/2014/main" id="{31234BA5-10CE-D4CE-6D6B-BE2F90E9354B}"/>
                  </a:ext>
                </a:extLst>
              </p:cNvPr>
              <p:cNvSpPr/>
              <p:nvPr/>
            </p:nvSpPr>
            <p:spPr>
              <a:xfrm rot="550833">
                <a:off x="10316321" y="4741405"/>
                <a:ext cx="1418160" cy="1787851"/>
              </a:xfrm>
              <a:custGeom>
                <a:avLst/>
                <a:gdLst>
                  <a:gd name="connsiteX0" fmla="*/ 1238199 w 1418160"/>
                  <a:gd name="connsiteY0" fmla="*/ -10 h 1787851"/>
                  <a:gd name="connsiteX1" fmla="*/ 1418166 w 1418160"/>
                  <a:gd name="connsiteY1" fmla="*/ -10 h 1787851"/>
                  <a:gd name="connsiteX2" fmla="*/ 1418166 w 1418160"/>
                  <a:gd name="connsiteY2" fmla="*/ 1787841 h 1787851"/>
                  <a:gd name="connsiteX3" fmla="*/ 1238199 w 1418160"/>
                  <a:gd name="connsiteY3" fmla="*/ 1787841 h 1787851"/>
                  <a:gd name="connsiteX4" fmla="*/ 179972 w 1418160"/>
                  <a:gd name="connsiteY4" fmla="*/ 1787841 h 1787851"/>
                  <a:gd name="connsiteX5" fmla="*/ 6 w 1418160"/>
                  <a:gd name="connsiteY5" fmla="*/ 1787841 h 1787851"/>
                  <a:gd name="connsiteX6" fmla="*/ 6 w 1418160"/>
                  <a:gd name="connsiteY6" fmla="*/ -10 h 1787851"/>
                  <a:gd name="connsiteX7" fmla="*/ 179972 w 1418160"/>
                  <a:gd name="connsiteY7" fmla="*/ -10 h 17878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18160" h="1787851">
                    <a:moveTo>
                      <a:pt x="1238199" y="-10"/>
                    </a:moveTo>
                    <a:cubicBezTo>
                      <a:pt x="1337592" y="-10"/>
                      <a:pt x="1418166" y="-10"/>
                      <a:pt x="1418166" y="-10"/>
                    </a:cubicBezTo>
                    <a:lnTo>
                      <a:pt x="1418166" y="1787841"/>
                    </a:lnTo>
                    <a:cubicBezTo>
                      <a:pt x="1418166" y="1787841"/>
                      <a:pt x="1337592" y="1787841"/>
                      <a:pt x="1238199" y="1787841"/>
                    </a:cubicBezTo>
                    <a:lnTo>
                      <a:pt x="179972" y="1787841"/>
                    </a:lnTo>
                    <a:cubicBezTo>
                      <a:pt x="80579" y="1787841"/>
                      <a:pt x="6" y="1787841"/>
                      <a:pt x="6" y="1787841"/>
                    </a:cubicBezTo>
                    <a:lnTo>
                      <a:pt x="6" y="-10"/>
                    </a:lnTo>
                    <a:cubicBezTo>
                      <a:pt x="6" y="-10"/>
                      <a:pt x="80580" y="-10"/>
                      <a:pt x="179972" y="-10"/>
                    </a:cubicBez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 w="1081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" name="任意多边形: 形状 11">
                <a:extLst>
                  <a:ext uri="{FF2B5EF4-FFF2-40B4-BE49-F238E27FC236}">
                    <a16:creationId xmlns:a16="http://schemas.microsoft.com/office/drawing/2014/main" id="{A83E3C4C-82B8-9991-4AEF-7BC3B8A90F29}"/>
                  </a:ext>
                </a:extLst>
              </p:cNvPr>
              <p:cNvSpPr/>
              <p:nvPr/>
            </p:nvSpPr>
            <p:spPr>
              <a:xfrm>
                <a:off x="10371938" y="4961502"/>
                <a:ext cx="1278246" cy="1346028"/>
              </a:xfrm>
              <a:custGeom>
                <a:avLst/>
                <a:gdLst>
                  <a:gd name="connsiteX0" fmla="*/ 193839 w 1278246"/>
                  <a:gd name="connsiteY0" fmla="*/ -10 h 1346028"/>
                  <a:gd name="connsiteX1" fmla="*/ 1278251 w 1278246"/>
                  <a:gd name="connsiteY1" fmla="*/ 180852 h 1346028"/>
                  <a:gd name="connsiteX2" fmla="*/ 161407 w 1278246"/>
                  <a:gd name="connsiteY2" fmla="*/ 194149 h 1346028"/>
                  <a:gd name="connsiteX3" fmla="*/ 1245927 w 1278246"/>
                  <a:gd name="connsiteY3" fmla="*/ 375010 h 1346028"/>
                  <a:gd name="connsiteX4" fmla="*/ 129083 w 1278246"/>
                  <a:gd name="connsiteY4" fmla="*/ 388415 h 1346028"/>
                  <a:gd name="connsiteX5" fmla="*/ 1213495 w 1278246"/>
                  <a:gd name="connsiteY5" fmla="*/ 569277 h 1346028"/>
                  <a:gd name="connsiteX6" fmla="*/ 96651 w 1278246"/>
                  <a:gd name="connsiteY6" fmla="*/ 582574 h 1346028"/>
                  <a:gd name="connsiteX7" fmla="*/ 1181172 w 1278246"/>
                  <a:gd name="connsiteY7" fmla="*/ 763435 h 1346028"/>
                  <a:gd name="connsiteX8" fmla="*/ 64868 w 1278246"/>
                  <a:gd name="connsiteY8" fmla="*/ 776841 h 1346028"/>
                  <a:gd name="connsiteX9" fmla="*/ 1149280 w 1278246"/>
                  <a:gd name="connsiteY9" fmla="*/ 957594 h 1346028"/>
                  <a:gd name="connsiteX10" fmla="*/ 32436 w 1278246"/>
                  <a:gd name="connsiteY10" fmla="*/ 970999 h 1346028"/>
                  <a:gd name="connsiteX11" fmla="*/ 1116957 w 1278246"/>
                  <a:gd name="connsiteY11" fmla="*/ 1151861 h 1346028"/>
                  <a:gd name="connsiteX12" fmla="*/ 4 w 1278246"/>
                  <a:gd name="connsiteY12" fmla="*/ 1165266 h 1346028"/>
                  <a:gd name="connsiteX13" fmla="*/ 1084525 w 1278246"/>
                  <a:gd name="connsiteY13" fmla="*/ 1346019 h 1346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278246" h="1346028">
                    <a:moveTo>
                      <a:pt x="193839" y="-10"/>
                    </a:moveTo>
                    <a:lnTo>
                      <a:pt x="1278251" y="180852"/>
                    </a:lnTo>
                    <a:moveTo>
                      <a:pt x="161407" y="194149"/>
                    </a:moveTo>
                    <a:lnTo>
                      <a:pt x="1245927" y="375010"/>
                    </a:lnTo>
                    <a:moveTo>
                      <a:pt x="129083" y="388415"/>
                    </a:moveTo>
                    <a:lnTo>
                      <a:pt x="1213495" y="569277"/>
                    </a:lnTo>
                    <a:moveTo>
                      <a:pt x="96651" y="582574"/>
                    </a:moveTo>
                    <a:lnTo>
                      <a:pt x="1181172" y="763435"/>
                    </a:lnTo>
                    <a:moveTo>
                      <a:pt x="64868" y="776841"/>
                    </a:moveTo>
                    <a:lnTo>
                      <a:pt x="1149280" y="957594"/>
                    </a:lnTo>
                    <a:moveTo>
                      <a:pt x="32436" y="970999"/>
                    </a:moveTo>
                    <a:lnTo>
                      <a:pt x="1116957" y="1151861"/>
                    </a:lnTo>
                    <a:moveTo>
                      <a:pt x="4" y="1165266"/>
                    </a:moveTo>
                    <a:lnTo>
                      <a:pt x="1084525" y="1346019"/>
                    </a:lnTo>
                  </a:path>
                </a:pathLst>
              </a:custGeom>
              <a:noFill/>
              <a:ln w="16279" cap="rnd">
                <a:solidFill>
                  <a:srgbClr val="F5F5F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" name="任意多边形: 形状 12">
                <a:extLst>
                  <a:ext uri="{FF2B5EF4-FFF2-40B4-BE49-F238E27FC236}">
                    <a16:creationId xmlns:a16="http://schemas.microsoft.com/office/drawing/2014/main" id="{1FE4F795-1EEA-1E3B-65B9-9085304963C1}"/>
                  </a:ext>
                </a:extLst>
              </p:cNvPr>
              <p:cNvSpPr/>
              <p:nvPr/>
            </p:nvSpPr>
            <p:spPr>
              <a:xfrm rot="16764000">
                <a:off x="10149493" y="3861125"/>
                <a:ext cx="1340515" cy="1340515"/>
              </a:xfrm>
              <a:custGeom>
                <a:avLst/>
                <a:gdLst>
                  <a:gd name="connsiteX0" fmla="*/ 1340520 w 1340515"/>
                  <a:gd name="connsiteY0" fmla="*/ 670248 h 1340515"/>
                  <a:gd name="connsiteX1" fmla="*/ 670262 w 1340515"/>
                  <a:gd name="connsiteY1" fmla="*/ 1340505 h 1340515"/>
                  <a:gd name="connsiteX2" fmla="*/ 4 w 1340515"/>
                  <a:gd name="connsiteY2" fmla="*/ 670248 h 1340515"/>
                  <a:gd name="connsiteX3" fmla="*/ 670262 w 1340515"/>
                  <a:gd name="connsiteY3" fmla="*/ -10 h 1340515"/>
                  <a:gd name="connsiteX4" fmla="*/ 1340520 w 1340515"/>
                  <a:gd name="connsiteY4" fmla="*/ 670248 h 13405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0515" h="1340515">
                    <a:moveTo>
                      <a:pt x="1340520" y="670248"/>
                    </a:moveTo>
                    <a:cubicBezTo>
                      <a:pt x="1340520" y="1040421"/>
                      <a:pt x="1040435" y="1340505"/>
                      <a:pt x="670262" y="1340505"/>
                    </a:cubicBezTo>
                    <a:cubicBezTo>
                      <a:pt x="300089" y="1340505"/>
                      <a:pt x="4" y="1040421"/>
                      <a:pt x="4" y="670248"/>
                    </a:cubicBezTo>
                    <a:cubicBezTo>
                      <a:pt x="4" y="300075"/>
                      <a:pt x="300089" y="-10"/>
                      <a:pt x="670262" y="-10"/>
                    </a:cubicBezTo>
                    <a:cubicBezTo>
                      <a:pt x="1040435" y="-10"/>
                      <a:pt x="1340520" y="300075"/>
                      <a:pt x="1340520" y="670248"/>
                    </a:cubicBezTo>
                    <a:close/>
                  </a:path>
                </a:pathLst>
              </a:custGeom>
              <a:solidFill>
                <a:srgbClr val="0000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" name="任意多边形: 形状 13">
                <a:extLst>
                  <a:ext uri="{FF2B5EF4-FFF2-40B4-BE49-F238E27FC236}">
                    <a16:creationId xmlns:a16="http://schemas.microsoft.com/office/drawing/2014/main" id="{BD28B8A3-497B-B7FF-6B8E-BD83B0320252}"/>
                  </a:ext>
                </a:extLst>
              </p:cNvPr>
              <p:cNvSpPr/>
              <p:nvPr/>
            </p:nvSpPr>
            <p:spPr>
              <a:xfrm>
                <a:off x="10077673" y="3789200"/>
                <a:ext cx="1340515" cy="1340515"/>
              </a:xfrm>
              <a:custGeom>
                <a:avLst/>
                <a:gdLst>
                  <a:gd name="connsiteX0" fmla="*/ 1340516 w 1340515"/>
                  <a:gd name="connsiteY0" fmla="*/ 670258 h 1340515"/>
                  <a:gd name="connsiteX1" fmla="*/ 670258 w 1340515"/>
                  <a:gd name="connsiteY1" fmla="*/ 1340515 h 1340515"/>
                  <a:gd name="connsiteX2" fmla="*/ 0 w 1340515"/>
                  <a:gd name="connsiteY2" fmla="*/ 670258 h 1340515"/>
                  <a:gd name="connsiteX3" fmla="*/ 670258 w 1340515"/>
                  <a:gd name="connsiteY3" fmla="*/ 0 h 1340515"/>
                  <a:gd name="connsiteX4" fmla="*/ 1340516 w 1340515"/>
                  <a:gd name="connsiteY4" fmla="*/ 670258 h 13405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0515" h="1340515">
                    <a:moveTo>
                      <a:pt x="1340516" y="670258"/>
                    </a:moveTo>
                    <a:cubicBezTo>
                      <a:pt x="1340516" y="1040431"/>
                      <a:pt x="1040431" y="1340515"/>
                      <a:pt x="670258" y="1340515"/>
                    </a:cubicBezTo>
                    <a:cubicBezTo>
                      <a:pt x="300085" y="1340515"/>
                      <a:pt x="0" y="1040431"/>
                      <a:pt x="0" y="670258"/>
                    </a:cubicBezTo>
                    <a:cubicBezTo>
                      <a:pt x="0" y="300085"/>
                      <a:pt x="300085" y="0"/>
                      <a:pt x="670258" y="0"/>
                    </a:cubicBezTo>
                    <a:cubicBezTo>
                      <a:pt x="1040431" y="0"/>
                      <a:pt x="1340516" y="300085"/>
                      <a:pt x="1340516" y="670258"/>
                    </a:cubicBezTo>
                    <a:close/>
                  </a:path>
                </a:pathLst>
              </a:custGeom>
              <a:solidFill>
                <a:srgbClr val="F6C94C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" name="任意多边形: 形状 14">
                <a:extLst>
                  <a:ext uri="{FF2B5EF4-FFF2-40B4-BE49-F238E27FC236}">
                    <a16:creationId xmlns:a16="http://schemas.microsoft.com/office/drawing/2014/main" id="{5E1B1ED3-015E-6266-CFD9-03F0BEB583E3}"/>
                  </a:ext>
                </a:extLst>
              </p:cNvPr>
              <p:cNvSpPr/>
              <p:nvPr/>
            </p:nvSpPr>
            <p:spPr>
              <a:xfrm rot="16762802">
                <a:off x="10152740" y="3864151"/>
                <a:ext cx="1190464" cy="1190464"/>
              </a:xfrm>
              <a:custGeom>
                <a:avLst/>
                <a:gdLst>
                  <a:gd name="connsiteX0" fmla="*/ 1190469 w 1190464"/>
                  <a:gd name="connsiteY0" fmla="*/ 595222 h 1190464"/>
                  <a:gd name="connsiteX1" fmla="*/ 595236 w 1190464"/>
                  <a:gd name="connsiteY1" fmla="*/ 1190454 h 1190464"/>
                  <a:gd name="connsiteX2" fmla="*/ 4 w 1190464"/>
                  <a:gd name="connsiteY2" fmla="*/ 595222 h 1190464"/>
                  <a:gd name="connsiteX3" fmla="*/ 595236 w 1190464"/>
                  <a:gd name="connsiteY3" fmla="*/ -10 h 1190464"/>
                  <a:gd name="connsiteX4" fmla="*/ 1190469 w 1190464"/>
                  <a:gd name="connsiteY4" fmla="*/ 595222 h 11904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0464" h="1190464">
                    <a:moveTo>
                      <a:pt x="1190469" y="595222"/>
                    </a:moveTo>
                    <a:cubicBezTo>
                      <a:pt x="1190469" y="923960"/>
                      <a:pt x="923974" y="1190454"/>
                      <a:pt x="595236" y="1190454"/>
                    </a:cubicBezTo>
                    <a:cubicBezTo>
                      <a:pt x="266499" y="1190454"/>
                      <a:pt x="4" y="923960"/>
                      <a:pt x="4" y="595222"/>
                    </a:cubicBezTo>
                    <a:cubicBezTo>
                      <a:pt x="4" y="266485"/>
                      <a:pt x="266499" y="-10"/>
                      <a:pt x="595236" y="-10"/>
                    </a:cubicBezTo>
                    <a:cubicBezTo>
                      <a:pt x="923974" y="-10"/>
                      <a:pt x="1190469" y="266485"/>
                      <a:pt x="1190469" y="595222"/>
                    </a:cubicBezTo>
                    <a:close/>
                  </a:path>
                </a:pathLst>
              </a:custGeom>
              <a:solidFill>
                <a:srgbClr val="682D00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" name="任意多边形: 形状 15">
                <a:extLst>
                  <a:ext uri="{FF2B5EF4-FFF2-40B4-BE49-F238E27FC236}">
                    <a16:creationId xmlns:a16="http://schemas.microsoft.com/office/drawing/2014/main" id="{0CEA449F-CED5-4AB2-95E9-D2EA927362B0}"/>
                  </a:ext>
                </a:extLst>
              </p:cNvPr>
              <p:cNvSpPr/>
              <p:nvPr/>
            </p:nvSpPr>
            <p:spPr>
              <a:xfrm>
                <a:off x="10256771" y="3676581"/>
                <a:ext cx="428674" cy="798010"/>
              </a:xfrm>
              <a:custGeom>
                <a:avLst/>
                <a:gdLst>
                  <a:gd name="connsiteX0" fmla="*/ 390409 w 428674"/>
                  <a:gd name="connsiteY0" fmla="*/ 798001 h 798010"/>
                  <a:gd name="connsiteX1" fmla="*/ 66091 w 428674"/>
                  <a:gd name="connsiteY1" fmla="*/ 457899 h 798010"/>
                  <a:gd name="connsiteX2" fmla="*/ 58740 w 428674"/>
                  <a:gd name="connsiteY2" fmla="*/ 77042 h 798010"/>
                  <a:gd name="connsiteX3" fmla="*/ 265547 w 428674"/>
                  <a:gd name="connsiteY3" fmla="*/ 7205 h 798010"/>
                  <a:gd name="connsiteX4" fmla="*/ 360464 w 428674"/>
                  <a:gd name="connsiteY4" fmla="*/ 133473 h 798010"/>
                  <a:gd name="connsiteX5" fmla="*/ 391923 w 428674"/>
                  <a:gd name="connsiteY5" fmla="*/ 368928 h 798010"/>
                  <a:gd name="connsiteX6" fmla="*/ 428679 w 428674"/>
                  <a:gd name="connsiteY6" fmla="*/ 779731 h 798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28674" h="798010">
                    <a:moveTo>
                      <a:pt x="390409" y="798001"/>
                    </a:moveTo>
                    <a:cubicBezTo>
                      <a:pt x="254934" y="714312"/>
                      <a:pt x="143253" y="597195"/>
                      <a:pt x="66091" y="457899"/>
                    </a:cubicBezTo>
                    <a:cubicBezTo>
                      <a:pt x="-1584" y="336496"/>
                      <a:pt x="-37259" y="190012"/>
                      <a:pt x="58740" y="77042"/>
                    </a:cubicBezTo>
                    <a:cubicBezTo>
                      <a:pt x="102955" y="24826"/>
                      <a:pt x="191494" y="-17443"/>
                      <a:pt x="265547" y="7205"/>
                    </a:cubicBezTo>
                    <a:cubicBezTo>
                      <a:pt x="327383" y="27637"/>
                      <a:pt x="349437" y="83528"/>
                      <a:pt x="360464" y="133473"/>
                    </a:cubicBezTo>
                    <a:cubicBezTo>
                      <a:pt x="376053" y="211192"/>
                      <a:pt x="386561" y="289843"/>
                      <a:pt x="391923" y="368928"/>
                    </a:cubicBezTo>
                    <a:cubicBezTo>
                      <a:pt x="404171" y="505863"/>
                      <a:pt x="416430" y="642796"/>
                      <a:pt x="428679" y="779731"/>
                    </a:cubicBezTo>
                  </a:path>
                </a:pathLst>
              </a:custGeom>
              <a:solidFill>
                <a:schemeClr val="accent2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" name="任意多边形: 形状 16">
                <a:extLst>
                  <a:ext uri="{FF2B5EF4-FFF2-40B4-BE49-F238E27FC236}">
                    <a16:creationId xmlns:a16="http://schemas.microsoft.com/office/drawing/2014/main" id="{AF1E1B4E-2922-FC92-FFBE-48A34BE6AE86}"/>
                  </a:ext>
                </a:extLst>
              </p:cNvPr>
              <p:cNvSpPr/>
              <p:nvPr/>
            </p:nvSpPr>
            <p:spPr>
              <a:xfrm>
                <a:off x="10747931" y="3742038"/>
                <a:ext cx="517477" cy="667042"/>
              </a:xfrm>
              <a:custGeom>
                <a:avLst/>
                <a:gdLst>
                  <a:gd name="connsiteX0" fmla="*/ 4 w 517477"/>
                  <a:gd name="connsiteY0" fmla="*/ 646817 h 667042"/>
                  <a:gd name="connsiteX1" fmla="*/ 187677 w 517477"/>
                  <a:gd name="connsiteY1" fmla="*/ 108232 h 667042"/>
                  <a:gd name="connsiteX2" fmla="*/ 358052 w 517477"/>
                  <a:gd name="connsiteY2" fmla="*/ 126 h 667042"/>
                  <a:gd name="connsiteX3" fmla="*/ 475455 w 517477"/>
                  <a:gd name="connsiteY3" fmla="*/ 71692 h 667042"/>
                  <a:gd name="connsiteX4" fmla="*/ 491238 w 517477"/>
                  <a:gd name="connsiteY4" fmla="*/ 309526 h 667042"/>
                  <a:gd name="connsiteX5" fmla="*/ 302377 w 517477"/>
                  <a:gd name="connsiteY5" fmla="*/ 472442 h 667042"/>
                  <a:gd name="connsiteX6" fmla="*/ 59571 w 517477"/>
                  <a:gd name="connsiteY6" fmla="*/ 667032 h 6670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17477" h="667042">
                    <a:moveTo>
                      <a:pt x="4" y="646817"/>
                    </a:moveTo>
                    <a:cubicBezTo>
                      <a:pt x="5269" y="452184"/>
                      <a:pt x="70846" y="263987"/>
                      <a:pt x="187677" y="108232"/>
                    </a:cubicBezTo>
                    <a:cubicBezTo>
                      <a:pt x="229838" y="52233"/>
                      <a:pt x="287999" y="-3117"/>
                      <a:pt x="358052" y="126"/>
                    </a:cubicBezTo>
                    <a:cubicBezTo>
                      <a:pt x="405618" y="2072"/>
                      <a:pt x="449077" y="32558"/>
                      <a:pt x="475455" y="71692"/>
                    </a:cubicBezTo>
                    <a:cubicBezTo>
                      <a:pt x="521724" y="141096"/>
                      <a:pt x="533832" y="235257"/>
                      <a:pt x="491238" y="309526"/>
                    </a:cubicBezTo>
                    <a:cubicBezTo>
                      <a:pt x="448645" y="383795"/>
                      <a:pt x="367998" y="422064"/>
                      <a:pt x="302377" y="472442"/>
                    </a:cubicBezTo>
                    <a:cubicBezTo>
                      <a:pt x="220325" y="535359"/>
                      <a:pt x="141299" y="603466"/>
                      <a:pt x="59571" y="667032"/>
                    </a:cubicBezTo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" name="任意多边形: 形状 17">
                <a:extLst>
                  <a:ext uri="{FF2B5EF4-FFF2-40B4-BE49-F238E27FC236}">
                    <a16:creationId xmlns:a16="http://schemas.microsoft.com/office/drawing/2014/main" id="{2AD2F217-3452-436E-E9D0-1AE2F9242BB9}"/>
                  </a:ext>
                </a:extLst>
              </p:cNvPr>
              <p:cNvSpPr/>
              <p:nvPr/>
            </p:nvSpPr>
            <p:spPr>
              <a:xfrm>
                <a:off x="9899618" y="4166353"/>
                <a:ext cx="788314" cy="454723"/>
              </a:xfrm>
              <a:custGeom>
                <a:avLst/>
                <a:gdLst>
                  <a:gd name="connsiteX0" fmla="*/ 782481 w 788314"/>
                  <a:gd name="connsiteY0" fmla="*/ 310932 h 454723"/>
                  <a:gd name="connsiteX1" fmla="*/ 246707 w 788314"/>
                  <a:gd name="connsiteY1" fmla="*/ 11478 h 454723"/>
                  <a:gd name="connsiteX2" fmla="*/ 73737 w 788314"/>
                  <a:gd name="connsiteY2" fmla="*/ 22289 h 454723"/>
                  <a:gd name="connsiteX3" fmla="*/ 15144 w 788314"/>
                  <a:gd name="connsiteY3" fmla="*/ 250933 h 454723"/>
                  <a:gd name="connsiteX4" fmla="*/ 368867 w 788314"/>
                  <a:gd name="connsiteY4" fmla="*/ 454713 h 454723"/>
                  <a:gd name="connsiteX5" fmla="*/ 788318 w 788314"/>
                  <a:gd name="connsiteY5" fmla="*/ 353310 h 454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88314" h="454723">
                    <a:moveTo>
                      <a:pt x="782481" y="310932"/>
                    </a:moveTo>
                    <a:cubicBezTo>
                      <a:pt x="605727" y="205853"/>
                      <a:pt x="446055" y="61531"/>
                      <a:pt x="246707" y="11478"/>
                    </a:cubicBezTo>
                    <a:cubicBezTo>
                      <a:pt x="189194" y="-3008"/>
                      <a:pt x="124763" y="-8089"/>
                      <a:pt x="73737" y="22289"/>
                    </a:cubicBezTo>
                    <a:cubicBezTo>
                      <a:pt x="333" y="66288"/>
                      <a:pt x="-16315" y="171043"/>
                      <a:pt x="15144" y="250933"/>
                    </a:cubicBezTo>
                    <a:cubicBezTo>
                      <a:pt x="68332" y="385417"/>
                      <a:pt x="224221" y="454821"/>
                      <a:pt x="368867" y="454713"/>
                    </a:cubicBezTo>
                    <a:cubicBezTo>
                      <a:pt x="513513" y="454605"/>
                      <a:pt x="651456" y="400012"/>
                      <a:pt x="788318" y="353310"/>
                    </a:cubicBezTo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" name="任意多边形: 形状 18">
                <a:extLst>
                  <a:ext uri="{FF2B5EF4-FFF2-40B4-BE49-F238E27FC236}">
                    <a16:creationId xmlns:a16="http://schemas.microsoft.com/office/drawing/2014/main" id="{4AA0DB56-EB1B-7E08-5A05-F6A593B8311A}"/>
                  </a:ext>
                </a:extLst>
              </p:cNvPr>
              <p:cNvSpPr/>
              <p:nvPr/>
            </p:nvSpPr>
            <p:spPr>
              <a:xfrm>
                <a:off x="10164398" y="4419999"/>
                <a:ext cx="642450" cy="741067"/>
              </a:xfrm>
              <a:custGeom>
                <a:avLst/>
                <a:gdLst>
                  <a:gd name="connsiteX0" fmla="*/ 534241 w 642450"/>
                  <a:gd name="connsiteY0" fmla="*/ 518683 h 741067"/>
                  <a:gd name="connsiteX1" fmla="*/ 550997 w 642450"/>
                  <a:gd name="connsiteY1" fmla="*/ 287985 h 741067"/>
                  <a:gd name="connsiteX2" fmla="*/ 642455 w 642450"/>
                  <a:gd name="connsiteY2" fmla="*/ 21611 h 741067"/>
                  <a:gd name="connsiteX3" fmla="*/ 596077 w 642450"/>
                  <a:gd name="connsiteY3" fmla="*/ -10 h 741067"/>
                  <a:gd name="connsiteX4" fmla="*/ 32304 w 642450"/>
                  <a:gd name="connsiteY4" fmla="*/ 379767 h 741067"/>
                  <a:gd name="connsiteX5" fmla="*/ 6142 w 642450"/>
                  <a:gd name="connsiteY5" fmla="*/ 556520 h 741067"/>
                  <a:gd name="connsiteX6" fmla="*/ 155977 w 642450"/>
                  <a:gd name="connsiteY6" fmla="*/ 707869 h 741067"/>
                  <a:gd name="connsiteX7" fmla="*/ 417270 w 642450"/>
                  <a:gd name="connsiteY7" fmla="*/ 710355 h 741067"/>
                  <a:gd name="connsiteX8" fmla="*/ 534241 w 642450"/>
                  <a:gd name="connsiteY8" fmla="*/ 518683 h 74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42450" h="741067">
                    <a:moveTo>
                      <a:pt x="534241" y="518683"/>
                    </a:moveTo>
                    <a:cubicBezTo>
                      <a:pt x="548943" y="443009"/>
                      <a:pt x="545051" y="364956"/>
                      <a:pt x="550997" y="287985"/>
                    </a:cubicBezTo>
                    <a:cubicBezTo>
                      <a:pt x="557267" y="201500"/>
                      <a:pt x="613482" y="104204"/>
                      <a:pt x="642455" y="21611"/>
                    </a:cubicBezTo>
                    <a:lnTo>
                      <a:pt x="596077" y="-10"/>
                    </a:lnTo>
                    <a:cubicBezTo>
                      <a:pt x="357595" y="8963"/>
                      <a:pt x="130248" y="162149"/>
                      <a:pt x="32304" y="379767"/>
                    </a:cubicBezTo>
                    <a:cubicBezTo>
                      <a:pt x="7440" y="435225"/>
                      <a:pt x="-9749" y="497819"/>
                      <a:pt x="6142" y="556520"/>
                    </a:cubicBezTo>
                    <a:cubicBezTo>
                      <a:pt x="25385" y="627438"/>
                      <a:pt x="89060" y="677924"/>
                      <a:pt x="155977" y="707869"/>
                    </a:cubicBezTo>
                    <a:cubicBezTo>
                      <a:pt x="238678" y="745166"/>
                      <a:pt x="339758" y="757598"/>
                      <a:pt x="417270" y="710355"/>
                    </a:cubicBezTo>
                    <a:cubicBezTo>
                      <a:pt x="483106" y="670572"/>
                      <a:pt x="519538" y="594466"/>
                      <a:pt x="534241" y="518683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" name="任意多边形: 形状 19">
                <a:extLst>
                  <a:ext uri="{FF2B5EF4-FFF2-40B4-BE49-F238E27FC236}">
                    <a16:creationId xmlns:a16="http://schemas.microsoft.com/office/drawing/2014/main" id="{5465E115-5A35-38EB-F83C-0AC360949304}"/>
                  </a:ext>
                </a:extLst>
              </p:cNvPr>
              <p:cNvSpPr/>
              <p:nvPr/>
            </p:nvSpPr>
            <p:spPr>
              <a:xfrm>
                <a:off x="10727283" y="4394161"/>
                <a:ext cx="805172" cy="528739"/>
              </a:xfrm>
              <a:custGeom>
                <a:avLst/>
                <a:gdLst>
                  <a:gd name="connsiteX0" fmla="*/ 797287 w 805172"/>
                  <a:gd name="connsiteY0" fmla="*/ 317930 h 528739"/>
                  <a:gd name="connsiteX1" fmla="*/ 790476 w 805172"/>
                  <a:gd name="connsiteY1" fmla="*/ 298039 h 528739"/>
                  <a:gd name="connsiteX2" fmla="*/ 613290 w 805172"/>
                  <a:gd name="connsiteY2" fmla="*/ 88313 h 528739"/>
                  <a:gd name="connsiteX3" fmla="*/ 332214 w 805172"/>
                  <a:gd name="connsiteY3" fmla="*/ 1828 h 528739"/>
                  <a:gd name="connsiteX4" fmla="*/ 4869 w 805172"/>
                  <a:gd name="connsiteY4" fmla="*/ -10 h 528739"/>
                  <a:gd name="connsiteX5" fmla="*/ 4 w 805172"/>
                  <a:gd name="connsiteY5" fmla="*/ 26044 h 528739"/>
                  <a:gd name="connsiteX6" fmla="*/ 227027 w 805172"/>
                  <a:gd name="connsiteY6" fmla="*/ 304417 h 528739"/>
                  <a:gd name="connsiteX7" fmla="*/ 358376 w 805172"/>
                  <a:gd name="connsiteY7" fmla="*/ 441604 h 528739"/>
                  <a:gd name="connsiteX8" fmla="*/ 687667 w 805172"/>
                  <a:gd name="connsiteY8" fmla="*/ 518035 h 528739"/>
                  <a:gd name="connsiteX9" fmla="*/ 793827 w 805172"/>
                  <a:gd name="connsiteY9" fmla="*/ 429171 h 528739"/>
                  <a:gd name="connsiteX10" fmla="*/ 797287 w 805172"/>
                  <a:gd name="connsiteY10" fmla="*/ 317930 h 528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05172" h="528739">
                    <a:moveTo>
                      <a:pt x="797287" y="317930"/>
                    </a:moveTo>
                    <a:cubicBezTo>
                      <a:pt x="795341" y="311228"/>
                      <a:pt x="793071" y="304525"/>
                      <a:pt x="790476" y="298039"/>
                    </a:cubicBezTo>
                    <a:cubicBezTo>
                      <a:pt x="757504" y="213500"/>
                      <a:pt x="688208" y="137825"/>
                      <a:pt x="613290" y="88313"/>
                    </a:cubicBezTo>
                    <a:cubicBezTo>
                      <a:pt x="529054" y="34790"/>
                      <a:pt x="431964" y="4917"/>
                      <a:pt x="332214" y="1828"/>
                    </a:cubicBezTo>
                    <a:cubicBezTo>
                      <a:pt x="222919" y="-3037"/>
                      <a:pt x="112327" y="19774"/>
                      <a:pt x="4869" y="-10"/>
                    </a:cubicBezTo>
                    <a:lnTo>
                      <a:pt x="4" y="26044"/>
                    </a:lnTo>
                    <a:lnTo>
                      <a:pt x="227027" y="304417"/>
                    </a:lnTo>
                    <a:cubicBezTo>
                      <a:pt x="267243" y="353497"/>
                      <a:pt x="307891" y="403118"/>
                      <a:pt x="358376" y="441604"/>
                    </a:cubicBezTo>
                    <a:cubicBezTo>
                      <a:pt x="444861" y="507116"/>
                      <a:pt x="581075" y="549710"/>
                      <a:pt x="687667" y="518035"/>
                    </a:cubicBezTo>
                    <a:cubicBezTo>
                      <a:pt x="733396" y="504413"/>
                      <a:pt x="775341" y="473170"/>
                      <a:pt x="793827" y="429171"/>
                    </a:cubicBezTo>
                    <a:cubicBezTo>
                      <a:pt x="807665" y="393572"/>
                      <a:pt x="808886" y="354319"/>
                      <a:pt x="797287" y="31793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任意多边形: 形状 20">
                <a:extLst>
                  <a:ext uri="{FF2B5EF4-FFF2-40B4-BE49-F238E27FC236}">
                    <a16:creationId xmlns:a16="http://schemas.microsoft.com/office/drawing/2014/main" id="{105DD699-CE48-CC38-A74B-698AC7A889D6}"/>
                  </a:ext>
                </a:extLst>
              </p:cNvPr>
              <p:cNvSpPr/>
              <p:nvPr/>
            </p:nvSpPr>
            <p:spPr>
              <a:xfrm>
                <a:off x="10520109" y="3841818"/>
                <a:ext cx="385598" cy="622197"/>
              </a:xfrm>
              <a:custGeom>
                <a:avLst/>
                <a:gdLst>
                  <a:gd name="connsiteX0" fmla="*/ 373770 w 385598"/>
                  <a:gd name="connsiteY0" fmla="*/ 129315 h 622197"/>
                  <a:gd name="connsiteX1" fmla="*/ 372365 w 385598"/>
                  <a:gd name="connsiteY1" fmla="*/ 124234 h 622197"/>
                  <a:gd name="connsiteX2" fmla="*/ 303609 w 385598"/>
                  <a:gd name="connsiteY2" fmla="*/ 24776 h 622197"/>
                  <a:gd name="connsiteX3" fmla="*/ 34101 w 385598"/>
                  <a:gd name="connsiteY3" fmla="*/ 119044 h 622197"/>
                  <a:gd name="connsiteX4" fmla="*/ 10101 w 385598"/>
                  <a:gd name="connsiteY4" fmla="*/ 342175 h 622197"/>
                  <a:gd name="connsiteX5" fmla="*/ 219394 w 385598"/>
                  <a:gd name="connsiteY5" fmla="*/ 621846 h 622197"/>
                  <a:gd name="connsiteX6" fmla="*/ 312798 w 385598"/>
                  <a:gd name="connsiteY6" fmla="*/ 472551 h 622197"/>
                  <a:gd name="connsiteX7" fmla="*/ 373770 w 385598"/>
                  <a:gd name="connsiteY7" fmla="*/ 129315 h 62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85598" h="622197">
                    <a:moveTo>
                      <a:pt x="373770" y="129315"/>
                    </a:moveTo>
                    <a:cubicBezTo>
                      <a:pt x="373770" y="127585"/>
                      <a:pt x="372797" y="125855"/>
                      <a:pt x="372365" y="124234"/>
                    </a:cubicBezTo>
                    <a:cubicBezTo>
                      <a:pt x="361316" y="84275"/>
                      <a:pt x="337090" y="49225"/>
                      <a:pt x="303609" y="24776"/>
                    </a:cubicBezTo>
                    <a:cubicBezTo>
                      <a:pt x="210097" y="-39223"/>
                      <a:pt x="82748" y="30938"/>
                      <a:pt x="34101" y="119044"/>
                    </a:cubicBezTo>
                    <a:cubicBezTo>
                      <a:pt x="-2872" y="186070"/>
                      <a:pt x="-7953" y="267798"/>
                      <a:pt x="10101" y="342175"/>
                    </a:cubicBezTo>
                    <a:cubicBezTo>
                      <a:pt x="36371" y="450390"/>
                      <a:pt x="219394" y="621522"/>
                      <a:pt x="219394" y="621846"/>
                    </a:cubicBezTo>
                    <a:cubicBezTo>
                      <a:pt x="228367" y="630170"/>
                      <a:pt x="307068" y="483794"/>
                      <a:pt x="312798" y="472551"/>
                    </a:cubicBezTo>
                    <a:cubicBezTo>
                      <a:pt x="365770" y="369526"/>
                      <a:pt x="406742" y="245096"/>
                      <a:pt x="373770" y="129315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" name="任意多边形: 形状 21">
                <a:extLst>
                  <a:ext uri="{FF2B5EF4-FFF2-40B4-BE49-F238E27FC236}">
                    <a16:creationId xmlns:a16="http://schemas.microsoft.com/office/drawing/2014/main" id="{9805C8F9-0ADD-0262-4AB5-E10F8DF7E2D2}"/>
                  </a:ext>
                </a:extLst>
              </p:cNvPr>
              <p:cNvSpPr/>
              <p:nvPr/>
            </p:nvSpPr>
            <p:spPr>
              <a:xfrm>
                <a:off x="10224998" y="4167826"/>
                <a:ext cx="521419" cy="436623"/>
              </a:xfrm>
              <a:custGeom>
                <a:avLst/>
                <a:gdLst>
                  <a:gd name="connsiteX0" fmla="*/ 233429 w 521419"/>
                  <a:gd name="connsiteY0" fmla="*/ 19194 h 436623"/>
                  <a:gd name="connsiteX1" fmla="*/ 92026 w 521419"/>
                  <a:gd name="connsiteY1" fmla="*/ 9140 h 436623"/>
                  <a:gd name="connsiteX2" fmla="*/ 4136 w 521419"/>
                  <a:gd name="connsiteY2" fmla="*/ 123084 h 436623"/>
                  <a:gd name="connsiteX3" fmla="*/ 152674 w 521419"/>
                  <a:gd name="connsiteY3" fmla="*/ 401890 h 436623"/>
                  <a:gd name="connsiteX4" fmla="*/ 267050 w 521419"/>
                  <a:gd name="connsiteY4" fmla="*/ 436484 h 436623"/>
                  <a:gd name="connsiteX5" fmla="*/ 521424 w 521419"/>
                  <a:gd name="connsiteY5" fmla="*/ 301027 h 436623"/>
                  <a:gd name="connsiteX6" fmla="*/ 233429 w 521419"/>
                  <a:gd name="connsiteY6" fmla="*/ 19194 h 436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21419" h="436623">
                    <a:moveTo>
                      <a:pt x="233429" y="19194"/>
                    </a:moveTo>
                    <a:cubicBezTo>
                      <a:pt x="188241" y="2005"/>
                      <a:pt x="136999" y="-8589"/>
                      <a:pt x="92026" y="9140"/>
                    </a:cubicBezTo>
                    <a:cubicBezTo>
                      <a:pt x="47054" y="26870"/>
                      <a:pt x="14190" y="74004"/>
                      <a:pt x="4136" y="123084"/>
                    </a:cubicBezTo>
                    <a:cubicBezTo>
                      <a:pt x="-18674" y="233136"/>
                      <a:pt x="56027" y="344594"/>
                      <a:pt x="152674" y="401890"/>
                    </a:cubicBezTo>
                    <a:cubicBezTo>
                      <a:pt x="187484" y="422430"/>
                      <a:pt x="226727" y="438213"/>
                      <a:pt x="267050" y="436484"/>
                    </a:cubicBezTo>
                    <a:cubicBezTo>
                      <a:pt x="364346" y="432159"/>
                      <a:pt x="429209" y="332810"/>
                      <a:pt x="521424" y="301027"/>
                    </a:cubicBezTo>
                    <a:cubicBezTo>
                      <a:pt x="521316" y="301027"/>
                      <a:pt x="348670" y="63085"/>
                      <a:pt x="233429" y="19194"/>
                    </a:cubicBezTo>
                    <a:close/>
                  </a:path>
                </a:pathLst>
              </a:custGeom>
              <a:solidFill>
                <a:schemeClr val="accent2">
                  <a:lumMod val="40000"/>
                  <a:lumOff val="6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" name="任意多边形: 形状 22">
                <a:extLst>
                  <a:ext uri="{FF2B5EF4-FFF2-40B4-BE49-F238E27FC236}">
                    <a16:creationId xmlns:a16="http://schemas.microsoft.com/office/drawing/2014/main" id="{BBAB4F90-54C8-F125-88F2-0E02C9EB0356}"/>
                  </a:ext>
                </a:extLst>
              </p:cNvPr>
              <p:cNvSpPr/>
              <p:nvPr/>
            </p:nvSpPr>
            <p:spPr>
              <a:xfrm>
                <a:off x="10740580" y="4153312"/>
                <a:ext cx="574920" cy="417182"/>
              </a:xfrm>
              <a:custGeom>
                <a:avLst/>
                <a:gdLst>
                  <a:gd name="connsiteX0" fmla="*/ 535238 w 574920"/>
                  <a:gd name="connsiteY0" fmla="*/ 75978 h 417182"/>
                  <a:gd name="connsiteX1" fmla="*/ 351457 w 574920"/>
                  <a:gd name="connsiteY1" fmla="*/ 5277 h 417182"/>
                  <a:gd name="connsiteX2" fmla="*/ 263459 w 574920"/>
                  <a:gd name="connsiteY2" fmla="*/ 53924 h 417182"/>
                  <a:gd name="connsiteX3" fmla="*/ 4 w 574920"/>
                  <a:gd name="connsiteY3" fmla="*/ 293379 h 417182"/>
                  <a:gd name="connsiteX4" fmla="*/ 270270 w 574920"/>
                  <a:gd name="connsiteY4" fmla="*/ 401485 h 417182"/>
                  <a:gd name="connsiteX5" fmla="*/ 527238 w 574920"/>
                  <a:gd name="connsiteY5" fmla="*/ 354567 h 417182"/>
                  <a:gd name="connsiteX6" fmla="*/ 565724 w 574920"/>
                  <a:gd name="connsiteY6" fmla="*/ 276515 h 417182"/>
                  <a:gd name="connsiteX7" fmla="*/ 535238 w 574920"/>
                  <a:gd name="connsiteY7" fmla="*/ 75978 h 41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74920" h="417182">
                    <a:moveTo>
                      <a:pt x="535238" y="75978"/>
                    </a:moveTo>
                    <a:cubicBezTo>
                      <a:pt x="494590" y="19222"/>
                      <a:pt x="419132" y="-13426"/>
                      <a:pt x="351457" y="5277"/>
                    </a:cubicBezTo>
                    <a:cubicBezTo>
                      <a:pt x="319425" y="16032"/>
                      <a:pt x="289610" y="32515"/>
                      <a:pt x="263459" y="53924"/>
                    </a:cubicBezTo>
                    <a:cubicBezTo>
                      <a:pt x="167688" y="124527"/>
                      <a:pt x="79408" y="204766"/>
                      <a:pt x="4" y="293379"/>
                    </a:cubicBezTo>
                    <a:cubicBezTo>
                      <a:pt x="4" y="293379"/>
                      <a:pt x="181623" y="374459"/>
                      <a:pt x="270270" y="401485"/>
                    </a:cubicBezTo>
                    <a:cubicBezTo>
                      <a:pt x="358917" y="428512"/>
                      <a:pt x="467888" y="425269"/>
                      <a:pt x="527238" y="354567"/>
                    </a:cubicBezTo>
                    <a:cubicBezTo>
                      <a:pt x="545594" y="331660"/>
                      <a:pt x="558729" y="305022"/>
                      <a:pt x="565724" y="276515"/>
                    </a:cubicBezTo>
                    <a:cubicBezTo>
                      <a:pt x="583885" y="208408"/>
                      <a:pt x="575886" y="132301"/>
                      <a:pt x="535238" y="75978"/>
                    </a:cubicBezTo>
                    <a:close/>
                  </a:path>
                </a:pathLst>
              </a:custGeom>
              <a:solidFill>
                <a:schemeClr val="accent2">
                  <a:lumMod val="40000"/>
                  <a:lumOff val="6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4" name="任意多边形: 形状 23">
                <a:extLst>
                  <a:ext uri="{FF2B5EF4-FFF2-40B4-BE49-F238E27FC236}">
                    <a16:creationId xmlns:a16="http://schemas.microsoft.com/office/drawing/2014/main" id="{58CCA2F4-6CF9-0E38-85EA-0B2377CF46DF}"/>
                  </a:ext>
                </a:extLst>
              </p:cNvPr>
              <p:cNvSpPr/>
              <p:nvPr/>
            </p:nvSpPr>
            <p:spPr>
              <a:xfrm>
                <a:off x="10659478" y="4459457"/>
                <a:ext cx="468375" cy="561722"/>
              </a:xfrm>
              <a:custGeom>
                <a:avLst/>
                <a:gdLst>
                  <a:gd name="connsiteX0" fmla="*/ 81863 w 468375"/>
                  <a:gd name="connsiteY0" fmla="*/ -10 h 561722"/>
                  <a:gd name="connsiteX1" fmla="*/ 9323 w 468375"/>
                  <a:gd name="connsiteY1" fmla="*/ 156420 h 561722"/>
                  <a:gd name="connsiteX2" fmla="*/ 41755 w 468375"/>
                  <a:gd name="connsiteY2" fmla="*/ 433712 h 561722"/>
                  <a:gd name="connsiteX3" fmla="*/ 277210 w 468375"/>
                  <a:gd name="connsiteY3" fmla="*/ 558682 h 561722"/>
                  <a:gd name="connsiteX4" fmla="*/ 443045 w 468375"/>
                  <a:gd name="connsiteY4" fmla="*/ 226040 h 561722"/>
                  <a:gd name="connsiteX5" fmla="*/ 295805 w 468375"/>
                  <a:gd name="connsiteY5" fmla="*/ 98583 h 561722"/>
                  <a:gd name="connsiteX6" fmla="*/ 81863 w 468375"/>
                  <a:gd name="connsiteY6" fmla="*/ -10 h 561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68375" h="561722">
                    <a:moveTo>
                      <a:pt x="81863" y="-10"/>
                    </a:moveTo>
                    <a:cubicBezTo>
                      <a:pt x="38620" y="39773"/>
                      <a:pt x="19702" y="98907"/>
                      <a:pt x="9323" y="156420"/>
                    </a:cubicBezTo>
                    <a:cubicBezTo>
                      <a:pt x="-7541" y="249823"/>
                      <a:pt x="-4190" y="351011"/>
                      <a:pt x="41755" y="433712"/>
                    </a:cubicBezTo>
                    <a:cubicBezTo>
                      <a:pt x="87700" y="516413"/>
                      <a:pt x="183915" y="576088"/>
                      <a:pt x="277210" y="558682"/>
                    </a:cubicBezTo>
                    <a:cubicBezTo>
                      <a:pt x="421640" y="531764"/>
                      <a:pt x="516233" y="356524"/>
                      <a:pt x="443045" y="226040"/>
                    </a:cubicBezTo>
                    <a:cubicBezTo>
                      <a:pt x="410613" y="168636"/>
                      <a:pt x="353966" y="129501"/>
                      <a:pt x="295805" y="98583"/>
                    </a:cubicBezTo>
                    <a:cubicBezTo>
                      <a:pt x="234508" y="66043"/>
                      <a:pt x="81863" y="-10"/>
                      <a:pt x="81863" y="-10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 w="107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AA8697EB-03F0-D4D1-9199-AD64C1BB1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45A1697-1C5A-FE06-5AA4-C70F68A55FF4}"/>
              </a:ext>
            </a:extLst>
          </p:cNvPr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List3-5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3518543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BFA878F7-98D4-60D8-812F-9B05000CFF4A}"/>
              </a:ext>
            </a:extLst>
          </p:cNvPr>
          <p:cNvGrpSpPr/>
          <p:nvPr/>
        </p:nvGrpSpPr>
        <p:grpSpPr>
          <a:xfrm>
            <a:off x="666750" y="999103"/>
            <a:ext cx="10858500" cy="5003800"/>
            <a:chOff x="660400" y="1130301"/>
            <a:chExt cx="10858500" cy="5003800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BB20043-EA92-573D-02FC-E66747C801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0400" y="1130301"/>
              <a:ext cx="10858500" cy="7239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 algn="ctr">
                <a:buSzPct val="25000"/>
              </a:pPr>
              <a:r>
                <a:rPr lang="en-US" altLang="zh-CN" sz="2400" b="1" dirty="0">
                  <a:solidFill>
                    <a:schemeClr val="tx1"/>
                  </a:solidFill>
                </a:rPr>
                <a:t>{</a:t>
              </a:r>
              <a:r>
                <a:rPr lang="en-US" altLang="zh-CN" sz="2400" b="1" dirty="0" err="1">
                  <a:solidFill>
                    <a:schemeClr val="tx1"/>
                  </a:solidFill>
                </a:rPr>
                <a:t>slideTitle</a:t>
              </a:r>
              <a:r>
                <a:rPr lang="en-US" altLang="zh-CN" sz="2400" b="1" dirty="0">
                  <a:solidFill>
                    <a:schemeClr val="tx1"/>
                  </a:solidFill>
                </a:rPr>
                <a:t>}</a:t>
              </a:r>
            </a:p>
          </p:txBody>
        </p: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8E407BD8-BA89-01BC-4268-1D4FA7E76532}"/>
                </a:ext>
              </a:extLst>
            </p:cNvPr>
            <p:cNvGrpSpPr/>
            <p:nvPr/>
          </p:nvGrpSpPr>
          <p:grpSpPr>
            <a:xfrm>
              <a:off x="660400" y="2222502"/>
              <a:ext cx="3403539" cy="3911599"/>
              <a:chOff x="660400" y="2222502"/>
              <a:chExt cx="3403539" cy="3911599"/>
            </a:xfrm>
          </p:grpSpPr>
          <p:grpSp>
            <p:nvGrpSpPr>
              <p:cNvPr id="24" name="组合 23">
                <a:extLst>
                  <a:ext uri="{FF2B5EF4-FFF2-40B4-BE49-F238E27FC236}">
                    <a16:creationId xmlns:a16="http://schemas.microsoft.com/office/drawing/2014/main" id="{280D7B15-3783-F8F7-CADD-457F42DB3C55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660406" y="2222502"/>
                <a:ext cx="3403533" cy="3911599"/>
                <a:chOff x="4943929" y="-1119616"/>
                <a:chExt cx="6574971" cy="7253716"/>
              </a:xfrm>
            </p:grpSpPr>
            <p:grpSp>
              <p:nvGrpSpPr>
                <p:cNvPr id="26" name="组合 25">
                  <a:extLst>
                    <a:ext uri="{FF2B5EF4-FFF2-40B4-BE49-F238E27FC236}">
                      <a16:creationId xmlns:a16="http://schemas.microsoft.com/office/drawing/2014/main" id="{ACC36242-6855-5D35-2B2A-F6CC8AA7981F}"/>
                    </a:ext>
                  </a:extLst>
                </p:cNvPr>
                <p:cNvGrpSpPr/>
                <p:nvPr/>
              </p:nvGrpSpPr>
              <p:grpSpPr>
                <a:xfrm>
                  <a:off x="4943929" y="-1119616"/>
                  <a:ext cx="6574971" cy="7253716"/>
                  <a:chOff x="4943929" y="-3561833"/>
                  <a:chExt cx="6574971" cy="9695933"/>
                </a:xfrm>
              </p:grpSpPr>
              <p:sp>
                <p:nvSpPr>
                  <p:cNvPr id="29" name="矩形 28">
                    <a:extLst>
                      <a:ext uri="{FF2B5EF4-FFF2-40B4-BE49-F238E27FC236}">
                        <a16:creationId xmlns:a16="http://schemas.microsoft.com/office/drawing/2014/main" id="{46F1FF13-3379-ACE2-F880-2B0F062BC7A8}"/>
                      </a:ext>
                    </a:extLst>
                  </p:cNvPr>
                  <p:cNvSpPr/>
                  <p:nvPr/>
                </p:nvSpPr>
                <p:spPr>
                  <a:xfrm>
                    <a:off x="4943929" y="-3561833"/>
                    <a:ext cx="6574971" cy="9695933"/>
                  </a:xfrm>
                  <a:prstGeom prst="rect">
                    <a:avLst/>
                  </a:prstGeom>
                  <a:gradFill flip="none" rotWithShape="1">
                    <a:gsLst>
                      <a:gs pos="55000">
                        <a:schemeClr val="bg1"/>
                      </a:gs>
                      <a:gs pos="99000">
                        <a:schemeClr val="accent1">
                          <a:lumMod val="20000"/>
                          <a:lumOff val="80000"/>
                        </a:schemeClr>
                      </a:gs>
                    </a:gsLst>
                    <a:lin ang="2700000" scaled="1"/>
                    <a:tileRect/>
                  </a:gradFill>
                  <a:ln w="12700" cap="rnd">
                    <a:noFill/>
                    <a:prstDash val="solid"/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normAutofit/>
                  </a:bodyPr>
                  <a:lstStyle/>
                  <a:p>
                    <a:pPr algn="r"/>
                    <a:endParaRPr lang="zh-CN" altLang="en-US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30" name="矩形 29">
                    <a:extLst>
                      <a:ext uri="{FF2B5EF4-FFF2-40B4-BE49-F238E27FC236}">
                        <a16:creationId xmlns:a16="http://schemas.microsoft.com/office/drawing/2014/main" id="{026F99BC-B52D-9983-E834-95253B0D70DB}"/>
                      </a:ext>
                    </a:extLst>
                  </p:cNvPr>
                  <p:cNvSpPr/>
                  <p:nvPr/>
                </p:nvSpPr>
                <p:spPr>
                  <a:xfrm>
                    <a:off x="11303988" y="-3561833"/>
                    <a:ext cx="214912" cy="9695933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100000">
                        <a:schemeClr val="accent1"/>
                      </a:gs>
                    </a:gsLst>
                    <a:lin ang="16200000" scaled="1"/>
                    <a:tileRect/>
                  </a:gradFill>
                  <a:ln>
                    <a:noFill/>
                  </a:ln>
                  <a:effectLst>
                    <a:outerShdw blurRad="50800" dist="50800" dir="5400000" algn="ctr" rotWithShape="0">
                      <a:schemeClr val="accent1">
                        <a:alpha val="15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ctr" anchorCtr="0">
                    <a:normAutofit/>
                  </a:bodyPr>
                  <a:lstStyle/>
                  <a:p>
                    <a:pPr algn="ctr"/>
                    <a:endParaRPr kumimoji="1" lang="zh-CN" altLang="en-US" b="1">
                      <a:solidFill>
                        <a:srgbClr val="FFFFFF"/>
                      </a:solidFill>
                    </a:endParaRPr>
                  </a:p>
                </p:txBody>
              </p:sp>
            </p:grpSp>
            <p:sp>
              <p:nvSpPr>
                <p:cNvPr id="27" name="矩形: 圆角 26">
                  <a:extLst>
                    <a:ext uri="{FF2B5EF4-FFF2-40B4-BE49-F238E27FC236}">
                      <a16:creationId xmlns:a16="http://schemas.microsoft.com/office/drawing/2014/main" id="{A0F69D16-2705-6198-474C-EEC0108F7F4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780889" y="2911911"/>
                  <a:ext cx="4901050" cy="874424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50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  <a:effectLst>
                  <a:outerShdw blurRad="508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b="1" dirty="0">
                      <a:solidFill>
                        <a:srgbClr val="FFFFFF"/>
                      </a:solidFill>
                    </a:rPr>
                    <a:t>{vItem.item1}</a:t>
                  </a:r>
                </a:p>
              </p:txBody>
            </p:sp>
            <p:sp>
              <p:nvSpPr>
                <p:cNvPr id="28" name="矩形 27">
                  <a:extLst>
                    <a:ext uri="{FF2B5EF4-FFF2-40B4-BE49-F238E27FC236}">
                      <a16:creationId xmlns:a16="http://schemas.microsoft.com/office/drawing/2014/main" id="{B0283EFA-0A3F-E187-D192-EA80F564FAF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780887" y="4045613"/>
                  <a:ext cx="4901052" cy="179984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kumimoji="1" lang="en-US" altLang="zh-CN" sz="1200" dirty="0">
                      <a:solidFill>
                        <a:schemeClr val="tx1"/>
                      </a:solidFill>
                    </a:rPr>
                    <a:t>{vItem.item1_Desc}</a:t>
                  </a:r>
                </a:p>
              </p:txBody>
            </p:sp>
          </p:grpSp>
          <p:sp>
            <p:nvSpPr>
              <p:cNvPr id="25" name="流程图: 文档 24">
                <a:extLst>
                  <a:ext uri="{FF2B5EF4-FFF2-40B4-BE49-F238E27FC236}">
                    <a16:creationId xmlns:a16="http://schemas.microsoft.com/office/drawing/2014/main" id="{7838FE85-F873-8730-6167-AC5E01A897C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60400" y="2222502"/>
                <a:ext cx="3403538" cy="1970702"/>
              </a:xfrm>
              <a:prstGeom prst="flowChartDocument">
                <a:avLst/>
              </a:prstGeom>
              <a:blipFill>
                <a:blip r:embed="rId2"/>
                <a:stretch>
                  <a:fillRect t="-8361" b="-8263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05CC75B0-4F3C-CEC4-6A74-3C4F6E1F1714}"/>
                </a:ext>
              </a:extLst>
            </p:cNvPr>
            <p:cNvGrpSpPr/>
            <p:nvPr/>
          </p:nvGrpSpPr>
          <p:grpSpPr>
            <a:xfrm>
              <a:off x="4387886" y="2222502"/>
              <a:ext cx="3403534" cy="3911599"/>
              <a:chOff x="4387886" y="2222502"/>
              <a:chExt cx="3403534" cy="3911599"/>
            </a:xfrm>
          </p:grpSpPr>
          <p:grpSp>
            <p:nvGrpSpPr>
              <p:cNvPr id="17" name="组合 16">
                <a:extLst>
                  <a:ext uri="{FF2B5EF4-FFF2-40B4-BE49-F238E27FC236}">
                    <a16:creationId xmlns:a16="http://schemas.microsoft.com/office/drawing/2014/main" id="{D0325964-FF4C-248C-B4AA-B5AECF4BE4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4387887" y="2222502"/>
                <a:ext cx="3403533" cy="3911599"/>
                <a:chOff x="4943929" y="-1119616"/>
                <a:chExt cx="6574972" cy="7253716"/>
              </a:xfrm>
            </p:grpSpPr>
            <p:grpSp>
              <p:nvGrpSpPr>
                <p:cNvPr id="19" name="组合 18">
                  <a:extLst>
                    <a:ext uri="{FF2B5EF4-FFF2-40B4-BE49-F238E27FC236}">
                      <a16:creationId xmlns:a16="http://schemas.microsoft.com/office/drawing/2014/main" id="{0ACA56D8-ADE3-2326-EF6A-A6321A0060A8}"/>
                    </a:ext>
                  </a:extLst>
                </p:cNvPr>
                <p:cNvGrpSpPr/>
                <p:nvPr/>
              </p:nvGrpSpPr>
              <p:grpSpPr>
                <a:xfrm>
                  <a:off x="4943929" y="-1119616"/>
                  <a:ext cx="6574972" cy="7253716"/>
                  <a:chOff x="4943929" y="-3561833"/>
                  <a:chExt cx="6574972" cy="9695933"/>
                </a:xfrm>
              </p:grpSpPr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F354A3D4-E0C8-8328-7DB7-3A9B9414C8FB}"/>
                      </a:ext>
                    </a:extLst>
                  </p:cNvPr>
                  <p:cNvSpPr/>
                  <p:nvPr/>
                </p:nvSpPr>
                <p:spPr>
                  <a:xfrm>
                    <a:off x="4943929" y="-3561833"/>
                    <a:ext cx="6574971" cy="9695933"/>
                  </a:xfrm>
                  <a:prstGeom prst="rect">
                    <a:avLst/>
                  </a:prstGeom>
                  <a:gradFill flip="none" rotWithShape="1">
                    <a:gsLst>
                      <a:gs pos="55000">
                        <a:schemeClr val="bg1"/>
                      </a:gs>
                      <a:gs pos="99000">
                        <a:schemeClr val="accent1">
                          <a:lumMod val="20000"/>
                          <a:lumOff val="80000"/>
                        </a:schemeClr>
                      </a:gs>
                    </a:gsLst>
                    <a:lin ang="2700000" scaled="1"/>
                    <a:tileRect/>
                  </a:gradFill>
                  <a:ln w="12700" cap="rnd">
                    <a:noFill/>
                    <a:prstDash val="solid"/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normAutofit/>
                  </a:bodyPr>
                  <a:lstStyle/>
                  <a:p>
                    <a:pPr algn="r"/>
                    <a:endParaRPr lang="zh-CN" altLang="en-US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23" name="矩形 22">
                    <a:extLst>
                      <a:ext uri="{FF2B5EF4-FFF2-40B4-BE49-F238E27FC236}">
                        <a16:creationId xmlns:a16="http://schemas.microsoft.com/office/drawing/2014/main" id="{30AA8D03-D925-A5BE-6A62-283C15833CF1}"/>
                      </a:ext>
                    </a:extLst>
                  </p:cNvPr>
                  <p:cNvSpPr/>
                  <p:nvPr/>
                </p:nvSpPr>
                <p:spPr>
                  <a:xfrm>
                    <a:off x="11303989" y="-3561833"/>
                    <a:ext cx="214912" cy="9695933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/>
                      </a:gs>
                    </a:gsLst>
                    <a:lin ang="16200000" scaled="1"/>
                    <a:tileRect/>
                  </a:gradFill>
                  <a:ln>
                    <a:noFill/>
                  </a:ln>
                  <a:effectLst>
                    <a:outerShdw blurRad="50800" dist="50800" dir="5400000" algn="ctr" rotWithShape="0">
                      <a:schemeClr val="accent2">
                        <a:alpha val="15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ctr" anchorCtr="0">
                    <a:normAutofit/>
                  </a:bodyPr>
                  <a:lstStyle/>
                  <a:p>
                    <a:pPr algn="ctr"/>
                    <a:endParaRPr kumimoji="1" lang="zh-CN" altLang="en-US" b="1">
                      <a:solidFill>
                        <a:srgbClr val="FFFFFF"/>
                      </a:solidFill>
                    </a:endParaRPr>
                  </a:p>
                </p:txBody>
              </p:sp>
            </p:grpSp>
            <p:sp>
              <p:nvSpPr>
                <p:cNvPr id="20" name="矩形: 圆角 19">
                  <a:extLst>
                    <a:ext uri="{FF2B5EF4-FFF2-40B4-BE49-F238E27FC236}">
                      <a16:creationId xmlns:a16="http://schemas.microsoft.com/office/drawing/2014/main" id="{6CBF476F-D480-DA7A-6EEF-DC9008FDDB7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780889" y="2911911"/>
                  <a:ext cx="4901051" cy="874424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50000">
                      <a:schemeClr val="accent2"/>
                    </a:gs>
                  </a:gsLst>
                  <a:lin ang="2700000" scaled="1"/>
                  <a:tileRect/>
                </a:gradFill>
                <a:ln>
                  <a:noFill/>
                </a:ln>
                <a:effectLst>
                  <a:outerShdw blurRad="508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b="1" dirty="0">
                      <a:solidFill>
                        <a:srgbClr val="FFFFFF"/>
                      </a:solidFill>
                    </a:rPr>
                    <a:t>{vItem.item2}</a:t>
                  </a:r>
                </a:p>
              </p:txBody>
            </p:sp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3C825898-8962-865B-AB9E-49D2C3047A1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780887" y="4045613"/>
                  <a:ext cx="4901053" cy="179984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kumimoji="1" lang="en-US" altLang="zh-CN" sz="1200" dirty="0">
                      <a:solidFill>
                        <a:schemeClr val="tx1"/>
                      </a:solidFill>
                    </a:rPr>
                    <a:t>{vItem.item2_Desc}</a:t>
                  </a:r>
                </a:p>
              </p:txBody>
            </p:sp>
          </p:grpSp>
          <p:sp>
            <p:nvSpPr>
              <p:cNvPr id="18" name="流程图: 文档 17">
                <a:extLst>
                  <a:ext uri="{FF2B5EF4-FFF2-40B4-BE49-F238E27FC236}">
                    <a16:creationId xmlns:a16="http://schemas.microsoft.com/office/drawing/2014/main" id="{DCAF64DC-1447-0A89-8031-AB4052D0D50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387886" y="2222502"/>
                <a:ext cx="3403533" cy="1970702"/>
              </a:xfrm>
              <a:prstGeom prst="flowChartDocument">
                <a:avLst/>
              </a:prstGeom>
              <a:blipFill>
                <a:blip r:embed="rId3"/>
                <a:stretch>
                  <a:fillRect t="-20100" b="-19850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DFC0C730-E79E-4DC2-C4BF-DE3FAEE699D8}"/>
                </a:ext>
              </a:extLst>
            </p:cNvPr>
            <p:cNvGrpSpPr/>
            <p:nvPr/>
          </p:nvGrpSpPr>
          <p:grpSpPr>
            <a:xfrm>
              <a:off x="8115367" y="2222502"/>
              <a:ext cx="3403533" cy="3911599"/>
              <a:chOff x="8115367" y="2222502"/>
              <a:chExt cx="3403533" cy="3911599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82EA60B9-693C-4E57-9098-DB562E3F463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115367" y="2222502"/>
                <a:ext cx="3403533" cy="3911599"/>
                <a:chOff x="4943929" y="-1119616"/>
                <a:chExt cx="6574971" cy="7253716"/>
              </a:xfrm>
            </p:grpSpPr>
            <p:grpSp>
              <p:nvGrpSpPr>
                <p:cNvPr id="12" name="组合 11">
                  <a:extLst>
                    <a:ext uri="{FF2B5EF4-FFF2-40B4-BE49-F238E27FC236}">
                      <a16:creationId xmlns:a16="http://schemas.microsoft.com/office/drawing/2014/main" id="{AA696388-37B8-DE92-DF95-3A1FCF8038BA}"/>
                    </a:ext>
                  </a:extLst>
                </p:cNvPr>
                <p:cNvGrpSpPr/>
                <p:nvPr/>
              </p:nvGrpSpPr>
              <p:grpSpPr>
                <a:xfrm>
                  <a:off x="4943929" y="-1119616"/>
                  <a:ext cx="6574971" cy="7253716"/>
                  <a:chOff x="4943929" y="-3561833"/>
                  <a:chExt cx="6574971" cy="9695933"/>
                </a:xfrm>
              </p:grpSpPr>
              <p:sp>
                <p:nvSpPr>
                  <p:cNvPr id="15" name="矩形 14">
                    <a:extLst>
                      <a:ext uri="{FF2B5EF4-FFF2-40B4-BE49-F238E27FC236}">
                        <a16:creationId xmlns:a16="http://schemas.microsoft.com/office/drawing/2014/main" id="{126006BC-5624-13D3-16DE-30F3D1F7BBE0}"/>
                      </a:ext>
                    </a:extLst>
                  </p:cNvPr>
                  <p:cNvSpPr/>
                  <p:nvPr/>
                </p:nvSpPr>
                <p:spPr>
                  <a:xfrm>
                    <a:off x="4943929" y="-3561833"/>
                    <a:ext cx="6574971" cy="9695933"/>
                  </a:xfrm>
                  <a:prstGeom prst="rect">
                    <a:avLst/>
                  </a:prstGeom>
                  <a:gradFill flip="none" rotWithShape="1">
                    <a:gsLst>
                      <a:gs pos="55000">
                        <a:schemeClr val="bg1"/>
                      </a:gs>
                      <a:gs pos="99000">
                        <a:schemeClr val="accent1">
                          <a:lumMod val="20000"/>
                          <a:lumOff val="80000"/>
                        </a:schemeClr>
                      </a:gs>
                    </a:gsLst>
                    <a:lin ang="2700000" scaled="1"/>
                    <a:tileRect/>
                  </a:gradFill>
                  <a:ln w="12700" cap="rnd">
                    <a:noFill/>
                    <a:prstDash val="solid"/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normAutofit/>
                  </a:bodyPr>
                  <a:lstStyle/>
                  <a:p>
                    <a:pPr algn="r"/>
                    <a:endParaRPr lang="zh-CN" altLang="en-US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16" name="矩形 15">
                    <a:extLst>
                      <a:ext uri="{FF2B5EF4-FFF2-40B4-BE49-F238E27FC236}">
                        <a16:creationId xmlns:a16="http://schemas.microsoft.com/office/drawing/2014/main" id="{7E91F6EC-81A0-7179-96AB-3EA3EF8F4D93}"/>
                      </a:ext>
                    </a:extLst>
                  </p:cNvPr>
                  <p:cNvSpPr/>
                  <p:nvPr/>
                </p:nvSpPr>
                <p:spPr>
                  <a:xfrm>
                    <a:off x="11303988" y="-3561833"/>
                    <a:ext cx="214912" cy="9695933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100000">
                        <a:schemeClr val="accent1"/>
                      </a:gs>
                    </a:gsLst>
                    <a:lin ang="16200000" scaled="1"/>
                    <a:tileRect/>
                  </a:gradFill>
                  <a:ln>
                    <a:noFill/>
                  </a:ln>
                  <a:effectLst>
                    <a:outerShdw blurRad="50800" dist="50800" dir="5400000" algn="ctr" rotWithShape="0">
                      <a:schemeClr val="accent1">
                        <a:alpha val="15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ctr" anchorCtr="0">
                    <a:normAutofit/>
                  </a:bodyPr>
                  <a:lstStyle/>
                  <a:p>
                    <a:pPr algn="ctr"/>
                    <a:endParaRPr kumimoji="1" lang="zh-CN" altLang="en-US" b="1">
                      <a:solidFill>
                        <a:srgbClr val="FFFFFF"/>
                      </a:solidFill>
                    </a:endParaRPr>
                  </a:p>
                </p:txBody>
              </p:sp>
            </p:grpSp>
            <p:sp>
              <p:nvSpPr>
                <p:cNvPr id="13" name="矩形: 圆角 12">
                  <a:extLst>
                    <a:ext uri="{FF2B5EF4-FFF2-40B4-BE49-F238E27FC236}">
                      <a16:creationId xmlns:a16="http://schemas.microsoft.com/office/drawing/2014/main" id="{2E095132-61B3-04EC-82E6-BFF098CF2135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780889" y="2911911"/>
                  <a:ext cx="4901050" cy="874424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50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  <a:effectLst>
                  <a:outerShdw blurRad="508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b="1" dirty="0">
                      <a:solidFill>
                        <a:srgbClr val="FFFFFF"/>
                      </a:solidFill>
                    </a:rPr>
                    <a:t>{vItem.item3}</a:t>
                  </a:r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06C5A803-0938-A3D8-1AB3-FEF36E121184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780887" y="4045613"/>
                  <a:ext cx="4901052" cy="179984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kumimoji="1" lang="en-US" altLang="zh-CN" sz="1200" dirty="0">
                      <a:solidFill>
                        <a:schemeClr val="tx1"/>
                      </a:solidFill>
                    </a:rPr>
                    <a:t>{vItem.item3_Desc}</a:t>
                  </a:r>
                </a:p>
              </p:txBody>
            </p:sp>
          </p:grpSp>
          <p:sp>
            <p:nvSpPr>
              <p:cNvPr id="11" name="流程图: 文档 10">
                <a:extLst>
                  <a:ext uri="{FF2B5EF4-FFF2-40B4-BE49-F238E27FC236}">
                    <a16:creationId xmlns:a16="http://schemas.microsoft.com/office/drawing/2014/main" id="{7B9114A7-3524-005A-A5B0-E5DF9DFC8E1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15367" y="2222502"/>
                <a:ext cx="3403533" cy="1970702"/>
              </a:xfrm>
              <a:prstGeom prst="flowChartDocument">
                <a:avLst/>
              </a:prstGeom>
              <a:blipFill>
                <a:blip r:embed="rId4"/>
                <a:stretch>
                  <a:fillRect t="-8361" b="-8263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2426ADE0-D428-09E7-1A70-5048A364A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A97C7FB-52CE-EF21-31C5-229BAA2ED363}"/>
              </a:ext>
            </a:extLst>
          </p:cNvPr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imageList1-3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7304258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51CA01AD-7098-6A83-82CD-31452E38121E}"/>
              </a:ext>
            </a:extLst>
          </p:cNvPr>
          <p:cNvGrpSpPr/>
          <p:nvPr/>
        </p:nvGrpSpPr>
        <p:grpSpPr>
          <a:xfrm>
            <a:off x="660400" y="1130301"/>
            <a:ext cx="10858500" cy="4797065"/>
            <a:chOff x="660400" y="1130301"/>
            <a:chExt cx="10858500" cy="4797065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E13C9569-AA9B-F91E-272D-4BBE26DBFC2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0400" y="1130301"/>
              <a:ext cx="10858500" cy="76028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 algn="ctr">
                <a:buSzPct val="25000"/>
              </a:pPr>
              <a:r>
                <a:rPr lang="en-US" altLang="zh-CN" sz="2400" b="1" dirty="0">
                  <a:solidFill>
                    <a:schemeClr val="tx1"/>
                  </a:solidFill>
                </a:rPr>
                <a:t>{</a:t>
              </a:r>
              <a:r>
                <a:rPr lang="en-US" altLang="zh-CN" sz="2400" b="1" dirty="0" err="1">
                  <a:solidFill>
                    <a:schemeClr val="tx1"/>
                  </a:solidFill>
                </a:rPr>
                <a:t>slideTitle</a:t>
              </a:r>
              <a:r>
                <a:rPr lang="en-US" altLang="zh-CN" sz="2400" b="1" dirty="0">
                  <a:solidFill>
                    <a:schemeClr val="tx1"/>
                  </a:solidFill>
                </a:rPr>
                <a:t>}</a:t>
              </a:r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04D81F07-7D52-0673-1169-4BE484E7DF38}"/>
                </a:ext>
              </a:extLst>
            </p:cNvPr>
            <p:cNvGrpSpPr/>
            <p:nvPr/>
          </p:nvGrpSpPr>
          <p:grpSpPr>
            <a:xfrm>
              <a:off x="969310" y="1904555"/>
              <a:ext cx="2050928" cy="4022811"/>
              <a:chOff x="660397" y="2111290"/>
              <a:chExt cx="2050928" cy="4022811"/>
            </a:xfrm>
          </p:grpSpPr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9BF3D28C-EA8F-E5FC-B42F-7CA58D6FA86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660397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32" name="矩形: 单圆角 31">
                  <a:extLst>
                    <a:ext uri="{FF2B5EF4-FFF2-40B4-BE49-F238E27FC236}">
                      <a16:creationId xmlns:a16="http://schemas.microsoft.com/office/drawing/2014/main" id="{2F1DB7B2-64F6-55AB-1D04-3E2931E06AD5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33" name="任意多边形: 形状 32">
                  <a:extLst>
                    <a:ext uri="{FF2B5EF4-FFF2-40B4-BE49-F238E27FC236}">
                      <a16:creationId xmlns:a16="http://schemas.microsoft.com/office/drawing/2014/main" id="{087DEC7C-4751-94F2-8957-21E0D41067EE}"/>
                    </a:ext>
                  </a:extLst>
                </p:cNvPr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01</a:t>
                  </a: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337DE9D5-035D-BFD7-6BC6-E4EC32EA177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{vItem.item1}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DA5A5C07-8C0A-C14C-C437-8F4694B534A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{vItem.item1_Desc}</a:t>
                  </a:r>
                </a:p>
              </p:txBody>
            </p:sp>
          </p:grpSp>
          <p:sp>
            <p:nvSpPr>
              <p:cNvPr id="7" name="矩形: 圆角 6">
                <a:extLst>
                  <a:ext uri="{FF2B5EF4-FFF2-40B4-BE49-F238E27FC236}">
                    <a16:creationId xmlns:a16="http://schemas.microsoft.com/office/drawing/2014/main" id="{B9A94148-41F3-A7A9-2D67-049D1243DA5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60397" y="2111290"/>
                <a:ext cx="1922923" cy="1892930"/>
              </a:xfrm>
              <a:prstGeom prst="roundRect">
                <a:avLst/>
              </a:prstGeom>
              <a:blipFill>
                <a:blip r:embed="rId2"/>
                <a:stretch>
                  <a:fillRect l="-23987" r="-23673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61ADFF7C-073D-14BC-45F9-06B715E2FD15}"/>
                </a:ext>
              </a:extLst>
            </p:cNvPr>
            <p:cNvGrpSpPr/>
            <p:nvPr/>
          </p:nvGrpSpPr>
          <p:grpSpPr>
            <a:xfrm>
              <a:off x="3691815" y="1904555"/>
              <a:ext cx="2050928" cy="4022811"/>
              <a:chOff x="2830285" y="2111290"/>
              <a:chExt cx="2050928" cy="4022811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0B5594ED-C3AF-0DA1-4EEF-735285C77DA1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2830285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8" name="矩形: 单圆角 27">
                  <a:extLst>
                    <a:ext uri="{FF2B5EF4-FFF2-40B4-BE49-F238E27FC236}">
                      <a16:creationId xmlns:a16="http://schemas.microsoft.com/office/drawing/2014/main" id="{1262A2D4-03FF-64E6-2F76-B8B214BE983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9" name="任意多边形: 形状 28">
                  <a:extLst>
                    <a:ext uri="{FF2B5EF4-FFF2-40B4-BE49-F238E27FC236}">
                      <a16:creationId xmlns:a16="http://schemas.microsoft.com/office/drawing/2014/main" id="{C0CE963F-B358-ED74-19D3-57AC51AA51E5}"/>
                    </a:ext>
                  </a:extLst>
                </p:cNvPr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02</a:t>
                  </a:r>
                </a:p>
              </p:txBody>
            </p:sp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3F2C1AF5-B2B1-13E7-ED87-680972A64C6B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{vItem.item2}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8AEBCBEF-6251-7831-2D1E-C179D7C9D8A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{vItem.item2_Desc}</a:t>
                  </a:r>
                </a:p>
              </p:txBody>
            </p:sp>
          </p:grpSp>
          <p:sp>
            <p:nvSpPr>
              <p:cNvPr id="9" name="矩形: 圆角 8">
                <a:extLst>
                  <a:ext uri="{FF2B5EF4-FFF2-40B4-BE49-F238E27FC236}">
                    <a16:creationId xmlns:a16="http://schemas.microsoft.com/office/drawing/2014/main" id="{3B9256D1-CAB4-CA0E-10B4-8E06DE51CB2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830288" y="2111290"/>
                <a:ext cx="1922920" cy="1892930"/>
              </a:xfrm>
              <a:prstGeom prst="roundRect">
                <a:avLst/>
              </a:prstGeom>
              <a:blipFill>
                <a:blip r:embed="rId3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1F5C9AB9-54B8-63B8-DF58-5CBF75F12A93}"/>
                </a:ext>
              </a:extLst>
            </p:cNvPr>
            <p:cNvGrpSpPr/>
            <p:nvPr/>
          </p:nvGrpSpPr>
          <p:grpSpPr>
            <a:xfrm>
              <a:off x="6414320" y="1904555"/>
              <a:ext cx="2050928" cy="4022811"/>
              <a:chOff x="5000170" y="2111290"/>
              <a:chExt cx="2050928" cy="4022811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E2FDE333-4FFF-948B-0957-7D69CDCF13B1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5000170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4" name="矩形: 单圆角 23">
                  <a:extLst>
                    <a:ext uri="{FF2B5EF4-FFF2-40B4-BE49-F238E27FC236}">
                      <a16:creationId xmlns:a16="http://schemas.microsoft.com/office/drawing/2014/main" id="{E9158650-00BC-B622-0461-B60009E1D03F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5" name="任意多边形: 形状 24">
                  <a:extLst>
                    <a:ext uri="{FF2B5EF4-FFF2-40B4-BE49-F238E27FC236}">
                      <a16:creationId xmlns:a16="http://schemas.microsoft.com/office/drawing/2014/main" id="{0D662E55-FE23-7F69-8C67-07E625E6C60E}"/>
                    </a:ext>
                  </a:extLst>
                </p:cNvPr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87000">
                      <a:schemeClr val="accent1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03</a:t>
                  </a:r>
                </a:p>
              </p:txBody>
            </p:sp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BFF24CEE-3450-456C-2C6C-6A05C08A921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{vItem.item3}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1A6115C1-D0B4-1AC2-47FE-F8D68FEF299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{vItem.item3_Desc}</a:t>
                  </a:r>
                </a:p>
              </p:txBody>
            </p:sp>
          </p:grpSp>
          <p:sp>
            <p:nvSpPr>
              <p:cNvPr id="11" name="矩形: 圆角 10">
                <a:extLst>
                  <a:ext uri="{FF2B5EF4-FFF2-40B4-BE49-F238E27FC236}">
                    <a16:creationId xmlns:a16="http://schemas.microsoft.com/office/drawing/2014/main" id="{CA0F6A1C-70C0-B1A4-571F-1594A2CB7BB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000173" y="2111290"/>
                <a:ext cx="1922920" cy="1892930"/>
              </a:xfrm>
              <a:prstGeom prst="roundRect">
                <a:avLst/>
              </a:prstGeom>
              <a:blipFill>
                <a:blip r:embed="rId4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86EB4964-948F-FFAB-6A13-9BA69F898BC7}"/>
                </a:ext>
              </a:extLst>
            </p:cNvPr>
            <p:cNvGrpSpPr/>
            <p:nvPr/>
          </p:nvGrpSpPr>
          <p:grpSpPr>
            <a:xfrm>
              <a:off x="9136824" y="1904555"/>
              <a:ext cx="2050928" cy="4022811"/>
              <a:chOff x="7170052" y="2111290"/>
              <a:chExt cx="2050928" cy="4022811"/>
            </a:xfrm>
          </p:grpSpPr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103154FD-E153-AAF2-6948-93F1C6C8760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170052" y="4115434"/>
                <a:ext cx="2050928" cy="2018667"/>
                <a:chOff x="5314043" y="4048863"/>
                <a:chExt cx="1654476" cy="2809136"/>
              </a:xfrm>
            </p:grpSpPr>
            <p:sp>
              <p:nvSpPr>
                <p:cNvPr id="20" name="矩形: 单圆角 19">
                  <a:extLst>
                    <a:ext uri="{FF2B5EF4-FFF2-40B4-BE49-F238E27FC236}">
                      <a16:creationId xmlns:a16="http://schemas.microsoft.com/office/drawing/2014/main" id="{AC91C89C-CEED-D6F5-88A3-7E8B2DA71F2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314044" y="4048863"/>
                  <a:ext cx="1654474" cy="2809136"/>
                </a:xfrm>
                <a:prstGeom prst="round1Rect">
                  <a:avLst/>
                </a:prstGeom>
                <a:gradFill flip="none" rotWithShape="1">
                  <a:gsLst>
                    <a:gs pos="24000">
                      <a:schemeClr val="bg1"/>
                    </a:gs>
                    <a:gs pos="100000">
                      <a:schemeClr val="bg1">
                        <a:alpha val="62000"/>
                      </a:schemeClr>
                    </a:gs>
                  </a:gsLst>
                  <a:lin ang="5400000" scaled="1"/>
                  <a:tileRect/>
                </a:gradFill>
                <a:ln w="38100">
                  <a:gradFill flip="none" rotWithShape="1">
                    <a:gsLst>
                      <a:gs pos="0">
                        <a:schemeClr val="accent2">
                          <a:alpha val="0"/>
                        </a:schemeClr>
                      </a:gs>
                      <a:gs pos="100000">
                        <a:schemeClr val="accent2">
                          <a:alpha val="24000"/>
                        </a:schemeClr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1" name="任意多边形: 形状 20">
                  <a:extLst>
                    <a:ext uri="{FF2B5EF4-FFF2-40B4-BE49-F238E27FC236}">
                      <a16:creationId xmlns:a16="http://schemas.microsoft.com/office/drawing/2014/main" id="{C8C32F3E-1B1C-D58C-D50D-5C65BB395A48}"/>
                    </a:ext>
                  </a:extLst>
                </p:cNvPr>
                <p:cNvSpPr/>
                <p:nvPr/>
              </p:nvSpPr>
              <p:spPr>
                <a:xfrm>
                  <a:off x="5314045" y="4048864"/>
                  <a:ext cx="580821" cy="628885"/>
                </a:xfrm>
                <a:custGeom>
                  <a:avLst/>
                  <a:gdLst>
                    <a:gd name="connsiteX0" fmla="*/ 0 w 1507673"/>
                    <a:gd name="connsiteY0" fmla="*/ 0 h 1741714"/>
                    <a:gd name="connsiteX1" fmla="*/ 1074057 w 1507673"/>
                    <a:gd name="connsiteY1" fmla="*/ 0 h 1741714"/>
                    <a:gd name="connsiteX2" fmla="*/ 1507673 w 1507673"/>
                    <a:gd name="connsiteY2" fmla="*/ 870857 h 1741714"/>
                    <a:gd name="connsiteX3" fmla="*/ 1074057 w 1507673"/>
                    <a:gd name="connsiteY3" fmla="*/ 1741714 h 1741714"/>
                    <a:gd name="connsiteX4" fmla="*/ 0 w 1507673"/>
                    <a:gd name="connsiteY4" fmla="*/ 1741714 h 1741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7673" h="1741714">
                      <a:moveTo>
                        <a:pt x="0" y="0"/>
                      </a:moveTo>
                      <a:lnTo>
                        <a:pt x="1074057" y="0"/>
                      </a:lnTo>
                      <a:cubicBezTo>
                        <a:pt x="1313537" y="0"/>
                        <a:pt x="1507673" y="389896"/>
                        <a:pt x="1507673" y="870857"/>
                      </a:cubicBezTo>
                      <a:cubicBezTo>
                        <a:pt x="1507673" y="1351818"/>
                        <a:pt x="1313537" y="1741714"/>
                        <a:pt x="1074057" y="1741714"/>
                      </a:cubicBezTo>
                      <a:lnTo>
                        <a:pt x="0" y="1741714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87000">
                      <a:schemeClr val="accent2"/>
                    </a:gs>
                  </a:gsLst>
                  <a:lin ang="2700000" scaled="1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rmAutofit/>
                </a:bodyPr>
                <a:lstStyle/>
                <a:p>
                  <a:pPr algn="ctr"/>
                  <a:r>
                    <a:rPr lang="de-DE" altLang="zh-CN" sz="2000" b="1" dirty="0">
                      <a:solidFill>
                        <a:schemeClr val="bg1"/>
                      </a:solidFill>
                    </a:rPr>
                    <a:t>04</a:t>
                  </a:r>
                </a:p>
              </p:txBody>
            </p:sp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96560475-E356-B28B-7F5E-47906827D61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314044" y="4766115"/>
                  <a:ext cx="1654475" cy="7480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en-US" altLang="zh-CN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{vItem.item4}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70FED709-381A-A194-52AF-3BB8FF39594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314043" y="5533374"/>
                  <a:ext cx="1654475" cy="122249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altLang="zh-CN" sz="1200" dirty="0"/>
                    <a:t>{vItem.item4_Desc}</a:t>
                  </a:r>
                </a:p>
              </p:txBody>
            </p:sp>
          </p:grpSp>
          <p:sp>
            <p:nvSpPr>
              <p:cNvPr id="13" name="矩形: 圆角 12">
                <a:extLst>
                  <a:ext uri="{FF2B5EF4-FFF2-40B4-BE49-F238E27FC236}">
                    <a16:creationId xmlns:a16="http://schemas.microsoft.com/office/drawing/2014/main" id="{B5171AD7-0766-525D-91F6-93FEB62FCFC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170055" y="2111290"/>
                <a:ext cx="1922920" cy="1892930"/>
              </a:xfrm>
              <a:prstGeom prst="roundRect">
                <a:avLst/>
              </a:prstGeom>
              <a:blipFill>
                <a:blip r:embed="rId5"/>
                <a:stretch>
                  <a:fillRect l="-23988" r="-23674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EB77A9BA-36F4-C5B7-C799-BE9F8094E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EB60F55-3F7F-DE2D-00E5-1E23C00347C2}"/>
              </a:ext>
            </a:extLst>
          </p:cNvPr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imageList1-4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153718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F3407-A773-7DB4-FCC7-6550CDEE5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组合 41">
            <a:extLst>
              <a:ext uri="{FF2B5EF4-FFF2-40B4-BE49-F238E27FC236}">
                <a16:creationId xmlns:a16="http://schemas.microsoft.com/office/drawing/2014/main" id="{CC728C83-4C9B-E2CB-EAA3-694FD6F00884}"/>
              </a:ext>
            </a:extLst>
          </p:cNvPr>
          <p:cNvGrpSpPr/>
          <p:nvPr/>
        </p:nvGrpSpPr>
        <p:grpSpPr>
          <a:xfrm>
            <a:off x="660400" y="1130301"/>
            <a:ext cx="10858500" cy="5003800"/>
            <a:chOff x="660400" y="1130301"/>
            <a:chExt cx="10858500" cy="5003800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4E6762C-001F-A981-B92B-45315FC0808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0400" y="1130301"/>
              <a:ext cx="10858500" cy="76028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 algn="ctr">
                <a:buSzPct val="25000"/>
              </a:pPr>
              <a:r>
                <a:rPr lang="en-US" altLang="zh-CN" sz="2400" b="1" dirty="0">
                  <a:solidFill>
                    <a:schemeClr val="tx1"/>
                  </a:solidFill>
                </a:rPr>
                <a:t>{</a:t>
              </a:r>
              <a:r>
                <a:rPr lang="en-US" altLang="zh-CN" sz="2400" b="1" dirty="0" err="1">
                  <a:solidFill>
                    <a:schemeClr val="tx1"/>
                  </a:solidFill>
                </a:rPr>
                <a:t>slideTitle</a:t>
              </a:r>
              <a:r>
                <a:rPr lang="en-US" altLang="zh-CN" sz="2400" b="1" dirty="0">
                  <a:solidFill>
                    <a:schemeClr val="tx1"/>
                  </a:solidFill>
                </a:rPr>
                <a:t>}</a:t>
              </a:r>
            </a:p>
          </p:txBody>
        </p: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B1F7F8BB-5EC8-CCE6-136E-B353C5D7BF09}"/>
                </a:ext>
              </a:extLst>
            </p:cNvPr>
            <p:cNvGrpSpPr/>
            <p:nvPr/>
          </p:nvGrpSpPr>
          <p:grpSpPr>
            <a:xfrm>
              <a:off x="730769" y="2111290"/>
              <a:ext cx="10730462" cy="4022811"/>
              <a:chOff x="660397" y="2111290"/>
              <a:chExt cx="10730462" cy="4022811"/>
            </a:xfrm>
          </p:grpSpPr>
          <p:grpSp>
            <p:nvGrpSpPr>
              <p:cNvPr id="4" name="组合 3">
                <a:extLst>
                  <a:ext uri="{FF2B5EF4-FFF2-40B4-BE49-F238E27FC236}">
                    <a16:creationId xmlns:a16="http://schemas.microsoft.com/office/drawing/2014/main" id="{02A03414-A313-A5C5-B69E-12220AB4E849}"/>
                  </a:ext>
                </a:extLst>
              </p:cNvPr>
              <p:cNvGrpSpPr/>
              <p:nvPr/>
            </p:nvGrpSpPr>
            <p:grpSpPr>
              <a:xfrm>
                <a:off x="660397" y="2111290"/>
                <a:ext cx="2050928" cy="4022811"/>
                <a:chOff x="660397" y="2111290"/>
                <a:chExt cx="2050928" cy="4022811"/>
              </a:xfrm>
            </p:grpSpPr>
            <p:grpSp>
              <p:nvGrpSpPr>
                <p:cNvPr id="6" name="组合 5">
                  <a:extLst>
                    <a:ext uri="{FF2B5EF4-FFF2-40B4-BE49-F238E27FC236}">
                      <a16:creationId xmlns:a16="http://schemas.microsoft.com/office/drawing/2014/main" id="{C6F3AE33-A59F-FA60-16A8-0542CE73692D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660397" y="4115434"/>
                  <a:ext cx="2050928" cy="2018667"/>
                  <a:chOff x="5314043" y="4048863"/>
                  <a:chExt cx="1654476" cy="2809136"/>
                </a:xfrm>
              </p:grpSpPr>
              <p:sp>
                <p:nvSpPr>
                  <p:cNvPr id="32" name="矩形: 单圆角 31">
                    <a:extLst>
                      <a:ext uri="{FF2B5EF4-FFF2-40B4-BE49-F238E27FC236}">
                        <a16:creationId xmlns:a16="http://schemas.microsoft.com/office/drawing/2014/main" id="{6B669785-D961-6CFD-5E72-5F883E15BF9E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5314044" y="4048863"/>
                    <a:ext cx="1654474" cy="2809136"/>
                  </a:xfrm>
                  <a:prstGeom prst="round1Rect">
                    <a:avLst/>
                  </a:prstGeom>
                  <a:gradFill flip="none" rotWithShape="1">
                    <a:gsLst>
                      <a:gs pos="24000">
                        <a:schemeClr val="bg1"/>
                      </a:gs>
                      <a:gs pos="100000">
                        <a:schemeClr val="bg1">
                          <a:alpha val="62000"/>
                        </a:schemeClr>
                      </a:gs>
                    </a:gsLst>
                    <a:lin ang="5400000" scaled="1"/>
                    <a:tileRect/>
                  </a:gradFill>
                  <a:ln w="38100">
                    <a:gradFill flip="none" rotWithShape="1">
                      <a:gsLst>
                        <a:gs pos="0">
                          <a:schemeClr val="accent1">
                            <a:alpha val="0"/>
                          </a:schemeClr>
                        </a:gs>
                        <a:gs pos="100000">
                          <a:schemeClr val="accent1">
                            <a:alpha val="24000"/>
                          </a:schemeClr>
                        </a:gs>
                      </a:gsLst>
                      <a:lin ang="16200000" scaled="1"/>
                      <a:tileRect/>
                    </a:gradFill>
                  </a:ln>
                  <a:effectLst>
                    <a:outerShdw blurRad="533400" dist="50800" dir="5400000" algn="ctr" rotWithShape="0">
                      <a:schemeClr val="accent1">
                        <a:alpha val="15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endParaRPr lang="zh-CN" altLang="en-US" dirty="0"/>
                  </a:p>
                </p:txBody>
              </p:sp>
              <p:sp>
                <p:nvSpPr>
                  <p:cNvPr id="33" name="任意多边形: 形状 32">
                    <a:extLst>
                      <a:ext uri="{FF2B5EF4-FFF2-40B4-BE49-F238E27FC236}">
                        <a16:creationId xmlns:a16="http://schemas.microsoft.com/office/drawing/2014/main" id="{02271B4E-4A12-4F35-83CA-5868154B79CE}"/>
                      </a:ext>
                    </a:extLst>
                  </p:cNvPr>
                  <p:cNvSpPr/>
                  <p:nvPr/>
                </p:nvSpPr>
                <p:spPr>
                  <a:xfrm>
                    <a:off x="5314045" y="4048864"/>
                    <a:ext cx="580821" cy="628885"/>
                  </a:xfrm>
                  <a:custGeom>
                    <a:avLst/>
                    <a:gdLst>
                      <a:gd name="connsiteX0" fmla="*/ 0 w 1507673"/>
                      <a:gd name="connsiteY0" fmla="*/ 0 h 1741714"/>
                      <a:gd name="connsiteX1" fmla="*/ 1074057 w 1507673"/>
                      <a:gd name="connsiteY1" fmla="*/ 0 h 1741714"/>
                      <a:gd name="connsiteX2" fmla="*/ 1507673 w 1507673"/>
                      <a:gd name="connsiteY2" fmla="*/ 870857 h 1741714"/>
                      <a:gd name="connsiteX3" fmla="*/ 1074057 w 1507673"/>
                      <a:gd name="connsiteY3" fmla="*/ 1741714 h 1741714"/>
                      <a:gd name="connsiteX4" fmla="*/ 0 w 1507673"/>
                      <a:gd name="connsiteY4" fmla="*/ 1741714 h 1741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507673" h="1741714">
                        <a:moveTo>
                          <a:pt x="0" y="0"/>
                        </a:moveTo>
                        <a:lnTo>
                          <a:pt x="1074057" y="0"/>
                        </a:lnTo>
                        <a:cubicBezTo>
                          <a:pt x="1313537" y="0"/>
                          <a:pt x="1507673" y="389896"/>
                          <a:pt x="1507673" y="870857"/>
                        </a:cubicBezTo>
                        <a:cubicBezTo>
                          <a:pt x="1507673" y="1351818"/>
                          <a:pt x="1313537" y="1741714"/>
                          <a:pt x="1074057" y="1741714"/>
                        </a:cubicBezTo>
                        <a:lnTo>
                          <a:pt x="0" y="1741714"/>
                        </a:ln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87000">
                        <a:schemeClr val="accent1"/>
                      </a:gs>
                    </a:gsLst>
                    <a:lin ang="2700000" scaled="1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r>
                      <a:rPr lang="de-DE" altLang="zh-CN" sz="2000" b="1" dirty="0">
                        <a:solidFill>
                          <a:schemeClr val="bg1"/>
                        </a:solidFill>
                      </a:rPr>
                      <a:t>01</a:t>
                    </a:r>
                  </a:p>
                </p:txBody>
              </p:sp>
              <p:sp>
                <p:nvSpPr>
                  <p:cNvPr id="34" name="文本框 33">
                    <a:extLst>
                      <a:ext uri="{FF2B5EF4-FFF2-40B4-BE49-F238E27FC236}">
                        <a16:creationId xmlns:a16="http://schemas.microsoft.com/office/drawing/2014/main" id="{E377409F-E311-DB20-A8C8-C4ACA6DDB0D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5314044" y="4766115"/>
                    <a:ext cx="1654475" cy="7480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91440" tIns="45720" rIns="91440" bIns="45720" anchor="b" anchorCtr="0">
                    <a:normAutofit/>
                  </a:bodyPr>
                  <a:lstStyle/>
                  <a:p>
                    <a:pPr marL="0" marR="0" lvl="0" indent="0" defTabSz="913765" rtl="0" eaLnBrk="1" fontAlgn="auto" latinLnBrk="0" hangingPunct="1"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Pct val="25000"/>
                      <a:buFontTx/>
                      <a:buNone/>
                      <a:defRPr/>
                    </a:pPr>
                    <a:r>
                      <a:rPr kumimoji="0" lang="en-US" altLang="zh-CN" b="1" i="0" u="none" strike="noStrike" kern="1200" cap="none" spc="0" normalizeH="0" baseline="0" noProof="0" dirty="0">
                        <a:ln>
                          <a:noFill/>
                        </a:ln>
                        <a:effectLst/>
                        <a:uLnTx/>
                        <a:uFillTx/>
                      </a:rPr>
                      <a:t>{vItem.item1}</a:t>
                    </a:r>
                    <a:endParaRPr kumimoji="0" lang="de-DE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35" name="文本框 34">
                    <a:extLst>
                      <a:ext uri="{FF2B5EF4-FFF2-40B4-BE49-F238E27FC236}">
                        <a16:creationId xmlns:a16="http://schemas.microsoft.com/office/drawing/2014/main" id="{68448DB3-E9AD-4068-59A3-23B8384864C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5314043" y="5533374"/>
                    <a:ext cx="1654475" cy="122249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91440" tIns="45720" rIns="91440" bIns="45720" anchor="t" anchorCtr="0">
                    <a:norm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lang="en-US" altLang="zh-CN" sz="1200" dirty="0"/>
                      <a:t>{vItem.item1_Desc}</a:t>
                    </a:r>
                  </a:p>
                </p:txBody>
              </p:sp>
            </p:grpSp>
            <p:sp>
              <p:nvSpPr>
                <p:cNvPr id="7" name="矩形: 圆角 6">
                  <a:extLst>
                    <a:ext uri="{FF2B5EF4-FFF2-40B4-BE49-F238E27FC236}">
                      <a16:creationId xmlns:a16="http://schemas.microsoft.com/office/drawing/2014/main" id="{1DBA0BA5-FC3F-A167-FFE7-004845430C0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60397" y="2111290"/>
                  <a:ext cx="1922923" cy="1892930"/>
                </a:xfrm>
                <a:prstGeom prst="roundRect">
                  <a:avLst/>
                </a:prstGeom>
                <a:blipFill>
                  <a:blip r:embed="rId2"/>
                  <a:stretch>
                    <a:fillRect l="-23987" r="-23673"/>
                  </a:stretch>
                </a:blip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5D2D1ABD-8FE3-EBFC-64D5-D4E0C1410A73}"/>
                  </a:ext>
                </a:extLst>
              </p:cNvPr>
              <p:cNvGrpSpPr/>
              <p:nvPr/>
            </p:nvGrpSpPr>
            <p:grpSpPr>
              <a:xfrm>
                <a:off x="2830285" y="2111290"/>
                <a:ext cx="2050928" cy="4022811"/>
                <a:chOff x="2830285" y="2111290"/>
                <a:chExt cx="2050928" cy="4022811"/>
              </a:xfrm>
            </p:grpSpPr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E140AB33-D212-3BB3-924B-AA1F6EBEB6C5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2830285" y="4115434"/>
                  <a:ext cx="2050928" cy="2018667"/>
                  <a:chOff x="5314043" y="4048863"/>
                  <a:chExt cx="1654476" cy="2809136"/>
                </a:xfrm>
              </p:grpSpPr>
              <p:sp>
                <p:nvSpPr>
                  <p:cNvPr id="28" name="矩形: 单圆角 27">
                    <a:extLst>
                      <a:ext uri="{FF2B5EF4-FFF2-40B4-BE49-F238E27FC236}">
                        <a16:creationId xmlns:a16="http://schemas.microsoft.com/office/drawing/2014/main" id="{0E977F6A-9541-2296-E2A8-1F2DFACE3A8F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5314044" y="4048863"/>
                    <a:ext cx="1654474" cy="2809136"/>
                  </a:xfrm>
                  <a:prstGeom prst="round1Rect">
                    <a:avLst/>
                  </a:prstGeom>
                  <a:gradFill flip="none" rotWithShape="1">
                    <a:gsLst>
                      <a:gs pos="24000">
                        <a:schemeClr val="bg1"/>
                      </a:gs>
                      <a:gs pos="100000">
                        <a:schemeClr val="bg1">
                          <a:alpha val="62000"/>
                        </a:schemeClr>
                      </a:gs>
                    </a:gsLst>
                    <a:lin ang="5400000" scaled="1"/>
                    <a:tileRect/>
                  </a:gradFill>
                  <a:ln w="38100">
                    <a:gradFill flip="none" rotWithShape="1">
                      <a:gsLst>
                        <a:gs pos="0">
                          <a:schemeClr val="accent2">
                            <a:alpha val="0"/>
                          </a:schemeClr>
                        </a:gs>
                        <a:gs pos="100000">
                          <a:schemeClr val="accent2">
                            <a:alpha val="24000"/>
                          </a:schemeClr>
                        </a:gs>
                      </a:gsLst>
                      <a:lin ang="16200000" scaled="1"/>
                      <a:tileRect/>
                    </a:gradFill>
                  </a:ln>
                  <a:effectLst>
                    <a:outerShdw blurRad="533400" dist="50800" dir="5400000" algn="ctr" rotWithShape="0">
                      <a:schemeClr val="accent2">
                        <a:alpha val="15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endParaRPr lang="zh-CN" altLang="en-US" dirty="0"/>
                  </a:p>
                </p:txBody>
              </p:sp>
              <p:sp>
                <p:nvSpPr>
                  <p:cNvPr id="29" name="任意多边形: 形状 28">
                    <a:extLst>
                      <a:ext uri="{FF2B5EF4-FFF2-40B4-BE49-F238E27FC236}">
                        <a16:creationId xmlns:a16="http://schemas.microsoft.com/office/drawing/2014/main" id="{317E78BE-3315-40C2-C850-F7D84B313ECA}"/>
                      </a:ext>
                    </a:extLst>
                  </p:cNvPr>
                  <p:cNvSpPr/>
                  <p:nvPr/>
                </p:nvSpPr>
                <p:spPr>
                  <a:xfrm>
                    <a:off x="5314045" y="4048864"/>
                    <a:ext cx="580821" cy="628885"/>
                  </a:xfrm>
                  <a:custGeom>
                    <a:avLst/>
                    <a:gdLst>
                      <a:gd name="connsiteX0" fmla="*/ 0 w 1507673"/>
                      <a:gd name="connsiteY0" fmla="*/ 0 h 1741714"/>
                      <a:gd name="connsiteX1" fmla="*/ 1074057 w 1507673"/>
                      <a:gd name="connsiteY1" fmla="*/ 0 h 1741714"/>
                      <a:gd name="connsiteX2" fmla="*/ 1507673 w 1507673"/>
                      <a:gd name="connsiteY2" fmla="*/ 870857 h 1741714"/>
                      <a:gd name="connsiteX3" fmla="*/ 1074057 w 1507673"/>
                      <a:gd name="connsiteY3" fmla="*/ 1741714 h 1741714"/>
                      <a:gd name="connsiteX4" fmla="*/ 0 w 1507673"/>
                      <a:gd name="connsiteY4" fmla="*/ 1741714 h 1741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507673" h="1741714">
                        <a:moveTo>
                          <a:pt x="0" y="0"/>
                        </a:moveTo>
                        <a:lnTo>
                          <a:pt x="1074057" y="0"/>
                        </a:lnTo>
                        <a:cubicBezTo>
                          <a:pt x="1313537" y="0"/>
                          <a:pt x="1507673" y="389896"/>
                          <a:pt x="1507673" y="870857"/>
                        </a:cubicBezTo>
                        <a:cubicBezTo>
                          <a:pt x="1507673" y="1351818"/>
                          <a:pt x="1313537" y="1741714"/>
                          <a:pt x="1074057" y="1741714"/>
                        </a:cubicBezTo>
                        <a:lnTo>
                          <a:pt x="0" y="174171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>
                          <a:lumMod val="60000"/>
                          <a:lumOff val="40000"/>
                        </a:schemeClr>
                      </a:gs>
                      <a:gs pos="87000">
                        <a:schemeClr val="accent2"/>
                      </a:gs>
                    </a:gsLst>
                    <a:lin ang="2700000" scaled="1"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rmAutofit/>
                  </a:bodyPr>
                  <a:lstStyle/>
                  <a:p>
                    <a:pPr algn="ctr"/>
                    <a:r>
                      <a:rPr lang="de-DE" altLang="zh-CN" sz="2000" b="1" dirty="0">
                        <a:solidFill>
                          <a:schemeClr val="bg1"/>
                        </a:solidFill>
                      </a:rPr>
                      <a:t>02</a:t>
                    </a:r>
                  </a:p>
                </p:txBody>
              </p:sp>
              <p:sp>
                <p:nvSpPr>
                  <p:cNvPr id="30" name="文本框 29">
                    <a:extLst>
                      <a:ext uri="{FF2B5EF4-FFF2-40B4-BE49-F238E27FC236}">
                        <a16:creationId xmlns:a16="http://schemas.microsoft.com/office/drawing/2014/main" id="{BF59C635-2BE6-B49C-7E25-56F5D9CB40D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5314044" y="4766115"/>
                    <a:ext cx="1654475" cy="7480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91440" tIns="45720" rIns="91440" bIns="45720" anchor="b" anchorCtr="0">
                    <a:normAutofit/>
                  </a:bodyPr>
                  <a:lstStyle/>
                  <a:p>
                    <a:pPr marL="0" marR="0" lvl="0" indent="0" defTabSz="913765" rtl="0" eaLnBrk="1" fontAlgn="auto" latinLnBrk="0" hangingPunct="1"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Pct val="25000"/>
                      <a:buFontTx/>
                      <a:buNone/>
                      <a:defRPr/>
                    </a:pPr>
                    <a:r>
                      <a:rPr kumimoji="0" lang="en-US" altLang="zh-CN" b="1" i="0" u="none" strike="noStrike" kern="1200" cap="none" spc="0" normalizeH="0" baseline="0" noProof="0" dirty="0">
                        <a:ln>
                          <a:noFill/>
                        </a:ln>
                        <a:effectLst/>
                        <a:uLnTx/>
                        <a:uFillTx/>
                      </a:rPr>
                      <a:t>{vItem.item2}</a:t>
                    </a:r>
                    <a:endParaRPr kumimoji="0" lang="de-DE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31" name="文本框 30">
                    <a:extLst>
                      <a:ext uri="{FF2B5EF4-FFF2-40B4-BE49-F238E27FC236}">
                        <a16:creationId xmlns:a16="http://schemas.microsoft.com/office/drawing/2014/main" id="{90F5F234-4C5E-5ED6-4091-1D9AB3C6929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5314043" y="5533374"/>
                    <a:ext cx="1654475" cy="122249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91440" tIns="45720" rIns="91440" bIns="45720" anchor="t" anchorCtr="0">
                    <a:norm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lang="en-US" altLang="zh-CN" sz="1200" dirty="0"/>
                      <a:t>{vItem.item2_Desc}</a:t>
                    </a:r>
                  </a:p>
                </p:txBody>
              </p:sp>
            </p:grpSp>
            <p:sp>
              <p:nvSpPr>
                <p:cNvPr id="9" name="矩形: 圆角 8">
                  <a:extLst>
                    <a:ext uri="{FF2B5EF4-FFF2-40B4-BE49-F238E27FC236}">
                      <a16:creationId xmlns:a16="http://schemas.microsoft.com/office/drawing/2014/main" id="{9D0C1717-D80C-8A82-CA5A-F300122F475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830288" y="2111290"/>
                  <a:ext cx="1922920" cy="1892930"/>
                </a:xfrm>
                <a:prstGeom prst="roundRect">
                  <a:avLst/>
                </a:prstGeom>
                <a:blipFill>
                  <a:blip r:embed="rId3"/>
                  <a:stretch>
                    <a:fillRect l="-23988" r="-23674"/>
                  </a:stretch>
                </a:blip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3E2A746F-7531-4207-C693-A1AA15D755E9}"/>
                  </a:ext>
                </a:extLst>
              </p:cNvPr>
              <p:cNvGrpSpPr/>
              <p:nvPr/>
            </p:nvGrpSpPr>
            <p:grpSpPr>
              <a:xfrm>
                <a:off x="5000170" y="2111290"/>
                <a:ext cx="2050928" cy="4022811"/>
                <a:chOff x="5000170" y="2111290"/>
                <a:chExt cx="2050928" cy="4022811"/>
              </a:xfrm>
            </p:grpSpPr>
            <p:grpSp>
              <p:nvGrpSpPr>
                <p:cNvPr id="10" name="组合 9">
                  <a:extLst>
                    <a:ext uri="{FF2B5EF4-FFF2-40B4-BE49-F238E27FC236}">
                      <a16:creationId xmlns:a16="http://schemas.microsoft.com/office/drawing/2014/main" id="{96713CA7-B925-ED07-3BA4-10248E5BA841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5000170" y="4115434"/>
                  <a:ext cx="2050928" cy="2018667"/>
                  <a:chOff x="5314043" y="4048863"/>
                  <a:chExt cx="1654476" cy="2809136"/>
                </a:xfrm>
              </p:grpSpPr>
              <p:sp>
                <p:nvSpPr>
                  <p:cNvPr id="24" name="矩形: 单圆角 23">
                    <a:extLst>
                      <a:ext uri="{FF2B5EF4-FFF2-40B4-BE49-F238E27FC236}">
                        <a16:creationId xmlns:a16="http://schemas.microsoft.com/office/drawing/2014/main" id="{445D21C9-3991-6260-362C-001D1A25392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5314044" y="4048863"/>
                    <a:ext cx="1654474" cy="2809136"/>
                  </a:xfrm>
                  <a:prstGeom prst="round1Rect">
                    <a:avLst/>
                  </a:prstGeom>
                  <a:gradFill flip="none" rotWithShape="1">
                    <a:gsLst>
                      <a:gs pos="24000">
                        <a:schemeClr val="bg1"/>
                      </a:gs>
                      <a:gs pos="100000">
                        <a:schemeClr val="bg1">
                          <a:alpha val="62000"/>
                        </a:schemeClr>
                      </a:gs>
                    </a:gsLst>
                    <a:lin ang="5400000" scaled="1"/>
                    <a:tileRect/>
                  </a:gradFill>
                  <a:ln w="38100">
                    <a:gradFill flip="none" rotWithShape="1">
                      <a:gsLst>
                        <a:gs pos="0">
                          <a:schemeClr val="accent1">
                            <a:alpha val="0"/>
                          </a:schemeClr>
                        </a:gs>
                        <a:gs pos="100000">
                          <a:schemeClr val="accent1">
                            <a:alpha val="24000"/>
                          </a:schemeClr>
                        </a:gs>
                      </a:gsLst>
                      <a:lin ang="16200000" scaled="1"/>
                      <a:tileRect/>
                    </a:gradFill>
                  </a:ln>
                  <a:effectLst>
                    <a:outerShdw blurRad="533400" dist="50800" dir="5400000" algn="ctr" rotWithShape="0">
                      <a:schemeClr val="accent1">
                        <a:alpha val="15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endParaRPr lang="zh-CN" altLang="en-US" dirty="0"/>
                  </a:p>
                </p:txBody>
              </p:sp>
              <p:sp>
                <p:nvSpPr>
                  <p:cNvPr id="25" name="任意多边形: 形状 24">
                    <a:extLst>
                      <a:ext uri="{FF2B5EF4-FFF2-40B4-BE49-F238E27FC236}">
                        <a16:creationId xmlns:a16="http://schemas.microsoft.com/office/drawing/2014/main" id="{C4F5F5BC-A5E1-8135-33D8-C9D468475900}"/>
                      </a:ext>
                    </a:extLst>
                  </p:cNvPr>
                  <p:cNvSpPr/>
                  <p:nvPr/>
                </p:nvSpPr>
                <p:spPr>
                  <a:xfrm>
                    <a:off x="5314045" y="4048864"/>
                    <a:ext cx="580821" cy="628885"/>
                  </a:xfrm>
                  <a:custGeom>
                    <a:avLst/>
                    <a:gdLst>
                      <a:gd name="connsiteX0" fmla="*/ 0 w 1507673"/>
                      <a:gd name="connsiteY0" fmla="*/ 0 h 1741714"/>
                      <a:gd name="connsiteX1" fmla="*/ 1074057 w 1507673"/>
                      <a:gd name="connsiteY1" fmla="*/ 0 h 1741714"/>
                      <a:gd name="connsiteX2" fmla="*/ 1507673 w 1507673"/>
                      <a:gd name="connsiteY2" fmla="*/ 870857 h 1741714"/>
                      <a:gd name="connsiteX3" fmla="*/ 1074057 w 1507673"/>
                      <a:gd name="connsiteY3" fmla="*/ 1741714 h 1741714"/>
                      <a:gd name="connsiteX4" fmla="*/ 0 w 1507673"/>
                      <a:gd name="connsiteY4" fmla="*/ 1741714 h 1741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507673" h="1741714">
                        <a:moveTo>
                          <a:pt x="0" y="0"/>
                        </a:moveTo>
                        <a:lnTo>
                          <a:pt x="1074057" y="0"/>
                        </a:lnTo>
                        <a:cubicBezTo>
                          <a:pt x="1313537" y="0"/>
                          <a:pt x="1507673" y="389896"/>
                          <a:pt x="1507673" y="870857"/>
                        </a:cubicBezTo>
                        <a:cubicBezTo>
                          <a:pt x="1507673" y="1351818"/>
                          <a:pt x="1313537" y="1741714"/>
                          <a:pt x="1074057" y="1741714"/>
                        </a:cubicBezTo>
                        <a:lnTo>
                          <a:pt x="0" y="1741714"/>
                        </a:ln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87000">
                        <a:schemeClr val="accent1"/>
                      </a:gs>
                    </a:gsLst>
                    <a:lin ang="2700000" scaled="1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r>
                      <a:rPr lang="de-DE" altLang="zh-CN" sz="2000" b="1" dirty="0">
                        <a:solidFill>
                          <a:schemeClr val="bg1"/>
                        </a:solidFill>
                      </a:rPr>
                      <a:t>03</a:t>
                    </a:r>
                  </a:p>
                </p:txBody>
              </p:sp>
              <p:sp>
                <p:nvSpPr>
                  <p:cNvPr id="26" name="文本框 25">
                    <a:extLst>
                      <a:ext uri="{FF2B5EF4-FFF2-40B4-BE49-F238E27FC236}">
                        <a16:creationId xmlns:a16="http://schemas.microsoft.com/office/drawing/2014/main" id="{E4213E0F-C67F-56B4-811F-2C88AC964AA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5314044" y="4766115"/>
                    <a:ext cx="1654475" cy="7480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91440" tIns="45720" rIns="91440" bIns="45720" anchor="b" anchorCtr="0">
                    <a:normAutofit/>
                  </a:bodyPr>
                  <a:lstStyle/>
                  <a:p>
                    <a:pPr marL="0" marR="0" lvl="0" indent="0" defTabSz="913765" rtl="0" eaLnBrk="1" fontAlgn="auto" latinLnBrk="0" hangingPunct="1"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Pct val="25000"/>
                      <a:buFontTx/>
                      <a:buNone/>
                      <a:defRPr/>
                    </a:pPr>
                    <a:r>
                      <a:rPr kumimoji="0" lang="en-US" altLang="zh-CN" b="1" i="0" u="none" strike="noStrike" kern="1200" cap="none" spc="0" normalizeH="0" baseline="0" noProof="0" dirty="0">
                        <a:ln>
                          <a:noFill/>
                        </a:ln>
                        <a:effectLst/>
                        <a:uLnTx/>
                        <a:uFillTx/>
                      </a:rPr>
                      <a:t>{vItem.item3}</a:t>
                    </a:r>
                    <a:endParaRPr kumimoji="0" lang="de-DE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7" name="文本框 26">
                    <a:extLst>
                      <a:ext uri="{FF2B5EF4-FFF2-40B4-BE49-F238E27FC236}">
                        <a16:creationId xmlns:a16="http://schemas.microsoft.com/office/drawing/2014/main" id="{F1130731-E778-9E09-FA85-2B706D3CFB5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5314043" y="5533374"/>
                    <a:ext cx="1654475" cy="122249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91440" tIns="45720" rIns="91440" bIns="45720" anchor="t" anchorCtr="0">
                    <a:norm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lang="en-US" altLang="zh-CN" sz="1200" dirty="0"/>
                      <a:t>{vItem.item3_Desc}</a:t>
                    </a:r>
                  </a:p>
                </p:txBody>
              </p:sp>
            </p:grpSp>
            <p:sp>
              <p:nvSpPr>
                <p:cNvPr id="11" name="矩形: 圆角 10">
                  <a:extLst>
                    <a:ext uri="{FF2B5EF4-FFF2-40B4-BE49-F238E27FC236}">
                      <a16:creationId xmlns:a16="http://schemas.microsoft.com/office/drawing/2014/main" id="{DB57E24E-7EB4-84B8-D5E7-46FDB172FE4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000173" y="2111290"/>
                  <a:ext cx="1922920" cy="1892930"/>
                </a:xfrm>
                <a:prstGeom prst="roundRect">
                  <a:avLst/>
                </a:prstGeom>
                <a:blipFill>
                  <a:blip r:embed="rId4"/>
                  <a:stretch>
                    <a:fillRect l="-23988" r="-23674"/>
                  </a:stretch>
                </a:blip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120DAA7B-C66F-BD5A-0233-819AEB2576F0}"/>
                  </a:ext>
                </a:extLst>
              </p:cNvPr>
              <p:cNvGrpSpPr/>
              <p:nvPr/>
            </p:nvGrpSpPr>
            <p:grpSpPr>
              <a:xfrm>
                <a:off x="7170052" y="2111290"/>
                <a:ext cx="2050928" cy="4022811"/>
                <a:chOff x="7170052" y="2111290"/>
                <a:chExt cx="2050928" cy="4022811"/>
              </a:xfrm>
            </p:grpSpPr>
            <p:grpSp>
              <p:nvGrpSpPr>
                <p:cNvPr id="12" name="组合 11">
                  <a:extLst>
                    <a:ext uri="{FF2B5EF4-FFF2-40B4-BE49-F238E27FC236}">
                      <a16:creationId xmlns:a16="http://schemas.microsoft.com/office/drawing/2014/main" id="{82C015C1-A686-538A-87AA-02AC6E77630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7170052" y="4115434"/>
                  <a:ext cx="2050928" cy="2018667"/>
                  <a:chOff x="5314043" y="4048863"/>
                  <a:chExt cx="1654476" cy="2809136"/>
                </a:xfrm>
              </p:grpSpPr>
              <p:sp>
                <p:nvSpPr>
                  <p:cNvPr id="20" name="矩形: 单圆角 19">
                    <a:extLst>
                      <a:ext uri="{FF2B5EF4-FFF2-40B4-BE49-F238E27FC236}">
                        <a16:creationId xmlns:a16="http://schemas.microsoft.com/office/drawing/2014/main" id="{0F61E3C4-C388-3958-C2F8-CF949C175B0E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5314044" y="4048863"/>
                    <a:ext cx="1654474" cy="2809136"/>
                  </a:xfrm>
                  <a:prstGeom prst="round1Rect">
                    <a:avLst/>
                  </a:prstGeom>
                  <a:gradFill flip="none" rotWithShape="1">
                    <a:gsLst>
                      <a:gs pos="24000">
                        <a:schemeClr val="bg1"/>
                      </a:gs>
                      <a:gs pos="100000">
                        <a:schemeClr val="bg1">
                          <a:alpha val="62000"/>
                        </a:schemeClr>
                      </a:gs>
                    </a:gsLst>
                    <a:lin ang="5400000" scaled="1"/>
                    <a:tileRect/>
                  </a:gradFill>
                  <a:ln w="38100">
                    <a:gradFill flip="none" rotWithShape="1">
                      <a:gsLst>
                        <a:gs pos="0">
                          <a:schemeClr val="accent2">
                            <a:alpha val="0"/>
                          </a:schemeClr>
                        </a:gs>
                        <a:gs pos="100000">
                          <a:schemeClr val="accent2">
                            <a:alpha val="24000"/>
                          </a:schemeClr>
                        </a:gs>
                      </a:gsLst>
                      <a:lin ang="16200000" scaled="1"/>
                      <a:tileRect/>
                    </a:gradFill>
                  </a:ln>
                  <a:effectLst>
                    <a:outerShdw blurRad="533400" dist="50800" dir="5400000" algn="ctr" rotWithShape="0">
                      <a:schemeClr val="accent2">
                        <a:alpha val="15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endParaRPr lang="zh-CN" altLang="en-US" dirty="0"/>
                  </a:p>
                </p:txBody>
              </p:sp>
              <p:sp>
                <p:nvSpPr>
                  <p:cNvPr id="21" name="任意多边形: 形状 20">
                    <a:extLst>
                      <a:ext uri="{FF2B5EF4-FFF2-40B4-BE49-F238E27FC236}">
                        <a16:creationId xmlns:a16="http://schemas.microsoft.com/office/drawing/2014/main" id="{0B5CBD06-799C-5A73-9235-45DAFC7568BA}"/>
                      </a:ext>
                    </a:extLst>
                  </p:cNvPr>
                  <p:cNvSpPr/>
                  <p:nvPr/>
                </p:nvSpPr>
                <p:spPr>
                  <a:xfrm>
                    <a:off x="5314045" y="4048864"/>
                    <a:ext cx="580821" cy="628885"/>
                  </a:xfrm>
                  <a:custGeom>
                    <a:avLst/>
                    <a:gdLst>
                      <a:gd name="connsiteX0" fmla="*/ 0 w 1507673"/>
                      <a:gd name="connsiteY0" fmla="*/ 0 h 1741714"/>
                      <a:gd name="connsiteX1" fmla="*/ 1074057 w 1507673"/>
                      <a:gd name="connsiteY1" fmla="*/ 0 h 1741714"/>
                      <a:gd name="connsiteX2" fmla="*/ 1507673 w 1507673"/>
                      <a:gd name="connsiteY2" fmla="*/ 870857 h 1741714"/>
                      <a:gd name="connsiteX3" fmla="*/ 1074057 w 1507673"/>
                      <a:gd name="connsiteY3" fmla="*/ 1741714 h 1741714"/>
                      <a:gd name="connsiteX4" fmla="*/ 0 w 1507673"/>
                      <a:gd name="connsiteY4" fmla="*/ 1741714 h 1741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507673" h="1741714">
                        <a:moveTo>
                          <a:pt x="0" y="0"/>
                        </a:moveTo>
                        <a:lnTo>
                          <a:pt x="1074057" y="0"/>
                        </a:lnTo>
                        <a:cubicBezTo>
                          <a:pt x="1313537" y="0"/>
                          <a:pt x="1507673" y="389896"/>
                          <a:pt x="1507673" y="870857"/>
                        </a:cubicBezTo>
                        <a:cubicBezTo>
                          <a:pt x="1507673" y="1351818"/>
                          <a:pt x="1313537" y="1741714"/>
                          <a:pt x="1074057" y="1741714"/>
                        </a:cubicBezTo>
                        <a:lnTo>
                          <a:pt x="0" y="1741714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>
                          <a:lumMod val="60000"/>
                          <a:lumOff val="40000"/>
                        </a:schemeClr>
                      </a:gs>
                      <a:gs pos="87000">
                        <a:schemeClr val="accent2"/>
                      </a:gs>
                    </a:gsLst>
                    <a:lin ang="2700000" scaled="1"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rmAutofit/>
                  </a:bodyPr>
                  <a:lstStyle/>
                  <a:p>
                    <a:pPr algn="ctr"/>
                    <a:r>
                      <a:rPr lang="de-DE" altLang="zh-CN" sz="2000" b="1" dirty="0">
                        <a:solidFill>
                          <a:schemeClr val="bg1"/>
                        </a:solidFill>
                      </a:rPr>
                      <a:t>04</a:t>
                    </a:r>
                  </a:p>
                </p:txBody>
              </p:sp>
              <p:sp>
                <p:nvSpPr>
                  <p:cNvPr id="22" name="文本框 21">
                    <a:extLst>
                      <a:ext uri="{FF2B5EF4-FFF2-40B4-BE49-F238E27FC236}">
                        <a16:creationId xmlns:a16="http://schemas.microsoft.com/office/drawing/2014/main" id="{F8AF7AFB-0696-834D-FB96-4E4D46DF073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5314044" y="4766115"/>
                    <a:ext cx="1654475" cy="7480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91440" tIns="45720" rIns="91440" bIns="45720" anchor="b" anchorCtr="0">
                    <a:normAutofit/>
                  </a:bodyPr>
                  <a:lstStyle/>
                  <a:p>
                    <a:pPr marL="0" marR="0" lvl="0" indent="0" defTabSz="913765" rtl="0" eaLnBrk="1" fontAlgn="auto" latinLnBrk="0" hangingPunct="1"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Pct val="25000"/>
                      <a:buFontTx/>
                      <a:buNone/>
                      <a:defRPr/>
                    </a:pPr>
                    <a:r>
                      <a:rPr kumimoji="0" lang="en-US" altLang="zh-CN" b="1" i="0" u="none" strike="noStrike" kern="1200" cap="none" spc="0" normalizeH="0" baseline="0" noProof="0" dirty="0">
                        <a:ln>
                          <a:noFill/>
                        </a:ln>
                        <a:effectLst/>
                        <a:uLnTx/>
                        <a:uFillTx/>
                      </a:rPr>
                      <a:t>{vItem.item4}</a:t>
                    </a:r>
                    <a:endParaRPr kumimoji="0" lang="de-DE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48F7C0AF-D984-5A12-637A-F90BAA5BA23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5314043" y="5533374"/>
                    <a:ext cx="1654475" cy="122249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91440" tIns="45720" rIns="91440" bIns="45720" anchor="t" anchorCtr="0">
                    <a:norm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lang="en-US" altLang="zh-CN" sz="1200" dirty="0"/>
                      <a:t>{vItem.item4_Desc}</a:t>
                    </a:r>
                  </a:p>
                </p:txBody>
              </p:sp>
            </p:grpSp>
            <p:sp>
              <p:nvSpPr>
                <p:cNvPr id="13" name="矩形: 圆角 12">
                  <a:extLst>
                    <a:ext uri="{FF2B5EF4-FFF2-40B4-BE49-F238E27FC236}">
                      <a16:creationId xmlns:a16="http://schemas.microsoft.com/office/drawing/2014/main" id="{086E690D-5276-3DEB-19DB-5E721E81978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170055" y="2111290"/>
                  <a:ext cx="1922920" cy="1892930"/>
                </a:xfrm>
                <a:prstGeom prst="roundRect">
                  <a:avLst/>
                </a:prstGeom>
                <a:blipFill>
                  <a:blip r:embed="rId5"/>
                  <a:stretch>
                    <a:fillRect l="-23988" r="-23674"/>
                  </a:stretch>
                </a:blip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15409A72-DB7C-0CC8-7A2F-47A15FDCAB3A}"/>
                  </a:ext>
                </a:extLst>
              </p:cNvPr>
              <p:cNvGrpSpPr/>
              <p:nvPr/>
            </p:nvGrpSpPr>
            <p:grpSpPr>
              <a:xfrm>
                <a:off x="9339931" y="2111290"/>
                <a:ext cx="2050928" cy="4022811"/>
                <a:chOff x="9339931" y="2111290"/>
                <a:chExt cx="2050928" cy="4022811"/>
              </a:xfrm>
            </p:grpSpPr>
            <p:grpSp>
              <p:nvGrpSpPr>
                <p:cNvPr id="14" name="组合 13">
                  <a:extLst>
                    <a:ext uri="{FF2B5EF4-FFF2-40B4-BE49-F238E27FC236}">
                      <a16:creationId xmlns:a16="http://schemas.microsoft.com/office/drawing/2014/main" id="{B3A0C5E5-489F-6E24-7D8D-821C333407F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9339931" y="4115434"/>
                  <a:ext cx="2050928" cy="2018667"/>
                  <a:chOff x="5314043" y="4048863"/>
                  <a:chExt cx="1654476" cy="2809136"/>
                </a:xfrm>
              </p:grpSpPr>
              <p:sp>
                <p:nvSpPr>
                  <p:cNvPr id="16" name="矩形: 单圆角 15">
                    <a:extLst>
                      <a:ext uri="{FF2B5EF4-FFF2-40B4-BE49-F238E27FC236}">
                        <a16:creationId xmlns:a16="http://schemas.microsoft.com/office/drawing/2014/main" id="{A2B6A9F2-1A46-545F-B2A1-A87B340FA0AE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5314044" y="4048863"/>
                    <a:ext cx="1654474" cy="2809136"/>
                  </a:xfrm>
                  <a:prstGeom prst="round1Rect">
                    <a:avLst/>
                  </a:prstGeom>
                  <a:gradFill flip="none" rotWithShape="1">
                    <a:gsLst>
                      <a:gs pos="24000">
                        <a:schemeClr val="bg1"/>
                      </a:gs>
                      <a:gs pos="100000">
                        <a:schemeClr val="bg1">
                          <a:alpha val="62000"/>
                        </a:schemeClr>
                      </a:gs>
                    </a:gsLst>
                    <a:lin ang="5400000" scaled="1"/>
                    <a:tileRect/>
                  </a:gradFill>
                  <a:ln w="38100">
                    <a:gradFill flip="none" rotWithShape="1">
                      <a:gsLst>
                        <a:gs pos="0">
                          <a:schemeClr val="accent1">
                            <a:alpha val="0"/>
                          </a:schemeClr>
                        </a:gs>
                        <a:gs pos="100000">
                          <a:schemeClr val="accent1">
                            <a:alpha val="24000"/>
                          </a:schemeClr>
                        </a:gs>
                      </a:gsLst>
                      <a:lin ang="16200000" scaled="1"/>
                      <a:tileRect/>
                    </a:gradFill>
                  </a:ln>
                  <a:effectLst>
                    <a:outerShdw blurRad="533400" dist="50800" dir="5400000" algn="ctr" rotWithShape="0">
                      <a:schemeClr val="accent1">
                        <a:alpha val="15000"/>
                      </a:scheme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endParaRPr lang="zh-CN" altLang="en-US" dirty="0"/>
                  </a:p>
                </p:txBody>
              </p:sp>
              <p:sp>
                <p:nvSpPr>
                  <p:cNvPr id="17" name="任意多边形: 形状 16">
                    <a:extLst>
                      <a:ext uri="{FF2B5EF4-FFF2-40B4-BE49-F238E27FC236}">
                        <a16:creationId xmlns:a16="http://schemas.microsoft.com/office/drawing/2014/main" id="{D190C605-B7DF-5476-694A-5CD574EA3807}"/>
                      </a:ext>
                    </a:extLst>
                  </p:cNvPr>
                  <p:cNvSpPr/>
                  <p:nvPr/>
                </p:nvSpPr>
                <p:spPr>
                  <a:xfrm>
                    <a:off x="5314045" y="4048864"/>
                    <a:ext cx="580821" cy="628885"/>
                  </a:xfrm>
                  <a:custGeom>
                    <a:avLst/>
                    <a:gdLst>
                      <a:gd name="connsiteX0" fmla="*/ 0 w 1507673"/>
                      <a:gd name="connsiteY0" fmla="*/ 0 h 1741714"/>
                      <a:gd name="connsiteX1" fmla="*/ 1074057 w 1507673"/>
                      <a:gd name="connsiteY1" fmla="*/ 0 h 1741714"/>
                      <a:gd name="connsiteX2" fmla="*/ 1507673 w 1507673"/>
                      <a:gd name="connsiteY2" fmla="*/ 870857 h 1741714"/>
                      <a:gd name="connsiteX3" fmla="*/ 1074057 w 1507673"/>
                      <a:gd name="connsiteY3" fmla="*/ 1741714 h 1741714"/>
                      <a:gd name="connsiteX4" fmla="*/ 0 w 1507673"/>
                      <a:gd name="connsiteY4" fmla="*/ 1741714 h 1741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507673" h="1741714">
                        <a:moveTo>
                          <a:pt x="0" y="0"/>
                        </a:moveTo>
                        <a:lnTo>
                          <a:pt x="1074057" y="0"/>
                        </a:lnTo>
                        <a:cubicBezTo>
                          <a:pt x="1313537" y="0"/>
                          <a:pt x="1507673" y="389896"/>
                          <a:pt x="1507673" y="870857"/>
                        </a:cubicBezTo>
                        <a:cubicBezTo>
                          <a:pt x="1507673" y="1351818"/>
                          <a:pt x="1313537" y="1741714"/>
                          <a:pt x="1074057" y="1741714"/>
                        </a:cubicBezTo>
                        <a:lnTo>
                          <a:pt x="0" y="1741714"/>
                        </a:ln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87000">
                        <a:schemeClr val="accent1"/>
                      </a:gs>
                    </a:gsLst>
                    <a:lin ang="2700000" scaled="1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r>
                      <a:rPr lang="de-DE" altLang="zh-CN" sz="2000" b="1" dirty="0">
                        <a:solidFill>
                          <a:schemeClr val="bg1"/>
                        </a:solidFill>
                      </a:rPr>
                      <a:t>05</a:t>
                    </a:r>
                  </a:p>
                </p:txBody>
              </p:sp>
              <p:sp>
                <p:nvSpPr>
                  <p:cNvPr id="18" name="文本框 17">
                    <a:extLst>
                      <a:ext uri="{FF2B5EF4-FFF2-40B4-BE49-F238E27FC236}">
                        <a16:creationId xmlns:a16="http://schemas.microsoft.com/office/drawing/2014/main" id="{4513A2C1-65DA-25E9-7D3F-FCB1C9B3D97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5314044" y="4766115"/>
                    <a:ext cx="1654475" cy="7480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91440" tIns="45720" rIns="91440" bIns="45720" anchor="b" anchorCtr="0">
                    <a:normAutofit/>
                  </a:bodyPr>
                  <a:lstStyle/>
                  <a:p>
                    <a:pPr marL="0" marR="0" lvl="0" indent="0" defTabSz="913765" rtl="0" eaLnBrk="1" fontAlgn="auto" latinLnBrk="0" hangingPunct="1"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Pct val="25000"/>
                      <a:buFontTx/>
                      <a:buNone/>
                      <a:defRPr/>
                    </a:pPr>
                    <a:r>
                      <a:rPr kumimoji="0" lang="en-US" altLang="zh-CN" b="1" i="0" u="none" strike="noStrike" kern="1200" cap="none" spc="0" normalizeH="0" baseline="0" noProof="0" dirty="0">
                        <a:ln>
                          <a:noFill/>
                        </a:ln>
                        <a:effectLst/>
                        <a:uLnTx/>
                        <a:uFillTx/>
                      </a:rPr>
                      <a:t>{vItem.item5}</a:t>
                    </a:r>
                    <a:endParaRPr kumimoji="0" lang="de-DE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19" name="文本框 18">
                    <a:extLst>
                      <a:ext uri="{FF2B5EF4-FFF2-40B4-BE49-F238E27FC236}">
                        <a16:creationId xmlns:a16="http://schemas.microsoft.com/office/drawing/2014/main" id="{7B1A3D79-856E-B339-10B1-6C0DDD92A74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5314043" y="5533374"/>
                    <a:ext cx="1654475" cy="122249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91440" tIns="45720" rIns="91440" bIns="45720" anchor="t" anchorCtr="0">
                    <a:norm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lang="en-US" altLang="zh-CN" sz="1200" dirty="0"/>
                      <a:t>{vItem.item5_Desc}</a:t>
                    </a:r>
                  </a:p>
                </p:txBody>
              </p:sp>
            </p:grpSp>
            <p:sp>
              <p:nvSpPr>
                <p:cNvPr id="15" name="矩形: 圆角 14">
                  <a:extLst>
                    <a:ext uri="{FF2B5EF4-FFF2-40B4-BE49-F238E27FC236}">
                      <a16:creationId xmlns:a16="http://schemas.microsoft.com/office/drawing/2014/main" id="{1E896D3A-C811-6B63-F1E9-38CF0578D2D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339934" y="2111290"/>
                  <a:ext cx="1922920" cy="1892930"/>
                </a:xfrm>
                <a:prstGeom prst="roundRect">
                  <a:avLst/>
                </a:prstGeom>
                <a:blipFill>
                  <a:blip r:embed="rId6"/>
                  <a:stretch>
                    <a:fillRect l="-23988" r="-23674"/>
                  </a:stretch>
                </a:blip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D71950B2-1D7B-88FF-90D2-0E26700F3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8D2EB14-0781-3625-4263-EFBD93522A0B}"/>
              </a:ext>
            </a:extLst>
          </p:cNvPr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imageList1-4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1136232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1B476390-E92F-DC23-1524-7414E8837708}"/>
              </a:ext>
            </a:extLst>
          </p:cNvPr>
          <p:cNvGrpSpPr/>
          <p:nvPr/>
        </p:nvGrpSpPr>
        <p:grpSpPr>
          <a:xfrm>
            <a:off x="0" y="1472208"/>
            <a:ext cx="12192000" cy="5003799"/>
            <a:chOff x="0" y="1130301"/>
            <a:chExt cx="12192000" cy="5003799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4AB8B0FE-5EE1-7359-4F9E-EA20133E9E9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6750" y="1130301"/>
              <a:ext cx="10858500" cy="64999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 algn="ctr">
                <a:buSzPct val="25000"/>
              </a:pPr>
              <a:r>
                <a:rPr lang="en-US" altLang="zh-CN" sz="2400" b="1" dirty="0">
                  <a:solidFill>
                    <a:schemeClr val="tx1"/>
                  </a:solidFill>
                </a:rPr>
                <a:t>{</a:t>
              </a:r>
              <a:r>
                <a:rPr lang="en-US" altLang="zh-CN" sz="2400" b="1" dirty="0" err="1">
                  <a:solidFill>
                    <a:schemeClr val="tx1"/>
                  </a:solidFill>
                </a:rPr>
                <a:t>slideTitle</a:t>
              </a:r>
              <a:r>
                <a:rPr lang="en-US" altLang="zh-CN" sz="2400" b="1" dirty="0">
                  <a:solidFill>
                    <a:schemeClr val="tx1"/>
                  </a:solidFill>
                </a:rPr>
                <a:t>}</a:t>
              </a:r>
            </a:p>
          </p:txBody>
        </p:sp>
        <p:sp>
          <p:nvSpPr>
            <p:cNvPr id="5" name="双波形 4">
              <a:extLst>
                <a:ext uri="{FF2B5EF4-FFF2-40B4-BE49-F238E27FC236}">
                  <a16:creationId xmlns:a16="http://schemas.microsoft.com/office/drawing/2014/main" id="{E2EC72A1-D7B6-9043-9C21-01EAF5B9395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0" y="1844382"/>
              <a:ext cx="12192000" cy="2106522"/>
            </a:xfrm>
            <a:prstGeom prst="doubleWave">
              <a:avLst/>
            </a:prstGeom>
            <a:blipFill>
              <a:blip r:embed="rId2"/>
              <a:srcRect/>
              <a:stretch>
                <a:fillRect t="-144705" b="-142974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 dirty="0">
                <a:solidFill>
                  <a:schemeClr val="lt1"/>
                </a:solidFill>
              </a:endParaRPr>
            </a:p>
          </p:txBody>
        </p: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A88B6098-101A-A38C-49DE-FAC3DDA28AE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60399" y="4077454"/>
              <a:ext cx="3392672" cy="1881300"/>
              <a:chOff x="3595122" y="2635398"/>
              <a:chExt cx="4329677" cy="2400888"/>
            </a:xfrm>
          </p:grpSpPr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A00A9B17-8C88-5CD6-740D-7FF1A04BBCD7}"/>
                  </a:ext>
                </a:extLst>
              </p:cNvPr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{vItem.item1}</a:t>
                </a:r>
                <a:endParaRPr lang="de-DE" dirty="0"/>
              </a:p>
            </p:txBody>
          </p: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E7111C08-98E5-68A4-1A63-DADF37DE6E47}"/>
                  </a:ext>
                </a:extLst>
              </p:cNvPr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D2DD3D1D-93C6-497E-B717-78C3B16EC5AE}"/>
                  </a:ext>
                </a:extLst>
              </p:cNvPr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37" name="弧形 36">
                  <a:extLst>
                    <a:ext uri="{FF2B5EF4-FFF2-40B4-BE49-F238E27FC236}">
                      <a16:creationId xmlns:a16="http://schemas.microsoft.com/office/drawing/2014/main" id="{5743D177-C8EC-1E83-5574-7D9C6C52E3C7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38" name="弧形 37">
                  <a:extLst>
                    <a:ext uri="{FF2B5EF4-FFF2-40B4-BE49-F238E27FC236}">
                      <a16:creationId xmlns:a16="http://schemas.microsoft.com/office/drawing/2014/main" id="{4E873D8F-EE9E-B116-0B30-437BD187E051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32" name="直接连接符 31">
                <a:extLst>
                  <a:ext uri="{FF2B5EF4-FFF2-40B4-BE49-F238E27FC236}">
                    <a16:creationId xmlns:a16="http://schemas.microsoft.com/office/drawing/2014/main" id="{DECE4115-70D9-55E7-0360-2E3677EFB5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7F263B01-B486-F75E-A2E3-0AEB2F114970}"/>
                  </a:ext>
                </a:extLst>
              </p:cNvPr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E1BED522-77E8-8A19-23B0-A30152D29526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36" name="任意多边形: 形状 35">
                  <a:extLst>
                    <a:ext uri="{FF2B5EF4-FFF2-40B4-BE49-F238E27FC236}">
                      <a16:creationId xmlns:a16="http://schemas.microsoft.com/office/drawing/2014/main" id="{49F87061-E30B-9F29-D447-4D2206524965}"/>
                    </a:ext>
                  </a:extLst>
                </p:cNvPr>
                <p:cNvSpPr/>
                <p:nvPr/>
              </p:nvSpPr>
              <p:spPr>
                <a:xfrm>
                  <a:off x="4125189" y="3548542"/>
                  <a:ext cx="361948" cy="396747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34" name="矩形: 圆角 33">
                <a:extLst>
                  <a:ext uri="{FF2B5EF4-FFF2-40B4-BE49-F238E27FC236}">
                    <a16:creationId xmlns:a16="http://schemas.microsoft.com/office/drawing/2014/main" id="{1945D493-97F5-0BF3-9C87-2D64B3DF23DB}"/>
                  </a:ext>
                </a:extLst>
              </p:cNvPr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01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BE255D7C-8413-63CF-DF77-CD844E167D7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393313" y="4252800"/>
              <a:ext cx="3392672" cy="1881300"/>
              <a:chOff x="3595122" y="2635398"/>
              <a:chExt cx="4329677" cy="2400888"/>
            </a:xfrm>
          </p:grpSpPr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ACA2153B-4252-1DB2-ED86-A9BB42777C01}"/>
                  </a:ext>
                </a:extLst>
              </p:cNvPr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{vItem.item2}</a:t>
                </a:r>
                <a:endParaRPr lang="de-DE" dirty="0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AEF785A-4EBC-B705-DECD-2E0CEF43294B}"/>
                  </a:ext>
                </a:extLst>
              </p:cNvPr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A9542BD8-4A5A-2336-E056-CB26F4266903}"/>
                  </a:ext>
                </a:extLst>
              </p:cNvPr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27" name="弧形 26">
                  <a:extLst>
                    <a:ext uri="{FF2B5EF4-FFF2-40B4-BE49-F238E27FC236}">
                      <a16:creationId xmlns:a16="http://schemas.microsoft.com/office/drawing/2014/main" id="{49A05116-A0C8-EA2B-9BD8-14FE2FB7E3A0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28" name="弧形 27">
                  <a:extLst>
                    <a:ext uri="{FF2B5EF4-FFF2-40B4-BE49-F238E27FC236}">
                      <a16:creationId xmlns:a16="http://schemas.microsoft.com/office/drawing/2014/main" id="{879A3276-F3EF-7BEC-1443-456881B2269A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22" name="直接连接符 21">
                <a:extLst>
                  <a:ext uri="{FF2B5EF4-FFF2-40B4-BE49-F238E27FC236}">
                    <a16:creationId xmlns:a16="http://schemas.microsoft.com/office/drawing/2014/main" id="{98FAAC03-B1D5-9D94-3240-FBA41AD213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2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B79C3F59-9A32-44D2-ABE2-FF5E683D3518}"/>
                  </a:ext>
                </a:extLst>
              </p:cNvPr>
              <p:cNvGrpSpPr/>
              <p:nvPr/>
            </p:nvGrpSpPr>
            <p:grpSpPr>
              <a:xfrm>
                <a:off x="3881577" y="3322331"/>
                <a:ext cx="849174" cy="849172"/>
                <a:chOff x="3881577" y="3322331"/>
                <a:chExt cx="849174" cy="849172"/>
              </a:xfrm>
            </p:grpSpPr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FFE490C9-7782-D346-5D8A-84E2FF186620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3881577" y="3322331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2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2">
                        <a:lumMod val="60000"/>
                        <a:lumOff val="4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2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26" name="任意多边形: 形状 25">
                  <a:extLst>
                    <a:ext uri="{FF2B5EF4-FFF2-40B4-BE49-F238E27FC236}">
                      <a16:creationId xmlns:a16="http://schemas.microsoft.com/office/drawing/2014/main" id="{5886D6C1-7D97-598C-8AA8-5438128032CD}"/>
                    </a:ext>
                  </a:extLst>
                </p:cNvPr>
                <p:cNvSpPr/>
                <p:nvPr/>
              </p:nvSpPr>
              <p:spPr>
                <a:xfrm>
                  <a:off x="4125189" y="3555500"/>
                  <a:ext cx="361949" cy="382831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24" name="矩形: 圆角 23">
                <a:extLst>
                  <a:ext uri="{FF2B5EF4-FFF2-40B4-BE49-F238E27FC236}">
                    <a16:creationId xmlns:a16="http://schemas.microsoft.com/office/drawing/2014/main" id="{92DF5AF3-7E99-98FD-711C-0F3D0F2E7478}"/>
                  </a:ext>
                </a:extLst>
              </p:cNvPr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02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BA6328F9-3F65-44F3-C2F8-7417AEA06A2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126228" y="4077454"/>
              <a:ext cx="3392672" cy="1881300"/>
              <a:chOff x="3595122" y="2635398"/>
              <a:chExt cx="4329677" cy="2400888"/>
            </a:xfrm>
          </p:grpSpPr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3BD47A88-AF39-D8C8-CFF3-21515D61EEB9}"/>
                  </a:ext>
                </a:extLst>
              </p:cNvPr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{vItem.item3}</a:t>
                </a:r>
                <a:endParaRPr lang="de-DE" dirty="0"/>
              </a:p>
            </p:txBody>
          </p:sp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CEE29085-C09F-8462-66B6-A6E86DB3A635}"/>
                  </a:ext>
                </a:extLst>
              </p:cNvPr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11" name="组合 10">
                <a:extLst>
                  <a:ext uri="{FF2B5EF4-FFF2-40B4-BE49-F238E27FC236}">
                    <a16:creationId xmlns:a16="http://schemas.microsoft.com/office/drawing/2014/main" id="{B33BFBD8-7F4A-10F0-A9EB-9CC66AA02B36}"/>
                  </a:ext>
                </a:extLst>
              </p:cNvPr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17" name="弧形 16">
                  <a:extLst>
                    <a:ext uri="{FF2B5EF4-FFF2-40B4-BE49-F238E27FC236}">
                      <a16:creationId xmlns:a16="http://schemas.microsoft.com/office/drawing/2014/main" id="{A806520C-D06F-D454-7BBA-EF2FAD668D83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18" name="弧形 17">
                  <a:extLst>
                    <a:ext uri="{FF2B5EF4-FFF2-40B4-BE49-F238E27FC236}">
                      <a16:creationId xmlns:a16="http://schemas.microsoft.com/office/drawing/2014/main" id="{4126ED6B-D7D1-DEF8-1690-EC1BCACDC885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3B8B647E-B12E-92A0-11CE-BC4DA70407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2546129B-3D32-4588-20CD-708053E46BCB}"/>
                  </a:ext>
                </a:extLst>
              </p:cNvPr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E938C7FF-BEED-7A84-EA42-B91EFB47802A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16" name="任意多边形: 形状 15">
                  <a:extLst>
                    <a:ext uri="{FF2B5EF4-FFF2-40B4-BE49-F238E27FC236}">
                      <a16:creationId xmlns:a16="http://schemas.microsoft.com/office/drawing/2014/main" id="{F9F3865C-A411-E16E-059C-99C6568D79E2}"/>
                    </a:ext>
                  </a:extLst>
                </p:cNvPr>
                <p:cNvSpPr/>
                <p:nvPr/>
              </p:nvSpPr>
              <p:spPr>
                <a:xfrm>
                  <a:off x="4125189" y="3596251"/>
                  <a:ext cx="361949" cy="301329"/>
                </a:xfrm>
                <a:custGeom>
                  <a:avLst/>
                  <a:gdLst>
                    <a:gd name="connsiteX0" fmla="*/ 483573 w 526297"/>
                    <a:gd name="connsiteY0" fmla="*/ 133971 h 438150"/>
                    <a:gd name="connsiteX1" fmla="*/ 527674 w 526297"/>
                    <a:gd name="connsiteY1" fmla="*/ 178072 h 438150"/>
                    <a:gd name="connsiteX2" fmla="*/ 527579 w 526297"/>
                    <a:gd name="connsiteY2" fmla="*/ 181501 h 438150"/>
                    <a:gd name="connsiteX3" fmla="*/ 514244 w 526297"/>
                    <a:gd name="connsiteY3" fmla="*/ 355237 h 438150"/>
                    <a:gd name="connsiteX4" fmla="*/ 485764 w 526297"/>
                    <a:gd name="connsiteY4" fmla="*/ 381621 h 438150"/>
                    <a:gd name="connsiteX5" fmla="*/ 454998 w 526297"/>
                    <a:gd name="connsiteY5" fmla="*/ 381621 h 438150"/>
                    <a:gd name="connsiteX6" fmla="*/ 454998 w 526297"/>
                    <a:gd name="connsiteY6" fmla="*/ 438771 h 438150"/>
                    <a:gd name="connsiteX7" fmla="*/ 435948 w 526297"/>
                    <a:gd name="connsiteY7" fmla="*/ 438771 h 438150"/>
                    <a:gd name="connsiteX8" fmla="*/ 435948 w 526297"/>
                    <a:gd name="connsiteY8" fmla="*/ 381621 h 438150"/>
                    <a:gd name="connsiteX9" fmla="*/ 93048 w 526297"/>
                    <a:gd name="connsiteY9" fmla="*/ 381621 h 438150"/>
                    <a:gd name="connsiteX10" fmla="*/ 93048 w 526297"/>
                    <a:gd name="connsiteY10" fmla="*/ 438771 h 438150"/>
                    <a:gd name="connsiteX11" fmla="*/ 73998 w 526297"/>
                    <a:gd name="connsiteY11" fmla="*/ 438771 h 438150"/>
                    <a:gd name="connsiteX12" fmla="*/ 73998 w 526297"/>
                    <a:gd name="connsiteY12" fmla="*/ 381621 h 438150"/>
                    <a:gd name="connsiteX13" fmla="*/ 43328 w 526297"/>
                    <a:gd name="connsiteY13" fmla="*/ 381621 h 438150"/>
                    <a:gd name="connsiteX14" fmla="*/ 14848 w 526297"/>
                    <a:gd name="connsiteY14" fmla="*/ 355237 h 438150"/>
                    <a:gd name="connsiteX15" fmla="*/ 1513 w 526297"/>
                    <a:gd name="connsiteY15" fmla="*/ 181501 h 438150"/>
                    <a:gd name="connsiteX16" fmla="*/ 42089 w 526297"/>
                    <a:gd name="connsiteY16" fmla="*/ 134162 h 438150"/>
                    <a:gd name="connsiteX17" fmla="*/ 45518 w 526297"/>
                    <a:gd name="connsiteY17" fmla="*/ 134066 h 438150"/>
                    <a:gd name="connsiteX18" fmla="*/ 101906 w 526297"/>
                    <a:gd name="connsiteY18" fmla="*/ 180834 h 438150"/>
                    <a:gd name="connsiteX19" fmla="*/ 121623 w 526297"/>
                    <a:gd name="connsiteY19" fmla="*/ 286371 h 438150"/>
                    <a:gd name="connsiteX20" fmla="*/ 407373 w 526297"/>
                    <a:gd name="connsiteY20" fmla="*/ 286371 h 438150"/>
                    <a:gd name="connsiteX21" fmla="*/ 427185 w 526297"/>
                    <a:gd name="connsiteY21" fmla="*/ 180739 h 438150"/>
                    <a:gd name="connsiteX22" fmla="*/ 483573 w 526297"/>
                    <a:gd name="connsiteY22" fmla="*/ 133971 h 438150"/>
                    <a:gd name="connsiteX23" fmla="*/ 416898 w 526297"/>
                    <a:gd name="connsiteY23" fmla="*/ 621 h 438150"/>
                    <a:gd name="connsiteX24" fmla="*/ 483573 w 526297"/>
                    <a:gd name="connsiteY24" fmla="*/ 67296 h 438150"/>
                    <a:gd name="connsiteX25" fmla="*/ 483573 w 526297"/>
                    <a:gd name="connsiteY25" fmla="*/ 115397 h 438150"/>
                    <a:gd name="connsiteX26" fmla="*/ 476429 w 526297"/>
                    <a:gd name="connsiteY26" fmla="*/ 114921 h 438150"/>
                    <a:gd name="connsiteX27" fmla="*/ 412040 w 526297"/>
                    <a:gd name="connsiteY27" fmla="*/ 166451 h 438150"/>
                    <a:gd name="connsiteX28" fmla="*/ 411564 w 526297"/>
                    <a:gd name="connsiteY28" fmla="*/ 168737 h 438150"/>
                    <a:gd name="connsiteX29" fmla="*/ 393086 w 526297"/>
                    <a:gd name="connsiteY29" fmla="*/ 267321 h 438150"/>
                    <a:gd name="connsiteX30" fmla="*/ 135911 w 526297"/>
                    <a:gd name="connsiteY30" fmla="*/ 267321 h 438150"/>
                    <a:gd name="connsiteX31" fmla="*/ 117432 w 526297"/>
                    <a:gd name="connsiteY31" fmla="*/ 168737 h 438150"/>
                    <a:gd name="connsiteX32" fmla="*/ 52567 w 526297"/>
                    <a:gd name="connsiteY32" fmla="*/ 114921 h 438150"/>
                    <a:gd name="connsiteX33" fmla="*/ 54948 w 526297"/>
                    <a:gd name="connsiteY33" fmla="*/ 67296 h 438150"/>
                    <a:gd name="connsiteX34" fmla="*/ 121623 w 526297"/>
                    <a:gd name="connsiteY34" fmla="*/ 621 h 438150"/>
                    <a:gd name="connsiteX35" fmla="*/ 416898 w 526297"/>
                    <a:gd name="connsiteY35" fmla="*/ 621 h 4381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526297" h="438150">
                      <a:moveTo>
                        <a:pt x="483573" y="133971"/>
                      </a:moveTo>
                      <a:cubicBezTo>
                        <a:pt x="507957" y="133971"/>
                        <a:pt x="527674" y="153688"/>
                        <a:pt x="527674" y="178072"/>
                      </a:cubicBezTo>
                      <a:cubicBezTo>
                        <a:pt x="527674" y="179215"/>
                        <a:pt x="527674" y="180358"/>
                        <a:pt x="527579" y="181501"/>
                      </a:cubicBezTo>
                      <a:lnTo>
                        <a:pt x="514244" y="355237"/>
                      </a:lnTo>
                      <a:cubicBezTo>
                        <a:pt x="513101" y="370096"/>
                        <a:pt x="500718" y="381621"/>
                        <a:pt x="485764" y="381621"/>
                      </a:cubicBezTo>
                      <a:lnTo>
                        <a:pt x="454998" y="381621"/>
                      </a:lnTo>
                      <a:lnTo>
                        <a:pt x="454998" y="438771"/>
                      </a:lnTo>
                      <a:lnTo>
                        <a:pt x="435948" y="438771"/>
                      </a:lnTo>
                      <a:lnTo>
                        <a:pt x="435948" y="381621"/>
                      </a:lnTo>
                      <a:lnTo>
                        <a:pt x="93048" y="381621"/>
                      </a:lnTo>
                      <a:lnTo>
                        <a:pt x="93048" y="438771"/>
                      </a:lnTo>
                      <a:lnTo>
                        <a:pt x="73998" y="438771"/>
                      </a:lnTo>
                      <a:lnTo>
                        <a:pt x="73998" y="381621"/>
                      </a:lnTo>
                      <a:lnTo>
                        <a:pt x="43328" y="381621"/>
                      </a:lnTo>
                      <a:cubicBezTo>
                        <a:pt x="28373" y="381621"/>
                        <a:pt x="15991" y="370096"/>
                        <a:pt x="14848" y="355237"/>
                      </a:cubicBezTo>
                      <a:lnTo>
                        <a:pt x="1513" y="181501"/>
                      </a:lnTo>
                      <a:cubicBezTo>
                        <a:pt x="-392" y="157212"/>
                        <a:pt x="17801" y="135971"/>
                        <a:pt x="42089" y="134162"/>
                      </a:cubicBezTo>
                      <a:cubicBezTo>
                        <a:pt x="43232" y="134066"/>
                        <a:pt x="44375" y="134066"/>
                        <a:pt x="45518" y="134066"/>
                      </a:cubicBezTo>
                      <a:cubicBezTo>
                        <a:pt x="73141" y="134066"/>
                        <a:pt x="96858" y="153688"/>
                        <a:pt x="101906" y="180834"/>
                      </a:cubicBezTo>
                      <a:lnTo>
                        <a:pt x="121623" y="286371"/>
                      </a:lnTo>
                      <a:lnTo>
                        <a:pt x="407373" y="286371"/>
                      </a:lnTo>
                      <a:lnTo>
                        <a:pt x="427185" y="180739"/>
                      </a:lnTo>
                      <a:cubicBezTo>
                        <a:pt x="432233" y="153592"/>
                        <a:pt x="455951" y="133971"/>
                        <a:pt x="483573" y="133971"/>
                      </a:cubicBezTo>
                      <a:close/>
                      <a:moveTo>
                        <a:pt x="416898" y="621"/>
                      </a:moveTo>
                      <a:cubicBezTo>
                        <a:pt x="453760" y="621"/>
                        <a:pt x="483573" y="30434"/>
                        <a:pt x="483573" y="67296"/>
                      </a:cubicBezTo>
                      <a:lnTo>
                        <a:pt x="483573" y="115397"/>
                      </a:lnTo>
                      <a:cubicBezTo>
                        <a:pt x="481192" y="115112"/>
                        <a:pt x="478811" y="114921"/>
                        <a:pt x="476429" y="114921"/>
                      </a:cubicBezTo>
                      <a:cubicBezTo>
                        <a:pt x="445473" y="114921"/>
                        <a:pt x="418803" y="136448"/>
                        <a:pt x="412040" y="166451"/>
                      </a:cubicBezTo>
                      <a:lnTo>
                        <a:pt x="411564" y="168737"/>
                      </a:lnTo>
                      <a:lnTo>
                        <a:pt x="393086" y="267321"/>
                      </a:lnTo>
                      <a:lnTo>
                        <a:pt x="135911" y="267321"/>
                      </a:lnTo>
                      <a:lnTo>
                        <a:pt x="117432" y="168737"/>
                      </a:lnTo>
                      <a:cubicBezTo>
                        <a:pt x="111622" y="137495"/>
                        <a:pt x="84285" y="114921"/>
                        <a:pt x="52567" y="114921"/>
                      </a:cubicBezTo>
                      <a:lnTo>
                        <a:pt x="54948" y="67296"/>
                      </a:lnTo>
                      <a:cubicBezTo>
                        <a:pt x="54948" y="30434"/>
                        <a:pt x="84761" y="621"/>
                        <a:pt x="121623" y="621"/>
                      </a:cubicBezTo>
                      <a:lnTo>
                        <a:pt x="416898" y="621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6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14" name="矩形: 圆角 13">
                <a:extLst>
                  <a:ext uri="{FF2B5EF4-FFF2-40B4-BE49-F238E27FC236}">
                    <a16:creationId xmlns:a16="http://schemas.microsoft.com/office/drawing/2014/main" id="{409C3BB7-4AB4-5B23-FF07-FF6BA2C5A577}"/>
                  </a:ext>
                </a:extLst>
              </p:cNvPr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03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01E2E33E-A6C8-0DC1-BDF0-5115631B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7FF4C48E-E421-374D-AB92-3B2A7F8A1729}"/>
              </a:ext>
            </a:extLst>
          </p:cNvPr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imageList2-3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7741899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3DA22-72DF-D355-5E93-C8757BF3A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7369592A-FB16-DEB3-D238-29F9DAF42D0C}"/>
              </a:ext>
            </a:extLst>
          </p:cNvPr>
          <p:cNvSpPr>
            <a:spLocks noChangeAspect="1"/>
          </p:cNvSpPr>
          <p:nvPr/>
        </p:nvSpPr>
        <p:spPr>
          <a:xfrm>
            <a:off x="-123550" y="956109"/>
            <a:ext cx="3968005" cy="64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 anchorCtr="0">
            <a:normAutofit/>
          </a:bodyPr>
          <a:lstStyle/>
          <a:p>
            <a:pPr algn="ctr">
              <a:buSzPct val="25000"/>
            </a:pPr>
            <a:r>
              <a:rPr lang="en-US" altLang="zh-CN" sz="2400" b="1" dirty="0">
                <a:solidFill>
                  <a:schemeClr val="tx1"/>
                </a:solidFill>
              </a:rPr>
              <a:t>{</a:t>
            </a:r>
            <a:r>
              <a:rPr lang="en-US" altLang="zh-CN" sz="2400" b="1" dirty="0" err="1">
                <a:solidFill>
                  <a:schemeClr val="tx1"/>
                </a:solidFill>
              </a:rPr>
              <a:t>slideTitle</a:t>
            </a:r>
            <a:r>
              <a:rPr lang="en-US" altLang="zh-CN" sz="2400" b="1" dirty="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77" name="标题 1">
            <a:extLst>
              <a:ext uri="{FF2B5EF4-FFF2-40B4-BE49-F238E27FC236}">
                <a16:creationId xmlns:a16="http://schemas.microsoft.com/office/drawing/2014/main" id="{394F65E6-501A-2CA7-E036-4E7457DFCCF8}"/>
              </a:ext>
            </a:extLst>
          </p:cNvPr>
          <p:cNvSpPr txBox="1">
            <a:spLocks/>
          </p:cNvSpPr>
          <p:nvPr/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zh-CN" altLang="en-US" dirty="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1412BDBA-0517-1CF7-AFEF-5F36FA49FE3C}"/>
              </a:ext>
            </a:extLst>
          </p:cNvPr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imageList2-4</a:t>
            </a:r>
            <a:endParaRPr lang="en-US" sz="1050" dirty="0"/>
          </a:p>
        </p:txBody>
      </p:sp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8B602C24-B916-3EE8-EF8C-007E85B8124C}"/>
              </a:ext>
            </a:extLst>
          </p:cNvPr>
          <p:cNvGrpSpPr/>
          <p:nvPr/>
        </p:nvGrpSpPr>
        <p:grpSpPr>
          <a:xfrm>
            <a:off x="0" y="708416"/>
            <a:ext cx="12192000" cy="5751693"/>
            <a:chOff x="0" y="708416"/>
            <a:chExt cx="12192000" cy="5751693"/>
          </a:xfrm>
        </p:grpSpPr>
        <p:sp>
          <p:nvSpPr>
            <p:cNvPr id="43" name="双波形 42">
              <a:extLst>
                <a:ext uri="{FF2B5EF4-FFF2-40B4-BE49-F238E27FC236}">
                  <a16:creationId xmlns:a16="http://schemas.microsoft.com/office/drawing/2014/main" id="{729ACCC8-2995-D1E4-7A48-20E7C1234D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0" y="2416882"/>
              <a:ext cx="12192000" cy="2106522"/>
            </a:xfrm>
            <a:prstGeom prst="doubleWave">
              <a:avLst/>
            </a:prstGeom>
            <a:blipFill>
              <a:blip r:embed="rId2"/>
              <a:srcRect/>
              <a:stretch>
                <a:fillRect t="-144705" b="-142974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 dirty="0">
                <a:solidFill>
                  <a:schemeClr val="lt1"/>
                </a:solidFill>
              </a:endParaRPr>
            </a:p>
          </p:txBody>
        </p: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1A62CEEB-C919-D21E-2285-B87B285A37B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88410" y="4436616"/>
              <a:ext cx="3392672" cy="1881300"/>
              <a:chOff x="3595122" y="2635398"/>
              <a:chExt cx="4329677" cy="2400888"/>
            </a:xfrm>
          </p:grpSpPr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A7BE3751-AFE6-83A3-7210-141AA1D19A21}"/>
                  </a:ext>
                </a:extLst>
              </p:cNvPr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{vItem.item1}</a:t>
                </a:r>
                <a:endParaRPr lang="de-DE" dirty="0"/>
              </a:p>
            </p:txBody>
          </p:sp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ADB7F309-B7E8-5AA0-C288-BC815D21C59B}"/>
                  </a:ext>
                </a:extLst>
              </p:cNvPr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674D2B21-1132-799F-C507-79BCC46A0BB7}"/>
                  </a:ext>
                </a:extLst>
              </p:cNvPr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53" name="弧形 52">
                  <a:extLst>
                    <a:ext uri="{FF2B5EF4-FFF2-40B4-BE49-F238E27FC236}">
                      <a16:creationId xmlns:a16="http://schemas.microsoft.com/office/drawing/2014/main" id="{53440083-64D6-819A-4A4D-08FC6A33E865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54" name="弧形 53">
                  <a:extLst>
                    <a:ext uri="{FF2B5EF4-FFF2-40B4-BE49-F238E27FC236}">
                      <a16:creationId xmlns:a16="http://schemas.microsoft.com/office/drawing/2014/main" id="{1B92E9F8-3913-055B-018D-754AAB108F43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48" name="直接连接符 47">
                <a:extLst>
                  <a:ext uri="{FF2B5EF4-FFF2-40B4-BE49-F238E27FC236}">
                    <a16:creationId xmlns:a16="http://schemas.microsoft.com/office/drawing/2014/main" id="{670A2574-9321-CE22-DC4B-43FB0E342D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13ECD0CE-741C-2F7A-C0F6-86B4DC14889B}"/>
                  </a:ext>
                </a:extLst>
              </p:cNvPr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5979BF8A-3C0C-D54E-9A15-A10DF3FDD424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52" name="任意多边形: 形状 51">
                  <a:extLst>
                    <a:ext uri="{FF2B5EF4-FFF2-40B4-BE49-F238E27FC236}">
                      <a16:creationId xmlns:a16="http://schemas.microsoft.com/office/drawing/2014/main" id="{33891BE6-4B8B-12D7-1991-EDECE42227C1}"/>
                    </a:ext>
                  </a:extLst>
                </p:cNvPr>
                <p:cNvSpPr/>
                <p:nvPr/>
              </p:nvSpPr>
              <p:spPr>
                <a:xfrm>
                  <a:off x="4125189" y="3548542"/>
                  <a:ext cx="361948" cy="396747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50" name="矩形: 圆角 49">
                <a:extLst>
                  <a:ext uri="{FF2B5EF4-FFF2-40B4-BE49-F238E27FC236}">
                    <a16:creationId xmlns:a16="http://schemas.microsoft.com/office/drawing/2014/main" id="{09EA9257-A47D-296B-919A-FA61BC6B1390}"/>
                  </a:ext>
                </a:extLst>
              </p:cNvPr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01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55" name="组合 54">
              <a:extLst>
                <a:ext uri="{FF2B5EF4-FFF2-40B4-BE49-F238E27FC236}">
                  <a16:creationId xmlns:a16="http://schemas.microsoft.com/office/drawing/2014/main" id="{14114F86-C457-7E90-BCF3-430C91988FD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214584" y="4578809"/>
              <a:ext cx="3392672" cy="1881300"/>
              <a:chOff x="3595122" y="2635398"/>
              <a:chExt cx="4329677" cy="2400888"/>
            </a:xfrm>
          </p:grpSpPr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11E401F7-690B-6A4F-88EA-0038893656B2}"/>
                  </a:ext>
                </a:extLst>
              </p:cNvPr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{vItem.item3}</a:t>
                </a:r>
                <a:endParaRPr lang="de-DE" dirty="0"/>
              </a:p>
            </p:txBody>
          </p:sp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2BAAF169-B2D9-D8F6-6B6E-4C6AB4B08789}"/>
                  </a:ext>
                </a:extLst>
              </p:cNvPr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806900F7-F64C-3A43-241F-46DDC974F44F}"/>
                  </a:ext>
                </a:extLst>
              </p:cNvPr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64" name="弧形 63">
                  <a:extLst>
                    <a:ext uri="{FF2B5EF4-FFF2-40B4-BE49-F238E27FC236}">
                      <a16:creationId xmlns:a16="http://schemas.microsoft.com/office/drawing/2014/main" id="{3536DC5F-0951-93A0-74B6-30310BD3CAA0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65" name="弧形 64">
                  <a:extLst>
                    <a:ext uri="{FF2B5EF4-FFF2-40B4-BE49-F238E27FC236}">
                      <a16:creationId xmlns:a16="http://schemas.microsoft.com/office/drawing/2014/main" id="{2CD254EE-044A-6277-BBDD-0664002AA371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59" name="直接连接符 58">
                <a:extLst>
                  <a:ext uri="{FF2B5EF4-FFF2-40B4-BE49-F238E27FC236}">
                    <a16:creationId xmlns:a16="http://schemas.microsoft.com/office/drawing/2014/main" id="{4EDC2939-8692-F826-7C13-D3A9FFFAF9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2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0" name="组合 59">
                <a:extLst>
                  <a:ext uri="{FF2B5EF4-FFF2-40B4-BE49-F238E27FC236}">
                    <a16:creationId xmlns:a16="http://schemas.microsoft.com/office/drawing/2014/main" id="{44FF2159-5AE0-467F-6436-31BCDE384E74}"/>
                  </a:ext>
                </a:extLst>
              </p:cNvPr>
              <p:cNvGrpSpPr/>
              <p:nvPr/>
            </p:nvGrpSpPr>
            <p:grpSpPr>
              <a:xfrm>
                <a:off x="3881577" y="3322331"/>
                <a:ext cx="849174" cy="849172"/>
                <a:chOff x="3881577" y="3322331"/>
                <a:chExt cx="849174" cy="849172"/>
              </a:xfrm>
            </p:grpSpPr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3E407DFB-7DA9-1488-DBD2-6EA99844AD48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3881577" y="3322331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2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2">
                        <a:lumMod val="60000"/>
                        <a:lumOff val="4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2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63" name="任意多边形: 形状 62">
                  <a:extLst>
                    <a:ext uri="{FF2B5EF4-FFF2-40B4-BE49-F238E27FC236}">
                      <a16:creationId xmlns:a16="http://schemas.microsoft.com/office/drawing/2014/main" id="{F70A9351-6CAE-679C-FF97-98D489E20B78}"/>
                    </a:ext>
                  </a:extLst>
                </p:cNvPr>
                <p:cNvSpPr/>
                <p:nvPr/>
              </p:nvSpPr>
              <p:spPr>
                <a:xfrm>
                  <a:off x="4125189" y="3555500"/>
                  <a:ext cx="361949" cy="382831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61" name="矩形: 圆角 60">
                <a:extLst>
                  <a:ext uri="{FF2B5EF4-FFF2-40B4-BE49-F238E27FC236}">
                    <a16:creationId xmlns:a16="http://schemas.microsoft.com/office/drawing/2014/main" id="{4DDB8846-27CA-7928-F4D3-FE1AC7874AD8}"/>
                  </a:ext>
                </a:extLst>
              </p:cNvPr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02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79" name="组合 78">
              <a:extLst>
                <a:ext uri="{FF2B5EF4-FFF2-40B4-BE49-F238E27FC236}">
                  <a16:creationId xmlns:a16="http://schemas.microsoft.com/office/drawing/2014/main" id="{87051F40-9E30-60F8-DB7E-B2F85295471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154913" y="783169"/>
              <a:ext cx="3392672" cy="1881300"/>
              <a:chOff x="3595122" y="2635398"/>
              <a:chExt cx="4329677" cy="2400888"/>
            </a:xfrm>
          </p:grpSpPr>
          <p:sp>
            <p:nvSpPr>
              <p:cNvPr id="80" name="文本框 79">
                <a:extLst>
                  <a:ext uri="{FF2B5EF4-FFF2-40B4-BE49-F238E27FC236}">
                    <a16:creationId xmlns:a16="http://schemas.microsoft.com/office/drawing/2014/main" id="{59716CA8-BB3A-6698-2FFF-1E10EE1E0C40}"/>
                  </a:ext>
                </a:extLst>
              </p:cNvPr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{vItem.item2}</a:t>
                </a:r>
                <a:endParaRPr lang="de-DE" dirty="0"/>
              </a:p>
            </p:txBody>
          </p: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8DD74919-C4B0-DC05-9E6C-A8580DA31C05}"/>
                  </a:ext>
                </a:extLst>
              </p:cNvPr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82" name="组合 81">
                <a:extLst>
                  <a:ext uri="{FF2B5EF4-FFF2-40B4-BE49-F238E27FC236}">
                    <a16:creationId xmlns:a16="http://schemas.microsoft.com/office/drawing/2014/main" id="{DA071C45-D211-7862-A4E2-0601085199EA}"/>
                  </a:ext>
                </a:extLst>
              </p:cNvPr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88" name="弧形 87">
                  <a:extLst>
                    <a:ext uri="{FF2B5EF4-FFF2-40B4-BE49-F238E27FC236}">
                      <a16:creationId xmlns:a16="http://schemas.microsoft.com/office/drawing/2014/main" id="{3BA64BFF-A4EB-A9EE-5AD7-B14CEBD8D898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89" name="弧形 88">
                  <a:extLst>
                    <a:ext uri="{FF2B5EF4-FFF2-40B4-BE49-F238E27FC236}">
                      <a16:creationId xmlns:a16="http://schemas.microsoft.com/office/drawing/2014/main" id="{3AA8247D-FCD9-7BC2-7FAA-49344DFA582B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83" name="直接连接符 82">
                <a:extLst>
                  <a:ext uri="{FF2B5EF4-FFF2-40B4-BE49-F238E27FC236}">
                    <a16:creationId xmlns:a16="http://schemas.microsoft.com/office/drawing/2014/main" id="{0D669B44-38D0-7B53-A99C-1E2E2FB03B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4" name="组合 83">
                <a:extLst>
                  <a:ext uri="{FF2B5EF4-FFF2-40B4-BE49-F238E27FC236}">
                    <a16:creationId xmlns:a16="http://schemas.microsoft.com/office/drawing/2014/main" id="{E89F1199-3766-B780-BF75-A19184B2FF11}"/>
                  </a:ext>
                </a:extLst>
              </p:cNvPr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86" name="文本框 85">
                  <a:extLst>
                    <a:ext uri="{FF2B5EF4-FFF2-40B4-BE49-F238E27FC236}">
                      <a16:creationId xmlns:a16="http://schemas.microsoft.com/office/drawing/2014/main" id="{461C3E81-63F4-C49F-040C-656E84402FFC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87" name="任意多边形: 形状 86">
                  <a:extLst>
                    <a:ext uri="{FF2B5EF4-FFF2-40B4-BE49-F238E27FC236}">
                      <a16:creationId xmlns:a16="http://schemas.microsoft.com/office/drawing/2014/main" id="{2B0E0D59-0DEC-6E63-B8CE-655B008C4C3F}"/>
                    </a:ext>
                  </a:extLst>
                </p:cNvPr>
                <p:cNvSpPr/>
                <p:nvPr/>
              </p:nvSpPr>
              <p:spPr>
                <a:xfrm>
                  <a:off x="4125189" y="3548542"/>
                  <a:ext cx="361948" cy="396747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85" name="矩形: 圆角 84">
                <a:extLst>
                  <a:ext uri="{FF2B5EF4-FFF2-40B4-BE49-F238E27FC236}">
                    <a16:creationId xmlns:a16="http://schemas.microsoft.com/office/drawing/2014/main" id="{12621AF6-D884-9E92-DF96-3420EEE8A90C}"/>
                  </a:ext>
                </a:extLst>
              </p:cNvPr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01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53484F02-CA33-5661-C624-78B1152E9BF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729572" y="708416"/>
              <a:ext cx="3392672" cy="1881300"/>
              <a:chOff x="3595122" y="2635398"/>
              <a:chExt cx="4329677" cy="2400888"/>
            </a:xfrm>
          </p:grpSpPr>
          <p:sp>
            <p:nvSpPr>
              <p:cNvPr id="91" name="文本框 90">
                <a:extLst>
                  <a:ext uri="{FF2B5EF4-FFF2-40B4-BE49-F238E27FC236}">
                    <a16:creationId xmlns:a16="http://schemas.microsoft.com/office/drawing/2014/main" id="{5F9ABA98-0B2C-D8D9-3E1F-4A81547CDEC1}"/>
                  </a:ext>
                </a:extLst>
              </p:cNvPr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{vItem.item4}</a:t>
                </a:r>
                <a:endParaRPr lang="de-DE" dirty="0"/>
              </a:p>
            </p:txBody>
          </p:sp>
          <p:sp>
            <p:nvSpPr>
              <p:cNvPr id="92" name="文本框 91">
                <a:extLst>
                  <a:ext uri="{FF2B5EF4-FFF2-40B4-BE49-F238E27FC236}">
                    <a16:creationId xmlns:a16="http://schemas.microsoft.com/office/drawing/2014/main" id="{26F440E9-AC12-CAE5-1C84-721E63B7B670}"/>
                  </a:ext>
                </a:extLst>
              </p:cNvPr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{vItem.item4_Desc}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93" name="组合 92">
                <a:extLst>
                  <a:ext uri="{FF2B5EF4-FFF2-40B4-BE49-F238E27FC236}">
                    <a16:creationId xmlns:a16="http://schemas.microsoft.com/office/drawing/2014/main" id="{DD13D354-A9A8-116C-5A47-CC914B374DF3}"/>
                  </a:ext>
                </a:extLst>
              </p:cNvPr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99" name="弧形 98">
                  <a:extLst>
                    <a:ext uri="{FF2B5EF4-FFF2-40B4-BE49-F238E27FC236}">
                      <a16:creationId xmlns:a16="http://schemas.microsoft.com/office/drawing/2014/main" id="{B473EB60-91AD-3E58-9A88-8244D2230C81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100" name="弧形 99">
                  <a:extLst>
                    <a:ext uri="{FF2B5EF4-FFF2-40B4-BE49-F238E27FC236}">
                      <a16:creationId xmlns:a16="http://schemas.microsoft.com/office/drawing/2014/main" id="{960786C9-ECD6-AD14-F654-0287F8650009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94" name="直接连接符 93">
                <a:extLst>
                  <a:ext uri="{FF2B5EF4-FFF2-40B4-BE49-F238E27FC236}">
                    <a16:creationId xmlns:a16="http://schemas.microsoft.com/office/drawing/2014/main" id="{CEA182D2-C788-8ECB-E484-BC0522F84C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2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5" name="组合 94">
                <a:extLst>
                  <a:ext uri="{FF2B5EF4-FFF2-40B4-BE49-F238E27FC236}">
                    <a16:creationId xmlns:a16="http://schemas.microsoft.com/office/drawing/2014/main" id="{41EB3DF0-95B6-B676-7BBE-08F5512E9ED7}"/>
                  </a:ext>
                </a:extLst>
              </p:cNvPr>
              <p:cNvGrpSpPr/>
              <p:nvPr/>
            </p:nvGrpSpPr>
            <p:grpSpPr>
              <a:xfrm>
                <a:off x="3881577" y="3322331"/>
                <a:ext cx="849174" cy="849172"/>
                <a:chOff x="3881577" y="3322331"/>
                <a:chExt cx="849174" cy="849172"/>
              </a:xfrm>
            </p:grpSpPr>
            <p:sp>
              <p:nvSpPr>
                <p:cNvPr id="97" name="文本框 96">
                  <a:extLst>
                    <a:ext uri="{FF2B5EF4-FFF2-40B4-BE49-F238E27FC236}">
                      <a16:creationId xmlns:a16="http://schemas.microsoft.com/office/drawing/2014/main" id="{050DE163-6033-82BA-DFAA-C05249713C50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3881577" y="3322331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2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2">
                        <a:lumMod val="60000"/>
                        <a:lumOff val="4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2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98" name="任意多边形: 形状 97">
                  <a:extLst>
                    <a:ext uri="{FF2B5EF4-FFF2-40B4-BE49-F238E27FC236}">
                      <a16:creationId xmlns:a16="http://schemas.microsoft.com/office/drawing/2014/main" id="{20244AB8-16BA-C684-0255-C4A2B4080AFF}"/>
                    </a:ext>
                  </a:extLst>
                </p:cNvPr>
                <p:cNvSpPr/>
                <p:nvPr/>
              </p:nvSpPr>
              <p:spPr>
                <a:xfrm>
                  <a:off x="4125189" y="3555500"/>
                  <a:ext cx="361949" cy="382831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96" name="矩形: 圆角 95">
                <a:extLst>
                  <a:ext uri="{FF2B5EF4-FFF2-40B4-BE49-F238E27FC236}">
                    <a16:creationId xmlns:a16="http://schemas.microsoft.com/office/drawing/2014/main" id="{823828EF-AA6D-0C03-4E2D-8E0068C67BF3}"/>
                  </a:ext>
                </a:extLst>
              </p:cNvPr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02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184026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AF843-2E08-DD6B-706C-F2AC973C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DFB3916F-F2A9-8C06-1BDC-6FDC9E6F6CF2}"/>
              </a:ext>
            </a:extLst>
          </p:cNvPr>
          <p:cNvSpPr>
            <a:spLocks noChangeAspect="1"/>
          </p:cNvSpPr>
          <p:nvPr/>
        </p:nvSpPr>
        <p:spPr>
          <a:xfrm>
            <a:off x="-123550" y="956109"/>
            <a:ext cx="3968005" cy="64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 anchorCtr="0">
            <a:normAutofit/>
          </a:bodyPr>
          <a:lstStyle/>
          <a:p>
            <a:pPr algn="ctr">
              <a:buSzPct val="25000"/>
            </a:pPr>
            <a:r>
              <a:rPr lang="en-US" altLang="zh-CN" sz="2400" b="1" dirty="0">
                <a:solidFill>
                  <a:schemeClr val="tx1"/>
                </a:solidFill>
              </a:rPr>
              <a:t>{</a:t>
            </a:r>
            <a:r>
              <a:rPr lang="en-US" altLang="zh-CN" sz="2400" b="1" dirty="0" err="1">
                <a:solidFill>
                  <a:schemeClr val="tx1"/>
                </a:solidFill>
              </a:rPr>
              <a:t>slideTitle</a:t>
            </a:r>
            <a:r>
              <a:rPr lang="en-US" altLang="zh-CN" sz="2400" b="1" dirty="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77" name="标题 1">
            <a:extLst>
              <a:ext uri="{FF2B5EF4-FFF2-40B4-BE49-F238E27FC236}">
                <a16:creationId xmlns:a16="http://schemas.microsoft.com/office/drawing/2014/main" id="{8B8B184B-B221-116E-12F6-A7B179FAB126}"/>
              </a:ext>
            </a:extLst>
          </p:cNvPr>
          <p:cNvSpPr txBox="1">
            <a:spLocks/>
          </p:cNvSpPr>
          <p:nvPr/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zh-CN" altLang="en-US" dirty="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1966C64E-1C41-194B-A380-CE64CA0207AE}"/>
              </a:ext>
            </a:extLst>
          </p:cNvPr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imageList2-5</a:t>
            </a:r>
            <a:endParaRPr lang="en-US" sz="1050" dirty="0"/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C8C64C8A-2F58-55EA-B520-CC06591449EC}"/>
              </a:ext>
            </a:extLst>
          </p:cNvPr>
          <p:cNvGrpSpPr/>
          <p:nvPr/>
        </p:nvGrpSpPr>
        <p:grpSpPr>
          <a:xfrm>
            <a:off x="0" y="661264"/>
            <a:ext cx="12192000" cy="6045336"/>
            <a:chOff x="0" y="661264"/>
            <a:chExt cx="12192000" cy="6045336"/>
          </a:xfrm>
        </p:grpSpPr>
        <p:sp>
          <p:nvSpPr>
            <p:cNvPr id="43" name="双波形 42">
              <a:extLst>
                <a:ext uri="{FF2B5EF4-FFF2-40B4-BE49-F238E27FC236}">
                  <a16:creationId xmlns:a16="http://schemas.microsoft.com/office/drawing/2014/main" id="{B9D0CAF5-3916-11BE-2A81-8081416ACD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0" y="2416882"/>
              <a:ext cx="12192000" cy="2106522"/>
            </a:xfrm>
            <a:prstGeom prst="doubleWave">
              <a:avLst/>
            </a:prstGeom>
            <a:blipFill>
              <a:blip r:embed="rId2"/>
              <a:srcRect/>
              <a:stretch>
                <a:fillRect t="-144705" b="-142974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 dirty="0">
                <a:solidFill>
                  <a:schemeClr val="lt1"/>
                </a:solidFill>
              </a:endParaRPr>
            </a:p>
          </p:txBody>
        </p: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04190716-C766-07E9-81BC-D96BC6F444F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60399" y="4649954"/>
              <a:ext cx="3392672" cy="1881300"/>
              <a:chOff x="3595122" y="2635398"/>
              <a:chExt cx="4329677" cy="2400888"/>
            </a:xfrm>
          </p:grpSpPr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650AE52D-D69B-133E-C749-67EB9C6BBA60}"/>
                  </a:ext>
                </a:extLst>
              </p:cNvPr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{vItem.item1}</a:t>
                </a:r>
                <a:endParaRPr lang="de-DE" dirty="0"/>
              </a:p>
            </p:txBody>
          </p:sp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FF67DD1B-1F29-75B4-6ECC-8E9412A0D9C6}"/>
                  </a:ext>
                </a:extLst>
              </p:cNvPr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96A64588-9085-A065-FC4C-C7FF2434C6C4}"/>
                  </a:ext>
                </a:extLst>
              </p:cNvPr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53" name="弧形 52">
                  <a:extLst>
                    <a:ext uri="{FF2B5EF4-FFF2-40B4-BE49-F238E27FC236}">
                      <a16:creationId xmlns:a16="http://schemas.microsoft.com/office/drawing/2014/main" id="{B4DF4676-3259-7745-A352-69FC654AB696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54" name="弧形 53">
                  <a:extLst>
                    <a:ext uri="{FF2B5EF4-FFF2-40B4-BE49-F238E27FC236}">
                      <a16:creationId xmlns:a16="http://schemas.microsoft.com/office/drawing/2014/main" id="{66249B61-6BAD-A9FB-DC81-BD51258B3D14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48" name="直接连接符 47">
                <a:extLst>
                  <a:ext uri="{FF2B5EF4-FFF2-40B4-BE49-F238E27FC236}">
                    <a16:creationId xmlns:a16="http://schemas.microsoft.com/office/drawing/2014/main" id="{89ED0C03-FCD3-741B-AD10-4E491AF5BB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07C48964-4B53-E872-BD4C-A9E3ABA3A46E}"/>
                  </a:ext>
                </a:extLst>
              </p:cNvPr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8DC7BD79-801F-4D59-E11C-3D7C532A0A1A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52" name="任意多边形: 形状 51">
                  <a:extLst>
                    <a:ext uri="{FF2B5EF4-FFF2-40B4-BE49-F238E27FC236}">
                      <a16:creationId xmlns:a16="http://schemas.microsoft.com/office/drawing/2014/main" id="{307BC32C-964C-E31C-F2C0-8F0EB78EAE00}"/>
                    </a:ext>
                  </a:extLst>
                </p:cNvPr>
                <p:cNvSpPr/>
                <p:nvPr/>
              </p:nvSpPr>
              <p:spPr>
                <a:xfrm>
                  <a:off x="4125189" y="3548542"/>
                  <a:ext cx="361948" cy="396747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50" name="矩形: 圆角 49">
                <a:extLst>
                  <a:ext uri="{FF2B5EF4-FFF2-40B4-BE49-F238E27FC236}">
                    <a16:creationId xmlns:a16="http://schemas.microsoft.com/office/drawing/2014/main" id="{3CC67771-1953-C2F7-ECAD-365588213699}"/>
                  </a:ext>
                </a:extLst>
              </p:cNvPr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01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55" name="组合 54">
              <a:extLst>
                <a:ext uri="{FF2B5EF4-FFF2-40B4-BE49-F238E27FC236}">
                  <a16:creationId xmlns:a16="http://schemas.microsoft.com/office/drawing/2014/main" id="{75108D4B-A302-D7B6-C046-5D5DF8E99AD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393313" y="4825300"/>
              <a:ext cx="3392672" cy="1881300"/>
              <a:chOff x="3595122" y="2635398"/>
              <a:chExt cx="4329677" cy="2400888"/>
            </a:xfrm>
          </p:grpSpPr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434F6BEE-DBBE-F011-353A-FAFF3C86C855}"/>
                  </a:ext>
                </a:extLst>
              </p:cNvPr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{vItem.item3}</a:t>
                </a:r>
                <a:endParaRPr lang="de-DE" dirty="0"/>
              </a:p>
            </p:txBody>
          </p:sp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E8BC83B4-1EB3-0F97-1A43-595199DC9D4E}"/>
                  </a:ext>
                </a:extLst>
              </p:cNvPr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{vItem.item3_Desc}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EFBF6CF9-6B9B-6B2D-3451-B0F5F35903C5}"/>
                  </a:ext>
                </a:extLst>
              </p:cNvPr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64" name="弧形 63">
                  <a:extLst>
                    <a:ext uri="{FF2B5EF4-FFF2-40B4-BE49-F238E27FC236}">
                      <a16:creationId xmlns:a16="http://schemas.microsoft.com/office/drawing/2014/main" id="{AD9EC0BF-BAA7-7485-DE69-51D746A9BF2A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65" name="弧形 64">
                  <a:extLst>
                    <a:ext uri="{FF2B5EF4-FFF2-40B4-BE49-F238E27FC236}">
                      <a16:creationId xmlns:a16="http://schemas.microsoft.com/office/drawing/2014/main" id="{63944B74-BDAA-E637-4880-A60666EAB78F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59" name="直接连接符 58">
                <a:extLst>
                  <a:ext uri="{FF2B5EF4-FFF2-40B4-BE49-F238E27FC236}">
                    <a16:creationId xmlns:a16="http://schemas.microsoft.com/office/drawing/2014/main" id="{ACD4AA65-9698-39A9-561F-30E0FC3E22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2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0" name="组合 59">
                <a:extLst>
                  <a:ext uri="{FF2B5EF4-FFF2-40B4-BE49-F238E27FC236}">
                    <a16:creationId xmlns:a16="http://schemas.microsoft.com/office/drawing/2014/main" id="{26982E6D-A139-D027-11B2-CC1A33C9F1C0}"/>
                  </a:ext>
                </a:extLst>
              </p:cNvPr>
              <p:cNvGrpSpPr/>
              <p:nvPr/>
            </p:nvGrpSpPr>
            <p:grpSpPr>
              <a:xfrm>
                <a:off x="3881577" y="3322331"/>
                <a:ext cx="849174" cy="849172"/>
                <a:chOff x="3881577" y="3322331"/>
                <a:chExt cx="849174" cy="849172"/>
              </a:xfrm>
            </p:grpSpPr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25F8ECA8-67E3-2E5A-FD3F-8D7C1CD85A17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3881577" y="3322331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2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2">
                        <a:lumMod val="60000"/>
                        <a:lumOff val="4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2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63" name="任意多边形: 形状 62">
                  <a:extLst>
                    <a:ext uri="{FF2B5EF4-FFF2-40B4-BE49-F238E27FC236}">
                      <a16:creationId xmlns:a16="http://schemas.microsoft.com/office/drawing/2014/main" id="{9D401A62-3678-EB0E-651F-33F83EBAEAAC}"/>
                    </a:ext>
                  </a:extLst>
                </p:cNvPr>
                <p:cNvSpPr/>
                <p:nvPr/>
              </p:nvSpPr>
              <p:spPr>
                <a:xfrm>
                  <a:off x="4125189" y="3555500"/>
                  <a:ext cx="361949" cy="382831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61" name="矩形: 圆角 60">
                <a:extLst>
                  <a:ext uri="{FF2B5EF4-FFF2-40B4-BE49-F238E27FC236}">
                    <a16:creationId xmlns:a16="http://schemas.microsoft.com/office/drawing/2014/main" id="{4A1C5310-360A-651F-79B7-11DBADF569BF}"/>
                  </a:ext>
                </a:extLst>
              </p:cNvPr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03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66" name="组合 65">
              <a:extLst>
                <a:ext uri="{FF2B5EF4-FFF2-40B4-BE49-F238E27FC236}">
                  <a16:creationId xmlns:a16="http://schemas.microsoft.com/office/drawing/2014/main" id="{C563E795-51E6-66A8-C7E8-828EE0000E9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126228" y="4649954"/>
              <a:ext cx="3392672" cy="1881300"/>
              <a:chOff x="3595122" y="2635398"/>
              <a:chExt cx="4329677" cy="2400888"/>
            </a:xfrm>
          </p:grpSpPr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E03A53C9-822E-CC58-786F-D7B8E4E1D89B}"/>
                  </a:ext>
                </a:extLst>
              </p:cNvPr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{vItem.item5}</a:t>
                </a:r>
                <a:endParaRPr lang="de-DE" dirty="0"/>
              </a:p>
            </p:txBody>
          </p:sp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7EBCD54E-FA4B-B1DC-2C63-1A5F97C6F59D}"/>
                  </a:ext>
                </a:extLst>
              </p:cNvPr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{vItem.item5_Desc}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69" name="组合 68">
                <a:extLst>
                  <a:ext uri="{FF2B5EF4-FFF2-40B4-BE49-F238E27FC236}">
                    <a16:creationId xmlns:a16="http://schemas.microsoft.com/office/drawing/2014/main" id="{038BD7DA-AF47-9C1D-4408-B48FFDD41649}"/>
                  </a:ext>
                </a:extLst>
              </p:cNvPr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75" name="弧形 74">
                  <a:extLst>
                    <a:ext uri="{FF2B5EF4-FFF2-40B4-BE49-F238E27FC236}">
                      <a16:creationId xmlns:a16="http://schemas.microsoft.com/office/drawing/2014/main" id="{989AB41C-1232-E6DE-F0E2-6A67B9059736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76" name="弧形 75">
                  <a:extLst>
                    <a:ext uri="{FF2B5EF4-FFF2-40B4-BE49-F238E27FC236}">
                      <a16:creationId xmlns:a16="http://schemas.microsoft.com/office/drawing/2014/main" id="{84D5E6BA-8B9F-4148-384B-E8479AD249FE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70" name="直接连接符 69">
                <a:extLst>
                  <a:ext uri="{FF2B5EF4-FFF2-40B4-BE49-F238E27FC236}">
                    <a16:creationId xmlns:a16="http://schemas.microsoft.com/office/drawing/2014/main" id="{D7839664-E218-F113-AB2C-A60DBE2680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1" name="组合 70">
                <a:extLst>
                  <a:ext uri="{FF2B5EF4-FFF2-40B4-BE49-F238E27FC236}">
                    <a16:creationId xmlns:a16="http://schemas.microsoft.com/office/drawing/2014/main" id="{2B3C16FD-5A53-A983-F646-B3441660D30F}"/>
                  </a:ext>
                </a:extLst>
              </p:cNvPr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7770C079-D835-6087-61B1-9588BE93C91B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74" name="任意多边形: 形状 73">
                  <a:extLst>
                    <a:ext uri="{FF2B5EF4-FFF2-40B4-BE49-F238E27FC236}">
                      <a16:creationId xmlns:a16="http://schemas.microsoft.com/office/drawing/2014/main" id="{A100FA29-EF62-4669-883C-B0C14182127E}"/>
                    </a:ext>
                  </a:extLst>
                </p:cNvPr>
                <p:cNvSpPr/>
                <p:nvPr/>
              </p:nvSpPr>
              <p:spPr>
                <a:xfrm>
                  <a:off x="4125189" y="3596251"/>
                  <a:ext cx="361949" cy="301329"/>
                </a:xfrm>
                <a:custGeom>
                  <a:avLst/>
                  <a:gdLst>
                    <a:gd name="connsiteX0" fmla="*/ 483573 w 526297"/>
                    <a:gd name="connsiteY0" fmla="*/ 133971 h 438150"/>
                    <a:gd name="connsiteX1" fmla="*/ 527674 w 526297"/>
                    <a:gd name="connsiteY1" fmla="*/ 178072 h 438150"/>
                    <a:gd name="connsiteX2" fmla="*/ 527579 w 526297"/>
                    <a:gd name="connsiteY2" fmla="*/ 181501 h 438150"/>
                    <a:gd name="connsiteX3" fmla="*/ 514244 w 526297"/>
                    <a:gd name="connsiteY3" fmla="*/ 355237 h 438150"/>
                    <a:gd name="connsiteX4" fmla="*/ 485764 w 526297"/>
                    <a:gd name="connsiteY4" fmla="*/ 381621 h 438150"/>
                    <a:gd name="connsiteX5" fmla="*/ 454998 w 526297"/>
                    <a:gd name="connsiteY5" fmla="*/ 381621 h 438150"/>
                    <a:gd name="connsiteX6" fmla="*/ 454998 w 526297"/>
                    <a:gd name="connsiteY6" fmla="*/ 438771 h 438150"/>
                    <a:gd name="connsiteX7" fmla="*/ 435948 w 526297"/>
                    <a:gd name="connsiteY7" fmla="*/ 438771 h 438150"/>
                    <a:gd name="connsiteX8" fmla="*/ 435948 w 526297"/>
                    <a:gd name="connsiteY8" fmla="*/ 381621 h 438150"/>
                    <a:gd name="connsiteX9" fmla="*/ 93048 w 526297"/>
                    <a:gd name="connsiteY9" fmla="*/ 381621 h 438150"/>
                    <a:gd name="connsiteX10" fmla="*/ 93048 w 526297"/>
                    <a:gd name="connsiteY10" fmla="*/ 438771 h 438150"/>
                    <a:gd name="connsiteX11" fmla="*/ 73998 w 526297"/>
                    <a:gd name="connsiteY11" fmla="*/ 438771 h 438150"/>
                    <a:gd name="connsiteX12" fmla="*/ 73998 w 526297"/>
                    <a:gd name="connsiteY12" fmla="*/ 381621 h 438150"/>
                    <a:gd name="connsiteX13" fmla="*/ 43328 w 526297"/>
                    <a:gd name="connsiteY13" fmla="*/ 381621 h 438150"/>
                    <a:gd name="connsiteX14" fmla="*/ 14848 w 526297"/>
                    <a:gd name="connsiteY14" fmla="*/ 355237 h 438150"/>
                    <a:gd name="connsiteX15" fmla="*/ 1513 w 526297"/>
                    <a:gd name="connsiteY15" fmla="*/ 181501 h 438150"/>
                    <a:gd name="connsiteX16" fmla="*/ 42089 w 526297"/>
                    <a:gd name="connsiteY16" fmla="*/ 134162 h 438150"/>
                    <a:gd name="connsiteX17" fmla="*/ 45518 w 526297"/>
                    <a:gd name="connsiteY17" fmla="*/ 134066 h 438150"/>
                    <a:gd name="connsiteX18" fmla="*/ 101906 w 526297"/>
                    <a:gd name="connsiteY18" fmla="*/ 180834 h 438150"/>
                    <a:gd name="connsiteX19" fmla="*/ 121623 w 526297"/>
                    <a:gd name="connsiteY19" fmla="*/ 286371 h 438150"/>
                    <a:gd name="connsiteX20" fmla="*/ 407373 w 526297"/>
                    <a:gd name="connsiteY20" fmla="*/ 286371 h 438150"/>
                    <a:gd name="connsiteX21" fmla="*/ 427185 w 526297"/>
                    <a:gd name="connsiteY21" fmla="*/ 180739 h 438150"/>
                    <a:gd name="connsiteX22" fmla="*/ 483573 w 526297"/>
                    <a:gd name="connsiteY22" fmla="*/ 133971 h 438150"/>
                    <a:gd name="connsiteX23" fmla="*/ 416898 w 526297"/>
                    <a:gd name="connsiteY23" fmla="*/ 621 h 438150"/>
                    <a:gd name="connsiteX24" fmla="*/ 483573 w 526297"/>
                    <a:gd name="connsiteY24" fmla="*/ 67296 h 438150"/>
                    <a:gd name="connsiteX25" fmla="*/ 483573 w 526297"/>
                    <a:gd name="connsiteY25" fmla="*/ 115397 h 438150"/>
                    <a:gd name="connsiteX26" fmla="*/ 476429 w 526297"/>
                    <a:gd name="connsiteY26" fmla="*/ 114921 h 438150"/>
                    <a:gd name="connsiteX27" fmla="*/ 412040 w 526297"/>
                    <a:gd name="connsiteY27" fmla="*/ 166451 h 438150"/>
                    <a:gd name="connsiteX28" fmla="*/ 411564 w 526297"/>
                    <a:gd name="connsiteY28" fmla="*/ 168737 h 438150"/>
                    <a:gd name="connsiteX29" fmla="*/ 393086 w 526297"/>
                    <a:gd name="connsiteY29" fmla="*/ 267321 h 438150"/>
                    <a:gd name="connsiteX30" fmla="*/ 135911 w 526297"/>
                    <a:gd name="connsiteY30" fmla="*/ 267321 h 438150"/>
                    <a:gd name="connsiteX31" fmla="*/ 117432 w 526297"/>
                    <a:gd name="connsiteY31" fmla="*/ 168737 h 438150"/>
                    <a:gd name="connsiteX32" fmla="*/ 52567 w 526297"/>
                    <a:gd name="connsiteY32" fmla="*/ 114921 h 438150"/>
                    <a:gd name="connsiteX33" fmla="*/ 54948 w 526297"/>
                    <a:gd name="connsiteY33" fmla="*/ 67296 h 438150"/>
                    <a:gd name="connsiteX34" fmla="*/ 121623 w 526297"/>
                    <a:gd name="connsiteY34" fmla="*/ 621 h 438150"/>
                    <a:gd name="connsiteX35" fmla="*/ 416898 w 526297"/>
                    <a:gd name="connsiteY35" fmla="*/ 621 h 4381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526297" h="438150">
                      <a:moveTo>
                        <a:pt x="483573" y="133971"/>
                      </a:moveTo>
                      <a:cubicBezTo>
                        <a:pt x="507957" y="133971"/>
                        <a:pt x="527674" y="153688"/>
                        <a:pt x="527674" y="178072"/>
                      </a:cubicBezTo>
                      <a:cubicBezTo>
                        <a:pt x="527674" y="179215"/>
                        <a:pt x="527674" y="180358"/>
                        <a:pt x="527579" y="181501"/>
                      </a:cubicBezTo>
                      <a:lnTo>
                        <a:pt x="514244" y="355237"/>
                      </a:lnTo>
                      <a:cubicBezTo>
                        <a:pt x="513101" y="370096"/>
                        <a:pt x="500718" y="381621"/>
                        <a:pt x="485764" y="381621"/>
                      </a:cubicBezTo>
                      <a:lnTo>
                        <a:pt x="454998" y="381621"/>
                      </a:lnTo>
                      <a:lnTo>
                        <a:pt x="454998" y="438771"/>
                      </a:lnTo>
                      <a:lnTo>
                        <a:pt x="435948" y="438771"/>
                      </a:lnTo>
                      <a:lnTo>
                        <a:pt x="435948" y="381621"/>
                      </a:lnTo>
                      <a:lnTo>
                        <a:pt x="93048" y="381621"/>
                      </a:lnTo>
                      <a:lnTo>
                        <a:pt x="93048" y="438771"/>
                      </a:lnTo>
                      <a:lnTo>
                        <a:pt x="73998" y="438771"/>
                      </a:lnTo>
                      <a:lnTo>
                        <a:pt x="73998" y="381621"/>
                      </a:lnTo>
                      <a:lnTo>
                        <a:pt x="43328" y="381621"/>
                      </a:lnTo>
                      <a:cubicBezTo>
                        <a:pt x="28373" y="381621"/>
                        <a:pt x="15991" y="370096"/>
                        <a:pt x="14848" y="355237"/>
                      </a:cubicBezTo>
                      <a:lnTo>
                        <a:pt x="1513" y="181501"/>
                      </a:lnTo>
                      <a:cubicBezTo>
                        <a:pt x="-392" y="157212"/>
                        <a:pt x="17801" y="135971"/>
                        <a:pt x="42089" y="134162"/>
                      </a:cubicBezTo>
                      <a:cubicBezTo>
                        <a:pt x="43232" y="134066"/>
                        <a:pt x="44375" y="134066"/>
                        <a:pt x="45518" y="134066"/>
                      </a:cubicBezTo>
                      <a:cubicBezTo>
                        <a:pt x="73141" y="134066"/>
                        <a:pt x="96858" y="153688"/>
                        <a:pt x="101906" y="180834"/>
                      </a:cubicBezTo>
                      <a:lnTo>
                        <a:pt x="121623" y="286371"/>
                      </a:lnTo>
                      <a:lnTo>
                        <a:pt x="407373" y="286371"/>
                      </a:lnTo>
                      <a:lnTo>
                        <a:pt x="427185" y="180739"/>
                      </a:lnTo>
                      <a:cubicBezTo>
                        <a:pt x="432233" y="153592"/>
                        <a:pt x="455951" y="133971"/>
                        <a:pt x="483573" y="133971"/>
                      </a:cubicBezTo>
                      <a:close/>
                      <a:moveTo>
                        <a:pt x="416898" y="621"/>
                      </a:moveTo>
                      <a:cubicBezTo>
                        <a:pt x="453760" y="621"/>
                        <a:pt x="483573" y="30434"/>
                        <a:pt x="483573" y="67296"/>
                      </a:cubicBezTo>
                      <a:lnTo>
                        <a:pt x="483573" y="115397"/>
                      </a:lnTo>
                      <a:cubicBezTo>
                        <a:pt x="481192" y="115112"/>
                        <a:pt x="478811" y="114921"/>
                        <a:pt x="476429" y="114921"/>
                      </a:cubicBezTo>
                      <a:cubicBezTo>
                        <a:pt x="445473" y="114921"/>
                        <a:pt x="418803" y="136448"/>
                        <a:pt x="412040" y="166451"/>
                      </a:cubicBezTo>
                      <a:lnTo>
                        <a:pt x="411564" y="168737"/>
                      </a:lnTo>
                      <a:lnTo>
                        <a:pt x="393086" y="267321"/>
                      </a:lnTo>
                      <a:lnTo>
                        <a:pt x="135911" y="267321"/>
                      </a:lnTo>
                      <a:lnTo>
                        <a:pt x="117432" y="168737"/>
                      </a:lnTo>
                      <a:cubicBezTo>
                        <a:pt x="111622" y="137495"/>
                        <a:pt x="84285" y="114921"/>
                        <a:pt x="52567" y="114921"/>
                      </a:cubicBezTo>
                      <a:lnTo>
                        <a:pt x="54948" y="67296"/>
                      </a:lnTo>
                      <a:cubicBezTo>
                        <a:pt x="54948" y="30434"/>
                        <a:pt x="84761" y="621"/>
                        <a:pt x="121623" y="621"/>
                      </a:cubicBezTo>
                      <a:lnTo>
                        <a:pt x="416898" y="621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6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72" name="矩形: 圆角 71">
                <a:extLst>
                  <a:ext uri="{FF2B5EF4-FFF2-40B4-BE49-F238E27FC236}">
                    <a16:creationId xmlns:a16="http://schemas.microsoft.com/office/drawing/2014/main" id="{90493BE2-98D1-F743-B57D-D281DFC46CAA}"/>
                  </a:ext>
                </a:extLst>
              </p:cNvPr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05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79" name="组合 78">
              <a:extLst>
                <a:ext uri="{FF2B5EF4-FFF2-40B4-BE49-F238E27FC236}">
                  <a16:creationId xmlns:a16="http://schemas.microsoft.com/office/drawing/2014/main" id="{0F561675-7A7C-3089-DA9B-26F494A245B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67144" y="661264"/>
              <a:ext cx="3392672" cy="1881300"/>
              <a:chOff x="3595122" y="2635398"/>
              <a:chExt cx="4329677" cy="2400888"/>
            </a:xfrm>
          </p:grpSpPr>
          <p:sp>
            <p:nvSpPr>
              <p:cNvPr id="80" name="文本框 79">
                <a:extLst>
                  <a:ext uri="{FF2B5EF4-FFF2-40B4-BE49-F238E27FC236}">
                    <a16:creationId xmlns:a16="http://schemas.microsoft.com/office/drawing/2014/main" id="{772D6548-59F1-60D6-F2CE-A055BE1EC07D}"/>
                  </a:ext>
                </a:extLst>
              </p:cNvPr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{vItem.item2}</a:t>
                </a:r>
                <a:endParaRPr lang="de-DE" dirty="0"/>
              </a:p>
            </p:txBody>
          </p: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24056E2C-6C62-0BA6-1F6B-AA2347BD552D}"/>
                  </a:ext>
                </a:extLst>
              </p:cNvPr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{vItem.item2_Desc}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82" name="组合 81">
                <a:extLst>
                  <a:ext uri="{FF2B5EF4-FFF2-40B4-BE49-F238E27FC236}">
                    <a16:creationId xmlns:a16="http://schemas.microsoft.com/office/drawing/2014/main" id="{903E9FA9-8A28-55A1-D0A4-5A2230B6A14D}"/>
                  </a:ext>
                </a:extLst>
              </p:cNvPr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88" name="弧形 87">
                  <a:extLst>
                    <a:ext uri="{FF2B5EF4-FFF2-40B4-BE49-F238E27FC236}">
                      <a16:creationId xmlns:a16="http://schemas.microsoft.com/office/drawing/2014/main" id="{7ED3CFCA-1B39-AD5E-9DC3-8194C1A2E0E3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89" name="弧形 88">
                  <a:extLst>
                    <a:ext uri="{FF2B5EF4-FFF2-40B4-BE49-F238E27FC236}">
                      <a16:creationId xmlns:a16="http://schemas.microsoft.com/office/drawing/2014/main" id="{B0AE897E-BDEF-EBE3-7D17-082F2CDDAD5C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83" name="直接连接符 82">
                <a:extLst>
                  <a:ext uri="{FF2B5EF4-FFF2-40B4-BE49-F238E27FC236}">
                    <a16:creationId xmlns:a16="http://schemas.microsoft.com/office/drawing/2014/main" id="{20DD2F1C-B019-4962-B7C0-CC8B5F0B18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4" name="组合 83">
                <a:extLst>
                  <a:ext uri="{FF2B5EF4-FFF2-40B4-BE49-F238E27FC236}">
                    <a16:creationId xmlns:a16="http://schemas.microsoft.com/office/drawing/2014/main" id="{F091F9AD-B2FB-1A84-7F1E-8980660DA569}"/>
                  </a:ext>
                </a:extLst>
              </p:cNvPr>
              <p:cNvGrpSpPr/>
              <p:nvPr/>
            </p:nvGrpSpPr>
            <p:grpSpPr>
              <a:xfrm>
                <a:off x="3881577" y="3322330"/>
                <a:ext cx="849174" cy="849172"/>
                <a:chOff x="3881577" y="3322330"/>
                <a:chExt cx="849174" cy="849172"/>
              </a:xfrm>
            </p:grpSpPr>
            <p:sp>
              <p:nvSpPr>
                <p:cNvPr id="86" name="文本框 85">
                  <a:extLst>
                    <a:ext uri="{FF2B5EF4-FFF2-40B4-BE49-F238E27FC236}">
                      <a16:creationId xmlns:a16="http://schemas.microsoft.com/office/drawing/2014/main" id="{85CE099D-E3D6-5412-5599-A1890E005811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3881577" y="3322330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1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1">
                        <a:lumMod val="60000"/>
                        <a:lumOff val="40000"/>
                        <a:alpha val="15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1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87" name="任意多边形: 形状 86">
                  <a:extLst>
                    <a:ext uri="{FF2B5EF4-FFF2-40B4-BE49-F238E27FC236}">
                      <a16:creationId xmlns:a16="http://schemas.microsoft.com/office/drawing/2014/main" id="{DDDD59CD-20DF-BBD9-182A-0CEC3B6EB2B8}"/>
                    </a:ext>
                  </a:extLst>
                </p:cNvPr>
                <p:cNvSpPr/>
                <p:nvPr/>
              </p:nvSpPr>
              <p:spPr>
                <a:xfrm>
                  <a:off x="4125189" y="3548542"/>
                  <a:ext cx="361948" cy="396747"/>
                </a:xfrm>
                <a:custGeom>
                  <a:avLst/>
                  <a:gdLst>
                    <a:gd name="connsiteX0" fmla="*/ 248770 w 495300"/>
                    <a:gd name="connsiteY0" fmla="*/ 621 h 542925"/>
                    <a:gd name="connsiteX1" fmla="*/ 496420 w 495300"/>
                    <a:gd name="connsiteY1" fmla="*/ 248271 h 542925"/>
                    <a:gd name="connsiteX2" fmla="*/ 324017 w 495300"/>
                    <a:gd name="connsiteY2" fmla="*/ 484491 h 542925"/>
                    <a:gd name="connsiteX3" fmla="*/ 346877 w 495300"/>
                    <a:gd name="connsiteY3" fmla="*/ 524496 h 542925"/>
                    <a:gd name="connsiteX4" fmla="*/ 420220 w 495300"/>
                    <a:gd name="connsiteY4" fmla="*/ 524496 h 542925"/>
                    <a:gd name="connsiteX5" fmla="*/ 420220 w 495300"/>
                    <a:gd name="connsiteY5" fmla="*/ 543546 h 542925"/>
                    <a:gd name="connsiteX6" fmla="*/ 77320 w 495300"/>
                    <a:gd name="connsiteY6" fmla="*/ 543546 h 542925"/>
                    <a:gd name="connsiteX7" fmla="*/ 77320 w 495300"/>
                    <a:gd name="connsiteY7" fmla="*/ 524496 h 542925"/>
                    <a:gd name="connsiteX8" fmla="*/ 150663 w 495300"/>
                    <a:gd name="connsiteY8" fmla="*/ 524496 h 542925"/>
                    <a:gd name="connsiteX9" fmla="*/ 173523 w 495300"/>
                    <a:gd name="connsiteY9" fmla="*/ 484491 h 542925"/>
                    <a:gd name="connsiteX10" fmla="*/ 1120 w 495300"/>
                    <a:gd name="connsiteY10" fmla="*/ 248271 h 542925"/>
                    <a:gd name="connsiteX11" fmla="*/ 248770 w 495300"/>
                    <a:gd name="connsiteY11" fmla="*/ 621 h 542925"/>
                    <a:gd name="connsiteX12" fmla="*/ 192573 w 495300"/>
                    <a:gd name="connsiteY12" fmla="*/ 489254 h 542925"/>
                    <a:gd name="connsiteX13" fmla="*/ 172570 w 495300"/>
                    <a:gd name="connsiteY13" fmla="*/ 524496 h 542925"/>
                    <a:gd name="connsiteX14" fmla="*/ 324970 w 495300"/>
                    <a:gd name="connsiteY14" fmla="*/ 524496 h 542925"/>
                    <a:gd name="connsiteX15" fmla="*/ 304967 w 495300"/>
                    <a:gd name="connsiteY15" fmla="*/ 489254 h 542925"/>
                    <a:gd name="connsiteX16" fmla="*/ 248770 w 495300"/>
                    <a:gd name="connsiteY16" fmla="*/ 495921 h 542925"/>
                    <a:gd name="connsiteX17" fmla="*/ 192573 w 495300"/>
                    <a:gd name="connsiteY17" fmla="*/ 489254 h 542925"/>
                    <a:gd name="connsiteX18" fmla="*/ 248770 w 495300"/>
                    <a:gd name="connsiteY18" fmla="*/ 143496 h 542925"/>
                    <a:gd name="connsiteX19" fmla="*/ 143995 w 495300"/>
                    <a:gd name="connsiteY19" fmla="*/ 248271 h 542925"/>
                    <a:gd name="connsiteX20" fmla="*/ 248770 w 495300"/>
                    <a:gd name="connsiteY20" fmla="*/ 353046 h 542925"/>
                    <a:gd name="connsiteX21" fmla="*/ 353545 w 495300"/>
                    <a:gd name="connsiteY21" fmla="*/ 248271 h 542925"/>
                    <a:gd name="connsiteX22" fmla="*/ 248770 w 495300"/>
                    <a:gd name="connsiteY22" fmla="*/ 143496 h 542925"/>
                    <a:gd name="connsiteX23" fmla="*/ 367833 w 495300"/>
                    <a:gd name="connsiteY23" fmla="*/ 114921 h 542925"/>
                    <a:gd name="connsiteX24" fmla="*/ 353545 w 495300"/>
                    <a:gd name="connsiteY24" fmla="*/ 129209 h 542925"/>
                    <a:gd name="connsiteX25" fmla="*/ 367833 w 495300"/>
                    <a:gd name="connsiteY25" fmla="*/ 143496 h 542925"/>
                    <a:gd name="connsiteX26" fmla="*/ 382120 w 495300"/>
                    <a:gd name="connsiteY26" fmla="*/ 129209 h 542925"/>
                    <a:gd name="connsiteX27" fmla="*/ 367833 w 495300"/>
                    <a:gd name="connsiteY27" fmla="*/ 114921 h 542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495300" h="542925">
                      <a:moveTo>
                        <a:pt x="248770" y="621"/>
                      </a:moveTo>
                      <a:cubicBezTo>
                        <a:pt x="385930" y="621"/>
                        <a:pt x="496420" y="111111"/>
                        <a:pt x="496420" y="248271"/>
                      </a:cubicBezTo>
                      <a:cubicBezTo>
                        <a:pt x="496420" y="358761"/>
                        <a:pt x="424030" y="452106"/>
                        <a:pt x="324017" y="484491"/>
                      </a:cubicBezTo>
                      <a:lnTo>
                        <a:pt x="346877" y="524496"/>
                      </a:lnTo>
                      <a:lnTo>
                        <a:pt x="420220" y="524496"/>
                      </a:lnTo>
                      <a:lnTo>
                        <a:pt x="420220" y="543546"/>
                      </a:lnTo>
                      <a:lnTo>
                        <a:pt x="77320" y="543546"/>
                      </a:lnTo>
                      <a:lnTo>
                        <a:pt x="77320" y="524496"/>
                      </a:lnTo>
                      <a:lnTo>
                        <a:pt x="150663" y="524496"/>
                      </a:lnTo>
                      <a:lnTo>
                        <a:pt x="173523" y="484491"/>
                      </a:lnTo>
                      <a:cubicBezTo>
                        <a:pt x="73510" y="453059"/>
                        <a:pt x="1120" y="358761"/>
                        <a:pt x="1120" y="248271"/>
                      </a:cubicBezTo>
                      <a:cubicBezTo>
                        <a:pt x="1120" y="111111"/>
                        <a:pt x="111610" y="621"/>
                        <a:pt x="248770" y="621"/>
                      </a:cubicBezTo>
                      <a:close/>
                      <a:moveTo>
                        <a:pt x="192573" y="489254"/>
                      </a:moveTo>
                      <a:lnTo>
                        <a:pt x="172570" y="524496"/>
                      </a:lnTo>
                      <a:lnTo>
                        <a:pt x="324970" y="524496"/>
                      </a:lnTo>
                      <a:lnTo>
                        <a:pt x="304967" y="489254"/>
                      </a:lnTo>
                      <a:cubicBezTo>
                        <a:pt x="286870" y="493064"/>
                        <a:pt x="267820" y="495921"/>
                        <a:pt x="248770" y="495921"/>
                      </a:cubicBezTo>
                      <a:cubicBezTo>
                        <a:pt x="229720" y="495921"/>
                        <a:pt x="210670" y="493064"/>
                        <a:pt x="192573" y="489254"/>
                      </a:cubicBezTo>
                      <a:close/>
                      <a:moveTo>
                        <a:pt x="248770" y="143496"/>
                      </a:moveTo>
                      <a:cubicBezTo>
                        <a:pt x="190667" y="143496"/>
                        <a:pt x="143995" y="190169"/>
                        <a:pt x="143995" y="248271"/>
                      </a:cubicBezTo>
                      <a:cubicBezTo>
                        <a:pt x="143995" y="306374"/>
                        <a:pt x="190667" y="353046"/>
                        <a:pt x="248770" y="353046"/>
                      </a:cubicBezTo>
                      <a:cubicBezTo>
                        <a:pt x="306873" y="353046"/>
                        <a:pt x="353545" y="306374"/>
                        <a:pt x="353545" y="248271"/>
                      </a:cubicBezTo>
                      <a:cubicBezTo>
                        <a:pt x="353545" y="190169"/>
                        <a:pt x="306873" y="143496"/>
                        <a:pt x="248770" y="143496"/>
                      </a:cubicBezTo>
                      <a:close/>
                      <a:moveTo>
                        <a:pt x="367833" y="114921"/>
                      </a:moveTo>
                      <a:cubicBezTo>
                        <a:pt x="360213" y="114921"/>
                        <a:pt x="353545" y="121589"/>
                        <a:pt x="353545" y="129209"/>
                      </a:cubicBezTo>
                      <a:cubicBezTo>
                        <a:pt x="353545" y="136829"/>
                        <a:pt x="360213" y="143496"/>
                        <a:pt x="367833" y="143496"/>
                      </a:cubicBezTo>
                      <a:cubicBezTo>
                        <a:pt x="375452" y="143496"/>
                        <a:pt x="382120" y="136829"/>
                        <a:pt x="382120" y="129209"/>
                      </a:cubicBezTo>
                      <a:cubicBezTo>
                        <a:pt x="382120" y="121589"/>
                        <a:pt x="375452" y="114921"/>
                        <a:pt x="367833" y="11492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85" name="矩形: 圆角 84">
                <a:extLst>
                  <a:ext uri="{FF2B5EF4-FFF2-40B4-BE49-F238E27FC236}">
                    <a16:creationId xmlns:a16="http://schemas.microsoft.com/office/drawing/2014/main" id="{2CD051D9-DBE6-9F73-6034-EE3CFFB9C516}"/>
                  </a:ext>
                </a:extLst>
              </p:cNvPr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02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1DDE72BD-099A-7C6E-0016-507FA59EF22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729572" y="708416"/>
              <a:ext cx="3392672" cy="1881300"/>
              <a:chOff x="3595122" y="2635398"/>
              <a:chExt cx="4329677" cy="2400888"/>
            </a:xfrm>
          </p:grpSpPr>
          <p:sp>
            <p:nvSpPr>
              <p:cNvPr id="91" name="文本框 90">
                <a:extLst>
                  <a:ext uri="{FF2B5EF4-FFF2-40B4-BE49-F238E27FC236}">
                    <a16:creationId xmlns:a16="http://schemas.microsoft.com/office/drawing/2014/main" id="{0B0831C5-911C-D4FC-A5D6-C33C2C9A07B0}"/>
                  </a:ext>
                </a:extLst>
              </p:cNvPr>
              <p:cNvSpPr txBox="1"/>
              <p:nvPr/>
            </p:nvSpPr>
            <p:spPr>
              <a:xfrm>
                <a:off x="5050400" y="2635398"/>
                <a:ext cx="2874399" cy="1036845"/>
              </a:xfrm>
              <a:prstGeom prst="roundRect">
                <a:avLst>
                  <a:gd name="adj" fmla="val 0"/>
                </a:avLst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/>
                  <a:t>{vItem.item4}</a:t>
                </a:r>
                <a:endParaRPr lang="de-DE" dirty="0"/>
              </a:p>
            </p:txBody>
          </p:sp>
          <p:sp>
            <p:nvSpPr>
              <p:cNvPr id="92" name="文本框 91">
                <a:extLst>
                  <a:ext uri="{FF2B5EF4-FFF2-40B4-BE49-F238E27FC236}">
                    <a16:creationId xmlns:a16="http://schemas.microsoft.com/office/drawing/2014/main" id="{06EE5B6C-68C3-60C2-6221-66514DD07D6D}"/>
                  </a:ext>
                </a:extLst>
              </p:cNvPr>
              <p:cNvSpPr txBox="1"/>
              <p:nvPr/>
            </p:nvSpPr>
            <p:spPr>
              <a:xfrm>
                <a:off x="5050400" y="3820061"/>
                <a:ext cx="2874399" cy="12162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{vItem.item4_Desc}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93" name="组合 92">
                <a:extLst>
                  <a:ext uri="{FF2B5EF4-FFF2-40B4-BE49-F238E27FC236}">
                    <a16:creationId xmlns:a16="http://schemas.microsoft.com/office/drawing/2014/main" id="{8FE49BF8-9636-2CF9-7E2F-6ED1CCEC12EE}"/>
                  </a:ext>
                </a:extLst>
              </p:cNvPr>
              <p:cNvGrpSpPr/>
              <p:nvPr/>
            </p:nvGrpSpPr>
            <p:grpSpPr>
              <a:xfrm>
                <a:off x="3595122" y="3005036"/>
                <a:ext cx="1440000" cy="1440000"/>
                <a:chOff x="3226822" y="3830536"/>
                <a:chExt cx="1440000" cy="1440000"/>
              </a:xfrm>
            </p:grpSpPr>
            <p:sp>
              <p:nvSpPr>
                <p:cNvPr id="99" name="弧形 98">
                  <a:extLst>
                    <a:ext uri="{FF2B5EF4-FFF2-40B4-BE49-F238E27FC236}">
                      <a16:creationId xmlns:a16="http://schemas.microsoft.com/office/drawing/2014/main" id="{3763CC8A-57E1-8C49-71FB-E77F6B5BD141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1814913"/>
                    <a:gd name="adj2" fmla="val 20314279"/>
                  </a:avLst>
                </a:prstGeom>
                <a:noFill/>
                <a:ln w="25400" cap="rnd">
                  <a:gradFill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0" scaled="0"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  <p:sp>
              <p:nvSpPr>
                <p:cNvPr id="100" name="弧形 99">
                  <a:extLst>
                    <a:ext uri="{FF2B5EF4-FFF2-40B4-BE49-F238E27FC236}">
                      <a16:creationId xmlns:a16="http://schemas.microsoft.com/office/drawing/2014/main" id="{D284DDF4-05E1-4669-F682-D0328A454C02}"/>
                    </a:ext>
                  </a:extLst>
                </p:cNvPr>
                <p:cNvSpPr/>
                <p:nvPr/>
              </p:nvSpPr>
              <p:spPr>
                <a:xfrm>
                  <a:off x="3226822" y="3830536"/>
                  <a:ext cx="1440000" cy="1440000"/>
                </a:xfrm>
                <a:prstGeom prst="arc">
                  <a:avLst>
                    <a:gd name="adj1" fmla="val 1503072"/>
                    <a:gd name="adj2" fmla="val 9217444"/>
                  </a:avLst>
                </a:prstGeom>
                <a:noFill/>
                <a:ln w="25400" cap="rnd">
                  <a:gradFill flip="none" rotWithShape="1">
                    <a:gsLst>
                      <a:gs pos="0">
                        <a:schemeClr val="accent2"/>
                      </a:gs>
                      <a:gs pos="100000">
                        <a:schemeClr val="accent2">
                          <a:alpha val="0"/>
                        </a:schemeClr>
                      </a:gs>
                    </a:gsLst>
                    <a:lin ang="10800000" scaled="1"/>
                    <a:tileRect/>
                  </a:gradFill>
                  <a:round/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/>
                </a:p>
              </p:txBody>
            </p:sp>
          </p:grpSp>
          <p:cxnSp>
            <p:nvCxnSpPr>
              <p:cNvPr id="94" name="直接连接符 93">
                <a:extLst>
                  <a:ext uri="{FF2B5EF4-FFF2-40B4-BE49-F238E27FC236}">
                    <a16:creationId xmlns:a16="http://schemas.microsoft.com/office/drawing/2014/main" id="{61F6D108-9257-4854-9163-ECB019CF44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50401" y="3786205"/>
                <a:ext cx="2747399" cy="0"/>
              </a:xfrm>
              <a:prstGeom prst="line">
                <a:avLst/>
              </a:prstGeom>
              <a:ln w="12700">
                <a:solidFill>
                  <a:schemeClr val="accent2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5" name="组合 94">
                <a:extLst>
                  <a:ext uri="{FF2B5EF4-FFF2-40B4-BE49-F238E27FC236}">
                    <a16:creationId xmlns:a16="http://schemas.microsoft.com/office/drawing/2014/main" id="{9AF387A0-EDAD-3ACF-9889-1BC96E1E68E6}"/>
                  </a:ext>
                </a:extLst>
              </p:cNvPr>
              <p:cNvGrpSpPr/>
              <p:nvPr/>
            </p:nvGrpSpPr>
            <p:grpSpPr>
              <a:xfrm>
                <a:off x="3881577" y="3322331"/>
                <a:ext cx="849174" cy="849172"/>
                <a:chOff x="3881577" y="3322331"/>
                <a:chExt cx="849174" cy="849172"/>
              </a:xfrm>
            </p:grpSpPr>
            <p:sp>
              <p:nvSpPr>
                <p:cNvPr id="97" name="文本框 96">
                  <a:extLst>
                    <a:ext uri="{FF2B5EF4-FFF2-40B4-BE49-F238E27FC236}">
                      <a16:creationId xmlns:a16="http://schemas.microsoft.com/office/drawing/2014/main" id="{872B5CD7-0D54-FA03-AFF0-7526097F44C8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3881577" y="3322331"/>
                  <a:ext cx="849174" cy="849172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40000">
                      <a:schemeClr val="accent2">
                        <a:lumMod val="20000"/>
                        <a:lumOff val="80000"/>
                        <a:alpha val="0"/>
                      </a:schemeClr>
                    </a:gs>
                    <a:gs pos="97000">
                      <a:schemeClr val="accent2">
                        <a:lumMod val="60000"/>
                        <a:lumOff val="4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15875">
                  <a:solidFill>
                    <a:schemeClr val="accent2">
                      <a:alpha val="50000"/>
                    </a:schemeClr>
                  </a:solidFill>
                </a:ln>
                <a:effectLst>
                  <a:outerShdw blurRad="203200" dist="152400" dir="1926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>
                  <a:defPPr>
                    <a:defRPr lang="en-US"/>
                  </a:defPPr>
                  <a:lvl1pPr algn="ctr">
                    <a:defRPr b="1">
                      <a:solidFill>
                        <a:srgbClr val="FFFFFF"/>
                      </a:solidFill>
                    </a:defRPr>
                  </a:lvl1pPr>
                  <a:lvl2pPr>
                    <a:defRPr>
                      <a:solidFill>
                        <a:schemeClr val="lt1"/>
                      </a:solidFill>
                    </a:defRPr>
                  </a:lvl2pPr>
                  <a:lvl3pPr>
                    <a:defRPr>
                      <a:solidFill>
                        <a:schemeClr val="lt1"/>
                      </a:solidFill>
                    </a:defRPr>
                  </a:lvl3pPr>
                  <a:lvl4pPr>
                    <a:defRPr>
                      <a:solidFill>
                        <a:schemeClr val="lt1"/>
                      </a:solidFill>
                    </a:defRPr>
                  </a:lvl4pPr>
                  <a:lvl5pPr>
                    <a:defRPr>
                      <a:solidFill>
                        <a:schemeClr val="lt1"/>
                      </a:solidFill>
                    </a:defRPr>
                  </a:lvl5pPr>
                  <a:lvl6pPr>
                    <a:defRPr>
                      <a:solidFill>
                        <a:schemeClr val="lt1"/>
                      </a:solidFill>
                    </a:defRPr>
                  </a:lvl6pPr>
                  <a:lvl7pPr>
                    <a:defRPr>
                      <a:solidFill>
                        <a:schemeClr val="lt1"/>
                      </a:solidFill>
                    </a:defRPr>
                  </a:lvl7pPr>
                  <a:lvl8pPr>
                    <a:defRPr>
                      <a:solidFill>
                        <a:schemeClr val="lt1"/>
                      </a:solidFill>
                    </a:defRPr>
                  </a:lvl8pPr>
                  <a:lvl9pPr>
                    <a:defRPr>
                      <a:solidFill>
                        <a:schemeClr val="lt1"/>
                      </a:solidFill>
                    </a:defRPr>
                  </a:lvl9pPr>
                </a:lstStyle>
                <a:p>
                  <a:endParaRPr lang="zh-CN" altLang="en-US" dirty="0"/>
                </a:p>
              </p:txBody>
            </p:sp>
            <p:sp>
              <p:nvSpPr>
                <p:cNvPr id="98" name="任意多边形: 形状 97">
                  <a:extLst>
                    <a:ext uri="{FF2B5EF4-FFF2-40B4-BE49-F238E27FC236}">
                      <a16:creationId xmlns:a16="http://schemas.microsoft.com/office/drawing/2014/main" id="{E43F432E-4700-D1E3-A0F1-EBCF2CF3B5E8}"/>
                    </a:ext>
                  </a:extLst>
                </p:cNvPr>
                <p:cNvSpPr/>
                <p:nvPr/>
              </p:nvSpPr>
              <p:spPr>
                <a:xfrm>
                  <a:off x="4125189" y="3555500"/>
                  <a:ext cx="361949" cy="382831"/>
                </a:xfrm>
                <a:custGeom>
                  <a:avLst/>
                  <a:gdLst>
                    <a:gd name="connsiteX0" fmla="*/ 371955 w 495300"/>
                    <a:gd name="connsiteY0" fmla="*/ 621 h 523875"/>
                    <a:gd name="connsiteX1" fmla="*/ 400530 w 495300"/>
                    <a:gd name="connsiteY1" fmla="*/ 29196 h 523875"/>
                    <a:gd name="connsiteX2" fmla="*/ 400530 w 495300"/>
                    <a:gd name="connsiteY2" fmla="*/ 133971 h 523875"/>
                    <a:gd name="connsiteX3" fmla="*/ 371955 w 495300"/>
                    <a:gd name="connsiteY3" fmla="*/ 162546 h 523875"/>
                    <a:gd name="connsiteX4" fmla="*/ 257655 w 495300"/>
                    <a:gd name="connsiteY4" fmla="*/ 162546 h 523875"/>
                    <a:gd name="connsiteX5" fmla="*/ 257655 w 495300"/>
                    <a:gd name="connsiteY5" fmla="*/ 286371 h 523875"/>
                    <a:gd name="connsiteX6" fmla="*/ 419580 w 495300"/>
                    <a:gd name="connsiteY6" fmla="*/ 286371 h 523875"/>
                    <a:gd name="connsiteX7" fmla="*/ 457680 w 495300"/>
                    <a:gd name="connsiteY7" fmla="*/ 322566 h 523875"/>
                    <a:gd name="connsiteX8" fmla="*/ 457680 w 495300"/>
                    <a:gd name="connsiteY8" fmla="*/ 324471 h 523875"/>
                    <a:gd name="connsiteX9" fmla="*/ 457680 w 495300"/>
                    <a:gd name="connsiteY9" fmla="*/ 429246 h 523875"/>
                    <a:gd name="connsiteX10" fmla="*/ 476730 w 495300"/>
                    <a:gd name="connsiteY10" fmla="*/ 429246 h 523875"/>
                    <a:gd name="connsiteX11" fmla="*/ 495780 w 495300"/>
                    <a:gd name="connsiteY11" fmla="*/ 448296 h 523875"/>
                    <a:gd name="connsiteX12" fmla="*/ 495780 w 495300"/>
                    <a:gd name="connsiteY12" fmla="*/ 505446 h 523875"/>
                    <a:gd name="connsiteX13" fmla="*/ 476730 w 495300"/>
                    <a:gd name="connsiteY13" fmla="*/ 524496 h 523875"/>
                    <a:gd name="connsiteX14" fmla="*/ 419580 w 495300"/>
                    <a:gd name="connsiteY14" fmla="*/ 524496 h 523875"/>
                    <a:gd name="connsiteX15" fmla="*/ 400530 w 495300"/>
                    <a:gd name="connsiteY15" fmla="*/ 505446 h 523875"/>
                    <a:gd name="connsiteX16" fmla="*/ 400530 w 495300"/>
                    <a:gd name="connsiteY16" fmla="*/ 448296 h 523875"/>
                    <a:gd name="connsiteX17" fmla="*/ 419580 w 495300"/>
                    <a:gd name="connsiteY17" fmla="*/ 429246 h 523875"/>
                    <a:gd name="connsiteX18" fmla="*/ 438630 w 495300"/>
                    <a:gd name="connsiteY18" fmla="*/ 429246 h 523875"/>
                    <a:gd name="connsiteX19" fmla="*/ 438630 w 495300"/>
                    <a:gd name="connsiteY19" fmla="*/ 324471 h 523875"/>
                    <a:gd name="connsiteX20" fmla="*/ 420533 w 495300"/>
                    <a:gd name="connsiteY20" fmla="*/ 305421 h 523875"/>
                    <a:gd name="connsiteX21" fmla="*/ 419580 w 495300"/>
                    <a:gd name="connsiteY21" fmla="*/ 305421 h 523875"/>
                    <a:gd name="connsiteX22" fmla="*/ 257655 w 495300"/>
                    <a:gd name="connsiteY22" fmla="*/ 305421 h 523875"/>
                    <a:gd name="connsiteX23" fmla="*/ 257655 w 495300"/>
                    <a:gd name="connsiteY23" fmla="*/ 429246 h 523875"/>
                    <a:gd name="connsiteX24" fmla="*/ 276705 w 495300"/>
                    <a:gd name="connsiteY24" fmla="*/ 429246 h 523875"/>
                    <a:gd name="connsiteX25" fmla="*/ 295755 w 495300"/>
                    <a:gd name="connsiteY25" fmla="*/ 448296 h 523875"/>
                    <a:gd name="connsiteX26" fmla="*/ 295755 w 495300"/>
                    <a:gd name="connsiteY26" fmla="*/ 505446 h 523875"/>
                    <a:gd name="connsiteX27" fmla="*/ 276705 w 495300"/>
                    <a:gd name="connsiteY27" fmla="*/ 524496 h 523875"/>
                    <a:gd name="connsiteX28" fmla="*/ 219555 w 495300"/>
                    <a:gd name="connsiteY28" fmla="*/ 524496 h 523875"/>
                    <a:gd name="connsiteX29" fmla="*/ 200505 w 495300"/>
                    <a:gd name="connsiteY29" fmla="*/ 505446 h 523875"/>
                    <a:gd name="connsiteX30" fmla="*/ 200505 w 495300"/>
                    <a:gd name="connsiteY30" fmla="*/ 448296 h 523875"/>
                    <a:gd name="connsiteX31" fmla="*/ 219555 w 495300"/>
                    <a:gd name="connsiteY31" fmla="*/ 429246 h 523875"/>
                    <a:gd name="connsiteX32" fmla="*/ 238605 w 495300"/>
                    <a:gd name="connsiteY32" fmla="*/ 429246 h 523875"/>
                    <a:gd name="connsiteX33" fmla="*/ 238605 w 495300"/>
                    <a:gd name="connsiteY33" fmla="*/ 305421 h 523875"/>
                    <a:gd name="connsiteX34" fmla="*/ 76680 w 495300"/>
                    <a:gd name="connsiteY34" fmla="*/ 305421 h 523875"/>
                    <a:gd name="connsiteX35" fmla="*/ 57630 w 495300"/>
                    <a:gd name="connsiteY35" fmla="*/ 323519 h 523875"/>
                    <a:gd name="connsiteX36" fmla="*/ 57630 w 495300"/>
                    <a:gd name="connsiteY36" fmla="*/ 324471 h 523875"/>
                    <a:gd name="connsiteX37" fmla="*/ 57630 w 495300"/>
                    <a:gd name="connsiteY37" fmla="*/ 429246 h 523875"/>
                    <a:gd name="connsiteX38" fmla="*/ 76680 w 495300"/>
                    <a:gd name="connsiteY38" fmla="*/ 429246 h 523875"/>
                    <a:gd name="connsiteX39" fmla="*/ 95730 w 495300"/>
                    <a:gd name="connsiteY39" fmla="*/ 448296 h 523875"/>
                    <a:gd name="connsiteX40" fmla="*/ 95730 w 495300"/>
                    <a:gd name="connsiteY40" fmla="*/ 505446 h 523875"/>
                    <a:gd name="connsiteX41" fmla="*/ 76680 w 495300"/>
                    <a:gd name="connsiteY41" fmla="*/ 524496 h 523875"/>
                    <a:gd name="connsiteX42" fmla="*/ 19530 w 495300"/>
                    <a:gd name="connsiteY42" fmla="*/ 524496 h 523875"/>
                    <a:gd name="connsiteX43" fmla="*/ 480 w 495300"/>
                    <a:gd name="connsiteY43" fmla="*/ 505446 h 523875"/>
                    <a:gd name="connsiteX44" fmla="*/ 480 w 495300"/>
                    <a:gd name="connsiteY44" fmla="*/ 448296 h 523875"/>
                    <a:gd name="connsiteX45" fmla="*/ 19530 w 495300"/>
                    <a:gd name="connsiteY45" fmla="*/ 429246 h 523875"/>
                    <a:gd name="connsiteX46" fmla="*/ 38580 w 495300"/>
                    <a:gd name="connsiteY46" fmla="*/ 429246 h 523875"/>
                    <a:gd name="connsiteX47" fmla="*/ 38580 w 495300"/>
                    <a:gd name="connsiteY47" fmla="*/ 324471 h 523875"/>
                    <a:gd name="connsiteX48" fmla="*/ 74775 w 495300"/>
                    <a:gd name="connsiteY48" fmla="*/ 286371 h 523875"/>
                    <a:gd name="connsiteX49" fmla="*/ 76680 w 495300"/>
                    <a:gd name="connsiteY49" fmla="*/ 286371 h 523875"/>
                    <a:gd name="connsiteX50" fmla="*/ 238605 w 495300"/>
                    <a:gd name="connsiteY50" fmla="*/ 286371 h 523875"/>
                    <a:gd name="connsiteX51" fmla="*/ 238605 w 495300"/>
                    <a:gd name="connsiteY51" fmla="*/ 162546 h 523875"/>
                    <a:gd name="connsiteX52" fmla="*/ 124305 w 495300"/>
                    <a:gd name="connsiteY52" fmla="*/ 162546 h 523875"/>
                    <a:gd name="connsiteX53" fmla="*/ 95730 w 495300"/>
                    <a:gd name="connsiteY53" fmla="*/ 133971 h 523875"/>
                    <a:gd name="connsiteX54" fmla="*/ 95730 w 495300"/>
                    <a:gd name="connsiteY54" fmla="*/ 29196 h 523875"/>
                    <a:gd name="connsiteX55" fmla="*/ 124305 w 495300"/>
                    <a:gd name="connsiteY55" fmla="*/ 621 h 523875"/>
                    <a:gd name="connsiteX56" fmla="*/ 371955 w 495300"/>
                    <a:gd name="connsiteY56" fmla="*/ 621 h 523875"/>
                    <a:gd name="connsiteX57" fmla="*/ 148118 w 495300"/>
                    <a:gd name="connsiteY57" fmla="*/ 95871 h 523875"/>
                    <a:gd name="connsiteX58" fmla="*/ 133830 w 495300"/>
                    <a:gd name="connsiteY58" fmla="*/ 110159 h 523875"/>
                    <a:gd name="connsiteX59" fmla="*/ 148118 w 495300"/>
                    <a:gd name="connsiteY59" fmla="*/ 124446 h 523875"/>
                    <a:gd name="connsiteX60" fmla="*/ 162405 w 495300"/>
                    <a:gd name="connsiteY60" fmla="*/ 110159 h 523875"/>
                    <a:gd name="connsiteX61" fmla="*/ 148118 w 495300"/>
                    <a:gd name="connsiteY61" fmla="*/ 95871 h 523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</a:cxnLst>
                  <a:rect l="l" t="t" r="r" b="b"/>
                  <a:pathLst>
                    <a:path w="495300" h="523875">
                      <a:moveTo>
                        <a:pt x="371955" y="621"/>
                      </a:moveTo>
                      <a:cubicBezTo>
                        <a:pt x="388148" y="621"/>
                        <a:pt x="400530" y="13004"/>
                        <a:pt x="400530" y="29196"/>
                      </a:cubicBezTo>
                      <a:lnTo>
                        <a:pt x="400530" y="133971"/>
                      </a:lnTo>
                      <a:cubicBezTo>
                        <a:pt x="400530" y="150164"/>
                        <a:pt x="388148" y="162546"/>
                        <a:pt x="371955" y="162546"/>
                      </a:cubicBezTo>
                      <a:lnTo>
                        <a:pt x="257655" y="162546"/>
                      </a:lnTo>
                      <a:lnTo>
                        <a:pt x="257655" y="286371"/>
                      </a:lnTo>
                      <a:lnTo>
                        <a:pt x="419580" y="286371"/>
                      </a:lnTo>
                      <a:cubicBezTo>
                        <a:pt x="439583" y="286371"/>
                        <a:pt x="456727" y="302564"/>
                        <a:pt x="457680" y="322566"/>
                      </a:cubicBezTo>
                      <a:lnTo>
                        <a:pt x="457680" y="324471"/>
                      </a:lnTo>
                      <a:lnTo>
                        <a:pt x="457680" y="429246"/>
                      </a:lnTo>
                      <a:lnTo>
                        <a:pt x="476730" y="429246"/>
                      </a:lnTo>
                      <a:cubicBezTo>
                        <a:pt x="487208" y="429246"/>
                        <a:pt x="495780" y="437819"/>
                        <a:pt x="495780" y="448296"/>
                      </a:cubicBezTo>
                      <a:lnTo>
                        <a:pt x="495780" y="505446"/>
                      </a:lnTo>
                      <a:cubicBezTo>
                        <a:pt x="495780" y="515924"/>
                        <a:pt x="487208" y="524496"/>
                        <a:pt x="476730" y="524496"/>
                      </a:cubicBezTo>
                      <a:lnTo>
                        <a:pt x="419580" y="524496"/>
                      </a:lnTo>
                      <a:cubicBezTo>
                        <a:pt x="409102" y="524496"/>
                        <a:pt x="400530" y="515924"/>
                        <a:pt x="400530" y="505446"/>
                      </a:cubicBezTo>
                      <a:lnTo>
                        <a:pt x="400530" y="448296"/>
                      </a:lnTo>
                      <a:cubicBezTo>
                        <a:pt x="400530" y="437819"/>
                        <a:pt x="409102" y="429246"/>
                        <a:pt x="419580" y="429246"/>
                      </a:cubicBezTo>
                      <a:lnTo>
                        <a:pt x="438630" y="429246"/>
                      </a:lnTo>
                      <a:lnTo>
                        <a:pt x="438630" y="324471"/>
                      </a:lnTo>
                      <a:cubicBezTo>
                        <a:pt x="438630" y="313994"/>
                        <a:pt x="431010" y="306374"/>
                        <a:pt x="420533" y="305421"/>
                      </a:cubicBezTo>
                      <a:lnTo>
                        <a:pt x="419580" y="305421"/>
                      </a:lnTo>
                      <a:lnTo>
                        <a:pt x="257655" y="305421"/>
                      </a:lnTo>
                      <a:lnTo>
                        <a:pt x="257655" y="429246"/>
                      </a:lnTo>
                      <a:lnTo>
                        <a:pt x="276705" y="429246"/>
                      </a:lnTo>
                      <a:cubicBezTo>
                        <a:pt x="287183" y="429246"/>
                        <a:pt x="295755" y="437819"/>
                        <a:pt x="295755" y="448296"/>
                      </a:cubicBezTo>
                      <a:lnTo>
                        <a:pt x="295755" y="505446"/>
                      </a:lnTo>
                      <a:cubicBezTo>
                        <a:pt x="295755" y="515924"/>
                        <a:pt x="287183" y="524496"/>
                        <a:pt x="276705" y="524496"/>
                      </a:cubicBezTo>
                      <a:lnTo>
                        <a:pt x="219555" y="524496"/>
                      </a:lnTo>
                      <a:cubicBezTo>
                        <a:pt x="209077" y="524496"/>
                        <a:pt x="200505" y="515924"/>
                        <a:pt x="200505" y="505446"/>
                      </a:cubicBezTo>
                      <a:lnTo>
                        <a:pt x="200505" y="448296"/>
                      </a:lnTo>
                      <a:cubicBezTo>
                        <a:pt x="200505" y="437819"/>
                        <a:pt x="209077" y="429246"/>
                        <a:pt x="219555" y="429246"/>
                      </a:cubicBezTo>
                      <a:lnTo>
                        <a:pt x="238605" y="429246"/>
                      </a:lnTo>
                      <a:lnTo>
                        <a:pt x="238605" y="305421"/>
                      </a:lnTo>
                      <a:lnTo>
                        <a:pt x="76680" y="305421"/>
                      </a:lnTo>
                      <a:cubicBezTo>
                        <a:pt x="66202" y="305421"/>
                        <a:pt x="58583" y="313041"/>
                        <a:pt x="57630" y="323519"/>
                      </a:cubicBezTo>
                      <a:lnTo>
                        <a:pt x="57630" y="324471"/>
                      </a:lnTo>
                      <a:lnTo>
                        <a:pt x="57630" y="429246"/>
                      </a:lnTo>
                      <a:lnTo>
                        <a:pt x="76680" y="429246"/>
                      </a:lnTo>
                      <a:cubicBezTo>
                        <a:pt x="87158" y="429246"/>
                        <a:pt x="95730" y="437819"/>
                        <a:pt x="95730" y="448296"/>
                      </a:cubicBezTo>
                      <a:lnTo>
                        <a:pt x="95730" y="505446"/>
                      </a:lnTo>
                      <a:cubicBezTo>
                        <a:pt x="95730" y="515924"/>
                        <a:pt x="87158" y="524496"/>
                        <a:pt x="76680" y="524496"/>
                      </a:cubicBezTo>
                      <a:lnTo>
                        <a:pt x="19530" y="524496"/>
                      </a:lnTo>
                      <a:cubicBezTo>
                        <a:pt x="9052" y="524496"/>
                        <a:pt x="480" y="515924"/>
                        <a:pt x="480" y="505446"/>
                      </a:cubicBezTo>
                      <a:lnTo>
                        <a:pt x="480" y="448296"/>
                      </a:lnTo>
                      <a:cubicBezTo>
                        <a:pt x="480" y="437819"/>
                        <a:pt x="9052" y="429246"/>
                        <a:pt x="19530" y="429246"/>
                      </a:cubicBezTo>
                      <a:lnTo>
                        <a:pt x="38580" y="429246"/>
                      </a:lnTo>
                      <a:lnTo>
                        <a:pt x="38580" y="324471"/>
                      </a:lnTo>
                      <a:cubicBezTo>
                        <a:pt x="38580" y="304469"/>
                        <a:pt x="54773" y="287324"/>
                        <a:pt x="74775" y="286371"/>
                      </a:cubicBezTo>
                      <a:lnTo>
                        <a:pt x="76680" y="286371"/>
                      </a:lnTo>
                      <a:lnTo>
                        <a:pt x="238605" y="286371"/>
                      </a:lnTo>
                      <a:lnTo>
                        <a:pt x="238605" y="162546"/>
                      </a:lnTo>
                      <a:lnTo>
                        <a:pt x="124305" y="162546"/>
                      </a:lnTo>
                      <a:cubicBezTo>
                        <a:pt x="108112" y="162546"/>
                        <a:pt x="95730" y="150164"/>
                        <a:pt x="95730" y="133971"/>
                      </a:cubicBezTo>
                      <a:lnTo>
                        <a:pt x="95730" y="29196"/>
                      </a:lnTo>
                      <a:cubicBezTo>
                        <a:pt x="95730" y="13004"/>
                        <a:pt x="108112" y="621"/>
                        <a:pt x="124305" y="621"/>
                      </a:cubicBezTo>
                      <a:lnTo>
                        <a:pt x="371955" y="621"/>
                      </a:lnTo>
                      <a:close/>
                      <a:moveTo>
                        <a:pt x="148118" y="95871"/>
                      </a:moveTo>
                      <a:cubicBezTo>
                        <a:pt x="140498" y="95871"/>
                        <a:pt x="133830" y="102539"/>
                        <a:pt x="133830" y="110159"/>
                      </a:cubicBezTo>
                      <a:cubicBezTo>
                        <a:pt x="133830" y="117779"/>
                        <a:pt x="140498" y="124446"/>
                        <a:pt x="148118" y="124446"/>
                      </a:cubicBezTo>
                      <a:cubicBezTo>
                        <a:pt x="155737" y="124446"/>
                        <a:pt x="162405" y="117779"/>
                        <a:pt x="162405" y="110159"/>
                      </a:cubicBezTo>
                      <a:cubicBezTo>
                        <a:pt x="162405" y="102539"/>
                        <a:pt x="155737" y="95871"/>
                        <a:pt x="148118" y="95871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 lang="zh-CN" altLang="en-US" b="1">
                    <a:solidFill>
                      <a:srgbClr val="FFFFFF"/>
                    </a:solidFill>
                  </a:endParaRPr>
                </a:p>
              </p:txBody>
            </p:sp>
          </p:grpSp>
          <p:sp>
            <p:nvSpPr>
              <p:cNvPr id="96" name="矩形: 圆角 95">
                <a:extLst>
                  <a:ext uri="{FF2B5EF4-FFF2-40B4-BE49-F238E27FC236}">
                    <a16:creationId xmlns:a16="http://schemas.microsoft.com/office/drawing/2014/main" id="{4719A9AD-4098-363D-70AD-1D4419667977}"/>
                  </a:ext>
                </a:extLst>
              </p:cNvPr>
              <p:cNvSpPr/>
              <p:nvPr/>
            </p:nvSpPr>
            <p:spPr>
              <a:xfrm>
                <a:off x="3966171" y="4258469"/>
                <a:ext cx="697904" cy="29431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altLang="zh-CN" sz="1200" b="1" dirty="0">
                    <a:solidFill>
                      <a:srgbClr val="FFFFFF"/>
                    </a:solidFill>
                  </a:rPr>
                  <a:t>04</a:t>
                </a:r>
                <a:endParaRPr lang="zh-CN" altLang="en-US" sz="1200" b="1" dirty="0">
                  <a:solidFill>
                    <a:srgbClr val="FFFFF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831070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组合 40">
            <a:extLst>
              <a:ext uri="{FF2B5EF4-FFF2-40B4-BE49-F238E27FC236}">
                <a16:creationId xmlns:a16="http://schemas.microsoft.com/office/drawing/2014/main" id="{33651FF5-6D92-BCB7-85D1-7010E66ABA8B}"/>
              </a:ext>
            </a:extLst>
          </p:cNvPr>
          <p:cNvGrpSpPr/>
          <p:nvPr/>
        </p:nvGrpSpPr>
        <p:grpSpPr>
          <a:xfrm>
            <a:off x="1004683" y="1011027"/>
            <a:ext cx="10858500" cy="5011374"/>
            <a:chOff x="660400" y="1130300"/>
            <a:chExt cx="10858500" cy="5011374"/>
          </a:xfrm>
        </p:grpSpPr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0294F268-21A4-F51B-1B6D-8064A7BAE90E}"/>
                </a:ext>
              </a:extLst>
            </p:cNvPr>
            <p:cNvSpPr txBox="1"/>
            <p:nvPr/>
          </p:nvSpPr>
          <p:spPr>
            <a:xfrm>
              <a:off x="660400" y="1130300"/>
              <a:ext cx="10858500" cy="461665"/>
            </a:xfrm>
            <a:prstGeom prst="rect">
              <a:avLst/>
            </a:prstGeom>
            <a:noFill/>
          </p:spPr>
          <p:txBody>
            <a:bodyPr vert="horz" wrap="square" rtlCol="0" anchor="t" anchorCtr="0">
              <a:normAutofit/>
            </a:bodyPr>
            <a:lstStyle/>
            <a:p>
              <a:pPr algn="ctr"/>
              <a:r>
                <a:rPr lang="en-US" altLang="zh-CN" sz="2400" b="1" dirty="0"/>
                <a:t>{</a:t>
              </a:r>
              <a:r>
                <a:rPr lang="en-US" altLang="zh-CN" sz="2400" b="1" dirty="0" err="1"/>
                <a:t>slideTitle</a:t>
              </a:r>
              <a:r>
                <a:rPr lang="en-US" altLang="zh-CN" sz="2400" b="1" dirty="0"/>
                <a:t>}</a:t>
              </a:r>
              <a:endParaRPr lang="zh-CN" altLang="en-US" sz="2400" b="1" dirty="0"/>
            </a:p>
          </p:txBody>
        </p:sp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8750927E-081E-E5C3-E68E-51132DDF1C3A}"/>
                </a:ext>
              </a:extLst>
            </p:cNvPr>
            <p:cNvSpPr/>
            <p:nvPr/>
          </p:nvSpPr>
          <p:spPr>
            <a:xfrm>
              <a:off x="1424383" y="2239581"/>
              <a:ext cx="441189" cy="441189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0000">
                  <a:schemeClr val="accent1"/>
                </a:gs>
              </a:gsLst>
              <a:lin ang="2700000" scaled="1"/>
              <a:tileRect/>
            </a:gradFill>
            <a:ln>
              <a:noFill/>
            </a:ln>
            <a:effectLst>
              <a:outerShdw blurRad="508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Autofit/>
            </a:bodyPr>
            <a:lstStyle/>
            <a:p>
              <a:pPr algn="ctr"/>
              <a:endParaRPr kumimoji="1" lang="zh-CN" altLang="en-US" b="1">
                <a:solidFill>
                  <a:srgbClr val="FFFFFF"/>
                </a:solidFill>
              </a:endParaRP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585BC953-09D2-9361-ED3F-FA40EDFB0968}"/>
                </a:ext>
              </a:extLst>
            </p:cNvPr>
            <p:cNvSpPr txBox="1">
              <a:spLocks/>
            </p:cNvSpPr>
            <p:nvPr/>
          </p:nvSpPr>
          <p:spPr>
            <a:xfrm>
              <a:off x="938500" y="1965320"/>
              <a:ext cx="927072" cy="776112"/>
            </a:xfrm>
            <a:prstGeom prst="rect">
              <a:avLst/>
            </a:prstGeom>
            <a:noFill/>
          </p:spPr>
          <p:txBody>
            <a:bodyPr wrap="none" lIns="91440" tIns="45720" rIns="91440" bIns="45720" rtlCol="0" anchor="ctr" anchorCtr="0">
              <a:noAutofit/>
            </a:bodyPr>
            <a:lstStyle/>
            <a:p>
              <a:pPr algn="ctr"/>
              <a:r>
                <a:rPr kumimoji="1" lang="en-US" altLang="zh-CN" sz="5400" b="1" dirty="0"/>
                <a:t>01</a:t>
              </a:r>
              <a:endParaRPr kumimoji="1" lang="zh-CN" altLang="en-US" sz="5400" b="1" dirty="0"/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751335DC-97D1-67EE-AE38-6810BC198161}"/>
                </a:ext>
              </a:extLst>
            </p:cNvPr>
            <p:cNvSpPr>
              <a:spLocks/>
            </p:cNvSpPr>
            <p:nvPr/>
          </p:nvSpPr>
          <p:spPr>
            <a:xfrm>
              <a:off x="938500" y="3182619"/>
              <a:ext cx="2416975" cy="70827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t" anchorCtr="0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i="0" dirty="0">
                  <a:solidFill>
                    <a:schemeClr val="tx1"/>
                  </a:solidFill>
                  <a:effectLst/>
                </a:rPr>
                <a:t>{vItem.item1_Desc}</a:t>
              </a:r>
              <a:endParaRPr kumimoji="1" lang="en-US" altLang="zh-CN" sz="1200" dirty="0">
                <a:solidFill>
                  <a:schemeClr val="tx1"/>
                </a:solidFill>
              </a:endParaRP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CF45C84D-FE68-48C3-6C73-9985EFD00C9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38499" y="2741432"/>
              <a:ext cx="2416975" cy="4411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b" anchorCtr="0">
              <a:normAutofit/>
            </a:bodyPr>
            <a:lstStyle/>
            <a:p>
              <a:r>
                <a:rPr kumimoji="1" lang="en-US" altLang="zh-CN" b="1" dirty="0">
                  <a:solidFill>
                    <a:schemeClr val="tx1"/>
                  </a:solidFill>
                </a:rPr>
                <a:t>{vItem.item1}</a:t>
              </a: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DAF7ED1E-55B5-9FB9-577A-AE9B926BF5AA}"/>
                </a:ext>
              </a:extLst>
            </p:cNvPr>
            <p:cNvSpPr/>
            <p:nvPr/>
          </p:nvSpPr>
          <p:spPr>
            <a:xfrm>
              <a:off x="4052825" y="2239581"/>
              <a:ext cx="441189" cy="441189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50000">
                  <a:schemeClr val="accent2"/>
                </a:gs>
              </a:gsLst>
              <a:lin ang="2700000" scaled="1"/>
              <a:tileRect/>
            </a:gradFill>
            <a:ln>
              <a:noFill/>
            </a:ln>
            <a:effectLst>
              <a:outerShdw blurRad="508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Autofit/>
            </a:bodyPr>
            <a:lstStyle/>
            <a:p>
              <a:pPr algn="ctr"/>
              <a:endParaRPr kumimoji="1" lang="zh-CN" altLang="en-US" b="1">
                <a:solidFill>
                  <a:srgbClr val="FFFFFF"/>
                </a:solidFill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F4CE621E-689D-630D-5852-08DC932210BA}"/>
                </a:ext>
              </a:extLst>
            </p:cNvPr>
            <p:cNvSpPr txBox="1">
              <a:spLocks/>
            </p:cNvSpPr>
            <p:nvPr/>
          </p:nvSpPr>
          <p:spPr>
            <a:xfrm>
              <a:off x="3566942" y="1965320"/>
              <a:ext cx="927072" cy="776112"/>
            </a:xfrm>
            <a:prstGeom prst="rect">
              <a:avLst/>
            </a:prstGeom>
            <a:noFill/>
          </p:spPr>
          <p:txBody>
            <a:bodyPr wrap="none" lIns="91440" tIns="45720" rIns="91440" bIns="45720" rtlCol="0" anchor="ctr" anchorCtr="0">
              <a:noAutofit/>
            </a:bodyPr>
            <a:lstStyle/>
            <a:p>
              <a:pPr algn="ctr"/>
              <a:r>
                <a:rPr kumimoji="1" lang="en-US" altLang="zh-CN" sz="5400" b="1"/>
                <a:t>02</a:t>
              </a:r>
              <a:endParaRPr kumimoji="1" lang="zh-CN" altLang="en-US" sz="5400" b="1" dirty="0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92829228-C851-4706-A065-9295C3E79A00}"/>
                </a:ext>
              </a:extLst>
            </p:cNvPr>
            <p:cNvSpPr>
              <a:spLocks/>
            </p:cNvSpPr>
            <p:nvPr/>
          </p:nvSpPr>
          <p:spPr>
            <a:xfrm>
              <a:off x="3566942" y="3182619"/>
              <a:ext cx="2416975" cy="70827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t" anchorCtr="0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i="0" dirty="0">
                  <a:solidFill>
                    <a:schemeClr val="tx1"/>
                  </a:solidFill>
                  <a:effectLst/>
                </a:rPr>
                <a:t>{vItem.item2_Desc}</a:t>
              </a:r>
              <a:endParaRPr kumimoji="1" lang="en-US" altLang="zh-CN" sz="1200" dirty="0">
                <a:solidFill>
                  <a:schemeClr val="tx1"/>
                </a:solidFill>
              </a:endParaRPr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B3E14895-D8E3-A31C-93D7-69FCD657A9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566941" y="2741432"/>
              <a:ext cx="2416975" cy="4411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b" anchorCtr="0">
              <a:normAutofit/>
            </a:bodyPr>
            <a:lstStyle/>
            <a:p>
              <a:r>
                <a:rPr kumimoji="1" lang="en-US" altLang="zh-CN" b="1" dirty="0">
                  <a:solidFill>
                    <a:schemeClr val="tx1"/>
                  </a:solidFill>
                </a:rPr>
                <a:t>{vItem.item2}</a:t>
              </a:r>
            </a:p>
          </p:txBody>
        </p:sp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E7038B48-1B6E-2166-2D5B-E3B3A7A3FE5D}"/>
                </a:ext>
              </a:extLst>
            </p:cNvPr>
            <p:cNvSpPr/>
            <p:nvPr/>
          </p:nvSpPr>
          <p:spPr>
            <a:xfrm>
              <a:off x="6681267" y="2239581"/>
              <a:ext cx="441189" cy="441189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0000">
                  <a:schemeClr val="accent1"/>
                </a:gs>
              </a:gsLst>
              <a:lin ang="2700000" scaled="1"/>
              <a:tileRect/>
            </a:gradFill>
            <a:ln>
              <a:noFill/>
            </a:ln>
            <a:effectLst>
              <a:outerShdw blurRad="508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Autofit/>
            </a:bodyPr>
            <a:lstStyle/>
            <a:p>
              <a:pPr algn="ctr"/>
              <a:endParaRPr kumimoji="1" lang="zh-CN" altLang="en-US" b="1">
                <a:solidFill>
                  <a:srgbClr val="FFFFFF"/>
                </a:solidFill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024849C6-70D8-BDEE-B39D-7DCC483D6E61}"/>
                </a:ext>
              </a:extLst>
            </p:cNvPr>
            <p:cNvSpPr txBox="1">
              <a:spLocks/>
            </p:cNvSpPr>
            <p:nvPr/>
          </p:nvSpPr>
          <p:spPr>
            <a:xfrm>
              <a:off x="6195384" y="1965320"/>
              <a:ext cx="927072" cy="776112"/>
            </a:xfrm>
            <a:prstGeom prst="rect">
              <a:avLst/>
            </a:prstGeom>
            <a:noFill/>
          </p:spPr>
          <p:txBody>
            <a:bodyPr wrap="none" lIns="91440" tIns="45720" rIns="91440" bIns="45720" rtlCol="0" anchor="ctr" anchorCtr="0">
              <a:noAutofit/>
            </a:bodyPr>
            <a:lstStyle/>
            <a:p>
              <a:pPr algn="ctr"/>
              <a:r>
                <a:rPr kumimoji="1" lang="en-US" altLang="zh-CN" sz="5400" b="1"/>
                <a:t>03</a:t>
              </a:r>
              <a:endParaRPr kumimoji="1" lang="zh-CN" altLang="en-US" sz="5400" b="1" dirty="0"/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24893F65-A0A3-F72F-F60B-D248F67C159B}"/>
                </a:ext>
              </a:extLst>
            </p:cNvPr>
            <p:cNvSpPr>
              <a:spLocks/>
            </p:cNvSpPr>
            <p:nvPr/>
          </p:nvSpPr>
          <p:spPr>
            <a:xfrm>
              <a:off x="6195384" y="3182619"/>
              <a:ext cx="2416975" cy="70827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t" anchorCtr="0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i="0" dirty="0">
                  <a:solidFill>
                    <a:schemeClr val="tx1"/>
                  </a:solidFill>
                  <a:effectLst/>
                </a:rPr>
                <a:t>{vItem.item3_Desc}</a:t>
              </a:r>
              <a:endParaRPr kumimoji="1" lang="en-US" altLang="zh-CN" sz="1200" dirty="0">
                <a:solidFill>
                  <a:schemeClr val="tx1"/>
                </a:solidFill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E0346ACD-270C-F8BE-0B2B-F7DB6819AEE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95383" y="2741432"/>
              <a:ext cx="2416975" cy="4411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b" anchorCtr="0">
              <a:normAutofit/>
            </a:bodyPr>
            <a:lstStyle/>
            <a:p>
              <a:r>
                <a:rPr kumimoji="1" lang="en-US" altLang="zh-CN" b="1" dirty="0">
                  <a:solidFill>
                    <a:schemeClr val="tx1"/>
                  </a:solidFill>
                </a:rPr>
                <a:t>{vItem.item3}</a:t>
              </a: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0B337C2F-F19A-08DE-70CB-14C2D6E47A41}"/>
                </a:ext>
              </a:extLst>
            </p:cNvPr>
            <p:cNvSpPr/>
            <p:nvPr/>
          </p:nvSpPr>
          <p:spPr>
            <a:xfrm>
              <a:off x="9309709" y="2239581"/>
              <a:ext cx="441189" cy="441189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50000">
                  <a:schemeClr val="accent2"/>
                </a:gs>
              </a:gsLst>
              <a:lin ang="2700000" scaled="1"/>
              <a:tileRect/>
            </a:gradFill>
            <a:ln>
              <a:noFill/>
            </a:ln>
            <a:effectLst>
              <a:outerShdw blurRad="508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Autofit/>
            </a:bodyPr>
            <a:lstStyle/>
            <a:p>
              <a:pPr algn="ctr"/>
              <a:endParaRPr kumimoji="1" lang="zh-CN" altLang="en-US" b="1">
                <a:solidFill>
                  <a:srgbClr val="FFFFFF"/>
                </a:solidFill>
              </a:endParaRP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0F61A93D-04C3-8B50-F011-DD3D9025628D}"/>
                </a:ext>
              </a:extLst>
            </p:cNvPr>
            <p:cNvSpPr txBox="1">
              <a:spLocks/>
            </p:cNvSpPr>
            <p:nvPr/>
          </p:nvSpPr>
          <p:spPr>
            <a:xfrm>
              <a:off x="8823826" y="1965320"/>
              <a:ext cx="927072" cy="776112"/>
            </a:xfrm>
            <a:prstGeom prst="rect">
              <a:avLst/>
            </a:prstGeom>
            <a:noFill/>
          </p:spPr>
          <p:txBody>
            <a:bodyPr wrap="none" lIns="91440" tIns="45720" rIns="91440" bIns="45720" rtlCol="0" anchor="ctr" anchorCtr="0">
              <a:noAutofit/>
            </a:bodyPr>
            <a:lstStyle/>
            <a:p>
              <a:pPr algn="ctr"/>
              <a:r>
                <a:rPr kumimoji="1" lang="en-US" altLang="zh-CN" sz="5400" b="1" dirty="0"/>
                <a:t>04</a:t>
              </a:r>
              <a:endParaRPr kumimoji="1" lang="zh-CN" altLang="en-US" sz="5400" b="1" dirty="0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C7532418-A9E0-39D5-3247-9638DDECBAD4}"/>
                </a:ext>
              </a:extLst>
            </p:cNvPr>
            <p:cNvSpPr>
              <a:spLocks/>
            </p:cNvSpPr>
            <p:nvPr/>
          </p:nvSpPr>
          <p:spPr>
            <a:xfrm>
              <a:off x="8823826" y="3182619"/>
              <a:ext cx="2416975" cy="70827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t" anchorCtr="0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i="0" dirty="0">
                  <a:solidFill>
                    <a:schemeClr val="tx1"/>
                  </a:solidFill>
                  <a:effectLst/>
                </a:rPr>
                <a:t>{vItem.item4_Desc}</a:t>
              </a:r>
              <a:endParaRPr kumimoji="1" lang="en-US" altLang="zh-CN" sz="1200" dirty="0">
                <a:solidFill>
                  <a:schemeClr val="tx1"/>
                </a:solidFill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A1ABC504-8BF3-A761-39F8-99549BF41B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23825" y="2741432"/>
              <a:ext cx="2416975" cy="4411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b" anchorCtr="0">
              <a:normAutofit/>
            </a:bodyPr>
            <a:lstStyle/>
            <a:p>
              <a:r>
                <a:rPr kumimoji="1" lang="en-US" altLang="zh-CN" b="1" dirty="0">
                  <a:solidFill>
                    <a:schemeClr val="tx1"/>
                  </a:solidFill>
                </a:rPr>
                <a:t>{vItem.item4}</a:t>
              </a: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8748C377-C839-DC41-1B0C-E97CD654E083}"/>
                </a:ext>
              </a:extLst>
            </p:cNvPr>
            <p:cNvSpPr/>
            <p:nvPr/>
          </p:nvSpPr>
          <p:spPr>
            <a:xfrm>
              <a:off x="2738604" y="4490357"/>
              <a:ext cx="441189" cy="441189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0000">
                  <a:schemeClr val="accent1"/>
                </a:gs>
              </a:gsLst>
              <a:lin ang="2700000" scaled="1"/>
              <a:tileRect/>
            </a:gradFill>
            <a:ln>
              <a:noFill/>
            </a:ln>
            <a:effectLst>
              <a:outerShdw blurRad="508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Autofit/>
            </a:bodyPr>
            <a:lstStyle/>
            <a:p>
              <a:pPr algn="ctr"/>
              <a:endParaRPr kumimoji="1" lang="zh-CN" altLang="en-US" b="1">
                <a:solidFill>
                  <a:srgbClr val="FFFFFF"/>
                </a:solidFill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C0B72B6B-36B0-C83E-83DB-918E5C6F4447}"/>
                </a:ext>
              </a:extLst>
            </p:cNvPr>
            <p:cNvSpPr txBox="1">
              <a:spLocks/>
            </p:cNvSpPr>
            <p:nvPr/>
          </p:nvSpPr>
          <p:spPr>
            <a:xfrm>
              <a:off x="2252721" y="4216096"/>
              <a:ext cx="927072" cy="776112"/>
            </a:xfrm>
            <a:prstGeom prst="rect">
              <a:avLst/>
            </a:prstGeom>
            <a:noFill/>
          </p:spPr>
          <p:txBody>
            <a:bodyPr wrap="none" lIns="91440" tIns="45720" rIns="91440" bIns="45720" rtlCol="0" anchor="ctr" anchorCtr="0">
              <a:noAutofit/>
            </a:bodyPr>
            <a:lstStyle/>
            <a:p>
              <a:pPr algn="ctr"/>
              <a:r>
                <a:rPr kumimoji="1" lang="en-US" altLang="zh-CN" sz="5400" b="1" dirty="0"/>
                <a:t>05</a:t>
              </a:r>
              <a:endParaRPr kumimoji="1" lang="zh-CN" altLang="en-US" sz="5400" b="1" dirty="0"/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8ED5A233-1FD6-78B5-5F44-16DF93EB563F}"/>
                </a:ext>
              </a:extLst>
            </p:cNvPr>
            <p:cNvSpPr>
              <a:spLocks/>
            </p:cNvSpPr>
            <p:nvPr/>
          </p:nvSpPr>
          <p:spPr>
            <a:xfrm>
              <a:off x="2252721" y="5433395"/>
              <a:ext cx="2416975" cy="70827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t" anchorCtr="0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i="0" dirty="0">
                  <a:solidFill>
                    <a:schemeClr val="tx1"/>
                  </a:solidFill>
                  <a:effectLst/>
                </a:rPr>
                <a:t>{vItem.item5_Desc}</a:t>
              </a:r>
              <a:endParaRPr kumimoji="1" lang="en-US" altLang="zh-CN" sz="1200" dirty="0">
                <a:solidFill>
                  <a:schemeClr val="tx1"/>
                </a:solidFill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0FC0EFB2-3D9D-EE71-65C7-4876A84059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52720" y="4992208"/>
              <a:ext cx="2416975" cy="4411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b" anchorCtr="0">
              <a:normAutofit/>
            </a:bodyPr>
            <a:lstStyle/>
            <a:p>
              <a:r>
                <a:rPr kumimoji="1" lang="en-US" altLang="zh-CN" b="1" dirty="0">
                  <a:solidFill>
                    <a:schemeClr val="tx1"/>
                  </a:solidFill>
                </a:rPr>
                <a:t>{vItem.item5_Desc}</a:t>
              </a: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72E2EAB6-3215-7496-33A3-BB18B268AC1E}"/>
                </a:ext>
              </a:extLst>
            </p:cNvPr>
            <p:cNvSpPr/>
            <p:nvPr/>
          </p:nvSpPr>
          <p:spPr>
            <a:xfrm>
              <a:off x="5367046" y="4490357"/>
              <a:ext cx="441189" cy="441189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50000">
                  <a:schemeClr val="accent2"/>
                </a:gs>
              </a:gsLst>
              <a:lin ang="2700000" scaled="1"/>
              <a:tileRect/>
            </a:gradFill>
            <a:ln>
              <a:noFill/>
            </a:ln>
            <a:effectLst>
              <a:outerShdw blurRad="508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Autofit/>
            </a:bodyPr>
            <a:lstStyle/>
            <a:p>
              <a:pPr algn="ctr"/>
              <a:endParaRPr kumimoji="1" lang="zh-CN" altLang="en-US" b="1">
                <a:solidFill>
                  <a:srgbClr val="FFFFFF"/>
                </a:solidFill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96E9A497-AFB4-19F4-8F3B-AE7CC2B0EFB9}"/>
                </a:ext>
              </a:extLst>
            </p:cNvPr>
            <p:cNvSpPr txBox="1">
              <a:spLocks/>
            </p:cNvSpPr>
            <p:nvPr/>
          </p:nvSpPr>
          <p:spPr>
            <a:xfrm>
              <a:off x="4881163" y="4216096"/>
              <a:ext cx="927072" cy="776112"/>
            </a:xfrm>
            <a:prstGeom prst="rect">
              <a:avLst/>
            </a:prstGeom>
            <a:noFill/>
          </p:spPr>
          <p:txBody>
            <a:bodyPr wrap="none" lIns="91440" tIns="45720" rIns="91440" bIns="45720" rtlCol="0" anchor="ctr" anchorCtr="0">
              <a:noAutofit/>
            </a:bodyPr>
            <a:lstStyle/>
            <a:p>
              <a:pPr algn="ctr"/>
              <a:r>
                <a:rPr kumimoji="1" lang="en-US" altLang="zh-CN" sz="5400" b="1"/>
                <a:t>06</a:t>
              </a:r>
              <a:endParaRPr kumimoji="1" lang="zh-CN" altLang="en-US" sz="5400" b="1" dirty="0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38912200-36C8-6A7A-EE66-2F159175F479}"/>
                </a:ext>
              </a:extLst>
            </p:cNvPr>
            <p:cNvSpPr>
              <a:spLocks/>
            </p:cNvSpPr>
            <p:nvPr/>
          </p:nvSpPr>
          <p:spPr>
            <a:xfrm>
              <a:off x="4881163" y="5433395"/>
              <a:ext cx="2416975" cy="70827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t" anchorCtr="0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i="0" dirty="0">
                  <a:solidFill>
                    <a:schemeClr val="tx1"/>
                  </a:solidFill>
                  <a:effectLst/>
                </a:rPr>
                <a:t>{item6.desc}</a:t>
              </a:r>
              <a:endParaRPr kumimoji="1" lang="en-US" altLang="zh-CN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269AB280-0355-A71B-9338-04122AD60E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81162" y="4992208"/>
              <a:ext cx="2416975" cy="4411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b" anchorCtr="0">
              <a:normAutofit/>
            </a:bodyPr>
            <a:lstStyle/>
            <a:p>
              <a:r>
                <a:rPr kumimoji="1" lang="en-US" altLang="zh-CN" b="1" dirty="0">
                  <a:solidFill>
                    <a:schemeClr val="tx1"/>
                  </a:solidFill>
                </a:rPr>
                <a:t>{item6.desc}</a:t>
              </a: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D9CF6D90-59AE-960F-5E21-098B4B7F8CCB}"/>
                </a:ext>
              </a:extLst>
            </p:cNvPr>
            <p:cNvSpPr/>
            <p:nvPr/>
          </p:nvSpPr>
          <p:spPr>
            <a:xfrm>
              <a:off x="7995488" y="4490357"/>
              <a:ext cx="441189" cy="441189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0000">
                  <a:schemeClr val="accent1"/>
                </a:gs>
              </a:gsLst>
              <a:lin ang="2700000" scaled="1"/>
              <a:tileRect/>
            </a:gradFill>
            <a:ln>
              <a:noFill/>
            </a:ln>
            <a:effectLst>
              <a:outerShdw blurRad="508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Autofit/>
            </a:bodyPr>
            <a:lstStyle/>
            <a:p>
              <a:pPr algn="ctr"/>
              <a:endParaRPr kumimoji="1" lang="zh-CN" altLang="en-US" b="1">
                <a:solidFill>
                  <a:srgbClr val="FFFFFF"/>
                </a:solidFill>
              </a:endParaRP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5044F256-B376-4261-816D-620FF6E19151}"/>
                </a:ext>
              </a:extLst>
            </p:cNvPr>
            <p:cNvSpPr txBox="1">
              <a:spLocks/>
            </p:cNvSpPr>
            <p:nvPr/>
          </p:nvSpPr>
          <p:spPr>
            <a:xfrm>
              <a:off x="7509605" y="4216096"/>
              <a:ext cx="927072" cy="776112"/>
            </a:xfrm>
            <a:prstGeom prst="rect">
              <a:avLst/>
            </a:prstGeom>
            <a:noFill/>
          </p:spPr>
          <p:txBody>
            <a:bodyPr wrap="none" lIns="91440" tIns="45720" rIns="91440" bIns="45720" rtlCol="0" anchor="ctr" anchorCtr="0">
              <a:noAutofit/>
            </a:bodyPr>
            <a:lstStyle/>
            <a:p>
              <a:pPr algn="ctr"/>
              <a:r>
                <a:rPr kumimoji="1" lang="en-US" altLang="zh-CN" sz="5400" b="1" dirty="0"/>
                <a:t>07</a:t>
              </a:r>
              <a:endParaRPr kumimoji="1" lang="zh-CN" altLang="en-US" sz="5400" b="1" dirty="0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66993374-2C7C-8CBC-DB82-29AAEB5DFCFE}"/>
                </a:ext>
              </a:extLst>
            </p:cNvPr>
            <p:cNvSpPr>
              <a:spLocks/>
            </p:cNvSpPr>
            <p:nvPr/>
          </p:nvSpPr>
          <p:spPr>
            <a:xfrm>
              <a:off x="7509605" y="5433395"/>
              <a:ext cx="2416975" cy="70827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t" anchorCtr="0">
              <a:norm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i="0" dirty="0">
                  <a:solidFill>
                    <a:schemeClr val="tx1"/>
                  </a:solidFill>
                  <a:effectLst/>
                </a:rPr>
                <a:t>{item7.desc}</a:t>
              </a:r>
              <a:endParaRPr kumimoji="1" lang="en-US" altLang="zh-CN" sz="1200" dirty="0">
                <a:solidFill>
                  <a:schemeClr val="tx1"/>
                </a:solidFill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2844A65C-C5FE-DB2F-3221-CF6D9FADC3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509604" y="4992208"/>
              <a:ext cx="2416975" cy="4411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b" anchorCtr="0">
              <a:normAutofit/>
            </a:bodyPr>
            <a:lstStyle/>
            <a:p>
              <a:r>
                <a:rPr kumimoji="1" lang="en-US" altLang="zh-CN" b="1" dirty="0">
                  <a:solidFill>
                    <a:schemeClr val="tx1"/>
                  </a:solidFill>
                </a:rPr>
                <a:t>{item7.desc}</a:t>
              </a:r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28A1ACDB-3462-9FD3-CBD2-3FFD1A8B4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9C61AA6-D022-6CCC-8491-C7356BD513C3}"/>
              </a:ext>
            </a:extLst>
          </p:cNvPr>
          <p:cNvSpPr txBox="1"/>
          <p:nvPr/>
        </p:nvSpPr>
        <p:spPr>
          <a:xfrm>
            <a:off x="11163632" y="17605"/>
            <a:ext cx="101713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extra1-7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0070630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56FBF56A-BE11-004C-013A-5B2E610E1CC9}"/>
              </a:ext>
            </a:extLst>
          </p:cNvPr>
          <p:cNvGrpSpPr/>
          <p:nvPr/>
        </p:nvGrpSpPr>
        <p:grpSpPr>
          <a:xfrm>
            <a:off x="666750" y="1206500"/>
            <a:ext cx="10858500" cy="4940300"/>
            <a:chOff x="660400" y="1206500"/>
            <a:chExt cx="10858500" cy="4940300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F419AEC6-6DB2-1911-CD69-09A37C6569CF}"/>
                </a:ext>
              </a:extLst>
            </p:cNvPr>
            <p:cNvGrpSpPr/>
            <p:nvPr/>
          </p:nvGrpSpPr>
          <p:grpSpPr>
            <a:xfrm>
              <a:off x="666750" y="2079625"/>
              <a:ext cx="3040455" cy="4067175"/>
              <a:chOff x="666750" y="2079625"/>
              <a:chExt cx="3040455" cy="4067175"/>
            </a:xfrm>
          </p:grpSpPr>
          <p:sp>
            <p:nvSpPr>
              <p:cNvPr id="16" name="矩形: 圆角 15">
                <a:extLst>
                  <a:ext uri="{FF2B5EF4-FFF2-40B4-BE49-F238E27FC236}">
                    <a16:creationId xmlns:a16="http://schemas.microsoft.com/office/drawing/2014/main" id="{B515A16B-8E03-5A55-AD0D-05718ABAA49A}"/>
                  </a:ext>
                </a:extLst>
              </p:cNvPr>
              <p:cNvSpPr/>
              <p:nvPr/>
            </p:nvSpPr>
            <p:spPr>
              <a:xfrm>
                <a:off x="666750" y="2079625"/>
                <a:ext cx="3040454" cy="4067175"/>
              </a:xfrm>
              <a:prstGeom prst="roundRect">
                <a:avLst>
                  <a:gd name="adj" fmla="val 12936"/>
                </a:avLst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en-US" altLang="zh-CN" dirty="0"/>
              </a:p>
            </p:txBody>
          </p:sp>
          <p:sp>
            <p:nvSpPr>
              <p:cNvPr id="17" name="椭圆 16">
                <a:extLst>
                  <a:ext uri="{FF2B5EF4-FFF2-40B4-BE49-F238E27FC236}">
                    <a16:creationId xmlns:a16="http://schemas.microsoft.com/office/drawing/2014/main" id="{86BEE020-C7B4-944E-947A-A8D2D619FCEC}"/>
                  </a:ext>
                </a:extLst>
              </p:cNvPr>
              <p:cNvSpPr/>
              <p:nvPr/>
            </p:nvSpPr>
            <p:spPr>
              <a:xfrm>
                <a:off x="1320202" y="2370137"/>
                <a:ext cx="1733550" cy="1733550"/>
              </a:xfrm>
              <a:prstGeom prst="ellipse">
                <a:avLst/>
              </a:prstGeom>
              <a:blipFill>
                <a:blip r:embed="rId2"/>
                <a:srcRect/>
                <a:stretch>
                  <a:fillRect l="-25183" r="-24817"/>
                </a:stretch>
              </a:blip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2700" cap="flat" cmpd="sng" algn="ctr">
                    <a:solidFill>
                      <a:schemeClr val="accent1">
                        <a:shade val="50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9245DE39-E849-000B-DBB0-0D84B8400A56}"/>
                  </a:ext>
                </a:extLst>
              </p:cNvPr>
              <p:cNvSpPr txBox="1"/>
              <p:nvPr/>
            </p:nvSpPr>
            <p:spPr>
              <a:xfrm>
                <a:off x="666751" y="4394199"/>
                <a:ext cx="3040454" cy="59947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b="1" dirty="0"/>
                  <a:t>{vItem.item1_Desc}</a:t>
                </a:r>
                <a:endParaRPr lang="id-ID" b="1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C88B8875-1F26-310A-91A2-6E3CC9CF1FB5}"/>
                  </a:ext>
                </a:extLst>
              </p:cNvPr>
              <p:cNvSpPr/>
              <p:nvPr/>
            </p:nvSpPr>
            <p:spPr bwMode="auto">
              <a:xfrm>
                <a:off x="666751" y="4993679"/>
                <a:ext cx="3040454" cy="91363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A90AD503-E54F-42D9-CA04-0E97905A52E5}"/>
                </a:ext>
              </a:extLst>
            </p:cNvPr>
            <p:cNvGrpSpPr/>
            <p:nvPr/>
          </p:nvGrpSpPr>
          <p:grpSpPr>
            <a:xfrm>
              <a:off x="4569423" y="2079625"/>
              <a:ext cx="3040454" cy="4067175"/>
              <a:chOff x="4569423" y="2079625"/>
              <a:chExt cx="3040454" cy="4067175"/>
            </a:xfrm>
          </p:grpSpPr>
          <p:sp>
            <p:nvSpPr>
              <p:cNvPr id="12" name="矩形: 圆角 11">
                <a:extLst>
                  <a:ext uri="{FF2B5EF4-FFF2-40B4-BE49-F238E27FC236}">
                    <a16:creationId xmlns:a16="http://schemas.microsoft.com/office/drawing/2014/main" id="{7563B98C-1DA7-274D-B44E-2EAF12A06FFF}"/>
                  </a:ext>
                </a:extLst>
              </p:cNvPr>
              <p:cNvSpPr/>
              <p:nvPr/>
            </p:nvSpPr>
            <p:spPr>
              <a:xfrm>
                <a:off x="4569423" y="2079625"/>
                <a:ext cx="3040454" cy="4067175"/>
              </a:xfrm>
              <a:prstGeom prst="roundRect">
                <a:avLst>
                  <a:gd name="adj" fmla="val 12936"/>
                </a:avLst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en-US" altLang="zh-CN" dirty="0"/>
              </a:p>
            </p:txBody>
          </p:sp>
          <p:sp>
            <p:nvSpPr>
              <p:cNvPr id="13" name="椭圆 12">
                <a:extLst>
                  <a:ext uri="{FF2B5EF4-FFF2-40B4-BE49-F238E27FC236}">
                    <a16:creationId xmlns:a16="http://schemas.microsoft.com/office/drawing/2014/main" id="{F1D1DD2C-6A4B-6CDC-0568-E4A8D55032A3}"/>
                  </a:ext>
                </a:extLst>
              </p:cNvPr>
              <p:cNvSpPr/>
              <p:nvPr/>
            </p:nvSpPr>
            <p:spPr>
              <a:xfrm>
                <a:off x="5222874" y="2370137"/>
                <a:ext cx="1733550" cy="1733550"/>
              </a:xfrm>
              <a:prstGeom prst="ellipse">
                <a:avLst/>
              </a:prstGeom>
              <a:blipFill>
                <a:blip r:embed="rId3"/>
                <a:srcRect/>
                <a:stretch>
                  <a:fillRect l="-25183" r="-24817"/>
                </a:stretch>
              </a:blip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2700" cap="flat" cmpd="sng" algn="ctr">
                    <a:solidFill>
                      <a:schemeClr val="accent1">
                        <a:shade val="50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F05EC0F6-8C03-45F0-CB4C-C48CBD254154}"/>
                  </a:ext>
                </a:extLst>
              </p:cNvPr>
              <p:cNvSpPr txBox="1"/>
              <p:nvPr/>
            </p:nvSpPr>
            <p:spPr>
              <a:xfrm>
                <a:off x="4569423" y="4394199"/>
                <a:ext cx="3040454" cy="59947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b="1" dirty="0"/>
                  <a:t>{vItem.item1_Desc}</a:t>
                </a:r>
                <a:endParaRPr lang="id-ID" b="1" dirty="0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A8D94F3-31CD-8E07-3DF3-9818DED52BD8}"/>
                  </a:ext>
                </a:extLst>
              </p:cNvPr>
              <p:cNvSpPr/>
              <p:nvPr/>
            </p:nvSpPr>
            <p:spPr bwMode="auto">
              <a:xfrm>
                <a:off x="4569423" y="4993679"/>
                <a:ext cx="3040454" cy="91363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4EE2FB4B-1FCC-F83C-04E6-7B93C5B65978}"/>
                </a:ext>
              </a:extLst>
            </p:cNvPr>
            <p:cNvGrpSpPr/>
            <p:nvPr/>
          </p:nvGrpSpPr>
          <p:grpSpPr>
            <a:xfrm>
              <a:off x="8472095" y="2079625"/>
              <a:ext cx="3040455" cy="4067175"/>
              <a:chOff x="8472095" y="2079625"/>
              <a:chExt cx="3040455" cy="4067175"/>
            </a:xfrm>
          </p:grpSpPr>
          <p:sp>
            <p:nvSpPr>
              <p:cNvPr id="8" name="矩形: 圆角 7">
                <a:extLst>
                  <a:ext uri="{FF2B5EF4-FFF2-40B4-BE49-F238E27FC236}">
                    <a16:creationId xmlns:a16="http://schemas.microsoft.com/office/drawing/2014/main" id="{D0324B6E-A278-2748-472D-557208D436ED}"/>
                  </a:ext>
                </a:extLst>
              </p:cNvPr>
              <p:cNvSpPr/>
              <p:nvPr/>
            </p:nvSpPr>
            <p:spPr>
              <a:xfrm>
                <a:off x="8472095" y="2079625"/>
                <a:ext cx="3040454" cy="4067175"/>
              </a:xfrm>
              <a:prstGeom prst="roundRect">
                <a:avLst>
                  <a:gd name="adj" fmla="val 12936"/>
                </a:avLst>
              </a:prstGeom>
              <a:gradFill flip="none" rotWithShape="1">
                <a:gsLst>
                  <a:gs pos="24000">
                    <a:schemeClr val="bg1"/>
                  </a:gs>
                  <a:gs pos="100000">
                    <a:schemeClr val="bg1">
                      <a:alpha val="62000"/>
                    </a:schemeClr>
                  </a:gs>
                </a:gsLst>
                <a:lin ang="5400000" scaled="1"/>
                <a:tileRect/>
              </a:gradFill>
              <a:ln w="381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24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en-US" altLang="zh-CN" dirty="0"/>
              </a:p>
            </p:txBody>
          </p:sp>
          <p:sp>
            <p:nvSpPr>
              <p:cNvPr id="9" name="椭圆 8">
                <a:extLst>
                  <a:ext uri="{FF2B5EF4-FFF2-40B4-BE49-F238E27FC236}">
                    <a16:creationId xmlns:a16="http://schemas.microsoft.com/office/drawing/2014/main" id="{B2430520-5DF8-654B-E07C-33AEFF0618CC}"/>
                  </a:ext>
                </a:extLst>
              </p:cNvPr>
              <p:cNvSpPr/>
              <p:nvPr/>
            </p:nvSpPr>
            <p:spPr>
              <a:xfrm>
                <a:off x="9125547" y="2370137"/>
                <a:ext cx="1733550" cy="1733550"/>
              </a:xfrm>
              <a:prstGeom prst="ellipse">
                <a:avLst/>
              </a:prstGeom>
              <a:blipFill>
                <a:blip r:embed="rId4"/>
                <a:srcRect/>
                <a:stretch>
                  <a:fillRect l="-25183" r="-24817"/>
                </a:stretch>
              </a:blip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2700" cap="flat" cmpd="sng" algn="ctr">
                    <a:solidFill>
                      <a:schemeClr val="accent1">
                        <a:shade val="50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723763C1-4D56-1006-B091-99F3AC5BD285}"/>
                  </a:ext>
                </a:extLst>
              </p:cNvPr>
              <p:cNvSpPr txBox="1"/>
              <p:nvPr/>
            </p:nvSpPr>
            <p:spPr>
              <a:xfrm>
                <a:off x="8472096" y="4394199"/>
                <a:ext cx="3040454" cy="59947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b="1" dirty="0"/>
                  <a:t>{vItem.item1_Desc}</a:t>
                </a:r>
                <a:endParaRPr lang="id-ID" b="1" dirty="0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5ACA313D-361B-2496-47E4-27D215B905D6}"/>
                  </a:ext>
                </a:extLst>
              </p:cNvPr>
              <p:cNvSpPr/>
              <p:nvPr/>
            </p:nvSpPr>
            <p:spPr bwMode="auto">
              <a:xfrm>
                <a:off x="8472096" y="4993679"/>
                <a:ext cx="3040454" cy="91363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D997200-868A-4227-F6C3-129C08461D4F}"/>
                </a:ext>
              </a:extLst>
            </p:cNvPr>
            <p:cNvSpPr txBox="1"/>
            <p:nvPr/>
          </p:nvSpPr>
          <p:spPr>
            <a:xfrm>
              <a:off x="660400" y="1206500"/>
              <a:ext cx="10858500" cy="760412"/>
            </a:xfrm>
            <a:prstGeom prst="rect">
              <a:avLst/>
            </a:prstGeom>
            <a:noFill/>
          </p:spPr>
          <p:txBody>
            <a:bodyPr vert="horz" wrap="square" rtlCol="0" anchor="t" anchorCtr="1">
              <a:normAutofit/>
            </a:bodyPr>
            <a:lstStyle/>
            <a:p>
              <a:pPr algn="ctr"/>
              <a:r>
                <a:rPr lang="en-US" altLang="zh-CN" sz="2400" b="1" dirty="0"/>
                <a:t>{</a:t>
              </a:r>
              <a:r>
                <a:rPr lang="en-US" altLang="zh-CN" sz="2400" b="1" dirty="0" err="1"/>
                <a:t>slideTitle</a:t>
              </a:r>
              <a:r>
                <a:rPr lang="en-US" altLang="zh-CN" sz="2400" b="1" dirty="0"/>
                <a:t>}</a:t>
              </a:r>
              <a:endParaRPr lang="zh-CN" altLang="en-US" sz="2400" b="1" dirty="0"/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E8CF6652-DDEF-3106-2AF3-11A8F7F4B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039269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5C5040C3-80FA-5F25-B2E1-0450A76CDC32}"/>
              </a:ext>
            </a:extLst>
          </p:cNvPr>
          <p:cNvGrpSpPr/>
          <p:nvPr/>
        </p:nvGrpSpPr>
        <p:grpSpPr>
          <a:xfrm>
            <a:off x="666750" y="1130300"/>
            <a:ext cx="10858500" cy="5003800"/>
            <a:chOff x="660400" y="1130300"/>
            <a:chExt cx="10858500" cy="5003800"/>
          </a:xfrm>
        </p:grpSpPr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2093EC88-BBF9-1EC0-E79C-48409C1123AA}"/>
                </a:ext>
              </a:extLst>
            </p:cNvPr>
            <p:cNvSpPr txBox="1"/>
            <p:nvPr/>
          </p:nvSpPr>
          <p:spPr>
            <a:xfrm>
              <a:off x="660400" y="1130300"/>
              <a:ext cx="10858500" cy="5980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1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24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</a:t>
              </a:r>
              <a:r>
                <a:rPr kumimoji="0" lang="en-US" altLang="zh-CN" sz="24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</a:rPr>
                <a:t>slideTitle</a:t>
              </a:r>
              <a:r>
                <a:rPr kumimoji="0" lang="en-US" altLang="zh-CN" sz="24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}</a:t>
              </a:r>
              <a:endPara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211552CD-4E29-0BC9-3724-1F8E80881F90}"/>
                </a:ext>
              </a:extLst>
            </p:cNvPr>
            <p:cNvGrpSpPr/>
            <p:nvPr/>
          </p:nvGrpSpPr>
          <p:grpSpPr>
            <a:xfrm>
              <a:off x="1437125" y="2323774"/>
              <a:ext cx="2435170" cy="3810326"/>
              <a:chOff x="665517" y="2323774"/>
              <a:chExt cx="2435170" cy="3810326"/>
            </a:xfrm>
          </p:grpSpPr>
          <p:sp>
            <p:nvSpPr>
              <p:cNvPr id="18" name="任意多边形: 形状 17">
                <a:extLst>
                  <a:ext uri="{FF2B5EF4-FFF2-40B4-BE49-F238E27FC236}">
                    <a16:creationId xmlns:a16="http://schemas.microsoft.com/office/drawing/2014/main" id="{07186565-7F39-47E4-C2EC-EEEC80B2672B}"/>
                  </a:ext>
                </a:extLst>
              </p:cNvPr>
              <p:cNvSpPr/>
              <p:nvPr/>
            </p:nvSpPr>
            <p:spPr>
              <a:xfrm>
                <a:off x="1200913" y="2323774"/>
                <a:ext cx="1365084" cy="1365082"/>
              </a:xfrm>
              <a:custGeom>
                <a:avLst/>
                <a:gdLst>
                  <a:gd name="connsiteX0" fmla="*/ 0 w 2599531"/>
                  <a:gd name="connsiteY0" fmla="*/ 1299766 h 2599531"/>
                  <a:gd name="connsiteX1" fmla="*/ 1299766 w 2599531"/>
                  <a:gd name="connsiteY1" fmla="*/ 0 h 2599531"/>
                  <a:gd name="connsiteX2" fmla="*/ 2599532 w 2599531"/>
                  <a:gd name="connsiteY2" fmla="*/ 1299766 h 2599531"/>
                  <a:gd name="connsiteX3" fmla="*/ 1299766 w 2599531"/>
                  <a:gd name="connsiteY3" fmla="*/ 2599532 h 2599531"/>
                  <a:gd name="connsiteX4" fmla="*/ 0 w 2599531"/>
                  <a:gd name="connsiteY4" fmla="*/ 1299766 h 25995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99531" h="2599531">
                    <a:moveTo>
                      <a:pt x="0" y="1299766"/>
                    </a:moveTo>
                    <a:cubicBezTo>
                      <a:pt x="0" y="581925"/>
                      <a:pt x="581925" y="0"/>
                      <a:pt x="1299766" y="0"/>
                    </a:cubicBezTo>
                    <a:cubicBezTo>
                      <a:pt x="2017607" y="0"/>
                      <a:pt x="2599532" y="581925"/>
                      <a:pt x="2599532" y="1299766"/>
                    </a:cubicBezTo>
                    <a:cubicBezTo>
                      <a:pt x="2599532" y="2017607"/>
                      <a:pt x="2017607" y="2599532"/>
                      <a:pt x="1299766" y="2599532"/>
                    </a:cubicBezTo>
                    <a:cubicBezTo>
                      <a:pt x="581925" y="2599532"/>
                      <a:pt x="0" y="2017607"/>
                      <a:pt x="0" y="12997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0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  <a:effectLst>
                <a:outerShdw blurRad="508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Autofit/>
              </a:bodyPr>
              <a:lstStyle/>
              <a:p>
                <a:pPr algn="ctr"/>
                <a:r>
                  <a:rPr kumimoji="1" lang="en-US" altLang="zh-CN" sz="4000" b="1" dirty="0">
                    <a:solidFill>
                      <a:srgbClr val="FFFFFF"/>
                    </a:solidFill>
                  </a:rPr>
                  <a:t>01</a:t>
                </a:r>
                <a:endParaRPr kumimoji="1" lang="zh-CN" altLang="en-US" sz="4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19" name="椭圆 18">
                <a:extLst>
                  <a:ext uri="{FF2B5EF4-FFF2-40B4-BE49-F238E27FC236}">
                    <a16:creationId xmlns:a16="http://schemas.microsoft.com/office/drawing/2014/main" id="{ED48AF08-5A0F-0ACA-69DD-191ACBF11F40}"/>
                  </a:ext>
                </a:extLst>
              </p:cNvPr>
              <p:cNvSpPr/>
              <p:nvPr/>
            </p:nvSpPr>
            <p:spPr bwMode="auto">
              <a:xfrm>
                <a:off x="1793454" y="3787791"/>
                <a:ext cx="180000" cy="17887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0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  <a:effectLst>
                <a:outerShdw blurRad="508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Autofit/>
              </a:bodyPr>
              <a:lstStyle/>
              <a:p>
                <a:pPr algn="ctr"/>
                <a:endParaRPr kumimoji="1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CDABDEE-44DD-1F9C-08C2-82364BCE14FE}"/>
                  </a:ext>
                </a:extLst>
              </p:cNvPr>
              <p:cNvSpPr txBox="1"/>
              <p:nvPr/>
            </p:nvSpPr>
            <p:spPr>
              <a:xfrm>
                <a:off x="665517" y="4531614"/>
                <a:ext cx="2435170" cy="598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spcBef>
                    <a:spcPct val="0"/>
                  </a:spcBef>
                </a:pPr>
                <a:r>
                  <a:rPr lang="en-US" altLang="zh-CN" b="1" dirty="0"/>
                  <a:t>{vItem.item1_Desc}</a:t>
                </a:r>
              </a:p>
            </p:txBody>
          </p:sp>
          <p:cxnSp>
            <p:nvCxnSpPr>
              <p:cNvPr id="21" name="直接连接符 20">
                <a:extLst>
                  <a:ext uri="{FF2B5EF4-FFF2-40B4-BE49-F238E27FC236}">
                    <a16:creationId xmlns:a16="http://schemas.microsoft.com/office/drawing/2014/main" id="{4AC395D4-51C9-B3FB-3D0E-7000530AD017}"/>
                  </a:ext>
                </a:extLst>
              </p:cNvPr>
              <p:cNvCxnSpPr>
                <a:cxnSpLocks/>
                <a:stCxn id="19" idx="4"/>
                <a:endCxn id="20" idx="0"/>
              </p:cNvCxnSpPr>
              <p:nvPr/>
            </p:nvCxnSpPr>
            <p:spPr>
              <a:xfrm flipH="1">
                <a:off x="1883102" y="3966665"/>
                <a:ext cx="352" cy="564949"/>
              </a:xfrm>
              <a:prstGeom prst="line">
                <a:avLst/>
              </a:prstGeom>
              <a:ln w="12700" cap="rnd">
                <a:solidFill>
                  <a:schemeClr val="accent1">
                    <a:alpha val="50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C37C9F2-C986-F46E-2AC7-4917BC72C62F}"/>
                  </a:ext>
                </a:extLst>
              </p:cNvPr>
              <p:cNvSpPr txBox="1"/>
              <p:nvPr/>
            </p:nvSpPr>
            <p:spPr>
              <a:xfrm>
                <a:off x="665517" y="5192794"/>
                <a:ext cx="2435170" cy="9413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CA537D01-60B3-C809-889A-8272D97836B4}"/>
                </a:ext>
              </a:extLst>
            </p:cNvPr>
            <p:cNvGrpSpPr/>
            <p:nvPr/>
          </p:nvGrpSpPr>
          <p:grpSpPr>
            <a:xfrm>
              <a:off x="4872065" y="2345377"/>
              <a:ext cx="2435170" cy="3788723"/>
              <a:chOff x="2419020" y="2345377"/>
              <a:chExt cx="2435170" cy="3788723"/>
            </a:xfrm>
          </p:grpSpPr>
          <p:sp>
            <p:nvSpPr>
              <p:cNvPr id="13" name="任意多边形: 形状 12">
                <a:extLst>
                  <a:ext uri="{FF2B5EF4-FFF2-40B4-BE49-F238E27FC236}">
                    <a16:creationId xmlns:a16="http://schemas.microsoft.com/office/drawing/2014/main" id="{85636942-F316-B731-6FD7-EA4A50580AF6}"/>
                  </a:ext>
                </a:extLst>
              </p:cNvPr>
              <p:cNvSpPr/>
              <p:nvPr/>
            </p:nvSpPr>
            <p:spPr>
              <a:xfrm>
                <a:off x="3006843" y="2345377"/>
                <a:ext cx="1259524" cy="1196906"/>
              </a:xfrm>
              <a:custGeom>
                <a:avLst/>
                <a:gdLst>
                  <a:gd name="connsiteX0" fmla="*/ 0 w 2176015"/>
                  <a:gd name="connsiteY0" fmla="*/ 1139634 h 2279268"/>
                  <a:gd name="connsiteX1" fmla="*/ 1088008 w 2176015"/>
                  <a:gd name="connsiteY1" fmla="*/ 0 h 2279268"/>
                  <a:gd name="connsiteX2" fmla="*/ 2176016 w 2176015"/>
                  <a:gd name="connsiteY2" fmla="*/ 1139634 h 2279268"/>
                  <a:gd name="connsiteX3" fmla="*/ 1088008 w 2176015"/>
                  <a:gd name="connsiteY3" fmla="*/ 2279268 h 2279268"/>
                  <a:gd name="connsiteX4" fmla="*/ 0 w 2176015"/>
                  <a:gd name="connsiteY4" fmla="*/ 1139634 h 22792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76015" h="2279268">
                    <a:moveTo>
                      <a:pt x="0" y="1139634"/>
                    </a:moveTo>
                    <a:cubicBezTo>
                      <a:pt x="0" y="510232"/>
                      <a:pt x="487118" y="0"/>
                      <a:pt x="1088008" y="0"/>
                    </a:cubicBezTo>
                    <a:cubicBezTo>
                      <a:pt x="1688898" y="0"/>
                      <a:pt x="2176016" y="510232"/>
                      <a:pt x="2176016" y="1139634"/>
                    </a:cubicBezTo>
                    <a:cubicBezTo>
                      <a:pt x="2176016" y="1769036"/>
                      <a:pt x="1688898" y="2279268"/>
                      <a:pt x="1088008" y="2279268"/>
                    </a:cubicBezTo>
                    <a:cubicBezTo>
                      <a:pt x="487118" y="2279268"/>
                      <a:pt x="0" y="1769036"/>
                      <a:pt x="0" y="113963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r>
                  <a:rPr lang="en-US" altLang="zh-CN" sz="4000" b="1" dirty="0">
                    <a:solidFill>
                      <a:schemeClr val="bg1"/>
                    </a:solidFill>
                  </a:rPr>
                  <a:t>02</a:t>
                </a:r>
                <a:endParaRPr lang="zh-CN" altLang="en-US" sz="40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4" name="椭圆 13">
                <a:extLst>
                  <a:ext uri="{FF2B5EF4-FFF2-40B4-BE49-F238E27FC236}">
                    <a16:creationId xmlns:a16="http://schemas.microsoft.com/office/drawing/2014/main" id="{74375D3D-1FC7-280D-5F61-B3FD46A89630}"/>
                  </a:ext>
                </a:extLst>
              </p:cNvPr>
              <p:cNvSpPr/>
              <p:nvPr/>
            </p:nvSpPr>
            <p:spPr bwMode="auto">
              <a:xfrm>
                <a:off x="3546604" y="3638675"/>
                <a:ext cx="180000" cy="178874"/>
              </a:xfrm>
              <a:prstGeom prst="ellipse">
                <a:avLst/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87000">
                    <a:schemeClr val="accent2"/>
                  </a:gs>
                </a:gsLst>
                <a:lin ang="270000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 fontScale="25000" lnSpcReduction="20000"/>
              </a:bodyPr>
              <a:lstStyle/>
              <a:p>
                <a:pPr algn="ctr"/>
                <a:endParaRPr sz="2400" b="1">
                  <a:solidFill>
                    <a:schemeClr val="bg1"/>
                  </a:solidFill>
                </a:endParaRPr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B3F5926E-1559-90FB-1BC3-E5CBAF4BF789}"/>
                  </a:ext>
                </a:extLst>
              </p:cNvPr>
              <p:cNvSpPr txBox="1"/>
              <p:nvPr/>
            </p:nvSpPr>
            <p:spPr>
              <a:xfrm>
                <a:off x="2419020" y="4531614"/>
                <a:ext cx="2435170" cy="598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spcBef>
                    <a:spcPct val="0"/>
                  </a:spcBef>
                </a:pPr>
                <a:r>
                  <a:rPr lang="en-US" altLang="zh-CN" b="1" dirty="0"/>
                  <a:t>{vItem.item1_Desc}</a:t>
                </a:r>
              </a:p>
            </p:txBody>
          </p:sp>
          <p:cxnSp>
            <p:nvCxnSpPr>
              <p:cNvPr id="16" name="直接连接符 15">
                <a:extLst>
                  <a:ext uri="{FF2B5EF4-FFF2-40B4-BE49-F238E27FC236}">
                    <a16:creationId xmlns:a16="http://schemas.microsoft.com/office/drawing/2014/main" id="{FFEAD921-B97E-721C-0E36-E7E498040291}"/>
                  </a:ext>
                </a:extLst>
              </p:cNvPr>
              <p:cNvCxnSpPr>
                <a:cxnSpLocks/>
                <a:stCxn id="14" idx="4"/>
                <a:endCxn id="15" idx="0"/>
              </p:cNvCxnSpPr>
              <p:nvPr/>
            </p:nvCxnSpPr>
            <p:spPr>
              <a:xfrm>
                <a:off x="3636604" y="3817549"/>
                <a:ext cx="1" cy="714065"/>
              </a:xfrm>
              <a:prstGeom prst="line">
                <a:avLst/>
              </a:prstGeom>
              <a:ln w="12700" cap="rnd">
                <a:solidFill>
                  <a:schemeClr val="accent2">
                    <a:alpha val="50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9338A774-F41A-525D-CE1C-B3CDAFACA358}"/>
                  </a:ext>
                </a:extLst>
              </p:cNvPr>
              <p:cNvSpPr txBox="1"/>
              <p:nvPr/>
            </p:nvSpPr>
            <p:spPr>
              <a:xfrm>
                <a:off x="2419020" y="5192794"/>
                <a:ext cx="2435170" cy="9413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6F0981A2-F896-9639-CB44-FF4A1ED390D7}"/>
                </a:ext>
              </a:extLst>
            </p:cNvPr>
            <p:cNvGrpSpPr/>
            <p:nvPr/>
          </p:nvGrpSpPr>
          <p:grpSpPr>
            <a:xfrm>
              <a:off x="8307005" y="2394954"/>
              <a:ext cx="2435170" cy="3739146"/>
              <a:chOff x="3935139" y="2394954"/>
              <a:chExt cx="2435170" cy="3739146"/>
            </a:xfrm>
          </p:grpSpPr>
          <p:sp>
            <p:nvSpPr>
              <p:cNvPr id="8" name="任意多边形: 形状 7">
                <a:extLst>
                  <a:ext uri="{FF2B5EF4-FFF2-40B4-BE49-F238E27FC236}">
                    <a16:creationId xmlns:a16="http://schemas.microsoft.com/office/drawing/2014/main" id="{44070F6C-CD66-298E-8535-185CB71BBD2E}"/>
                  </a:ext>
                </a:extLst>
              </p:cNvPr>
              <p:cNvSpPr/>
              <p:nvPr/>
            </p:nvSpPr>
            <p:spPr>
              <a:xfrm>
                <a:off x="4603848" y="2394954"/>
                <a:ext cx="1097750" cy="1097750"/>
              </a:xfrm>
              <a:custGeom>
                <a:avLst/>
                <a:gdLst>
                  <a:gd name="connsiteX0" fmla="*/ 0 w 1799993"/>
                  <a:gd name="connsiteY0" fmla="*/ 899997 h 1799993"/>
                  <a:gd name="connsiteX1" fmla="*/ 899997 w 1799993"/>
                  <a:gd name="connsiteY1" fmla="*/ 0 h 1799993"/>
                  <a:gd name="connsiteX2" fmla="*/ 1799994 w 1799993"/>
                  <a:gd name="connsiteY2" fmla="*/ 899997 h 1799993"/>
                  <a:gd name="connsiteX3" fmla="*/ 899997 w 1799993"/>
                  <a:gd name="connsiteY3" fmla="*/ 1799994 h 1799993"/>
                  <a:gd name="connsiteX4" fmla="*/ 0 w 1799993"/>
                  <a:gd name="connsiteY4" fmla="*/ 899997 h 17999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99993" h="1799993">
                    <a:moveTo>
                      <a:pt x="0" y="899997"/>
                    </a:moveTo>
                    <a:cubicBezTo>
                      <a:pt x="0" y="402942"/>
                      <a:pt x="402942" y="0"/>
                      <a:pt x="899997" y="0"/>
                    </a:cubicBezTo>
                    <a:cubicBezTo>
                      <a:pt x="1397052" y="0"/>
                      <a:pt x="1799994" y="402942"/>
                      <a:pt x="1799994" y="899997"/>
                    </a:cubicBezTo>
                    <a:cubicBezTo>
                      <a:pt x="1799994" y="1397052"/>
                      <a:pt x="1397052" y="1799994"/>
                      <a:pt x="899997" y="1799994"/>
                    </a:cubicBezTo>
                    <a:cubicBezTo>
                      <a:pt x="402942" y="1799994"/>
                      <a:pt x="0" y="1397052"/>
                      <a:pt x="0" y="899997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0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  <a:effectLst>
                <a:outerShdw blurRad="508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Autofit/>
              </a:bodyPr>
              <a:lstStyle/>
              <a:p>
                <a:pPr algn="ctr"/>
                <a:r>
                  <a:rPr kumimoji="1" lang="en-US" altLang="zh-CN" sz="4000" b="1" dirty="0">
                    <a:solidFill>
                      <a:srgbClr val="FFFFFF"/>
                    </a:solidFill>
                  </a:rPr>
                  <a:t>03</a:t>
                </a:r>
                <a:endParaRPr kumimoji="1" lang="zh-CN" altLang="en-US" sz="4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9" name="椭圆 8">
                <a:extLst>
                  <a:ext uri="{FF2B5EF4-FFF2-40B4-BE49-F238E27FC236}">
                    <a16:creationId xmlns:a16="http://schemas.microsoft.com/office/drawing/2014/main" id="{A83B7553-6C76-F01B-3BC4-43006179E0A6}"/>
                  </a:ext>
                </a:extLst>
              </p:cNvPr>
              <p:cNvSpPr/>
              <p:nvPr/>
            </p:nvSpPr>
            <p:spPr bwMode="auto">
              <a:xfrm>
                <a:off x="5062723" y="3550759"/>
                <a:ext cx="180000" cy="17887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0000">
                    <a:schemeClr val="accent1"/>
                  </a:gs>
                </a:gsLst>
                <a:lin ang="2700000" scaled="1"/>
                <a:tileRect/>
              </a:gradFill>
              <a:ln>
                <a:noFill/>
              </a:ln>
              <a:effectLst>
                <a:outerShdw blurRad="508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Autofit/>
              </a:bodyPr>
              <a:lstStyle/>
              <a:p>
                <a:pPr algn="ctr"/>
                <a:endParaRPr kumimoji="1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655BE5E-DBA6-71C6-D765-587E03617540}"/>
                  </a:ext>
                </a:extLst>
              </p:cNvPr>
              <p:cNvSpPr txBox="1"/>
              <p:nvPr/>
            </p:nvSpPr>
            <p:spPr>
              <a:xfrm>
                <a:off x="3935139" y="4531614"/>
                <a:ext cx="2435170" cy="598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spcBef>
                    <a:spcPct val="0"/>
                  </a:spcBef>
                </a:pPr>
                <a:r>
                  <a:rPr lang="en-US" altLang="zh-CN" b="1" dirty="0"/>
                  <a:t>{vItem.item1_Desc}</a:t>
                </a:r>
              </a:p>
            </p:txBody>
          </p:sp>
          <p:cxnSp>
            <p:nvCxnSpPr>
              <p:cNvPr id="11" name="直接连接符 10">
                <a:extLst>
                  <a:ext uri="{FF2B5EF4-FFF2-40B4-BE49-F238E27FC236}">
                    <a16:creationId xmlns:a16="http://schemas.microsoft.com/office/drawing/2014/main" id="{AC0DB761-BDC8-0850-793B-463EC6B7B642}"/>
                  </a:ext>
                </a:extLst>
              </p:cNvPr>
              <p:cNvCxnSpPr>
                <a:cxnSpLocks/>
                <a:stCxn id="9" idx="4"/>
                <a:endCxn id="10" idx="0"/>
              </p:cNvCxnSpPr>
              <p:nvPr/>
            </p:nvCxnSpPr>
            <p:spPr>
              <a:xfrm>
                <a:off x="5152723" y="3729633"/>
                <a:ext cx="1" cy="801981"/>
              </a:xfrm>
              <a:prstGeom prst="line">
                <a:avLst/>
              </a:prstGeom>
              <a:ln w="12700" cap="rnd">
                <a:solidFill>
                  <a:schemeClr val="accent1">
                    <a:alpha val="50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194F9574-AAF6-66FE-493F-9173C7918DCA}"/>
                  </a:ext>
                </a:extLst>
              </p:cNvPr>
              <p:cNvSpPr txBox="1"/>
              <p:nvPr/>
            </p:nvSpPr>
            <p:spPr>
              <a:xfrm>
                <a:off x="3935139" y="5192794"/>
                <a:ext cx="2435170" cy="9413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6AC3EC92-94DB-4C42-4327-8E1A07035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{</a:t>
            </a:r>
            <a:r>
              <a:rPr lang="en-US" altLang="zh-CN" dirty="0" err="1"/>
              <a:t>chapterTitle</a:t>
            </a:r>
            <a:r>
              <a:rPr lang="en-US" altLang="zh-CN" dirty="0"/>
              <a:t>}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770102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AC30D23D-05D0-ACA7-FA98-6B96344B785F}"/>
              </a:ext>
            </a:extLst>
          </p:cNvPr>
          <p:cNvGrpSpPr/>
          <p:nvPr/>
        </p:nvGrpSpPr>
        <p:grpSpPr>
          <a:xfrm>
            <a:off x="666750" y="1130300"/>
            <a:ext cx="10858500" cy="5003800"/>
            <a:chOff x="660400" y="1130300"/>
            <a:chExt cx="10858500" cy="5003800"/>
          </a:xfrm>
        </p:grpSpPr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5FBACBCF-A1D6-285A-66EA-372806144159}"/>
                </a:ext>
              </a:extLst>
            </p:cNvPr>
            <p:cNvSpPr/>
            <p:nvPr/>
          </p:nvSpPr>
          <p:spPr bwMode="auto">
            <a:xfrm>
              <a:off x="3875852" y="1459763"/>
              <a:ext cx="4466014" cy="4472250"/>
            </a:xfrm>
            <a:prstGeom prst="ellipse">
              <a:avLst/>
            </a:prstGeom>
            <a:solidFill>
              <a:schemeClr val="accent1">
                <a:alpha val="15000"/>
              </a:schemeClr>
            </a:solidFill>
            <a:ln w="9525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F9D6E12B-DAF1-E3B4-6763-E13A318539E3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 flipH="1">
              <a:off x="6083139" y="2038416"/>
              <a:ext cx="0" cy="3536691"/>
            </a:xfrm>
            <a:prstGeom prst="line">
              <a:avLst/>
            </a:prstGeom>
            <a:ln w="12700">
              <a:solidFill>
                <a:schemeClr val="accent1">
                  <a:alpha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763C3526-FAD0-3896-6DF7-CBD0288F5812}"/>
                </a:ext>
              </a:extLst>
            </p:cNvPr>
            <p:cNvSpPr/>
            <p:nvPr/>
          </p:nvSpPr>
          <p:spPr>
            <a:xfrm flipH="1">
              <a:off x="5993986" y="1911933"/>
              <a:ext cx="178306" cy="178306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E99CFF10-D44F-9ED6-641B-7C110309F2BC}"/>
                </a:ext>
              </a:extLst>
            </p:cNvPr>
            <p:cNvSpPr/>
            <p:nvPr/>
          </p:nvSpPr>
          <p:spPr>
            <a:xfrm flipH="1">
              <a:off x="5993986" y="2522462"/>
              <a:ext cx="178306" cy="178306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38F7E507-788C-1856-1D9A-54C2DE11F450}"/>
                </a:ext>
              </a:extLst>
            </p:cNvPr>
            <p:cNvSpPr/>
            <p:nvPr/>
          </p:nvSpPr>
          <p:spPr>
            <a:xfrm flipH="1">
              <a:off x="5993986" y="3132991"/>
              <a:ext cx="178306" cy="178306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6C0EB1AD-2CC0-F7B2-188E-5DAA365B4CA8}"/>
                </a:ext>
              </a:extLst>
            </p:cNvPr>
            <p:cNvSpPr/>
            <p:nvPr/>
          </p:nvSpPr>
          <p:spPr>
            <a:xfrm flipH="1">
              <a:off x="5993986" y="3743520"/>
              <a:ext cx="178306" cy="178306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31F14EE0-18C2-0707-D79F-A89027392851}"/>
                </a:ext>
              </a:extLst>
            </p:cNvPr>
            <p:cNvSpPr/>
            <p:nvPr/>
          </p:nvSpPr>
          <p:spPr>
            <a:xfrm flipH="1">
              <a:off x="5993986" y="4354049"/>
              <a:ext cx="178306" cy="178306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5BA693C2-5F83-48F7-42C3-FDA3C54B2F20}"/>
                </a:ext>
              </a:extLst>
            </p:cNvPr>
            <p:cNvSpPr/>
            <p:nvPr/>
          </p:nvSpPr>
          <p:spPr>
            <a:xfrm flipH="1">
              <a:off x="5993986" y="4964578"/>
              <a:ext cx="178306" cy="178306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88A17F6A-BF79-9F86-76BA-71F4A53DC5B5}"/>
                </a:ext>
              </a:extLst>
            </p:cNvPr>
            <p:cNvSpPr/>
            <p:nvPr/>
          </p:nvSpPr>
          <p:spPr>
            <a:xfrm flipH="1">
              <a:off x="5993986" y="5575107"/>
              <a:ext cx="178306" cy="178306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18DD9D36-065D-E84E-70F3-0780E0815B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8913" y="1130300"/>
              <a:ext cx="4785672" cy="83680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>
                <a:buSzPct val="25000"/>
              </a:pPr>
              <a:r>
                <a:rPr lang="en-US" altLang="zh-CN" sz="2400" b="1" dirty="0">
                  <a:solidFill>
                    <a:schemeClr val="tx1"/>
                  </a:solidFill>
                </a:rPr>
                <a:t>{vItem.item1_Desc}</a:t>
              </a: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C9D0F7A2-1291-CCCA-CB8E-681DC6689632}"/>
                </a:ext>
              </a:extLst>
            </p:cNvPr>
            <p:cNvSpPr/>
            <p:nvPr/>
          </p:nvSpPr>
          <p:spPr>
            <a:xfrm>
              <a:off x="660400" y="1222939"/>
              <a:ext cx="104775" cy="654851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5400000" scaled="1"/>
              <a:tileRect/>
            </a:gradFill>
            <a:ln w="127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>
              <a:noAutofit/>
            </a:bodyPr>
            <a:lstStyle/>
            <a:p>
              <a:pPr algn="ctr"/>
              <a:endParaRPr lang="zh-CN" altLang="en-US" b="1">
                <a:solidFill>
                  <a:srgbClr val="FFFFFF"/>
                </a:solidFill>
              </a:endParaRPr>
            </a:p>
          </p:txBody>
        </p: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D7051945-2F52-50C9-F105-A1D4B058F6BB}"/>
                </a:ext>
              </a:extLst>
            </p:cNvPr>
            <p:cNvGrpSpPr/>
            <p:nvPr/>
          </p:nvGrpSpPr>
          <p:grpSpPr>
            <a:xfrm>
              <a:off x="6451853" y="1527085"/>
              <a:ext cx="5067047" cy="943841"/>
              <a:chOff x="6451853" y="1527085"/>
              <a:chExt cx="5067047" cy="943841"/>
            </a:xfrm>
          </p:grpSpPr>
          <p:sp>
            <p:nvSpPr>
              <p:cNvPr id="48" name="对话气泡: 圆角矩形 47">
                <a:extLst>
                  <a:ext uri="{FF2B5EF4-FFF2-40B4-BE49-F238E27FC236}">
                    <a16:creationId xmlns:a16="http://schemas.microsoft.com/office/drawing/2014/main" id="{5BBAC1E6-A4A6-C404-5278-5284535F0EE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451853" y="1531246"/>
                <a:ext cx="5067047" cy="939680"/>
              </a:xfrm>
              <a:prstGeom prst="wedgeRoundRectCallout">
                <a:avLst>
                  <a:gd name="adj1" fmla="val -53644"/>
                  <a:gd name="adj2" fmla="val 4367"/>
                  <a:gd name="adj3" fmla="val 16667"/>
                </a:avLst>
              </a:prstGeom>
              <a:solidFill>
                <a:schemeClr val="bg1"/>
              </a:solidFill>
              <a:ln w="12700" cap="rnd">
                <a:solidFill>
                  <a:schemeClr val="accent1"/>
                </a:solidFill>
                <a:prstDash val="solid"/>
                <a:round/>
              </a:ln>
              <a:effectLst>
                <a:outerShdw blurRad="254000" dist="127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r"/>
                <a:endParaRPr lang="zh-CN" altLang="en-US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49" name="文本框 48">
                <a:extLst>
                  <a:ext uri="{FF2B5EF4-FFF2-40B4-BE49-F238E27FC236}">
                    <a16:creationId xmlns:a16="http://schemas.microsoft.com/office/drawing/2014/main" id="{25A1F9BF-EE5C-FE26-4015-38BF4FF85BCC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7541582" y="1527085"/>
                <a:ext cx="3570819" cy="38404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50" name="矩形: 圆角 49">
                <a:extLst>
                  <a:ext uri="{FF2B5EF4-FFF2-40B4-BE49-F238E27FC236}">
                    <a16:creationId xmlns:a16="http://schemas.microsoft.com/office/drawing/2014/main" id="{EA9EBD5F-1C19-A55F-CD9D-6C25EB46711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713741" y="1725285"/>
                <a:ext cx="561302" cy="547441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2000" b="1" dirty="0">
                    <a:solidFill>
                      <a:srgbClr val="FFFFFF"/>
                    </a:solidFill>
                  </a:rPr>
                  <a:t>01</a:t>
                </a: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35FD01BF-1DFD-2F1D-D16E-D0FDBDF0010E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7541582" y="1911130"/>
                <a:ext cx="3570819" cy="5474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5B8F67A6-8326-C395-05FF-70E2FE14AF05}"/>
                </a:ext>
              </a:extLst>
            </p:cNvPr>
            <p:cNvGrpSpPr/>
            <p:nvPr/>
          </p:nvGrpSpPr>
          <p:grpSpPr>
            <a:xfrm>
              <a:off x="660400" y="2137614"/>
              <a:ext cx="5067047" cy="943841"/>
              <a:chOff x="660400" y="2137614"/>
              <a:chExt cx="5067047" cy="943841"/>
            </a:xfrm>
          </p:grpSpPr>
          <p:sp>
            <p:nvSpPr>
              <p:cNvPr id="44" name="对话气泡: 圆角矩形 43">
                <a:extLst>
                  <a:ext uri="{FF2B5EF4-FFF2-40B4-BE49-F238E27FC236}">
                    <a16:creationId xmlns:a16="http://schemas.microsoft.com/office/drawing/2014/main" id="{2740CAB8-4FE1-36BE-34B2-B1A017AFAF40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660400" y="2141775"/>
                <a:ext cx="5067047" cy="939680"/>
              </a:xfrm>
              <a:prstGeom prst="wedgeRoundRectCallout">
                <a:avLst>
                  <a:gd name="adj1" fmla="val -53644"/>
                  <a:gd name="adj2" fmla="val 1839"/>
                  <a:gd name="adj3" fmla="val 16667"/>
                </a:avLst>
              </a:prstGeom>
              <a:solidFill>
                <a:schemeClr val="bg1"/>
              </a:solidFill>
              <a:ln w="12700" cap="rnd">
                <a:solidFill>
                  <a:schemeClr val="accent2"/>
                </a:solidFill>
                <a:prstDash val="solid"/>
                <a:round/>
              </a:ln>
              <a:effectLst>
                <a:outerShdw blurRad="254000" dist="127000" algn="ctr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r"/>
                <a:endParaRPr lang="zh-CN" altLang="en-US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45" name="矩形: 圆角 44">
                <a:extLst>
                  <a:ext uri="{FF2B5EF4-FFF2-40B4-BE49-F238E27FC236}">
                    <a16:creationId xmlns:a16="http://schemas.microsoft.com/office/drawing/2014/main" id="{B28BC77A-C055-4251-B1C3-E486A16C631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904257" y="2335814"/>
                <a:ext cx="561302" cy="547441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2000" b="1" dirty="0">
                    <a:solidFill>
                      <a:srgbClr val="FFFFFF"/>
                    </a:solidFill>
                  </a:rPr>
                  <a:t>02</a:t>
                </a:r>
              </a:p>
            </p:txBody>
          </p:sp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6C08E101-063C-D9DC-979E-8C41DBA8248B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 flipH="1">
                <a:off x="928911" y="2137614"/>
                <a:ext cx="3708805" cy="38404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88601C93-F8A1-E457-5BE4-E0D7FE002331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 flipH="1">
                <a:off x="928911" y="2521659"/>
                <a:ext cx="3708805" cy="5474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D5E6C744-CC14-6423-46D5-8F3A424FA5D7}"/>
                </a:ext>
              </a:extLst>
            </p:cNvPr>
            <p:cNvGrpSpPr/>
            <p:nvPr/>
          </p:nvGrpSpPr>
          <p:grpSpPr>
            <a:xfrm>
              <a:off x="6451853" y="2748143"/>
              <a:ext cx="5067047" cy="943841"/>
              <a:chOff x="6451853" y="2748143"/>
              <a:chExt cx="5067047" cy="943841"/>
            </a:xfrm>
          </p:grpSpPr>
          <p:sp>
            <p:nvSpPr>
              <p:cNvPr id="40" name="对话气泡: 圆角矩形 39">
                <a:extLst>
                  <a:ext uri="{FF2B5EF4-FFF2-40B4-BE49-F238E27FC236}">
                    <a16:creationId xmlns:a16="http://schemas.microsoft.com/office/drawing/2014/main" id="{5BC377B7-8B0E-6B20-D8A1-624A994CD60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451853" y="2752304"/>
                <a:ext cx="5067047" cy="939680"/>
              </a:xfrm>
              <a:prstGeom prst="wedgeRoundRectCallout">
                <a:avLst>
                  <a:gd name="adj1" fmla="val -52941"/>
                  <a:gd name="adj2" fmla="val 4367"/>
                  <a:gd name="adj3" fmla="val 16667"/>
                </a:avLst>
              </a:prstGeom>
              <a:solidFill>
                <a:schemeClr val="bg1"/>
              </a:solidFill>
              <a:ln w="12700" cap="rnd">
                <a:solidFill>
                  <a:schemeClr val="accent1"/>
                </a:solidFill>
                <a:prstDash val="solid"/>
                <a:round/>
              </a:ln>
              <a:effectLst>
                <a:outerShdw blurRad="254000" dist="127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r"/>
                <a:endParaRPr lang="zh-CN" altLang="en-US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41" name="矩形: 圆角 40">
                <a:extLst>
                  <a:ext uri="{FF2B5EF4-FFF2-40B4-BE49-F238E27FC236}">
                    <a16:creationId xmlns:a16="http://schemas.microsoft.com/office/drawing/2014/main" id="{4B9529D5-A6D8-01FC-CBF4-8B8267B6A66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713741" y="2946343"/>
                <a:ext cx="561302" cy="547441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2000" b="1">
                    <a:solidFill>
                      <a:srgbClr val="FFFFFF"/>
                    </a:solidFill>
                  </a:rPr>
                  <a:t>03</a:t>
                </a:r>
                <a:endParaRPr lang="en-US" altLang="zh-CN" sz="2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CE1B6821-285A-DA38-780B-148A79A836ED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7541582" y="2748143"/>
                <a:ext cx="3570819" cy="38404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E0390542-8C3F-99C9-4277-A99AD4D192CB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7541582" y="3132188"/>
                <a:ext cx="3570819" cy="5474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5B37D315-B95C-AAF2-914A-875FCCE9D751}"/>
                </a:ext>
              </a:extLst>
            </p:cNvPr>
            <p:cNvGrpSpPr/>
            <p:nvPr/>
          </p:nvGrpSpPr>
          <p:grpSpPr>
            <a:xfrm>
              <a:off x="660400" y="3358672"/>
              <a:ext cx="5067047" cy="943841"/>
              <a:chOff x="660400" y="3358672"/>
              <a:chExt cx="5067047" cy="943841"/>
            </a:xfrm>
          </p:grpSpPr>
          <p:sp>
            <p:nvSpPr>
              <p:cNvPr id="36" name="对话气泡: 圆角矩形 35">
                <a:extLst>
                  <a:ext uri="{FF2B5EF4-FFF2-40B4-BE49-F238E27FC236}">
                    <a16:creationId xmlns:a16="http://schemas.microsoft.com/office/drawing/2014/main" id="{757979BA-2C9C-E91D-3D70-81BDE7092F06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660400" y="3362833"/>
                <a:ext cx="5067047" cy="939680"/>
              </a:xfrm>
              <a:prstGeom prst="wedgeRoundRectCallout">
                <a:avLst>
                  <a:gd name="adj1" fmla="val -53644"/>
                  <a:gd name="adj2" fmla="val 1839"/>
                  <a:gd name="adj3" fmla="val 16667"/>
                </a:avLst>
              </a:prstGeom>
              <a:solidFill>
                <a:schemeClr val="bg1"/>
              </a:solidFill>
              <a:ln w="12700" cap="rnd">
                <a:solidFill>
                  <a:schemeClr val="accent2"/>
                </a:solidFill>
                <a:prstDash val="solid"/>
                <a:round/>
              </a:ln>
              <a:effectLst>
                <a:outerShdw blurRad="254000" dist="127000" algn="ctr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r"/>
                <a:endParaRPr lang="zh-CN" altLang="en-US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37" name="矩形: 圆角 36">
                <a:extLst>
                  <a:ext uri="{FF2B5EF4-FFF2-40B4-BE49-F238E27FC236}">
                    <a16:creationId xmlns:a16="http://schemas.microsoft.com/office/drawing/2014/main" id="{C44B4CE6-0C73-4783-F813-E3D9F207CB5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904257" y="3556872"/>
                <a:ext cx="561302" cy="547441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2000" b="1" dirty="0">
                    <a:solidFill>
                      <a:srgbClr val="FFFFFF"/>
                    </a:solidFill>
                  </a:rPr>
                  <a:t>04</a:t>
                </a:r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93DB74CB-01BC-FAB5-96C4-2F6206B47527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 flipH="1">
                <a:off x="928911" y="3742717"/>
                <a:ext cx="3708805" cy="5474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D1ADDA6D-9AF5-A8FD-14CC-5C4DF0541EEB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 flipH="1">
                <a:off x="928911" y="3358672"/>
                <a:ext cx="3708805" cy="38404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{vItem.item1_Desc}</a:t>
                </a:r>
              </a:p>
            </p:txBody>
          </p:sp>
        </p:grp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944BF485-9F63-D21F-5EB3-72D7128E8220}"/>
                </a:ext>
              </a:extLst>
            </p:cNvPr>
            <p:cNvGrpSpPr/>
            <p:nvPr/>
          </p:nvGrpSpPr>
          <p:grpSpPr>
            <a:xfrm>
              <a:off x="6451853" y="3969201"/>
              <a:ext cx="5067047" cy="943841"/>
              <a:chOff x="6451853" y="3969201"/>
              <a:chExt cx="5067047" cy="943841"/>
            </a:xfrm>
          </p:grpSpPr>
          <p:sp>
            <p:nvSpPr>
              <p:cNvPr id="32" name="对话气泡: 圆角矩形 31">
                <a:extLst>
                  <a:ext uri="{FF2B5EF4-FFF2-40B4-BE49-F238E27FC236}">
                    <a16:creationId xmlns:a16="http://schemas.microsoft.com/office/drawing/2014/main" id="{7482B9A3-439E-4C94-47EA-90D022E8168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451853" y="3973362"/>
                <a:ext cx="5067047" cy="939680"/>
              </a:xfrm>
              <a:prstGeom prst="wedgeRoundRectCallout">
                <a:avLst>
                  <a:gd name="adj1" fmla="val -53644"/>
                  <a:gd name="adj2" fmla="val 1839"/>
                  <a:gd name="adj3" fmla="val 16667"/>
                </a:avLst>
              </a:prstGeom>
              <a:solidFill>
                <a:schemeClr val="bg1"/>
              </a:solidFill>
              <a:ln w="12700" cap="rnd">
                <a:solidFill>
                  <a:schemeClr val="accent1"/>
                </a:solidFill>
                <a:prstDash val="solid"/>
                <a:round/>
              </a:ln>
              <a:effectLst>
                <a:outerShdw blurRad="254000" dist="127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r"/>
                <a:endParaRPr lang="zh-CN" altLang="en-US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998EF93E-2E7F-CCC2-FBD4-799F8037D6B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7541582" y="3969201"/>
                <a:ext cx="3570819" cy="38404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34" name="矩形: 圆角 33">
                <a:extLst>
                  <a:ext uri="{FF2B5EF4-FFF2-40B4-BE49-F238E27FC236}">
                    <a16:creationId xmlns:a16="http://schemas.microsoft.com/office/drawing/2014/main" id="{CF8C186A-56A7-A4A5-C74D-137A1443837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713741" y="4167401"/>
                <a:ext cx="561302" cy="547441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2000" b="1">
                    <a:solidFill>
                      <a:srgbClr val="FFFFFF"/>
                    </a:solidFill>
                  </a:rPr>
                  <a:t>05</a:t>
                </a:r>
                <a:endParaRPr lang="en-US" altLang="zh-CN" sz="2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3490E21D-9F75-3EAB-4AF2-3BA4C7F31DFA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7541582" y="4353246"/>
                <a:ext cx="3570819" cy="5474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81230FD4-FD01-58CA-3F85-566E98B27224}"/>
                </a:ext>
              </a:extLst>
            </p:cNvPr>
            <p:cNvGrpSpPr/>
            <p:nvPr/>
          </p:nvGrpSpPr>
          <p:grpSpPr>
            <a:xfrm>
              <a:off x="660400" y="4579730"/>
              <a:ext cx="5067047" cy="943841"/>
              <a:chOff x="660400" y="4579730"/>
              <a:chExt cx="5067047" cy="943841"/>
            </a:xfrm>
          </p:grpSpPr>
          <p:sp>
            <p:nvSpPr>
              <p:cNvPr id="28" name="对话气泡: 圆角矩形 27">
                <a:extLst>
                  <a:ext uri="{FF2B5EF4-FFF2-40B4-BE49-F238E27FC236}">
                    <a16:creationId xmlns:a16="http://schemas.microsoft.com/office/drawing/2014/main" id="{D007914E-9E10-1807-1949-86DC62CE99E1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660400" y="4583891"/>
                <a:ext cx="5067047" cy="939680"/>
              </a:xfrm>
              <a:prstGeom prst="wedgeRoundRectCallout">
                <a:avLst>
                  <a:gd name="adj1" fmla="val -53644"/>
                  <a:gd name="adj2" fmla="val 1839"/>
                  <a:gd name="adj3" fmla="val 16667"/>
                </a:avLst>
              </a:prstGeom>
              <a:solidFill>
                <a:schemeClr val="bg1"/>
              </a:solidFill>
              <a:ln w="12700" cap="rnd">
                <a:solidFill>
                  <a:schemeClr val="accent2"/>
                </a:solidFill>
                <a:prstDash val="solid"/>
                <a:round/>
              </a:ln>
              <a:effectLst>
                <a:outerShdw blurRad="254000" dist="127000" algn="ctr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r"/>
                <a:endParaRPr lang="zh-CN" altLang="en-US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4D71C436-53E8-8123-D6B6-E4DAC7B3A571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 flipH="1">
                <a:off x="928911" y="4579730"/>
                <a:ext cx="3708805" cy="38404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30" name="矩形: 圆角 29">
                <a:extLst>
                  <a:ext uri="{FF2B5EF4-FFF2-40B4-BE49-F238E27FC236}">
                    <a16:creationId xmlns:a16="http://schemas.microsoft.com/office/drawing/2014/main" id="{B3E3A1E1-6370-704A-1449-A0A94BE82E4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904257" y="4777930"/>
                <a:ext cx="561302" cy="547441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2000" b="1" dirty="0">
                    <a:solidFill>
                      <a:srgbClr val="FFFFFF"/>
                    </a:solidFill>
                  </a:rPr>
                  <a:t>06</a:t>
                </a:r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46D753E9-C8C8-10E6-4D2A-1D179603436F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 flipH="1">
                <a:off x="928911" y="4963775"/>
                <a:ext cx="3708805" cy="5474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6D4E942F-63B2-058D-2B32-B2BD6CF977A8}"/>
                </a:ext>
              </a:extLst>
            </p:cNvPr>
            <p:cNvGrpSpPr/>
            <p:nvPr/>
          </p:nvGrpSpPr>
          <p:grpSpPr>
            <a:xfrm>
              <a:off x="6451853" y="5190259"/>
              <a:ext cx="5067047" cy="943841"/>
              <a:chOff x="6451853" y="5190259"/>
              <a:chExt cx="5067047" cy="943841"/>
            </a:xfrm>
          </p:grpSpPr>
          <p:sp>
            <p:nvSpPr>
              <p:cNvPr id="24" name="对话气泡: 圆角矩形 23">
                <a:extLst>
                  <a:ext uri="{FF2B5EF4-FFF2-40B4-BE49-F238E27FC236}">
                    <a16:creationId xmlns:a16="http://schemas.microsoft.com/office/drawing/2014/main" id="{8ED01E54-7390-30A0-EF6E-BB5850C4765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451853" y="5194420"/>
                <a:ext cx="5067047" cy="939680"/>
              </a:xfrm>
              <a:prstGeom prst="wedgeRoundRectCallout">
                <a:avLst>
                  <a:gd name="adj1" fmla="val -53878"/>
                  <a:gd name="adj2" fmla="val 3103"/>
                  <a:gd name="adj3" fmla="val 16667"/>
                </a:avLst>
              </a:prstGeom>
              <a:solidFill>
                <a:schemeClr val="bg1"/>
              </a:solidFill>
              <a:ln w="12700" cap="rnd">
                <a:solidFill>
                  <a:schemeClr val="accent1"/>
                </a:solidFill>
                <a:prstDash val="solid"/>
                <a:round/>
              </a:ln>
              <a:effectLst>
                <a:outerShdw blurRad="254000" dist="127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normAutofit/>
              </a:bodyPr>
              <a:lstStyle/>
              <a:p>
                <a:pPr algn="r"/>
                <a:endParaRPr lang="zh-CN" altLang="en-US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083E0C25-2F67-5377-5CCB-0B8950DD085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7541582" y="5190259"/>
                <a:ext cx="3570819" cy="38404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26" name="矩形: 圆角 25">
                <a:extLst>
                  <a:ext uri="{FF2B5EF4-FFF2-40B4-BE49-F238E27FC236}">
                    <a16:creationId xmlns:a16="http://schemas.microsoft.com/office/drawing/2014/main" id="{846CD783-B014-35F9-C911-041728179F2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713741" y="5388459"/>
                <a:ext cx="561302" cy="547441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2000" b="1">
                    <a:solidFill>
                      <a:srgbClr val="FFFFFF"/>
                    </a:solidFill>
                  </a:rPr>
                  <a:t>07</a:t>
                </a:r>
                <a:endParaRPr lang="en-US" altLang="zh-CN" sz="20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E150DE96-8407-17D2-7619-23CD8A5B8090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7541582" y="5574304"/>
                <a:ext cx="3570819" cy="54744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{vItem.item1_Desc}</a:t>
                </a:r>
                <a:endParaRPr kumimoji="0" lang="de-DE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385535FA-826F-E2E9-6AD0-485338D72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导师见面会</a:t>
            </a:r>
          </a:p>
        </p:txBody>
      </p:sp>
    </p:spTree>
    <p:extLst>
      <p:ext uri="{BB962C8B-B14F-4D97-AF65-F5344CB8AC3E}">
        <p14:creationId xmlns:p14="http://schemas.microsoft.com/office/powerpoint/2010/main" val="8887126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>
            <a:extLst>
              <a:ext uri="{FF2B5EF4-FFF2-40B4-BE49-F238E27FC236}">
                <a16:creationId xmlns:a16="http://schemas.microsoft.com/office/drawing/2014/main" id="{5BD0FE7E-48E5-C054-04C4-B35956A661CF}"/>
              </a:ext>
            </a:extLst>
          </p:cNvPr>
          <p:cNvGrpSpPr/>
          <p:nvPr/>
        </p:nvGrpSpPr>
        <p:grpSpPr>
          <a:xfrm>
            <a:off x="0" y="1303481"/>
            <a:ext cx="11983453" cy="4618634"/>
            <a:chOff x="0" y="1303481"/>
            <a:chExt cx="11983453" cy="4618634"/>
          </a:xfrm>
        </p:grpSpPr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D113189F-5B6D-1EBE-7199-B11F88036699}"/>
                </a:ext>
              </a:extLst>
            </p:cNvPr>
            <p:cNvSpPr/>
            <p:nvPr/>
          </p:nvSpPr>
          <p:spPr>
            <a:xfrm>
              <a:off x="6855964" y="2417893"/>
              <a:ext cx="3355174" cy="463331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000" b="1" dirty="0">
                <a:solidFill>
                  <a:srgbClr val="FFFFFF"/>
                </a:solidFill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EE1601E2-EEA5-BBBD-B88E-8CC6691E9B2F}"/>
                </a:ext>
              </a:extLst>
            </p:cNvPr>
            <p:cNvSpPr/>
            <p:nvPr/>
          </p:nvSpPr>
          <p:spPr>
            <a:xfrm>
              <a:off x="3215401" y="2417893"/>
              <a:ext cx="3731688" cy="463331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000" b="1" dirty="0">
                <a:solidFill>
                  <a:srgbClr val="FFFFFF"/>
                </a:solidFill>
              </a:endParaRPr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EA3E703C-0E55-DAD9-A51B-528CEACE0547}"/>
                </a:ext>
              </a:extLst>
            </p:cNvPr>
            <p:cNvSpPr/>
            <p:nvPr/>
          </p:nvSpPr>
          <p:spPr>
            <a:xfrm>
              <a:off x="0" y="2417893"/>
              <a:ext cx="3152240" cy="463331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000" b="1" dirty="0">
                <a:solidFill>
                  <a:srgbClr val="FFFFFF"/>
                </a:solidFill>
              </a:endParaRPr>
            </a:p>
          </p:txBody>
        </p:sp>
        <p:sp>
          <p:nvSpPr>
            <p:cNvPr id="34" name="箭头: 右 33">
              <a:extLst>
                <a:ext uri="{FF2B5EF4-FFF2-40B4-BE49-F238E27FC236}">
                  <a16:creationId xmlns:a16="http://schemas.microsoft.com/office/drawing/2014/main" id="{2851D064-907D-1088-AC52-2C9280B34420}"/>
                </a:ext>
              </a:extLst>
            </p:cNvPr>
            <p:cNvSpPr/>
            <p:nvPr/>
          </p:nvSpPr>
          <p:spPr>
            <a:xfrm>
              <a:off x="10496532" y="2174032"/>
              <a:ext cx="1486921" cy="941168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000" b="1">
                <a:solidFill>
                  <a:srgbClr val="FFFFFF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6E5DF22-5C9F-F794-08F1-371F3B25E28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0400" y="1303481"/>
              <a:ext cx="10858500" cy="72006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 algn="ctr">
                <a:buSzPct val="25000"/>
              </a:pPr>
              <a:r>
                <a:rPr lang="en-US" altLang="zh-CN" sz="2400" b="1" dirty="0">
                  <a:solidFill>
                    <a:schemeClr val="tx1"/>
                  </a:solidFill>
                </a:rPr>
                <a:t>{vItem.item1_Desc}</a:t>
              </a:r>
            </a:p>
          </p:txBody>
        </p:sp>
        <p:sp>
          <p:nvSpPr>
            <p:cNvPr id="27" name="矩形: 圆角 26">
              <a:extLst>
                <a:ext uri="{FF2B5EF4-FFF2-40B4-BE49-F238E27FC236}">
                  <a16:creationId xmlns:a16="http://schemas.microsoft.com/office/drawing/2014/main" id="{7FEBE278-86FC-D1E5-E2C7-89B7956FE45B}"/>
                </a:ext>
              </a:extLst>
            </p:cNvPr>
            <p:cNvSpPr>
              <a:spLocks/>
            </p:cNvSpPr>
            <p:nvPr/>
          </p:nvSpPr>
          <p:spPr>
            <a:xfrm flipH="1">
              <a:off x="660420" y="3244258"/>
              <a:ext cx="3513728" cy="2677857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010312B0-CAC6-3350-9D62-87487C2EF356}"/>
                </a:ext>
              </a:extLst>
            </p:cNvPr>
            <p:cNvSpPr txBox="1"/>
            <p:nvPr/>
          </p:nvSpPr>
          <p:spPr>
            <a:xfrm>
              <a:off x="829796" y="3560626"/>
              <a:ext cx="3174976" cy="78640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015A7D84-B5FB-3F36-F75E-D943117E5123}"/>
                </a:ext>
              </a:extLst>
            </p:cNvPr>
            <p:cNvSpPr txBox="1"/>
            <p:nvPr/>
          </p:nvSpPr>
          <p:spPr>
            <a:xfrm>
              <a:off x="829799" y="4376063"/>
              <a:ext cx="3174976" cy="9002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CE21BD7B-9579-EEDF-ECB8-54DD470ADF29}"/>
                </a:ext>
              </a:extLst>
            </p:cNvPr>
            <p:cNvSpPr/>
            <p:nvPr/>
          </p:nvSpPr>
          <p:spPr>
            <a:xfrm>
              <a:off x="1117502" y="5367294"/>
              <a:ext cx="2599566" cy="554821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2400" b="1" dirty="0">
                  <a:solidFill>
                    <a:srgbClr val="FFFFFF"/>
                  </a:solidFill>
                </a:rPr>
                <a:t>01</a:t>
              </a:r>
              <a:endParaRPr lang="zh-CN" altLang="en-US" sz="2400" b="1" dirty="0">
                <a:solidFill>
                  <a:srgbClr val="FFFFFF"/>
                </a:solidFill>
              </a:endParaRPr>
            </a:p>
          </p:txBody>
        </p:sp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01188D62-D62A-0165-E211-32A943B88712}"/>
                </a:ext>
              </a:extLst>
            </p:cNvPr>
            <p:cNvSpPr>
              <a:spLocks/>
            </p:cNvSpPr>
            <p:nvPr/>
          </p:nvSpPr>
          <p:spPr>
            <a:xfrm flipH="1">
              <a:off x="4332796" y="3244258"/>
              <a:ext cx="3513728" cy="2677857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48F76314-D7C2-4AC7-8D11-BD2DB7C46B7C}"/>
                </a:ext>
              </a:extLst>
            </p:cNvPr>
            <p:cNvSpPr txBox="1"/>
            <p:nvPr/>
          </p:nvSpPr>
          <p:spPr>
            <a:xfrm>
              <a:off x="4502175" y="3560626"/>
              <a:ext cx="3174976" cy="78640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67E17792-BAF0-9CB6-75C6-E015BB307EC2}"/>
                </a:ext>
              </a:extLst>
            </p:cNvPr>
            <p:cNvSpPr txBox="1"/>
            <p:nvPr/>
          </p:nvSpPr>
          <p:spPr>
            <a:xfrm>
              <a:off x="4502175" y="4376063"/>
              <a:ext cx="3174976" cy="9002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BBD4C2B5-1AC4-6DE5-BE4E-7DE35360E01D}"/>
                </a:ext>
              </a:extLst>
            </p:cNvPr>
            <p:cNvSpPr/>
            <p:nvPr/>
          </p:nvSpPr>
          <p:spPr>
            <a:xfrm>
              <a:off x="4789878" y="5367294"/>
              <a:ext cx="2599566" cy="554821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2400" b="1" dirty="0">
                  <a:solidFill>
                    <a:srgbClr val="FFFFFF"/>
                  </a:solidFill>
                </a:rPr>
                <a:t>02</a:t>
              </a:r>
              <a:endParaRPr lang="zh-CN" altLang="en-US" sz="2400" b="1" dirty="0">
                <a:solidFill>
                  <a:srgbClr val="FFFFFF"/>
                </a:solidFill>
              </a:endParaRPr>
            </a:p>
          </p:txBody>
        </p:sp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C51DE1DE-BDF5-A014-CE35-21EEF98E96CB}"/>
                </a:ext>
              </a:extLst>
            </p:cNvPr>
            <p:cNvSpPr>
              <a:spLocks/>
            </p:cNvSpPr>
            <p:nvPr/>
          </p:nvSpPr>
          <p:spPr>
            <a:xfrm flipH="1">
              <a:off x="8005172" y="3244258"/>
              <a:ext cx="3513728" cy="2677857"/>
            </a:xfrm>
            <a:prstGeom prst="roundRect">
              <a:avLst/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0016C59B-19AD-CC6E-BFA1-BC7478E46ACF}"/>
                </a:ext>
              </a:extLst>
            </p:cNvPr>
            <p:cNvSpPr txBox="1"/>
            <p:nvPr/>
          </p:nvSpPr>
          <p:spPr>
            <a:xfrm>
              <a:off x="8174551" y="3560626"/>
              <a:ext cx="3174976" cy="78640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2345C15-9B8A-2AD2-BC9E-74C84FBB54B6}"/>
                </a:ext>
              </a:extLst>
            </p:cNvPr>
            <p:cNvSpPr txBox="1"/>
            <p:nvPr/>
          </p:nvSpPr>
          <p:spPr>
            <a:xfrm>
              <a:off x="8174551" y="4376063"/>
              <a:ext cx="3174976" cy="9002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  <a:endParaRPr kumimoji="0" lang="de-DE" sz="1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</a:endParaRPr>
            </a:p>
          </p:txBody>
        </p: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093CF7CE-7CE0-684E-657D-17EC47E821F3}"/>
                </a:ext>
              </a:extLst>
            </p:cNvPr>
            <p:cNvSpPr/>
            <p:nvPr/>
          </p:nvSpPr>
          <p:spPr>
            <a:xfrm>
              <a:off x="8462254" y="5367294"/>
              <a:ext cx="2599566" cy="554821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2400" b="1" dirty="0">
                  <a:solidFill>
                    <a:srgbClr val="FFFFFF"/>
                  </a:solidFill>
                </a:rPr>
                <a:t>03</a:t>
              </a:r>
              <a:endParaRPr lang="zh-CN" altLang="en-US" sz="2400" b="1" dirty="0">
                <a:solidFill>
                  <a:srgbClr val="FFFFFF"/>
                </a:solidFill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7D3C50DA-37A6-EDB0-9936-C55E042882C5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2732094" y="2277743"/>
              <a:ext cx="681223" cy="68122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>
              <a:defPPr>
                <a:defRPr lang="en-US"/>
              </a:defPPr>
              <a:lvl1pPr algn="ctr">
                <a:lnSpc>
                  <a:spcPct val="120000"/>
                </a:lnSpc>
                <a:defRPr sz="2000" b="1">
                  <a:solidFill>
                    <a:srgbClr val="FFFFFF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B88436EE-2B3E-0A87-B8A6-9A24D559B500}"/>
                </a:ext>
              </a:extLst>
            </p:cNvPr>
            <p:cNvSpPr/>
            <p:nvPr/>
          </p:nvSpPr>
          <p:spPr>
            <a:xfrm>
              <a:off x="2930008" y="2461939"/>
              <a:ext cx="285393" cy="312830"/>
            </a:xfrm>
            <a:custGeom>
              <a:avLst/>
              <a:gdLst>
                <a:gd name="connsiteX0" fmla="*/ 248770 w 495300"/>
                <a:gd name="connsiteY0" fmla="*/ 621 h 542925"/>
                <a:gd name="connsiteX1" fmla="*/ 496420 w 495300"/>
                <a:gd name="connsiteY1" fmla="*/ 248271 h 542925"/>
                <a:gd name="connsiteX2" fmla="*/ 324017 w 495300"/>
                <a:gd name="connsiteY2" fmla="*/ 484491 h 542925"/>
                <a:gd name="connsiteX3" fmla="*/ 346877 w 495300"/>
                <a:gd name="connsiteY3" fmla="*/ 524496 h 542925"/>
                <a:gd name="connsiteX4" fmla="*/ 420220 w 495300"/>
                <a:gd name="connsiteY4" fmla="*/ 524496 h 542925"/>
                <a:gd name="connsiteX5" fmla="*/ 420220 w 495300"/>
                <a:gd name="connsiteY5" fmla="*/ 543546 h 542925"/>
                <a:gd name="connsiteX6" fmla="*/ 77320 w 495300"/>
                <a:gd name="connsiteY6" fmla="*/ 543546 h 542925"/>
                <a:gd name="connsiteX7" fmla="*/ 77320 w 495300"/>
                <a:gd name="connsiteY7" fmla="*/ 524496 h 542925"/>
                <a:gd name="connsiteX8" fmla="*/ 150663 w 495300"/>
                <a:gd name="connsiteY8" fmla="*/ 524496 h 542925"/>
                <a:gd name="connsiteX9" fmla="*/ 173523 w 495300"/>
                <a:gd name="connsiteY9" fmla="*/ 484491 h 542925"/>
                <a:gd name="connsiteX10" fmla="*/ 1120 w 495300"/>
                <a:gd name="connsiteY10" fmla="*/ 248271 h 542925"/>
                <a:gd name="connsiteX11" fmla="*/ 248770 w 495300"/>
                <a:gd name="connsiteY11" fmla="*/ 621 h 542925"/>
                <a:gd name="connsiteX12" fmla="*/ 192573 w 495300"/>
                <a:gd name="connsiteY12" fmla="*/ 489254 h 542925"/>
                <a:gd name="connsiteX13" fmla="*/ 172570 w 495300"/>
                <a:gd name="connsiteY13" fmla="*/ 524496 h 542925"/>
                <a:gd name="connsiteX14" fmla="*/ 324970 w 495300"/>
                <a:gd name="connsiteY14" fmla="*/ 524496 h 542925"/>
                <a:gd name="connsiteX15" fmla="*/ 304967 w 495300"/>
                <a:gd name="connsiteY15" fmla="*/ 489254 h 542925"/>
                <a:gd name="connsiteX16" fmla="*/ 248770 w 495300"/>
                <a:gd name="connsiteY16" fmla="*/ 495921 h 542925"/>
                <a:gd name="connsiteX17" fmla="*/ 192573 w 495300"/>
                <a:gd name="connsiteY17" fmla="*/ 489254 h 542925"/>
                <a:gd name="connsiteX18" fmla="*/ 248770 w 495300"/>
                <a:gd name="connsiteY18" fmla="*/ 143496 h 542925"/>
                <a:gd name="connsiteX19" fmla="*/ 143995 w 495300"/>
                <a:gd name="connsiteY19" fmla="*/ 248271 h 542925"/>
                <a:gd name="connsiteX20" fmla="*/ 248770 w 495300"/>
                <a:gd name="connsiteY20" fmla="*/ 353046 h 542925"/>
                <a:gd name="connsiteX21" fmla="*/ 353545 w 495300"/>
                <a:gd name="connsiteY21" fmla="*/ 248271 h 542925"/>
                <a:gd name="connsiteX22" fmla="*/ 248770 w 495300"/>
                <a:gd name="connsiteY22" fmla="*/ 143496 h 542925"/>
                <a:gd name="connsiteX23" fmla="*/ 367833 w 495300"/>
                <a:gd name="connsiteY23" fmla="*/ 114921 h 542925"/>
                <a:gd name="connsiteX24" fmla="*/ 353545 w 495300"/>
                <a:gd name="connsiteY24" fmla="*/ 129209 h 542925"/>
                <a:gd name="connsiteX25" fmla="*/ 367833 w 495300"/>
                <a:gd name="connsiteY25" fmla="*/ 143496 h 542925"/>
                <a:gd name="connsiteX26" fmla="*/ 382120 w 495300"/>
                <a:gd name="connsiteY26" fmla="*/ 129209 h 542925"/>
                <a:gd name="connsiteX27" fmla="*/ 367833 w 495300"/>
                <a:gd name="connsiteY27" fmla="*/ 114921 h 542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95300" h="542925">
                  <a:moveTo>
                    <a:pt x="248770" y="621"/>
                  </a:moveTo>
                  <a:cubicBezTo>
                    <a:pt x="385930" y="621"/>
                    <a:pt x="496420" y="111111"/>
                    <a:pt x="496420" y="248271"/>
                  </a:cubicBezTo>
                  <a:cubicBezTo>
                    <a:pt x="496420" y="358761"/>
                    <a:pt x="424030" y="452106"/>
                    <a:pt x="324017" y="484491"/>
                  </a:cubicBezTo>
                  <a:lnTo>
                    <a:pt x="346877" y="524496"/>
                  </a:lnTo>
                  <a:lnTo>
                    <a:pt x="420220" y="524496"/>
                  </a:lnTo>
                  <a:lnTo>
                    <a:pt x="420220" y="543546"/>
                  </a:lnTo>
                  <a:lnTo>
                    <a:pt x="77320" y="543546"/>
                  </a:lnTo>
                  <a:lnTo>
                    <a:pt x="77320" y="524496"/>
                  </a:lnTo>
                  <a:lnTo>
                    <a:pt x="150663" y="524496"/>
                  </a:lnTo>
                  <a:lnTo>
                    <a:pt x="173523" y="484491"/>
                  </a:lnTo>
                  <a:cubicBezTo>
                    <a:pt x="73510" y="453059"/>
                    <a:pt x="1120" y="358761"/>
                    <a:pt x="1120" y="248271"/>
                  </a:cubicBezTo>
                  <a:cubicBezTo>
                    <a:pt x="1120" y="111111"/>
                    <a:pt x="111610" y="621"/>
                    <a:pt x="248770" y="621"/>
                  </a:cubicBezTo>
                  <a:close/>
                  <a:moveTo>
                    <a:pt x="192573" y="489254"/>
                  </a:moveTo>
                  <a:lnTo>
                    <a:pt x="172570" y="524496"/>
                  </a:lnTo>
                  <a:lnTo>
                    <a:pt x="324970" y="524496"/>
                  </a:lnTo>
                  <a:lnTo>
                    <a:pt x="304967" y="489254"/>
                  </a:lnTo>
                  <a:cubicBezTo>
                    <a:pt x="286870" y="493064"/>
                    <a:pt x="267820" y="495921"/>
                    <a:pt x="248770" y="495921"/>
                  </a:cubicBezTo>
                  <a:cubicBezTo>
                    <a:pt x="229720" y="495921"/>
                    <a:pt x="210670" y="493064"/>
                    <a:pt x="192573" y="489254"/>
                  </a:cubicBezTo>
                  <a:close/>
                  <a:moveTo>
                    <a:pt x="248770" y="143496"/>
                  </a:moveTo>
                  <a:cubicBezTo>
                    <a:pt x="190667" y="143496"/>
                    <a:pt x="143995" y="190169"/>
                    <a:pt x="143995" y="248271"/>
                  </a:cubicBezTo>
                  <a:cubicBezTo>
                    <a:pt x="143995" y="306374"/>
                    <a:pt x="190667" y="353046"/>
                    <a:pt x="248770" y="353046"/>
                  </a:cubicBezTo>
                  <a:cubicBezTo>
                    <a:pt x="306873" y="353046"/>
                    <a:pt x="353545" y="306374"/>
                    <a:pt x="353545" y="248271"/>
                  </a:cubicBezTo>
                  <a:cubicBezTo>
                    <a:pt x="353545" y="190169"/>
                    <a:pt x="306873" y="143496"/>
                    <a:pt x="248770" y="143496"/>
                  </a:cubicBezTo>
                  <a:close/>
                  <a:moveTo>
                    <a:pt x="367833" y="114921"/>
                  </a:moveTo>
                  <a:cubicBezTo>
                    <a:pt x="360213" y="114921"/>
                    <a:pt x="353545" y="121589"/>
                    <a:pt x="353545" y="129209"/>
                  </a:cubicBezTo>
                  <a:cubicBezTo>
                    <a:pt x="353545" y="136829"/>
                    <a:pt x="360213" y="143496"/>
                    <a:pt x="367833" y="143496"/>
                  </a:cubicBezTo>
                  <a:cubicBezTo>
                    <a:pt x="375452" y="143496"/>
                    <a:pt x="382120" y="136829"/>
                    <a:pt x="382120" y="129209"/>
                  </a:cubicBezTo>
                  <a:cubicBezTo>
                    <a:pt x="382120" y="121589"/>
                    <a:pt x="375452" y="114921"/>
                    <a:pt x="367833" y="11492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F7EA463E-DB76-1875-544C-090FF44115A2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6372660" y="2277743"/>
              <a:ext cx="681223" cy="68122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>
              <a:defPPr>
                <a:defRPr lang="en-US"/>
              </a:defPPr>
              <a:lvl1pPr algn="ctr">
                <a:lnSpc>
                  <a:spcPct val="120000"/>
                </a:lnSpc>
                <a:defRPr sz="2000" b="1">
                  <a:solidFill>
                    <a:srgbClr val="FFFFFF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0D4BBDBF-D66F-9F71-8236-EAADD7EC3144}"/>
                </a:ext>
              </a:extLst>
            </p:cNvPr>
            <p:cNvSpPr/>
            <p:nvPr/>
          </p:nvSpPr>
          <p:spPr>
            <a:xfrm>
              <a:off x="6570574" y="2467428"/>
              <a:ext cx="285393" cy="301856"/>
            </a:xfrm>
            <a:custGeom>
              <a:avLst/>
              <a:gdLst>
                <a:gd name="connsiteX0" fmla="*/ 371955 w 495300"/>
                <a:gd name="connsiteY0" fmla="*/ 621 h 523875"/>
                <a:gd name="connsiteX1" fmla="*/ 400530 w 495300"/>
                <a:gd name="connsiteY1" fmla="*/ 29196 h 523875"/>
                <a:gd name="connsiteX2" fmla="*/ 400530 w 495300"/>
                <a:gd name="connsiteY2" fmla="*/ 133971 h 523875"/>
                <a:gd name="connsiteX3" fmla="*/ 371955 w 495300"/>
                <a:gd name="connsiteY3" fmla="*/ 162546 h 523875"/>
                <a:gd name="connsiteX4" fmla="*/ 257655 w 495300"/>
                <a:gd name="connsiteY4" fmla="*/ 162546 h 523875"/>
                <a:gd name="connsiteX5" fmla="*/ 257655 w 495300"/>
                <a:gd name="connsiteY5" fmla="*/ 286371 h 523875"/>
                <a:gd name="connsiteX6" fmla="*/ 419580 w 495300"/>
                <a:gd name="connsiteY6" fmla="*/ 286371 h 523875"/>
                <a:gd name="connsiteX7" fmla="*/ 457680 w 495300"/>
                <a:gd name="connsiteY7" fmla="*/ 322566 h 523875"/>
                <a:gd name="connsiteX8" fmla="*/ 457680 w 495300"/>
                <a:gd name="connsiteY8" fmla="*/ 324471 h 523875"/>
                <a:gd name="connsiteX9" fmla="*/ 457680 w 495300"/>
                <a:gd name="connsiteY9" fmla="*/ 429246 h 523875"/>
                <a:gd name="connsiteX10" fmla="*/ 476730 w 495300"/>
                <a:gd name="connsiteY10" fmla="*/ 429246 h 523875"/>
                <a:gd name="connsiteX11" fmla="*/ 495780 w 495300"/>
                <a:gd name="connsiteY11" fmla="*/ 448296 h 523875"/>
                <a:gd name="connsiteX12" fmla="*/ 495780 w 495300"/>
                <a:gd name="connsiteY12" fmla="*/ 505446 h 523875"/>
                <a:gd name="connsiteX13" fmla="*/ 476730 w 495300"/>
                <a:gd name="connsiteY13" fmla="*/ 524496 h 523875"/>
                <a:gd name="connsiteX14" fmla="*/ 419580 w 495300"/>
                <a:gd name="connsiteY14" fmla="*/ 524496 h 523875"/>
                <a:gd name="connsiteX15" fmla="*/ 400530 w 495300"/>
                <a:gd name="connsiteY15" fmla="*/ 505446 h 523875"/>
                <a:gd name="connsiteX16" fmla="*/ 400530 w 495300"/>
                <a:gd name="connsiteY16" fmla="*/ 448296 h 523875"/>
                <a:gd name="connsiteX17" fmla="*/ 419580 w 495300"/>
                <a:gd name="connsiteY17" fmla="*/ 429246 h 523875"/>
                <a:gd name="connsiteX18" fmla="*/ 438630 w 495300"/>
                <a:gd name="connsiteY18" fmla="*/ 429246 h 523875"/>
                <a:gd name="connsiteX19" fmla="*/ 438630 w 495300"/>
                <a:gd name="connsiteY19" fmla="*/ 324471 h 523875"/>
                <a:gd name="connsiteX20" fmla="*/ 420533 w 495300"/>
                <a:gd name="connsiteY20" fmla="*/ 305421 h 523875"/>
                <a:gd name="connsiteX21" fmla="*/ 419580 w 495300"/>
                <a:gd name="connsiteY21" fmla="*/ 305421 h 523875"/>
                <a:gd name="connsiteX22" fmla="*/ 257655 w 495300"/>
                <a:gd name="connsiteY22" fmla="*/ 305421 h 523875"/>
                <a:gd name="connsiteX23" fmla="*/ 257655 w 495300"/>
                <a:gd name="connsiteY23" fmla="*/ 429246 h 523875"/>
                <a:gd name="connsiteX24" fmla="*/ 276705 w 495300"/>
                <a:gd name="connsiteY24" fmla="*/ 429246 h 523875"/>
                <a:gd name="connsiteX25" fmla="*/ 295755 w 495300"/>
                <a:gd name="connsiteY25" fmla="*/ 448296 h 523875"/>
                <a:gd name="connsiteX26" fmla="*/ 295755 w 495300"/>
                <a:gd name="connsiteY26" fmla="*/ 505446 h 523875"/>
                <a:gd name="connsiteX27" fmla="*/ 276705 w 495300"/>
                <a:gd name="connsiteY27" fmla="*/ 524496 h 523875"/>
                <a:gd name="connsiteX28" fmla="*/ 219555 w 495300"/>
                <a:gd name="connsiteY28" fmla="*/ 524496 h 523875"/>
                <a:gd name="connsiteX29" fmla="*/ 200505 w 495300"/>
                <a:gd name="connsiteY29" fmla="*/ 505446 h 523875"/>
                <a:gd name="connsiteX30" fmla="*/ 200505 w 495300"/>
                <a:gd name="connsiteY30" fmla="*/ 448296 h 523875"/>
                <a:gd name="connsiteX31" fmla="*/ 219555 w 495300"/>
                <a:gd name="connsiteY31" fmla="*/ 429246 h 523875"/>
                <a:gd name="connsiteX32" fmla="*/ 238605 w 495300"/>
                <a:gd name="connsiteY32" fmla="*/ 429246 h 523875"/>
                <a:gd name="connsiteX33" fmla="*/ 238605 w 495300"/>
                <a:gd name="connsiteY33" fmla="*/ 305421 h 523875"/>
                <a:gd name="connsiteX34" fmla="*/ 76680 w 495300"/>
                <a:gd name="connsiteY34" fmla="*/ 305421 h 523875"/>
                <a:gd name="connsiteX35" fmla="*/ 57630 w 495300"/>
                <a:gd name="connsiteY35" fmla="*/ 323519 h 523875"/>
                <a:gd name="connsiteX36" fmla="*/ 57630 w 495300"/>
                <a:gd name="connsiteY36" fmla="*/ 324471 h 523875"/>
                <a:gd name="connsiteX37" fmla="*/ 57630 w 495300"/>
                <a:gd name="connsiteY37" fmla="*/ 429246 h 523875"/>
                <a:gd name="connsiteX38" fmla="*/ 76680 w 495300"/>
                <a:gd name="connsiteY38" fmla="*/ 429246 h 523875"/>
                <a:gd name="connsiteX39" fmla="*/ 95730 w 495300"/>
                <a:gd name="connsiteY39" fmla="*/ 448296 h 523875"/>
                <a:gd name="connsiteX40" fmla="*/ 95730 w 495300"/>
                <a:gd name="connsiteY40" fmla="*/ 505446 h 523875"/>
                <a:gd name="connsiteX41" fmla="*/ 76680 w 495300"/>
                <a:gd name="connsiteY41" fmla="*/ 524496 h 523875"/>
                <a:gd name="connsiteX42" fmla="*/ 19530 w 495300"/>
                <a:gd name="connsiteY42" fmla="*/ 524496 h 523875"/>
                <a:gd name="connsiteX43" fmla="*/ 480 w 495300"/>
                <a:gd name="connsiteY43" fmla="*/ 505446 h 523875"/>
                <a:gd name="connsiteX44" fmla="*/ 480 w 495300"/>
                <a:gd name="connsiteY44" fmla="*/ 448296 h 523875"/>
                <a:gd name="connsiteX45" fmla="*/ 19530 w 495300"/>
                <a:gd name="connsiteY45" fmla="*/ 429246 h 523875"/>
                <a:gd name="connsiteX46" fmla="*/ 38580 w 495300"/>
                <a:gd name="connsiteY46" fmla="*/ 429246 h 523875"/>
                <a:gd name="connsiteX47" fmla="*/ 38580 w 495300"/>
                <a:gd name="connsiteY47" fmla="*/ 324471 h 523875"/>
                <a:gd name="connsiteX48" fmla="*/ 74775 w 495300"/>
                <a:gd name="connsiteY48" fmla="*/ 286371 h 523875"/>
                <a:gd name="connsiteX49" fmla="*/ 76680 w 495300"/>
                <a:gd name="connsiteY49" fmla="*/ 286371 h 523875"/>
                <a:gd name="connsiteX50" fmla="*/ 238605 w 495300"/>
                <a:gd name="connsiteY50" fmla="*/ 286371 h 523875"/>
                <a:gd name="connsiteX51" fmla="*/ 238605 w 495300"/>
                <a:gd name="connsiteY51" fmla="*/ 162546 h 523875"/>
                <a:gd name="connsiteX52" fmla="*/ 124305 w 495300"/>
                <a:gd name="connsiteY52" fmla="*/ 162546 h 523875"/>
                <a:gd name="connsiteX53" fmla="*/ 95730 w 495300"/>
                <a:gd name="connsiteY53" fmla="*/ 133971 h 523875"/>
                <a:gd name="connsiteX54" fmla="*/ 95730 w 495300"/>
                <a:gd name="connsiteY54" fmla="*/ 29196 h 523875"/>
                <a:gd name="connsiteX55" fmla="*/ 124305 w 495300"/>
                <a:gd name="connsiteY55" fmla="*/ 621 h 523875"/>
                <a:gd name="connsiteX56" fmla="*/ 371955 w 495300"/>
                <a:gd name="connsiteY56" fmla="*/ 621 h 523875"/>
                <a:gd name="connsiteX57" fmla="*/ 148118 w 495300"/>
                <a:gd name="connsiteY57" fmla="*/ 95871 h 523875"/>
                <a:gd name="connsiteX58" fmla="*/ 133830 w 495300"/>
                <a:gd name="connsiteY58" fmla="*/ 110159 h 523875"/>
                <a:gd name="connsiteX59" fmla="*/ 148118 w 495300"/>
                <a:gd name="connsiteY59" fmla="*/ 124446 h 523875"/>
                <a:gd name="connsiteX60" fmla="*/ 162405 w 495300"/>
                <a:gd name="connsiteY60" fmla="*/ 110159 h 523875"/>
                <a:gd name="connsiteX61" fmla="*/ 148118 w 495300"/>
                <a:gd name="connsiteY61" fmla="*/ 9587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495300" h="523875">
                  <a:moveTo>
                    <a:pt x="371955" y="621"/>
                  </a:moveTo>
                  <a:cubicBezTo>
                    <a:pt x="388148" y="621"/>
                    <a:pt x="400530" y="13004"/>
                    <a:pt x="400530" y="29196"/>
                  </a:cubicBezTo>
                  <a:lnTo>
                    <a:pt x="400530" y="133971"/>
                  </a:lnTo>
                  <a:cubicBezTo>
                    <a:pt x="400530" y="150164"/>
                    <a:pt x="388148" y="162546"/>
                    <a:pt x="371955" y="162546"/>
                  </a:cubicBezTo>
                  <a:lnTo>
                    <a:pt x="257655" y="162546"/>
                  </a:lnTo>
                  <a:lnTo>
                    <a:pt x="257655" y="286371"/>
                  </a:lnTo>
                  <a:lnTo>
                    <a:pt x="419580" y="286371"/>
                  </a:lnTo>
                  <a:cubicBezTo>
                    <a:pt x="439583" y="286371"/>
                    <a:pt x="456727" y="302564"/>
                    <a:pt x="457680" y="322566"/>
                  </a:cubicBezTo>
                  <a:lnTo>
                    <a:pt x="457680" y="324471"/>
                  </a:lnTo>
                  <a:lnTo>
                    <a:pt x="457680" y="429246"/>
                  </a:lnTo>
                  <a:lnTo>
                    <a:pt x="476730" y="429246"/>
                  </a:lnTo>
                  <a:cubicBezTo>
                    <a:pt x="487208" y="429246"/>
                    <a:pt x="495780" y="437819"/>
                    <a:pt x="495780" y="448296"/>
                  </a:cubicBezTo>
                  <a:lnTo>
                    <a:pt x="495780" y="505446"/>
                  </a:lnTo>
                  <a:cubicBezTo>
                    <a:pt x="495780" y="515924"/>
                    <a:pt x="487208" y="524496"/>
                    <a:pt x="476730" y="524496"/>
                  </a:cubicBezTo>
                  <a:lnTo>
                    <a:pt x="419580" y="524496"/>
                  </a:lnTo>
                  <a:cubicBezTo>
                    <a:pt x="409102" y="524496"/>
                    <a:pt x="400530" y="515924"/>
                    <a:pt x="400530" y="505446"/>
                  </a:cubicBezTo>
                  <a:lnTo>
                    <a:pt x="400530" y="448296"/>
                  </a:lnTo>
                  <a:cubicBezTo>
                    <a:pt x="400530" y="437819"/>
                    <a:pt x="409102" y="429246"/>
                    <a:pt x="419580" y="429246"/>
                  </a:cubicBezTo>
                  <a:lnTo>
                    <a:pt x="438630" y="429246"/>
                  </a:lnTo>
                  <a:lnTo>
                    <a:pt x="438630" y="324471"/>
                  </a:lnTo>
                  <a:cubicBezTo>
                    <a:pt x="438630" y="313994"/>
                    <a:pt x="431010" y="306374"/>
                    <a:pt x="420533" y="305421"/>
                  </a:cubicBezTo>
                  <a:lnTo>
                    <a:pt x="419580" y="305421"/>
                  </a:lnTo>
                  <a:lnTo>
                    <a:pt x="257655" y="305421"/>
                  </a:lnTo>
                  <a:lnTo>
                    <a:pt x="257655" y="429246"/>
                  </a:lnTo>
                  <a:lnTo>
                    <a:pt x="276705" y="429246"/>
                  </a:lnTo>
                  <a:cubicBezTo>
                    <a:pt x="287183" y="429246"/>
                    <a:pt x="295755" y="437819"/>
                    <a:pt x="295755" y="448296"/>
                  </a:cubicBezTo>
                  <a:lnTo>
                    <a:pt x="295755" y="505446"/>
                  </a:lnTo>
                  <a:cubicBezTo>
                    <a:pt x="295755" y="515924"/>
                    <a:pt x="287183" y="524496"/>
                    <a:pt x="276705" y="524496"/>
                  </a:cubicBezTo>
                  <a:lnTo>
                    <a:pt x="219555" y="524496"/>
                  </a:lnTo>
                  <a:cubicBezTo>
                    <a:pt x="209077" y="524496"/>
                    <a:pt x="200505" y="515924"/>
                    <a:pt x="200505" y="505446"/>
                  </a:cubicBezTo>
                  <a:lnTo>
                    <a:pt x="200505" y="448296"/>
                  </a:lnTo>
                  <a:cubicBezTo>
                    <a:pt x="200505" y="437819"/>
                    <a:pt x="209077" y="429246"/>
                    <a:pt x="219555" y="429246"/>
                  </a:cubicBezTo>
                  <a:lnTo>
                    <a:pt x="238605" y="429246"/>
                  </a:lnTo>
                  <a:lnTo>
                    <a:pt x="238605" y="305421"/>
                  </a:lnTo>
                  <a:lnTo>
                    <a:pt x="76680" y="305421"/>
                  </a:lnTo>
                  <a:cubicBezTo>
                    <a:pt x="66202" y="305421"/>
                    <a:pt x="58583" y="313041"/>
                    <a:pt x="57630" y="323519"/>
                  </a:cubicBezTo>
                  <a:lnTo>
                    <a:pt x="57630" y="324471"/>
                  </a:lnTo>
                  <a:lnTo>
                    <a:pt x="57630" y="429246"/>
                  </a:lnTo>
                  <a:lnTo>
                    <a:pt x="76680" y="429246"/>
                  </a:lnTo>
                  <a:cubicBezTo>
                    <a:pt x="87158" y="429246"/>
                    <a:pt x="95730" y="437819"/>
                    <a:pt x="95730" y="448296"/>
                  </a:cubicBezTo>
                  <a:lnTo>
                    <a:pt x="95730" y="505446"/>
                  </a:lnTo>
                  <a:cubicBezTo>
                    <a:pt x="95730" y="515924"/>
                    <a:pt x="87158" y="524496"/>
                    <a:pt x="76680" y="524496"/>
                  </a:cubicBezTo>
                  <a:lnTo>
                    <a:pt x="19530" y="524496"/>
                  </a:lnTo>
                  <a:cubicBezTo>
                    <a:pt x="9052" y="524496"/>
                    <a:pt x="480" y="515924"/>
                    <a:pt x="480" y="505446"/>
                  </a:cubicBezTo>
                  <a:lnTo>
                    <a:pt x="480" y="448296"/>
                  </a:lnTo>
                  <a:cubicBezTo>
                    <a:pt x="480" y="437819"/>
                    <a:pt x="9052" y="429246"/>
                    <a:pt x="19530" y="429246"/>
                  </a:cubicBezTo>
                  <a:lnTo>
                    <a:pt x="38580" y="429246"/>
                  </a:lnTo>
                  <a:lnTo>
                    <a:pt x="38580" y="324471"/>
                  </a:lnTo>
                  <a:cubicBezTo>
                    <a:pt x="38580" y="304469"/>
                    <a:pt x="54773" y="287324"/>
                    <a:pt x="74775" y="286371"/>
                  </a:cubicBezTo>
                  <a:lnTo>
                    <a:pt x="76680" y="286371"/>
                  </a:lnTo>
                  <a:lnTo>
                    <a:pt x="238605" y="286371"/>
                  </a:lnTo>
                  <a:lnTo>
                    <a:pt x="238605" y="162546"/>
                  </a:lnTo>
                  <a:lnTo>
                    <a:pt x="124305" y="162546"/>
                  </a:lnTo>
                  <a:cubicBezTo>
                    <a:pt x="108112" y="162546"/>
                    <a:pt x="95730" y="150164"/>
                    <a:pt x="95730" y="133971"/>
                  </a:cubicBezTo>
                  <a:lnTo>
                    <a:pt x="95730" y="29196"/>
                  </a:lnTo>
                  <a:cubicBezTo>
                    <a:pt x="95730" y="13004"/>
                    <a:pt x="108112" y="621"/>
                    <a:pt x="124305" y="621"/>
                  </a:cubicBezTo>
                  <a:lnTo>
                    <a:pt x="371955" y="621"/>
                  </a:lnTo>
                  <a:close/>
                  <a:moveTo>
                    <a:pt x="148118" y="95871"/>
                  </a:moveTo>
                  <a:cubicBezTo>
                    <a:pt x="140498" y="95871"/>
                    <a:pt x="133830" y="102539"/>
                    <a:pt x="133830" y="110159"/>
                  </a:cubicBezTo>
                  <a:cubicBezTo>
                    <a:pt x="133830" y="117779"/>
                    <a:pt x="140498" y="124446"/>
                    <a:pt x="148118" y="124446"/>
                  </a:cubicBezTo>
                  <a:cubicBezTo>
                    <a:pt x="155737" y="124446"/>
                    <a:pt x="162405" y="117779"/>
                    <a:pt x="162405" y="110159"/>
                  </a:cubicBezTo>
                  <a:cubicBezTo>
                    <a:pt x="162405" y="102539"/>
                    <a:pt x="155737" y="95871"/>
                    <a:pt x="148118" y="95871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90E12E9E-F3F4-A287-3561-43E97DFC56F9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10013225" y="2277743"/>
              <a:ext cx="681223" cy="68122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>
              <a:defPPr>
                <a:defRPr lang="en-US"/>
              </a:defPPr>
              <a:lvl1pPr algn="ctr">
                <a:lnSpc>
                  <a:spcPct val="120000"/>
                </a:lnSpc>
                <a:defRPr sz="2000" b="1">
                  <a:solidFill>
                    <a:srgbClr val="FFFFFF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zh-CN" altLang="en-US" dirty="0"/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F443F2CD-13D9-0572-B4D4-C1270D5B0C67}"/>
                </a:ext>
              </a:extLst>
            </p:cNvPr>
            <p:cNvSpPr/>
            <p:nvPr/>
          </p:nvSpPr>
          <p:spPr>
            <a:xfrm>
              <a:off x="10211139" y="2478208"/>
              <a:ext cx="285393" cy="280294"/>
            </a:xfrm>
            <a:custGeom>
              <a:avLst/>
              <a:gdLst>
                <a:gd name="connsiteX0" fmla="*/ 343764 w 533400"/>
                <a:gd name="connsiteY0" fmla="*/ 276846 h 523875"/>
                <a:gd name="connsiteX1" fmla="*/ 372339 w 533400"/>
                <a:gd name="connsiteY1" fmla="*/ 305421 h 523875"/>
                <a:gd name="connsiteX2" fmla="*/ 372339 w 533400"/>
                <a:gd name="connsiteY2" fmla="*/ 495921 h 523875"/>
                <a:gd name="connsiteX3" fmla="*/ 343764 w 533400"/>
                <a:gd name="connsiteY3" fmla="*/ 524496 h 523875"/>
                <a:gd name="connsiteX4" fmla="*/ 191364 w 533400"/>
                <a:gd name="connsiteY4" fmla="*/ 524496 h 523875"/>
                <a:gd name="connsiteX5" fmla="*/ 162789 w 533400"/>
                <a:gd name="connsiteY5" fmla="*/ 495921 h 523875"/>
                <a:gd name="connsiteX6" fmla="*/ 162789 w 533400"/>
                <a:gd name="connsiteY6" fmla="*/ 305421 h 523875"/>
                <a:gd name="connsiteX7" fmla="*/ 191364 w 533400"/>
                <a:gd name="connsiteY7" fmla="*/ 276846 h 523875"/>
                <a:gd name="connsiteX8" fmla="*/ 343764 w 533400"/>
                <a:gd name="connsiteY8" fmla="*/ 276846 h 523875"/>
                <a:gd name="connsiteX9" fmla="*/ 143739 w 533400"/>
                <a:gd name="connsiteY9" fmla="*/ 114921 h 523875"/>
                <a:gd name="connsiteX10" fmla="*/ 179934 w 533400"/>
                <a:gd name="connsiteY10" fmla="*/ 153021 h 523875"/>
                <a:gd name="connsiteX11" fmla="*/ 181839 w 533400"/>
                <a:gd name="connsiteY11" fmla="*/ 153021 h 523875"/>
                <a:gd name="connsiteX12" fmla="*/ 353289 w 533400"/>
                <a:gd name="connsiteY12" fmla="*/ 153021 h 523875"/>
                <a:gd name="connsiteX13" fmla="*/ 391389 w 533400"/>
                <a:gd name="connsiteY13" fmla="*/ 116826 h 523875"/>
                <a:gd name="connsiteX14" fmla="*/ 391389 w 533400"/>
                <a:gd name="connsiteY14" fmla="*/ 114921 h 523875"/>
                <a:gd name="connsiteX15" fmla="*/ 505689 w 533400"/>
                <a:gd name="connsiteY15" fmla="*/ 114921 h 523875"/>
                <a:gd name="connsiteX16" fmla="*/ 534264 w 533400"/>
                <a:gd name="connsiteY16" fmla="*/ 143496 h 523875"/>
                <a:gd name="connsiteX17" fmla="*/ 534264 w 533400"/>
                <a:gd name="connsiteY17" fmla="*/ 381621 h 523875"/>
                <a:gd name="connsiteX18" fmla="*/ 505689 w 533400"/>
                <a:gd name="connsiteY18" fmla="*/ 410196 h 523875"/>
                <a:gd name="connsiteX19" fmla="*/ 391389 w 533400"/>
                <a:gd name="connsiteY19" fmla="*/ 410196 h 523875"/>
                <a:gd name="connsiteX20" fmla="*/ 391389 w 533400"/>
                <a:gd name="connsiteY20" fmla="*/ 295896 h 523875"/>
                <a:gd name="connsiteX21" fmla="*/ 355194 w 533400"/>
                <a:gd name="connsiteY21" fmla="*/ 257796 h 523875"/>
                <a:gd name="connsiteX22" fmla="*/ 353289 w 533400"/>
                <a:gd name="connsiteY22" fmla="*/ 257796 h 523875"/>
                <a:gd name="connsiteX23" fmla="*/ 181839 w 533400"/>
                <a:gd name="connsiteY23" fmla="*/ 257796 h 523875"/>
                <a:gd name="connsiteX24" fmla="*/ 143739 w 533400"/>
                <a:gd name="connsiteY24" fmla="*/ 293991 h 523875"/>
                <a:gd name="connsiteX25" fmla="*/ 143739 w 533400"/>
                <a:gd name="connsiteY25" fmla="*/ 295896 h 523875"/>
                <a:gd name="connsiteX26" fmla="*/ 143739 w 533400"/>
                <a:gd name="connsiteY26" fmla="*/ 410196 h 523875"/>
                <a:gd name="connsiteX27" fmla="*/ 29439 w 533400"/>
                <a:gd name="connsiteY27" fmla="*/ 410196 h 523875"/>
                <a:gd name="connsiteX28" fmla="*/ 864 w 533400"/>
                <a:gd name="connsiteY28" fmla="*/ 381621 h 523875"/>
                <a:gd name="connsiteX29" fmla="*/ 864 w 533400"/>
                <a:gd name="connsiteY29" fmla="*/ 201599 h 523875"/>
                <a:gd name="connsiteX30" fmla="*/ 11342 w 533400"/>
                <a:gd name="connsiteY30" fmla="*/ 175881 h 523875"/>
                <a:gd name="connsiteX31" fmla="*/ 56109 w 533400"/>
                <a:gd name="connsiteY31" fmla="*/ 127304 h 523875"/>
                <a:gd name="connsiteX32" fmla="*/ 83732 w 533400"/>
                <a:gd name="connsiteY32" fmla="*/ 114921 h 523875"/>
                <a:gd name="connsiteX33" fmla="*/ 143739 w 533400"/>
                <a:gd name="connsiteY33" fmla="*/ 114921 h 523875"/>
                <a:gd name="connsiteX34" fmla="*/ 462827 w 533400"/>
                <a:gd name="connsiteY34" fmla="*/ 172071 h 523875"/>
                <a:gd name="connsiteX35" fmla="*/ 448539 w 533400"/>
                <a:gd name="connsiteY35" fmla="*/ 186359 h 523875"/>
                <a:gd name="connsiteX36" fmla="*/ 462827 w 533400"/>
                <a:gd name="connsiteY36" fmla="*/ 200646 h 523875"/>
                <a:gd name="connsiteX37" fmla="*/ 477114 w 533400"/>
                <a:gd name="connsiteY37" fmla="*/ 186359 h 523875"/>
                <a:gd name="connsiteX38" fmla="*/ 462827 w 533400"/>
                <a:gd name="connsiteY38" fmla="*/ 172071 h 523875"/>
                <a:gd name="connsiteX39" fmla="*/ 343764 w 533400"/>
                <a:gd name="connsiteY39" fmla="*/ 621 h 523875"/>
                <a:gd name="connsiteX40" fmla="*/ 372339 w 533400"/>
                <a:gd name="connsiteY40" fmla="*/ 29196 h 523875"/>
                <a:gd name="connsiteX41" fmla="*/ 372339 w 533400"/>
                <a:gd name="connsiteY41" fmla="*/ 105396 h 523875"/>
                <a:gd name="connsiteX42" fmla="*/ 343764 w 533400"/>
                <a:gd name="connsiteY42" fmla="*/ 133971 h 523875"/>
                <a:gd name="connsiteX43" fmla="*/ 191364 w 533400"/>
                <a:gd name="connsiteY43" fmla="*/ 133971 h 523875"/>
                <a:gd name="connsiteX44" fmla="*/ 162789 w 533400"/>
                <a:gd name="connsiteY44" fmla="*/ 105396 h 523875"/>
                <a:gd name="connsiteX45" fmla="*/ 162789 w 533400"/>
                <a:gd name="connsiteY45" fmla="*/ 29196 h 523875"/>
                <a:gd name="connsiteX46" fmla="*/ 191364 w 533400"/>
                <a:gd name="connsiteY46" fmla="*/ 621 h 523875"/>
                <a:gd name="connsiteX47" fmla="*/ 343764 w 533400"/>
                <a:gd name="connsiteY47" fmla="*/ 621 h 52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533400" h="523875">
                  <a:moveTo>
                    <a:pt x="343764" y="276846"/>
                  </a:moveTo>
                  <a:cubicBezTo>
                    <a:pt x="359957" y="276846"/>
                    <a:pt x="372339" y="289229"/>
                    <a:pt x="372339" y="305421"/>
                  </a:cubicBezTo>
                  <a:lnTo>
                    <a:pt x="372339" y="495921"/>
                  </a:lnTo>
                  <a:cubicBezTo>
                    <a:pt x="372339" y="512114"/>
                    <a:pt x="359957" y="524496"/>
                    <a:pt x="343764" y="524496"/>
                  </a:cubicBezTo>
                  <a:lnTo>
                    <a:pt x="191364" y="524496"/>
                  </a:lnTo>
                  <a:cubicBezTo>
                    <a:pt x="175171" y="524496"/>
                    <a:pt x="162789" y="512114"/>
                    <a:pt x="162789" y="495921"/>
                  </a:cubicBezTo>
                  <a:lnTo>
                    <a:pt x="162789" y="305421"/>
                  </a:lnTo>
                  <a:cubicBezTo>
                    <a:pt x="162789" y="289229"/>
                    <a:pt x="175171" y="276846"/>
                    <a:pt x="191364" y="276846"/>
                  </a:cubicBezTo>
                  <a:lnTo>
                    <a:pt x="343764" y="276846"/>
                  </a:lnTo>
                  <a:close/>
                  <a:moveTo>
                    <a:pt x="143739" y="114921"/>
                  </a:moveTo>
                  <a:cubicBezTo>
                    <a:pt x="143739" y="134924"/>
                    <a:pt x="159932" y="152069"/>
                    <a:pt x="179934" y="153021"/>
                  </a:cubicBezTo>
                  <a:lnTo>
                    <a:pt x="181839" y="153021"/>
                  </a:lnTo>
                  <a:lnTo>
                    <a:pt x="353289" y="153021"/>
                  </a:lnTo>
                  <a:cubicBezTo>
                    <a:pt x="373292" y="153021"/>
                    <a:pt x="390436" y="136829"/>
                    <a:pt x="391389" y="116826"/>
                  </a:cubicBezTo>
                  <a:lnTo>
                    <a:pt x="391389" y="114921"/>
                  </a:lnTo>
                  <a:lnTo>
                    <a:pt x="505689" y="114921"/>
                  </a:lnTo>
                  <a:cubicBezTo>
                    <a:pt x="521882" y="114921"/>
                    <a:pt x="534264" y="127304"/>
                    <a:pt x="534264" y="143496"/>
                  </a:cubicBezTo>
                  <a:lnTo>
                    <a:pt x="534264" y="381621"/>
                  </a:lnTo>
                  <a:cubicBezTo>
                    <a:pt x="534264" y="397814"/>
                    <a:pt x="521882" y="410196"/>
                    <a:pt x="505689" y="410196"/>
                  </a:cubicBezTo>
                  <a:lnTo>
                    <a:pt x="391389" y="410196"/>
                  </a:lnTo>
                  <a:lnTo>
                    <a:pt x="391389" y="295896"/>
                  </a:lnTo>
                  <a:cubicBezTo>
                    <a:pt x="391389" y="275894"/>
                    <a:pt x="375196" y="258749"/>
                    <a:pt x="355194" y="257796"/>
                  </a:cubicBezTo>
                  <a:lnTo>
                    <a:pt x="353289" y="257796"/>
                  </a:lnTo>
                  <a:lnTo>
                    <a:pt x="181839" y="257796"/>
                  </a:lnTo>
                  <a:cubicBezTo>
                    <a:pt x="161836" y="257796"/>
                    <a:pt x="144692" y="273989"/>
                    <a:pt x="143739" y="293991"/>
                  </a:cubicBezTo>
                  <a:lnTo>
                    <a:pt x="143739" y="295896"/>
                  </a:lnTo>
                  <a:lnTo>
                    <a:pt x="143739" y="410196"/>
                  </a:lnTo>
                  <a:lnTo>
                    <a:pt x="29439" y="410196"/>
                  </a:lnTo>
                  <a:cubicBezTo>
                    <a:pt x="13246" y="410196"/>
                    <a:pt x="864" y="397814"/>
                    <a:pt x="864" y="381621"/>
                  </a:cubicBezTo>
                  <a:lnTo>
                    <a:pt x="864" y="201599"/>
                  </a:lnTo>
                  <a:cubicBezTo>
                    <a:pt x="864" y="192074"/>
                    <a:pt x="4674" y="182549"/>
                    <a:pt x="11342" y="175881"/>
                  </a:cubicBezTo>
                  <a:lnTo>
                    <a:pt x="56109" y="127304"/>
                  </a:lnTo>
                  <a:cubicBezTo>
                    <a:pt x="63729" y="119684"/>
                    <a:pt x="73254" y="114921"/>
                    <a:pt x="83732" y="114921"/>
                  </a:cubicBezTo>
                  <a:lnTo>
                    <a:pt x="143739" y="114921"/>
                  </a:lnTo>
                  <a:close/>
                  <a:moveTo>
                    <a:pt x="462827" y="172071"/>
                  </a:moveTo>
                  <a:cubicBezTo>
                    <a:pt x="455207" y="172071"/>
                    <a:pt x="448539" y="178739"/>
                    <a:pt x="448539" y="186359"/>
                  </a:cubicBezTo>
                  <a:cubicBezTo>
                    <a:pt x="448539" y="193979"/>
                    <a:pt x="455207" y="200646"/>
                    <a:pt x="462827" y="200646"/>
                  </a:cubicBezTo>
                  <a:cubicBezTo>
                    <a:pt x="470446" y="200646"/>
                    <a:pt x="477114" y="193979"/>
                    <a:pt x="477114" y="186359"/>
                  </a:cubicBezTo>
                  <a:cubicBezTo>
                    <a:pt x="477114" y="178739"/>
                    <a:pt x="470446" y="172071"/>
                    <a:pt x="462827" y="172071"/>
                  </a:cubicBezTo>
                  <a:close/>
                  <a:moveTo>
                    <a:pt x="343764" y="621"/>
                  </a:moveTo>
                  <a:cubicBezTo>
                    <a:pt x="359957" y="621"/>
                    <a:pt x="372339" y="13004"/>
                    <a:pt x="372339" y="29196"/>
                  </a:cubicBezTo>
                  <a:lnTo>
                    <a:pt x="372339" y="105396"/>
                  </a:lnTo>
                  <a:cubicBezTo>
                    <a:pt x="372339" y="121589"/>
                    <a:pt x="359957" y="133971"/>
                    <a:pt x="343764" y="133971"/>
                  </a:cubicBezTo>
                  <a:lnTo>
                    <a:pt x="191364" y="133971"/>
                  </a:lnTo>
                  <a:cubicBezTo>
                    <a:pt x="175171" y="133971"/>
                    <a:pt x="162789" y="121589"/>
                    <a:pt x="162789" y="105396"/>
                  </a:cubicBezTo>
                  <a:lnTo>
                    <a:pt x="162789" y="29196"/>
                  </a:lnTo>
                  <a:cubicBezTo>
                    <a:pt x="162789" y="13004"/>
                    <a:pt x="175171" y="621"/>
                    <a:pt x="191364" y="621"/>
                  </a:cubicBezTo>
                  <a:lnTo>
                    <a:pt x="343764" y="6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E6F3441F-4689-AE37-98BB-90A563B60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学术沙龙</a:t>
            </a:r>
          </a:p>
        </p:txBody>
      </p:sp>
    </p:spTree>
    <p:extLst>
      <p:ext uri="{BB962C8B-B14F-4D97-AF65-F5344CB8AC3E}">
        <p14:creationId xmlns:p14="http://schemas.microsoft.com/office/powerpoint/2010/main" val="39253402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E9A1771D-AC55-6F66-8874-6BF7E91D8DFC}"/>
              </a:ext>
            </a:extLst>
          </p:cNvPr>
          <p:cNvGrpSpPr/>
          <p:nvPr/>
        </p:nvGrpSpPr>
        <p:grpSpPr>
          <a:xfrm>
            <a:off x="761503" y="1144812"/>
            <a:ext cx="10668994" cy="4989288"/>
            <a:chOff x="660398" y="1144812"/>
            <a:chExt cx="10668994" cy="4989288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FCB8D03E-877A-3560-38D1-83A5969A1BF7}"/>
                </a:ext>
              </a:extLst>
            </p:cNvPr>
            <p:cNvSpPr/>
            <p:nvPr/>
          </p:nvSpPr>
          <p:spPr>
            <a:xfrm>
              <a:off x="7436842" y="1685925"/>
              <a:ext cx="3892550" cy="3892550"/>
            </a:xfrm>
            <a:prstGeom prst="ellipse">
              <a:avLst/>
            </a:prstGeom>
            <a:noFill/>
            <a:ln>
              <a:gradFill flip="none" rotWithShape="1">
                <a:gsLst>
                  <a:gs pos="0">
                    <a:schemeClr val="accent1">
                      <a:lumMod val="45000"/>
                      <a:lumOff val="55000"/>
                      <a:alpha val="36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350000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DB390200-9D22-FF9C-5F7D-AC00A4008554}"/>
                </a:ext>
              </a:extLst>
            </p:cNvPr>
            <p:cNvSpPr/>
            <p:nvPr/>
          </p:nvSpPr>
          <p:spPr>
            <a:xfrm>
              <a:off x="7963176" y="2212260"/>
              <a:ext cx="2839883" cy="283988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266700" dist="50800" dir="2400000" sx="98000" sy="98000" algn="ctr" rotWithShape="0">
                <a:schemeClr val="accent1">
                  <a:alpha val="29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>
                <a:buSzPct val="25000"/>
              </a:pPr>
              <a:r>
                <a:rPr lang="en-US" altLang="zh-CN" sz="2400" b="1" dirty="0">
                  <a:solidFill>
                    <a:schemeClr val="accent1"/>
                  </a:solidFill>
                </a:rPr>
                <a:t>{vItem.item1_Desc}</a:t>
              </a:r>
            </a:p>
          </p:txBody>
        </p: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DC5CBA99-73FD-F4FC-7C15-3AA232C2BF00}"/>
                </a:ext>
              </a:extLst>
            </p:cNvPr>
            <p:cNvSpPr/>
            <p:nvPr/>
          </p:nvSpPr>
          <p:spPr>
            <a:xfrm>
              <a:off x="660401" y="1246412"/>
              <a:ext cx="2839884" cy="2281044"/>
            </a:xfrm>
            <a:prstGeom prst="roundRect">
              <a:avLst>
                <a:gd name="adj" fmla="val 9607"/>
              </a:avLst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/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3D6E4BE5-699E-D322-1D01-8D70AC080AA3}"/>
                </a:ext>
              </a:extLst>
            </p:cNvPr>
            <p:cNvSpPr/>
            <p:nvPr/>
          </p:nvSpPr>
          <p:spPr>
            <a:xfrm>
              <a:off x="783279" y="1144812"/>
              <a:ext cx="535258" cy="514350"/>
            </a:xfrm>
            <a:custGeom>
              <a:avLst/>
              <a:gdLst>
                <a:gd name="connsiteX0" fmla="*/ 0 w 535258"/>
                <a:gd name="connsiteY0" fmla="*/ 0 h 514350"/>
                <a:gd name="connsiteX1" fmla="*/ 535258 w 535258"/>
                <a:gd name="connsiteY1" fmla="*/ 0 h 514350"/>
                <a:gd name="connsiteX2" fmla="*/ 535258 w 535258"/>
                <a:gd name="connsiteY2" fmla="*/ 246721 h 514350"/>
                <a:gd name="connsiteX3" fmla="*/ 267629 w 535258"/>
                <a:gd name="connsiteY3" fmla="*/ 514350 h 514350"/>
                <a:gd name="connsiteX4" fmla="*/ 0 w 535258"/>
                <a:gd name="connsiteY4" fmla="*/ 246721 h 51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5258" h="514350">
                  <a:moveTo>
                    <a:pt x="0" y="0"/>
                  </a:moveTo>
                  <a:lnTo>
                    <a:pt x="535258" y="0"/>
                  </a:lnTo>
                  <a:lnTo>
                    <a:pt x="535258" y="246721"/>
                  </a:lnTo>
                  <a:cubicBezTo>
                    <a:pt x="535258" y="394528"/>
                    <a:pt x="415436" y="514350"/>
                    <a:pt x="267629" y="514350"/>
                  </a:cubicBezTo>
                  <a:cubicBezTo>
                    <a:pt x="119822" y="514350"/>
                    <a:pt x="0" y="394528"/>
                    <a:pt x="0" y="246721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400" b="1">
                <a:solidFill>
                  <a:srgbClr val="FFFFFF"/>
                </a:solidFill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F47B39F-A094-80AE-DA49-2FEAD928CA87}"/>
                </a:ext>
              </a:extLst>
            </p:cNvPr>
            <p:cNvSpPr txBox="1">
              <a:spLocks/>
            </p:cNvSpPr>
            <p:nvPr/>
          </p:nvSpPr>
          <p:spPr>
            <a:xfrm flipH="1">
              <a:off x="660398" y="2459000"/>
              <a:ext cx="2832151" cy="1068456"/>
            </a:xfrm>
            <a:prstGeom prst="rect">
              <a:avLst/>
            </a:prstGeom>
            <a:noFill/>
          </p:spPr>
          <p:txBody>
            <a:bodyPr wrap="square" anchor="t" anchorCtr="0">
              <a:norm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200" dirty="0"/>
                <a:t>{vItem.item1_Desc}</a:t>
              </a: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E2D59266-451B-83D3-5413-6D606E9C6DC8}"/>
                </a:ext>
              </a:extLst>
            </p:cNvPr>
            <p:cNvSpPr txBox="1">
              <a:spLocks/>
            </p:cNvSpPr>
            <p:nvPr/>
          </p:nvSpPr>
          <p:spPr>
            <a:xfrm flipH="1">
              <a:off x="660398" y="1828537"/>
              <a:ext cx="2832153" cy="630463"/>
            </a:xfrm>
            <a:prstGeom prst="rect">
              <a:avLst/>
            </a:prstGeom>
            <a:noFill/>
          </p:spPr>
          <p:txBody>
            <a:bodyPr wrap="square" rtlCol="0" anchor="b" anchorCtr="0">
              <a:normAutofit/>
            </a:bodyPr>
            <a:lstStyle/>
            <a:p>
              <a:pPr algn="ctr"/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</a:p>
          </p:txBody>
        </p: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4B3D2451-8CDA-971C-4DB6-463A5C10B5CD}"/>
                </a:ext>
              </a:extLst>
            </p:cNvPr>
            <p:cNvSpPr/>
            <p:nvPr/>
          </p:nvSpPr>
          <p:spPr>
            <a:xfrm>
              <a:off x="4044756" y="1246412"/>
              <a:ext cx="2839884" cy="2281044"/>
            </a:xfrm>
            <a:prstGeom prst="roundRect">
              <a:avLst>
                <a:gd name="adj" fmla="val 9607"/>
              </a:avLst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1">
                      <a:alpha val="0"/>
                    </a:schemeClr>
                  </a:gs>
                  <a:gs pos="100000">
                    <a:schemeClr val="accent1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/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7E46B085-3835-CB6D-D6B6-26EC3C2468C2}"/>
                </a:ext>
              </a:extLst>
            </p:cNvPr>
            <p:cNvSpPr/>
            <p:nvPr/>
          </p:nvSpPr>
          <p:spPr>
            <a:xfrm>
              <a:off x="4167634" y="1144812"/>
              <a:ext cx="535258" cy="514350"/>
            </a:xfrm>
            <a:custGeom>
              <a:avLst/>
              <a:gdLst>
                <a:gd name="connsiteX0" fmla="*/ 0 w 535258"/>
                <a:gd name="connsiteY0" fmla="*/ 0 h 514350"/>
                <a:gd name="connsiteX1" fmla="*/ 535258 w 535258"/>
                <a:gd name="connsiteY1" fmla="*/ 0 h 514350"/>
                <a:gd name="connsiteX2" fmla="*/ 535258 w 535258"/>
                <a:gd name="connsiteY2" fmla="*/ 246721 h 514350"/>
                <a:gd name="connsiteX3" fmla="*/ 267629 w 535258"/>
                <a:gd name="connsiteY3" fmla="*/ 514350 h 514350"/>
                <a:gd name="connsiteX4" fmla="*/ 0 w 535258"/>
                <a:gd name="connsiteY4" fmla="*/ 246721 h 51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5258" h="514350">
                  <a:moveTo>
                    <a:pt x="0" y="0"/>
                  </a:moveTo>
                  <a:lnTo>
                    <a:pt x="535258" y="0"/>
                  </a:lnTo>
                  <a:lnTo>
                    <a:pt x="535258" y="246721"/>
                  </a:lnTo>
                  <a:cubicBezTo>
                    <a:pt x="535258" y="394528"/>
                    <a:pt x="415436" y="514350"/>
                    <a:pt x="267629" y="514350"/>
                  </a:cubicBezTo>
                  <a:cubicBezTo>
                    <a:pt x="119822" y="514350"/>
                    <a:pt x="0" y="394528"/>
                    <a:pt x="0" y="246721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400" b="1">
                <a:solidFill>
                  <a:srgbClr val="FFFFFF"/>
                </a:solidFill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B8493E1-CBF6-C521-F5E6-59AF114AAD81}"/>
                </a:ext>
              </a:extLst>
            </p:cNvPr>
            <p:cNvSpPr txBox="1">
              <a:spLocks/>
            </p:cNvSpPr>
            <p:nvPr/>
          </p:nvSpPr>
          <p:spPr>
            <a:xfrm flipH="1">
              <a:off x="4044753" y="2459000"/>
              <a:ext cx="2832151" cy="1068456"/>
            </a:xfrm>
            <a:prstGeom prst="rect">
              <a:avLst/>
            </a:prstGeom>
            <a:noFill/>
          </p:spPr>
          <p:txBody>
            <a:bodyPr wrap="square" anchor="t" anchorCtr="0">
              <a:norm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200" dirty="0"/>
                <a:t>{vItem.item1_Desc}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5A96F283-0CEC-95A4-2CCA-C0B624223570}"/>
                </a:ext>
              </a:extLst>
            </p:cNvPr>
            <p:cNvSpPr txBox="1">
              <a:spLocks/>
            </p:cNvSpPr>
            <p:nvPr/>
          </p:nvSpPr>
          <p:spPr>
            <a:xfrm flipH="1">
              <a:off x="4044753" y="1828537"/>
              <a:ext cx="2832153" cy="630463"/>
            </a:xfrm>
            <a:prstGeom prst="rect">
              <a:avLst/>
            </a:prstGeom>
            <a:noFill/>
          </p:spPr>
          <p:txBody>
            <a:bodyPr wrap="square" rtlCol="0" anchor="b" anchorCtr="0">
              <a:normAutofit/>
            </a:bodyPr>
            <a:lstStyle/>
            <a:p>
              <a:pPr algn="ctr"/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</a:p>
          </p:txBody>
        </p: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AD1A260C-5897-DF28-87BD-DB58466D9ED8}"/>
                </a:ext>
              </a:extLst>
            </p:cNvPr>
            <p:cNvSpPr/>
            <p:nvPr/>
          </p:nvSpPr>
          <p:spPr>
            <a:xfrm>
              <a:off x="660401" y="3853056"/>
              <a:ext cx="2839884" cy="2281044"/>
            </a:xfrm>
            <a:prstGeom prst="roundRect">
              <a:avLst>
                <a:gd name="adj" fmla="val 9607"/>
              </a:avLst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/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885E7A27-F174-0863-4A70-79BBCFD4F9C1}"/>
                </a:ext>
              </a:extLst>
            </p:cNvPr>
            <p:cNvSpPr/>
            <p:nvPr/>
          </p:nvSpPr>
          <p:spPr>
            <a:xfrm>
              <a:off x="783279" y="3751456"/>
              <a:ext cx="535258" cy="514350"/>
            </a:xfrm>
            <a:custGeom>
              <a:avLst/>
              <a:gdLst>
                <a:gd name="connsiteX0" fmla="*/ 0 w 535258"/>
                <a:gd name="connsiteY0" fmla="*/ 0 h 514350"/>
                <a:gd name="connsiteX1" fmla="*/ 535258 w 535258"/>
                <a:gd name="connsiteY1" fmla="*/ 0 h 514350"/>
                <a:gd name="connsiteX2" fmla="*/ 535258 w 535258"/>
                <a:gd name="connsiteY2" fmla="*/ 246721 h 514350"/>
                <a:gd name="connsiteX3" fmla="*/ 267629 w 535258"/>
                <a:gd name="connsiteY3" fmla="*/ 514350 h 514350"/>
                <a:gd name="connsiteX4" fmla="*/ 0 w 535258"/>
                <a:gd name="connsiteY4" fmla="*/ 246721 h 51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5258" h="514350">
                  <a:moveTo>
                    <a:pt x="0" y="0"/>
                  </a:moveTo>
                  <a:lnTo>
                    <a:pt x="535258" y="0"/>
                  </a:lnTo>
                  <a:lnTo>
                    <a:pt x="535258" y="246721"/>
                  </a:lnTo>
                  <a:cubicBezTo>
                    <a:pt x="535258" y="394528"/>
                    <a:pt x="415436" y="514350"/>
                    <a:pt x="267629" y="514350"/>
                  </a:cubicBezTo>
                  <a:cubicBezTo>
                    <a:pt x="119822" y="514350"/>
                    <a:pt x="0" y="394528"/>
                    <a:pt x="0" y="246721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400" b="1">
                <a:solidFill>
                  <a:srgbClr val="FFFFFF"/>
                </a:solidFill>
              </a:endParaRP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BE99576F-32AA-5125-AC8F-2641C32EDCDC}"/>
                </a:ext>
              </a:extLst>
            </p:cNvPr>
            <p:cNvSpPr txBox="1">
              <a:spLocks/>
            </p:cNvSpPr>
            <p:nvPr/>
          </p:nvSpPr>
          <p:spPr>
            <a:xfrm flipH="1">
              <a:off x="660398" y="5065644"/>
              <a:ext cx="2832151" cy="1068456"/>
            </a:xfrm>
            <a:prstGeom prst="rect">
              <a:avLst/>
            </a:prstGeom>
            <a:noFill/>
          </p:spPr>
          <p:txBody>
            <a:bodyPr wrap="square" anchor="t" anchorCtr="0">
              <a:norm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200" dirty="0"/>
                <a:t>{vItem.item1_Desc}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19F8262E-D10E-68F9-9D45-CE4100A7BF76}"/>
                </a:ext>
              </a:extLst>
            </p:cNvPr>
            <p:cNvSpPr txBox="1">
              <a:spLocks/>
            </p:cNvSpPr>
            <p:nvPr/>
          </p:nvSpPr>
          <p:spPr>
            <a:xfrm flipH="1">
              <a:off x="660398" y="4435181"/>
              <a:ext cx="2832153" cy="630463"/>
            </a:xfrm>
            <a:prstGeom prst="rect">
              <a:avLst/>
            </a:prstGeom>
            <a:noFill/>
          </p:spPr>
          <p:txBody>
            <a:bodyPr wrap="square" rtlCol="0" anchor="b" anchorCtr="0">
              <a:normAutofit/>
            </a:bodyPr>
            <a:lstStyle/>
            <a:p>
              <a:pPr algn="ctr"/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BF69EAE9-F531-DEF5-9B38-FC04A113A7F1}"/>
                </a:ext>
              </a:extLst>
            </p:cNvPr>
            <p:cNvSpPr/>
            <p:nvPr/>
          </p:nvSpPr>
          <p:spPr>
            <a:xfrm>
              <a:off x="4044756" y="3853056"/>
              <a:ext cx="2839884" cy="2281044"/>
            </a:xfrm>
            <a:prstGeom prst="roundRect">
              <a:avLst>
                <a:gd name="adj" fmla="val 9607"/>
              </a:avLst>
            </a:prstGeom>
            <a:gradFill flip="none" rotWithShape="1">
              <a:gsLst>
                <a:gs pos="24000">
                  <a:schemeClr val="bg1"/>
                </a:gs>
                <a:gs pos="100000">
                  <a:schemeClr val="bg1">
                    <a:alpha val="62000"/>
                  </a:schemeClr>
                </a:gs>
              </a:gsLst>
              <a:lin ang="5400000" scaled="1"/>
              <a:tileRect/>
            </a:gradFill>
            <a:ln w="38100">
              <a:gradFill flip="none" rotWithShape="1"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>
                      <a:alpha val="24000"/>
                    </a:schemeClr>
                  </a:gs>
                </a:gsLst>
                <a:lin ang="16200000" scaled="1"/>
                <a:tileRect/>
              </a:gradFill>
            </a:ln>
            <a:effectLst>
              <a:outerShdw blurRad="533400" dist="50800" dir="5400000" algn="ctr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endParaRPr lang="zh-CN" altLang="en-US"/>
            </a:p>
          </p:txBody>
        </p:sp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C3BB5242-DB35-96D0-1343-E905C15755E4}"/>
                </a:ext>
              </a:extLst>
            </p:cNvPr>
            <p:cNvSpPr/>
            <p:nvPr/>
          </p:nvSpPr>
          <p:spPr>
            <a:xfrm>
              <a:off x="4167634" y="3751456"/>
              <a:ext cx="535258" cy="514350"/>
            </a:xfrm>
            <a:custGeom>
              <a:avLst/>
              <a:gdLst>
                <a:gd name="connsiteX0" fmla="*/ 0 w 535258"/>
                <a:gd name="connsiteY0" fmla="*/ 0 h 514350"/>
                <a:gd name="connsiteX1" fmla="*/ 535258 w 535258"/>
                <a:gd name="connsiteY1" fmla="*/ 0 h 514350"/>
                <a:gd name="connsiteX2" fmla="*/ 535258 w 535258"/>
                <a:gd name="connsiteY2" fmla="*/ 246721 h 514350"/>
                <a:gd name="connsiteX3" fmla="*/ 267629 w 535258"/>
                <a:gd name="connsiteY3" fmla="*/ 514350 h 514350"/>
                <a:gd name="connsiteX4" fmla="*/ 0 w 535258"/>
                <a:gd name="connsiteY4" fmla="*/ 246721 h 51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5258" h="514350">
                  <a:moveTo>
                    <a:pt x="0" y="0"/>
                  </a:moveTo>
                  <a:lnTo>
                    <a:pt x="535258" y="0"/>
                  </a:lnTo>
                  <a:lnTo>
                    <a:pt x="535258" y="246721"/>
                  </a:lnTo>
                  <a:cubicBezTo>
                    <a:pt x="535258" y="394528"/>
                    <a:pt x="415436" y="514350"/>
                    <a:pt x="267629" y="514350"/>
                  </a:cubicBezTo>
                  <a:cubicBezTo>
                    <a:pt x="119822" y="514350"/>
                    <a:pt x="0" y="394528"/>
                    <a:pt x="0" y="246721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lin ang="2700000" scaled="1"/>
              <a:tileRect/>
            </a:gradFill>
            <a:ln w="25400">
              <a:noFill/>
            </a:ln>
            <a:effectLst>
              <a:outerShdw blurRad="127000" dist="63500" dir="2700000" algn="tl" rotWithShape="0">
                <a:schemeClr val="accent2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sz="2400" b="1">
                <a:solidFill>
                  <a:srgbClr val="FFFFFF"/>
                </a:solidFill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541A8A11-903D-E3D6-7D3E-E950065EF8BA}"/>
                </a:ext>
              </a:extLst>
            </p:cNvPr>
            <p:cNvSpPr txBox="1">
              <a:spLocks/>
            </p:cNvSpPr>
            <p:nvPr/>
          </p:nvSpPr>
          <p:spPr>
            <a:xfrm flipH="1">
              <a:off x="4044753" y="5065644"/>
              <a:ext cx="2832151" cy="1068456"/>
            </a:xfrm>
            <a:prstGeom prst="rect">
              <a:avLst/>
            </a:prstGeom>
            <a:noFill/>
          </p:spPr>
          <p:txBody>
            <a:bodyPr wrap="square" anchor="t" anchorCtr="0">
              <a:norm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sz="1200" dirty="0"/>
                <a:t>{vItem.item1_Desc}</a:t>
              </a: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29FCE4E5-F587-7CCC-1DF0-00E0E42E49C2}"/>
                </a:ext>
              </a:extLst>
            </p:cNvPr>
            <p:cNvSpPr txBox="1">
              <a:spLocks/>
            </p:cNvSpPr>
            <p:nvPr/>
          </p:nvSpPr>
          <p:spPr>
            <a:xfrm flipH="1">
              <a:off x="4044753" y="4435181"/>
              <a:ext cx="2832153" cy="630463"/>
            </a:xfrm>
            <a:prstGeom prst="rect">
              <a:avLst/>
            </a:prstGeom>
            <a:noFill/>
          </p:spPr>
          <p:txBody>
            <a:bodyPr wrap="square" rtlCol="0" anchor="b" anchorCtr="0">
              <a:normAutofit/>
            </a:bodyPr>
            <a:lstStyle/>
            <a:p>
              <a:pPr algn="ctr"/>
              <a:r>
                <a:rPr kumimoji="0" lang="en-US" altLang="zh-CN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{vItem.item1_Desc}</a:t>
              </a:r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EE4F2AF4-0CDD-A672-77E8-3B99B072A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职业规划指导</a:t>
            </a:r>
          </a:p>
        </p:txBody>
      </p:sp>
    </p:spTree>
    <p:extLst>
      <p:ext uri="{BB962C8B-B14F-4D97-AF65-F5344CB8AC3E}">
        <p14:creationId xmlns:p14="http://schemas.microsoft.com/office/powerpoint/2010/main" val="1438369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2AE61501-E8AE-435B-6198-D99093FE72B6}"/>
              </a:ext>
            </a:extLst>
          </p:cNvPr>
          <p:cNvGrpSpPr/>
          <p:nvPr/>
        </p:nvGrpSpPr>
        <p:grpSpPr>
          <a:xfrm>
            <a:off x="775205" y="1130300"/>
            <a:ext cx="10641591" cy="5035004"/>
            <a:chOff x="877308" y="1130300"/>
            <a:chExt cx="10641591" cy="5035004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FCA979AC-A2B2-EE32-92D4-71CD0823D5B9}"/>
                </a:ext>
              </a:extLst>
            </p:cNvPr>
            <p:cNvGrpSpPr/>
            <p:nvPr/>
          </p:nvGrpSpPr>
          <p:grpSpPr>
            <a:xfrm>
              <a:off x="877308" y="1241591"/>
              <a:ext cx="7328911" cy="4923713"/>
              <a:chOff x="877308" y="1241591"/>
              <a:chExt cx="7328911" cy="4923713"/>
            </a:xfrm>
          </p:grpSpPr>
          <p:sp>
            <p:nvSpPr>
              <p:cNvPr id="26" name="任意多边形: 形状 25">
                <a:extLst>
                  <a:ext uri="{FF2B5EF4-FFF2-40B4-BE49-F238E27FC236}">
                    <a16:creationId xmlns:a16="http://schemas.microsoft.com/office/drawing/2014/main" id="{3321A802-FD46-6509-B810-57E292FE4586}"/>
                  </a:ext>
                </a:extLst>
              </p:cNvPr>
              <p:cNvSpPr/>
              <p:nvPr/>
            </p:nvSpPr>
            <p:spPr bwMode="auto">
              <a:xfrm flipH="1">
                <a:off x="2006210" y="2800840"/>
                <a:ext cx="692494" cy="447015"/>
              </a:xfrm>
              <a:custGeom>
                <a:avLst/>
                <a:gdLst/>
                <a:ahLst/>
                <a:cxnLst>
                  <a:cxn ang="0">
                    <a:pos x="474" y="335"/>
                  </a:cxn>
                  <a:cxn ang="0">
                    <a:pos x="525" y="323"/>
                  </a:cxn>
                  <a:cxn ang="0">
                    <a:pos x="512" y="270"/>
                  </a:cxn>
                  <a:cxn ang="0">
                    <a:pos x="61" y="10"/>
                  </a:cxn>
                  <a:cxn ang="0">
                    <a:pos x="11" y="22"/>
                  </a:cxn>
                  <a:cxn ang="0">
                    <a:pos x="23" y="75"/>
                  </a:cxn>
                  <a:cxn ang="0">
                    <a:pos x="474" y="335"/>
                  </a:cxn>
                </a:cxnLst>
                <a:rect l="0" t="0" r="r" b="b"/>
                <a:pathLst>
                  <a:path w="535" h="345">
                    <a:moveTo>
                      <a:pt x="474" y="335"/>
                    </a:moveTo>
                    <a:cubicBezTo>
                      <a:pt x="492" y="345"/>
                      <a:pt x="514" y="341"/>
                      <a:pt x="525" y="323"/>
                    </a:cubicBezTo>
                    <a:cubicBezTo>
                      <a:pt x="535" y="305"/>
                      <a:pt x="530" y="281"/>
                      <a:pt x="512" y="270"/>
                    </a:cubicBezTo>
                    <a:cubicBezTo>
                      <a:pt x="61" y="10"/>
                      <a:pt x="61" y="10"/>
                      <a:pt x="61" y="10"/>
                    </a:cubicBezTo>
                    <a:cubicBezTo>
                      <a:pt x="43" y="0"/>
                      <a:pt x="21" y="5"/>
                      <a:pt x="11" y="22"/>
                    </a:cubicBezTo>
                    <a:cubicBezTo>
                      <a:pt x="0" y="40"/>
                      <a:pt x="5" y="64"/>
                      <a:pt x="23" y="75"/>
                    </a:cubicBezTo>
                    <a:lnTo>
                      <a:pt x="474" y="335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7" name="任意多边形: 形状 26">
                <a:extLst>
                  <a:ext uri="{FF2B5EF4-FFF2-40B4-BE49-F238E27FC236}">
                    <a16:creationId xmlns:a16="http://schemas.microsoft.com/office/drawing/2014/main" id="{6984C3B4-1527-C119-3AAD-4ACC06106A95}"/>
                  </a:ext>
                </a:extLst>
              </p:cNvPr>
              <p:cNvSpPr/>
              <p:nvPr/>
            </p:nvSpPr>
            <p:spPr bwMode="auto">
              <a:xfrm flipH="1">
                <a:off x="2078944" y="2925095"/>
                <a:ext cx="692494" cy="447015"/>
              </a:xfrm>
              <a:custGeom>
                <a:avLst/>
                <a:gdLst/>
                <a:ahLst/>
                <a:cxnLst>
                  <a:cxn ang="0">
                    <a:pos x="24" y="76"/>
                  </a:cxn>
                  <a:cxn ang="0">
                    <a:pos x="474" y="336"/>
                  </a:cxn>
                  <a:cxn ang="0">
                    <a:pos x="525" y="323"/>
                  </a:cxn>
                  <a:cxn ang="0">
                    <a:pos x="512" y="271"/>
                  </a:cxn>
                  <a:cxn ang="0">
                    <a:pos x="61" y="11"/>
                  </a:cxn>
                  <a:cxn ang="0">
                    <a:pos x="11" y="23"/>
                  </a:cxn>
                  <a:cxn ang="0">
                    <a:pos x="24" y="76"/>
                  </a:cxn>
                </a:cxnLst>
                <a:rect l="0" t="0" r="r" b="b"/>
                <a:pathLst>
                  <a:path w="535" h="346">
                    <a:moveTo>
                      <a:pt x="24" y="76"/>
                    </a:moveTo>
                    <a:cubicBezTo>
                      <a:pt x="474" y="336"/>
                      <a:pt x="474" y="336"/>
                      <a:pt x="474" y="336"/>
                    </a:cubicBezTo>
                    <a:cubicBezTo>
                      <a:pt x="492" y="346"/>
                      <a:pt x="514" y="341"/>
                      <a:pt x="525" y="323"/>
                    </a:cubicBezTo>
                    <a:cubicBezTo>
                      <a:pt x="535" y="306"/>
                      <a:pt x="530" y="281"/>
                      <a:pt x="512" y="271"/>
                    </a:cubicBezTo>
                    <a:cubicBezTo>
                      <a:pt x="61" y="11"/>
                      <a:pt x="61" y="11"/>
                      <a:pt x="61" y="11"/>
                    </a:cubicBezTo>
                    <a:cubicBezTo>
                      <a:pt x="43" y="0"/>
                      <a:pt x="21" y="5"/>
                      <a:pt x="11" y="23"/>
                    </a:cubicBezTo>
                    <a:cubicBezTo>
                      <a:pt x="0" y="41"/>
                      <a:pt x="6" y="65"/>
                      <a:pt x="24" y="76"/>
                    </a:cubicBez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8" name="任意多边形: 形状 27">
                <a:extLst>
                  <a:ext uri="{FF2B5EF4-FFF2-40B4-BE49-F238E27FC236}">
                    <a16:creationId xmlns:a16="http://schemas.microsoft.com/office/drawing/2014/main" id="{C79275D3-73A8-55B4-9D50-944DC442F150}"/>
                  </a:ext>
                </a:extLst>
              </p:cNvPr>
              <p:cNvSpPr/>
              <p:nvPr/>
            </p:nvSpPr>
            <p:spPr bwMode="auto">
              <a:xfrm flipH="1">
                <a:off x="2139557" y="3050865"/>
                <a:ext cx="1384988" cy="1962320"/>
              </a:xfrm>
              <a:custGeom>
                <a:avLst/>
                <a:gdLst/>
                <a:ahLst/>
                <a:cxnLst>
                  <a:cxn ang="0">
                    <a:pos x="1068" y="298"/>
                  </a:cxn>
                  <a:cxn ang="0">
                    <a:pos x="1058" y="284"/>
                  </a:cxn>
                  <a:cxn ang="0">
                    <a:pos x="1038" y="271"/>
                  </a:cxn>
                  <a:cxn ang="0">
                    <a:pos x="587" y="11"/>
                  </a:cxn>
                  <a:cxn ang="0">
                    <a:pos x="567" y="3"/>
                  </a:cxn>
                  <a:cxn ang="0">
                    <a:pos x="536" y="17"/>
                  </a:cxn>
                  <a:cxn ang="0">
                    <a:pos x="24" y="903"/>
                  </a:cxn>
                  <a:cxn ang="0">
                    <a:pos x="24" y="903"/>
                  </a:cxn>
                  <a:cxn ang="0">
                    <a:pos x="1" y="1456"/>
                  </a:cxn>
                  <a:cxn ang="0">
                    <a:pos x="29" y="1507"/>
                  </a:cxn>
                  <a:cxn ang="0">
                    <a:pos x="87" y="1506"/>
                  </a:cxn>
                  <a:cxn ang="0">
                    <a:pos x="554" y="1209"/>
                  </a:cxn>
                  <a:cxn ang="0">
                    <a:pos x="554" y="1209"/>
                  </a:cxn>
                  <a:cxn ang="0">
                    <a:pos x="1066" y="323"/>
                  </a:cxn>
                  <a:cxn ang="0">
                    <a:pos x="1069" y="304"/>
                  </a:cxn>
                  <a:cxn ang="0">
                    <a:pos x="1068" y="298"/>
                  </a:cxn>
                  <a:cxn ang="0">
                    <a:pos x="509" y="1167"/>
                  </a:cxn>
                  <a:cxn ang="0">
                    <a:pos x="509" y="1167"/>
                  </a:cxn>
                  <a:cxn ang="0">
                    <a:pos x="195" y="1367"/>
                  </a:cxn>
                  <a:cxn ang="0">
                    <a:pos x="194" y="1366"/>
                  </a:cxn>
                  <a:cxn ang="0">
                    <a:pos x="142" y="1310"/>
                  </a:cxn>
                  <a:cxn ang="0">
                    <a:pos x="68" y="1289"/>
                  </a:cxn>
                  <a:cxn ang="0">
                    <a:pos x="68" y="1289"/>
                  </a:cxn>
                  <a:cxn ang="0">
                    <a:pos x="83" y="921"/>
                  </a:cxn>
                  <a:cxn ang="0">
                    <a:pos x="83" y="921"/>
                  </a:cxn>
                  <a:cxn ang="0">
                    <a:pos x="87" y="914"/>
                  </a:cxn>
                  <a:cxn ang="0">
                    <a:pos x="87" y="914"/>
                  </a:cxn>
                  <a:cxn ang="0">
                    <a:pos x="229" y="896"/>
                  </a:cxn>
                  <a:cxn ang="0">
                    <a:pos x="237" y="898"/>
                  </a:cxn>
                  <a:cxn ang="0">
                    <a:pos x="241" y="905"/>
                  </a:cxn>
                  <a:cxn ang="0">
                    <a:pos x="255" y="1023"/>
                  </a:cxn>
                  <a:cxn ang="0">
                    <a:pos x="281" y="1063"/>
                  </a:cxn>
                  <a:cxn ang="0">
                    <a:pos x="281" y="1063"/>
                  </a:cxn>
                  <a:cxn ang="0">
                    <a:pos x="328" y="1067"/>
                  </a:cxn>
                  <a:cxn ang="0">
                    <a:pos x="446" y="1021"/>
                  </a:cxn>
                  <a:cxn ang="0">
                    <a:pos x="457" y="1025"/>
                  </a:cxn>
                  <a:cxn ang="0">
                    <a:pos x="513" y="1161"/>
                  </a:cxn>
                  <a:cxn ang="0">
                    <a:pos x="513" y="1161"/>
                  </a:cxn>
                  <a:cxn ang="0">
                    <a:pos x="509" y="1167"/>
                  </a:cxn>
                  <a:cxn ang="0">
                    <a:pos x="538" y="1117"/>
                  </a:cxn>
                  <a:cxn ang="0">
                    <a:pos x="538" y="1117"/>
                  </a:cxn>
                  <a:cxn ang="0">
                    <a:pos x="494" y="1010"/>
                  </a:cxn>
                  <a:cxn ang="0">
                    <a:pos x="432" y="984"/>
                  </a:cxn>
                  <a:cxn ang="0">
                    <a:pos x="314" y="1030"/>
                  </a:cxn>
                  <a:cxn ang="0">
                    <a:pos x="301" y="1029"/>
                  </a:cxn>
                  <a:cxn ang="0">
                    <a:pos x="294" y="1018"/>
                  </a:cxn>
                  <a:cxn ang="0">
                    <a:pos x="280" y="901"/>
                  </a:cxn>
                  <a:cxn ang="0">
                    <a:pos x="267" y="872"/>
                  </a:cxn>
                  <a:cxn ang="0">
                    <a:pos x="224" y="856"/>
                  </a:cxn>
                  <a:cxn ang="0">
                    <a:pos x="113" y="871"/>
                  </a:cxn>
                  <a:cxn ang="0">
                    <a:pos x="112" y="870"/>
                  </a:cxn>
                  <a:cxn ang="0">
                    <a:pos x="566" y="85"/>
                  </a:cxn>
                  <a:cxn ang="0">
                    <a:pos x="566" y="85"/>
                  </a:cxn>
                  <a:cxn ang="0">
                    <a:pos x="992" y="331"/>
                  </a:cxn>
                  <a:cxn ang="0">
                    <a:pos x="992" y="331"/>
                  </a:cxn>
                  <a:cxn ang="0">
                    <a:pos x="538" y="1117"/>
                  </a:cxn>
                </a:cxnLst>
                <a:rect l="0" t="0" r="r" b="b"/>
                <a:pathLst>
                  <a:path w="1070" h="1517">
                    <a:moveTo>
                      <a:pt x="1068" y="298"/>
                    </a:moveTo>
                    <a:cubicBezTo>
                      <a:pt x="1066" y="293"/>
                      <a:pt x="1063" y="288"/>
                      <a:pt x="1058" y="284"/>
                    </a:cubicBezTo>
                    <a:cubicBezTo>
                      <a:pt x="1053" y="280"/>
                      <a:pt x="1046" y="275"/>
                      <a:pt x="1038" y="271"/>
                    </a:cubicBezTo>
                    <a:cubicBezTo>
                      <a:pt x="587" y="11"/>
                      <a:pt x="587" y="11"/>
                      <a:pt x="587" y="11"/>
                    </a:cubicBezTo>
                    <a:cubicBezTo>
                      <a:pt x="580" y="6"/>
                      <a:pt x="573" y="4"/>
                      <a:pt x="567" y="3"/>
                    </a:cubicBezTo>
                    <a:cubicBezTo>
                      <a:pt x="555" y="0"/>
                      <a:pt x="542" y="6"/>
                      <a:pt x="536" y="17"/>
                    </a:cubicBezTo>
                    <a:cubicBezTo>
                      <a:pt x="24" y="903"/>
                      <a:pt x="24" y="903"/>
                      <a:pt x="24" y="903"/>
                    </a:cubicBezTo>
                    <a:cubicBezTo>
                      <a:pt x="24" y="903"/>
                      <a:pt x="24" y="903"/>
                      <a:pt x="24" y="903"/>
                    </a:cubicBezTo>
                    <a:cubicBezTo>
                      <a:pt x="1" y="1456"/>
                      <a:pt x="1" y="1456"/>
                      <a:pt x="1" y="1456"/>
                    </a:cubicBezTo>
                    <a:cubicBezTo>
                      <a:pt x="0" y="1477"/>
                      <a:pt x="11" y="1496"/>
                      <a:pt x="29" y="1507"/>
                    </a:cubicBezTo>
                    <a:cubicBezTo>
                      <a:pt x="47" y="1517"/>
                      <a:pt x="70" y="1517"/>
                      <a:pt x="87" y="1506"/>
                    </a:cubicBezTo>
                    <a:cubicBezTo>
                      <a:pt x="554" y="1209"/>
                      <a:pt x="554" y="1209"/>
                      <a:pt x="554" y="1209"/>
                    </a:cubicBezTo>
                    <a:cubicBezTo>
                      <a:pt x="554" y="1209"/>
                      <a:pt x="554" y="1209"/>
                      <a:pt x="554" y="1209"/>
                    </a:cubicBezTo>
                    <a:cubicBezTo>
                      <a:pt x="1066" y="323"/>
                      <a:pt x="1066" y="323"/>
                      <a:pt x="1066" y="323"/>
                    </a:cubicBezTo>
                    <a:cubicBezTo>
                      <a:pt x="1069" y="317"/>
                      <a:pt x="1070" y="311"/>
                      <a:pt x="1069" y="304"/>
                    </a:cubicBezTo>
                    <a:cubicBezTo>
                      <a:pt x="1069" y="302"/>
                      <a:pt x="1069" y="300"/>
                      <a:pt x="1068" y="298"/>
                    </a:cubicBezTo>
                    <a:close/>
                    <a:moveTo>
                      <a:pt x="509" y="1167"/>
                    </a:moveTo>
                    <a:cubicBezTo>
                      <a:pt x="509" y="1167"/>
                      <a:pt x="509" y="1167"/>
                      <a:pt x="509" y="1167"/>
                    </a:cubicBezTo>
                    <a:cubicBezTo>
                      <a:pt x="195" y="1367"/>
                      <a:pt x="195" y="1367"/>
                      <a:pt x="195" y="1367"/>
                    </a:cubicBezTo>
                    <a:cubicBezTo>
                      <a:pt x="194" y="1366"/>
                      <a:pt x="194" y="1366"/>
                      <a:pt x="194" y="1366"/>
                    </a:cubicBezTo>
                    <a:cubicBezTo>
                      <a:pt x="179" y="1342"/>
                      <a:pt x="158" y="1320"/>
                      <a:pt x="142" y="1310"/>
                    </a:cubicBezTo>
                    <a:cubicBezTo>
                      <a:pt x="124" y="1300"/>
                      <a:pt x="95" y="1292"/>
                      <a:pt x="68" y="1289"/>
                    </a:cubicBezTo>
                    <a:cubicBezTo>
                      <a:pt x="68" y="1289"/>
                      <a:pt x="68" y="1289"/>
                      <a:pt x="68" y="1289"/>
                    </a:cubicBezTo>
                    <a:cubicBezTo>
                      <a:pt x="83" y="921"/>
                      <a:pt x="83" y="921"/>
                      <a:pt x="83" y="921"/>
                    </a:cubicBezTo>
                    <a:cubicBezTo>
                      <a:pt x="83" y="921"/>
                      <a:pt x="83" y="921"/>
                      <a:pt x="83" y="921"/>
                    </a:cubicBezTo>
                    <a:cubicBezTo>
                      <a:pt x="87" y="914"/>
                      <a:pt x="87" y="914"/>
                      <a:pt x="87" y="914"/>
                    </a:cubicBezTo>
                    <a:cubicBezTo>
                      <a:pt x="87" y="914"/>
                      <a:pt x="87" y="914"/>
                      <a:pt x="87" y="914"/>
                    </a:cubicBezTo>
                    <a:cubicBezTo>
                      <a:pt x="229" y="896"/>
                      <a:pt x="229" y="896"/>
                      <a:pt x="229" y="896"/>
                    </a:cubicBezTo>
                    <a:cubicBezTo>
                      <a:pt x="233" y="896"/>
                      <a:pt x="235" y="897"/>
                      <a:pt x="237" y="898"/>
                    </a:cubicBezTo>
                    <a:cubicBezTo>
                      <a:pt x="238" y="899"/>
                      <a:pt x="240" y="901"/>
                      <a:pt x="241" y="905"/>
                    </a:cubicBezTo>
                    <a:cubicBezTo>
                      <a:pt x="255" y="1023"/>
                      <a:pt x="255" y="1023"/>
                      <a:pt x="255" y="1023"/>
                    </a:cubicBezTo>
                    <a:cubicBezTo>
                      <a:pt x="257" y="1040"/>
                      <a:pt x="266" y="1054"/>
                      <a:pt x="281" y="1063"/>
                    </a:cubicBezTo>
                    <a:cubicBezTo>
                      <a:pt x="281" y="1063"/>
                      <a:pt x="281" y="1063"/>
                      <a:pt x="281" y="1063"/>
                    </a:cubicBezTo>
                    <a:cubicBezTo>
                      <a:pt x="296" y="1072"/>
                      <a:pt x="313" y="1073"/>
                      <a:pt x="328" y="1067"/>
                    </a:cubicBezTo>
                    <a:cubicBezTo>
                      <a:pt x="446" y="1021"/>
                      <a:pt x="446" y="1021"/>
                      <a:pt x="446" y="1021"/>
                    </a:cubicBezTo>
                    <a:cubicBezTo>
                      <a:pt x="450" y="1019"/>
                      <a:pt x="455" y="1021"/>
                      <a:pt x="457" y="1025"/>
                    </a:cubicBezTo>
                    <a:cubicBezTo>
                      <a:pt x="513" y="1161"/>
                      <a:pt x="513" y="1161"/>
                      <a:pt x="513" y="1161"/>
                    </a:cubicBezTo>
                    <a:cubicBezTo>
                      <a:pt x="513" y="1161"/>
                      <a:pt x="513" y="1161"/>
                      <a:pt x="513" y="1161"/>
                    </a:cubicBezTo>
                    <a:lnTo>
                      <a:pt x="509" y="1167"/>
                    </a:lnTo>
                    <a:close/>
                    <a:moveTo>
                      <a:pt x="538" y="1117"/>
                    </a:moveTo>
                    <a:cubicBezTo>
                      <a:pt x="538" y="1117"/>
                      <a:pt x="538" y="1117"/>
                      <a:pt x="538" y="1117"/>
                    </a:cubicBezTo>
                    <a:cubicBezTo>
                      <a:pt x="494" y="1010"/>
                      <a:pt x="494" y="1010"/>
                      <a:pt x="494" y="1010"/>
                    </a:cubicBezTo>
                    <a:cubicBezTo>
                      <a:pt x="484" y="986"/>
                      <a:pt x="456" y="974"/>
                      <a:pt x="432" y="984"/>
                    </a:cubicBezTo>
                    <a:cubicBezTo>
                      <a:pt x="314" y="1030"/>
                      <a:pt x="314" y="1030"/>
                      <a:pt x="314" y="1030"/>
                    </a:cubicBezTo>
                    <a:cubicBezTo>
                      <a:pt x="308" y="1032"/>
                      <a:pt x="303" y="1030"/>
                      <a:pt x="301" y="1029"/>
                    </a:cubicBezTo>
                    <a:cubicBezTo>
                      <a:pt x="299" y="1027"/>
                      <a:pt x="295" y="1024"/>
                      <a:pt x="294" y="1018"/>
                    </a:cubicBezTo>
                    <a:cubicBezTo>
                      <a:pt x="280" y="901"/>
                      <a:pt x="280" y="901"/>
                      <a:pt x="280" y="901"/>
                    </a:cubicBezTo>
                    <a:cubicBezTo>
                      <a:pt x="279" y="891"/>
                      <a:pt x="275" y="880"/>
                      <a:pt x="267" y="872"/>
                    </a:cubicBezTo>
                    <a:cubicBezTo>
                      <a:pt x="256" y="860"/>
                      <a:pt x="240" y="854"/>
                      <a:pt x="224" y="856"/>
                    </a:cubicBezTo>
                    <a:cubicBezTo>
                      <a:pt x="113" y="871"/>
                      <a:pt x="113" y="871"/>
                      <a:pt x="113" y="871"/>
                    </a:cubicBezTo>
                    <a:cubicBezTo>
                      <a:pt x="112" y="871"/>
                      <a:pt x="112" y="871"/>
                      <a:pt x="112" y="870"/>
                    </a:cubicBezTo>
                    <a:cubicBezTo>
                      <a:pt x="566" y="85"/>
                      <a:pt x="566" y="85"/>
                      <a:pt x="566" y="85"/>
                    </a:cubicBezTo>
                    <a:cubicBezTo>
                      <a:pt x="566" y="85"/>
                      <a:pt x="566" y="85"/>
                      <a:pt x="566" y="85"/>
                    </a:cubicBezTo>
                    <a:cubicBezTo>
                      <a:pt x="992" y="331"/>
                      <a:pt x="992" y="331"/>
                      <a:pt x="992" y="331"/>
                    </a:cubicBezTo>
                    <a:cubicBezTo>
                      <a:pt x="992" y="331"/>
                      <a:pt x="992" y="331"/>
                      <a:pt x="992" y="331"/>
                    </a:cubicBezTo>
                    <a:lnTo>
                      <a:pt x="538" y="1117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9" name="任意多边形: 形状 28">
                <a:extLst>
                  <a:ext uri="{FF2B5EF4-FFF2-40B4-BE49-F238E27FC236}">
                    <a16:creationId xmlns:a16="http://schemas.microsoft.com/office/drawing/2014/main" id="{6BBA63EE-386B-C7E3-2A11-C50270E8AE2C}"/>
                  </a:ext>
                </a:extLst>
              </p:cNvPr>
              <p:cNvSpPr/>
              <p:nvPr/>
            </p:nvSpPr>
            <p:spPr bwMode="auto">
              <a:xfrm flipH="1">
                <a:off x="877308" y="1956815"/>
                <a:ext cx="245479" cy="133347"/>
              </a:xfrm>
              <a:custGeom>
                <a:avLst/>
                <a:gdLst/>
                <a:ahLst/>
                <a:cxnLst>
                  <a:cxn ang="0">
                    <a:pos x="33" y="33"/>
                  </a:cxn>
                  <a:cxn ang="0">
                    <a:pos x="5" y="76"/>
                  </a:cxn>
                  <a:cxn ang="0">
                    <a:pos x="51" y="99"/>
                  </a:cxn>
                  <a:cxn ang="0">
                    <a:pos x="155" y="71"/>
                  </a:cxn>
                  <a:cxn ang="0">
                    <a:pos x="184" y="28"/>
                  </a:cxn>
                  <a:cxn ang="0">
                    <a:pos x="138" y="5"/>
                  </a:cxn>
                  <a:cxn ang="0">
                    <a:pos x="33" y="33"/>
                  </a:cxn>
                </a:cxnLst>
                <a:rect l="0" t="0" r="r" b="b"/>
                <a:pathLst>
                  <a:path w="189" h="104">
                    <a:moveTo>
                      <a:pt x="33" y="33"/>
                    </a:moveTo>
                    <a:cubicBezTo>
                      <a:pt x="13" y="39"/>
                      <a:pt x="0" y="58"/>
                      <a:pt x="5" y="76"/>
                    </a:cubicBezTo>
                    <a:cubicBezTo>
                      <a:pt x="10" y="94"/>
                      <a:pt x="31" y="104"/>
                      <a:pt x="51" y="99"/>
                    </a:cubicBezTo>
                    <a:cubicBezTo>
                      <a:pt x="155" y="71"/>
                      <a:pt x="155" y="71"/>
                      <a:pt x="155" y="71"/>
                    </a:cubicBezTo>
                    <a:cubicBezTo>
                      <a:pt x="176" y="65"/>
                      <a:pt x="189" y="46"/>
                      <a:pt x="184" y="28"/>
                    </a:cubicBezTo>
                    <a:cubicBezTo>
                      <a:pt x="179" y="10"/>
                      <a:pt x="158" y="0"/>
                      <a:pt x="138" y="5"/>
                    </a:cubicBezTo>
                    <a:lnTo>
                      <a:pt x="33" y="33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 fontScale="250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0" name="任意多边形: 形状 29">
                <a:extLst>
                  <a:ext uri="{FF2B5EF4-FFF2-40B4-BE49-F238E27FC236}">
                    <a16:creationId xmlns:a16="http://schemas.microsoft.com/office/drawing/2014/main" id="{4D1BE3EA-685F-B8CC-0D14-C395184F0766}"/>
                  </a:ext>
                </a:extLst>
              </p:cNvPr>
              <p:cNvSpPr/>
              <p:nvPr/>
            </p:nvSpPr>
            <p:spPr bwMode="auto">
              <a:xfrm flipH="1">
                <a:off x="2077429" y="1241591"/>
                <a:ext cx="134862" cy="243964"/>
              </a:xfrm>
              <a:custGeom>
                <a:avLst/>
                <a:gdLst/>
                <a:ahLst/>
                <a:cxnLst>
                  <a:cxn ang="0">
                    <a:pos x="99" y="138"/>
                  </a:cxn>
                  <a:cxn ang="0">
                    <a:pos x="76" y="184"/>
                  </a:cxn>
                  <a:cxn ang="0">
                    <a:pos x="33" y="155"/>
                  </a:cxn>
                  <a:cxn ang="0">
                    <a:pos x="5" y="51"/>
                  </a:cxn>
                  <a:cxn ang="0">
                    <a:pos x="28" y="5"/>
                  </a:cxn>
                  <a:cxn ang="0">
                    <a:pos x="71" y="33"/>
                  </a:cxn>
                  <a:cxn ang="0">
                    <a:pos x="99" y="138"/>
                  </a:cxn>
                </a:cxnLst>
                <a:rect l="0" t="0" r="r" b="b"/>
                <a:pathLst>
                  <a:path w="104" h="189">
                    <a:moveTo>
                      <a:pt x="99" y="138"/>
                    </a:moveTo>
                    <a:cubicBezTo>
                      <a:pt x="104" y="158"/>
                      <a:pt x="94" y="179"/>
                      <a:pt x="76" y="184"/>
                    </a:cubicBezTo>
                    <a:cubicBezTo>
                      <a:pt x="58" y="189"/>
                      <a:pt x="39" y="176"/>
                      <a:pt x="33" y="155"/>
                    </a:cubicBezTo>
                    <a:cubicBezTo>
                      <a:pt x="5" y="51"/>
                      <a:pt x="5" y="51"/>
                      <a:pt x="5" y="51"/>
                    </a:cubicBezTo>
                    <a:cubicBezTo>
                      <a:pt x="0" y="31"/>
                      <a:pt x="10" y="10"/>
                      <a:pt x="28" y="5"/>
                    </a:cubicBezTo>
                    <a:cubicBezTo>
                      <a:pt x="46" y="0"/>
                      <a:pt x="65" y="13"/>
                      <a:pt x="71" y="33"/>
                    </a:cubicBezTo>
                    <a:lnTo>
                      <a:pt x="99" y="138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1" name="任意多边形: 形状 30">
                <a:extLst>
                  <a:ext uri="{FF2B5EF4-FFF2-40B4-BE49-F238E27FC236}">
                    <a16:creationId xmlns:a16="http://schemas.microsoft.com/office/drawing/2014/main" id="{4F94BBE8-5841-9A1B-0968-8D6382CD15DE}"/>
                  </a:ext>
                </a:extLst>
              </p:cNvPr>
              <p:cNvSpPr/>
              <p:nvPr/>
            </p:nvSpPr>
            <p:spPr bwMode="auto">
              <a:xfrm flipH="1">
                <a:off x="1616777" y="3026620"/>
                <a:ext cx="134862" cy="243964"/>
              </a:xfrm>
              <a:custGeom>
                <a:avLst/>
                <a:gdLst/>
                <a:ahLst/>
                <a:cxnLst>
                  <a:cxn ang="0">
                    <a:pos x="5" y="51"/>
                  </a:cxn>
                  <a:cxn ang="0">
                    <a:pos x="28" y="5"/>
                  </a:cxn>
                  <a:cxn ang="0">
                    <a:pos x="71" y="33"/>
                  </a:cxn>
                  <a:cxn ang="0">
                    <a:pos x="99" y="137"/>
                  </a:cxn>
                  <a:cxn ang="0">
                    <a:pos x="76" y="183"/>
                  </a:cxn>
                  <a:cxn ang="0">
                    <a:pos x="33" y="155"/>
                  </a:cxn>
                  <a:cxn ang="0">
                    <a:pos x="5" y="51"/>
                  </a:cxn>
                </a:cxnLst>
                <a:rect l="0" t="0" r="r" b="b"/>
                <a:pathLst>
                  <a:path w="104" h="188">
                    <a:moveTo>
                      <a:pt x="5" y="51"/>
                    </a:moveTo>
                    <a:cubicBezTo>
                      <a:pt x="0" y="30"/>
                      <a:pt x="10" y="10"/>
                      <a:pt x="28" y="5"/>
                    </a:cubicBezTo>
                    <a:cubicBezTo>
                      <a:pt x="46" y="0"/>
                      <a:pt x="65" y="13"/>
                      <a:pt x="71" y="33"/>
                    </a:cubicBezTo>
                    <a:cubicBezTo>
                      <a:pt x="99" y="137"/>
                      <a:pt x="99" y="137"/>
                      <a:pt x="99" y="137"/>
                    </a:cubicBezTo>
                    <a:cubicBezTo>
                      <a:pt x="104" y="158"/>
                      <a:pt x="94" y="179"/>
                      <a:pt x="76" y="183"/>
                    </a:cubicBezTo>
                    <a:cubicBezTo>
                      <a:pt x="58" y="188"/>
                      <a:pt x="39" y="175"/>
                      <a:pt x="33" y="155"/>
                    </a:cubicBezTo>
                    <a:lnTo>
                      <a:pt x="5" y="51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2" name="任意多边形: 形状 31">
                <a:extLst>
                  <a:ext uri="{FF2B5EF4-FFF2-40B4-BE49-F238E27FC236}">
                    <a16:creationId xmlns:a16="http://schemas.microsoft.com/office/drawing/2014/main" id="{CAD8B8F7-C6F6-B018-3F1B-56A5A7E1363F}"/>
                  </a:ext>
                </a:extLst>
              </p:cNvPr>
              <p:cNvSpPr/>
              <p:nvPr/>
            </p:nvSpPr>
            <p:spPr bwMode="auto">
              <a:xfrm flipH="1">
                <a:off x="2660821" y="2446258"/>
                <a:ext cx="245479" cy="136377"/>
              </a:xfrm>
              <a:custGeom>
                <a:avLst/>
                <a:gdLst/>
                <a:ahLst/>
                <a:cxnLst>
                  <a:cxn ang="0">
                    <a:pos x="155" y="72"/>
                  </a:cxn>
                  <a:cxn ang="0">
                    <a:pos x="184" y="29"/>
                  </a:cxn>
                  <a:cxn ang="0">
                    <a:pos x="138" y="6"/>
                  </a:cxn>
                  <a:cxn ang="0">
                    <a:pos x="34" y="34"/>
                  </a:cxn>
                  <a:cxn ang="0">
                    <a:pos x="5" y="77"/>
                  </a:cxn>
                  <a:cxn ang="0">
                    <a:pos x="51" y="99"/>
                  </a:cxn>
                  <a:cxn ang="0">
                    <a:pos x="155" y="72"/>
                  </a:cxn>
                </a:cxnLst>
                <a:rect l="0" t="0" r="r" b="b"/>
                <a:pathLst>
                  <a:path w="189" h="105">
                    <a:moveTo>
                      <a:pt x="155" y="72"/>
                    </a:moveTo>
                    <a:cubicBezTo>
                      <a:pt x="176" y="66"/>
                      <a:pt x="189" y="47"/>
                      <a:pt x="184" y="29"/>
                    </a:cubicBezTo>
                    <a:cubicBezTo>
                      <a:pt x="179" y="11"/>
                      <a:pt x="158" y="0"/>
                      <a:pt x="138" y="6"/>
                    </a:cubicBezTo>
                    <a:cubicBezTo>
                      <a:pt x="34" y="34"/>
                      <a:pt x="34" y="34"/>
                      <a:pt x="34" y="34"/>
                    </a:cubicBezTo>
                    <a:cubicBezTo>
                      <a:pt x="13" y="39"/>
                      <a:pt x="0" y="59"/>
                      <a:pt x="5" y="77"/>
                    </a:cubicBezTo>
                    <a:cubicBezTo>
                      <a:pt x="10" y="95"/>
                      <a:pt x="31" y="105"/>
                      <a:pt x="51" y="99"/>
                    </a:cubicBezTo>
                    <a:lnTo>
                      <a:pt x="155" y="72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 fontScale="250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3" name="任意多边形: 形状 32">
                <a:extLst>
                  <a:ext uri="{FF2B5EF4-FFF2-40B4-BE49-F238E27FC236}">
                    <a16:creationId xmlns:a16="http://schemas.microsoft.com/office/drawing/2014/main" id="{25A6655D-0BB4-A4E8-B984-F129DA1C69EC}"/>
                  </a:ext>
                </a:extLst>
              </p:cNvPr>
              <p:cNvSpPr/>
              <p:nvPr/>
            </p:nvSpPr>
            <p:spPr bwMode="auto">
              <a:xfrm flipH="1">
                <a:off x="1328869" y="1318872"/>
                <a:ext cx="174260" cy="231842"/>
              </a:xfrm>
              <a:custGeom>
                <a:avLst/>
                <a:gdLst/>
                <a:ahLst/>
                <a:cxnLst>
                  <a:cxn ang="0">
                    <a:pos x="10" y="119"/>
                  </a:cxn>
                  <a:cxn ang="0">
                    <a:pos x="21" y="170"/>
                  </a:cxn>
                  <a:cxn ang="0">
                    <a:pos x="69" y="153"/>
                  </a:cxn>
                  <a:cxn ang="0">
                    <a:pos x="123" y="60"/>
                  </a:cxn>
                  <a:cxn ang="0">
                    <a:pos x="113" y="9"/>
                  </a:cxn>
                  <a:cxn ang="0">
                    <a:pos x="64" y="26"/>
                  </a:cxn>
                  <a:cxn ang="0">
                    <a:pos x="10" y="119"/>
                  </a:cxn>
                </a:cxnLst>
                <a:rect l="0" t="0" r="r" b="b"/>
                <a:pathLst>
                  <a:path w="134" h="179">
                    <a:moveTo>
                      <a:pt x="10" y="119"/>
                    </a:moveTo>
                    <a:cubicBezTo>
                      <a:pt x="0" y="138"/>
                      <a:pt x="4" y="160"/>
                      <a:pt x="21" y="170"/>
                    </a:cubicBezTo>
                    <a:cubicBezTo>
                      <a:pt x="37" y="179"/>
                      <a:pt x="59" y="171"/>
                      <a:pt x="69" y="153"/>
                    </a:cubicBezTo>
                    <a:cubicBezTo>
                      <a:pt x="123" y="60"/>
                      <a:pt x="123" y="60"/>
                      <a:pt x="123" y="60"/>
                    </a:cubicBezTo>
                    <a:cubicBezTo>
                      <a:pt x="134" y="41"/>
                      <a:pt x="129" y="19"/>
                      <a:pt x="113" y="9"/>
                    </a:cubicBezTo>
                    <a:cubicBezTo>
                      <a:pt x="97" y="0"/>
                      <a:pt x="75" y="7"/>
                      <a:pt x="64" y="26"/>
                    </a:cubicBezTo>
                    <a:lnTo>
                      <a:pt x="10" y="119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4" name="任意多边形: 形状 33">
                <a:extLst>
                  <a:ext uri="{FF2B5EF4-FFF2-40B4-BE49-F238E27FC236}">
                    <a16:creationId xmlns:a16="http://schemas.microsoft.com/office/drawing/2014/main" id="{2E883619-7D83-0E2B-A8B7-00BB92F28420}"/>
                  </a:ext>
                </a:extLst>
              </p:cNvPr>
              <p:cNvSpPr/>
              <p:nvPr/>
            </p:nvSpPr>
            <p:spPr bwMode="auto">
              <a:xfrm flipH="1">
                <a:off x="2592633" y="1776494"/>
                <a:ext cx="231842" cy="172745"/>
              </a:xfrm>
              <a:custGeom>
                <a:avLst/>
                <a:gdLst/>
                <a:ahLst/>
                <a:cxnLst>
                  <a:cxn ang="0">
                    <a:pos x="59" y="11"/>
                  </a:cxn>
                  <a:cxn ang="0">
                    <a:pos x="9" y="21"/>
                  </a:cxn>
                  <a:cxn ang="0">
                    <a:pos x="25" y="69"/>
                  </a:cxn>
                  <a:cxn ang="0">
                    <a:pos x="119" y="123"/>
                  </a:cxn>
                  <a:cxn ang="0">
                    <a:pos x="169" y="113"/>
                  </a:cxn>
                  <a:cxn ang="0">
                    <a:pos x="153" y="65"/>
                  </a:cxn>
                  <a:cxn ang="0">
                    <a:pos x="59" y="11"/>
                  </a:cxn>
                </a:cxnLst>
                <a:rect l="0" t="0" r="r" b="b"/>
                <a:pathLst>
                  <a:path w="179" h="134">
                    <a:moveTo>
                      <a:pt x="59" y="11"/>
                    </a:moveTo>
                    <a:cubicBezTo>
                      <a:pt x="41" y="0"/>
                      <a:pt x="18" y="5"/>
                      <a:pt x="9" y="21"/>
                    </a:cubicBezTo>
                    <a:cubicBezTo>
                      <a:pt x="0" y="37"/>
                      <a:pt x="7" y="59"/>
                      <a:pt x="25" y="69"/>
                    </a:cubicBezTo>
                    <a:cubicBezTo>
                      <a:pt x="119" y="123"/>
                      <a:pt x="119" y="123"/>
                      <a:pt x="119" y="123"/>
                    </a:cubicBezTo>
                    <a:cubicBezTo>
                      <a:pt x="137" y="134"/>
                      <a:pt x="160" y="129"/>
                      <a:pt x="169" y="113"/>
                    </a:cubicBezTo>
                    <a:cubicBezTo>
                      <a:pt x="179" y="97"/>
                      <a:pt x="171" y="75"/>
                      <a:pt x="153" y="65"/>
                    </a:cubicBezTo>
                    <a:lnTo>
                      <a:pt x="59" y="11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 fontScale="325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5" name="任意多边形: 形状 34">
                <a:extLst>
                  <a:ext uri="{FF2B5EF4-FFF2-40B4-BE49-F238E27FC236}">
                    <a16:creationId xmlns:a16="http://schemas.microsoft.com/office/drawing/2014/main" id="{13583D0D-E169-B1A9-731F-CD7C5E5D1435}"/>
                  </a:ext>
                </a:extLst>
              </p:cNvPr>
              <p:cNvSpPr/>
              <p:nvPr/>
            </p:nvSpPr>
            <p:spPr bwMode="auto">
              <a:xfrm flipH="1">
                <a:off x="1042476" y="2672039"/>
                <a:ext cx="231842" cy="172745"/>
              </a:xfrm>
              <a:custGeom>
                <a:avLst/>
                <a:gdLst/>
                <a:ahLst/>
                <a:cxnLst>
                  <a:cxn ang="0">
                    <a:pos x="60" y="10"/>
                  </a:cxn>
                  <a:cxn ang="0">
                    <a:pos x="9" y="21"/>
                  </a:cxn>
                  <a:cxn ang="0">
                    <a:pos x="26" y="69"/>
                  </a:cxn>
                  <a:cxn ang="0">
                    <a:pos x="119" y="123"/>
                  </a:cxn>
                  <a:cxn ang="0">
                    <a:pos x="169" y="113"/>
                  </a:cxn>
                  <a:cxn ang="0">
                    <a:pos x="153" y="64"/>
                  </a:cxn>
                  <a:cxn ang="0">
                    <a:pos x="60" y="10"/>
                  </a:cxn>
                </a:cxnLst>
                <a:rect l="0" t="0" r="r" b="b"/>
                <a:pathLst>
                  <a:path w="179" h="134">
                    <a:moveTo>
                      <a:pt x="60" y="10"/>
                    </a:moveTo>
                    <a:cubicBezTo>
                      <a:pt x="41" y="0"/>
                      <a:pt x="19" y="4"/>
                      <a:pt x="9" y="21"/>
                    </a:cubicBezTo>
                    <a:cubicBezTo>
                      <a:pt x="0" y="37"/>
                      <a:pt x="7" y="59"/>
                      <a:pt x="26" y="69"/>
                    </a:cubicBezTo>
                    <a:cubicBezTo>
                      <a:pt x="119" y="123"/>
                      <a:pt x="119" y="123"/>
                      <a:pt x="119" y="123"/>
                    </a:cubicBezTo>
                    <a:cubicBezTo>
                      <a:pt x="137" y="134"/>
                      <a:pt x="160" y="129"/>
                      <a:pt x="169" y="113"/>
                    </a:cubicBezTo>
                    <a:cubicBezTo>
                      <a:pt x="179" y="97"/>
                      <a:pt x="171" y="75"/>
                      <a:pt x="153" y="64"/>
                    </a:cubicBezTo>
                    <a:lnTo>
                      <a:pt x="60" y="10"/>
                    </a:ln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 fontScale="325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36" name="任意多边形: 形状 35">
                <a:extLst>
                  <a:ext uri="{FF2B5EF4-FFF2-40B4-BE49-F238E27FC236}">
                    <a16:creationId xmlns:a16="http://schemas.microsoft.com/office/drawing/2014/main" id="{40BD2196-DE8E-C8E1-8FC7-3C49C283D998}"/>
                  </a:ext>
                </a:extLst>
              </p:cNvPr>
              <p:cNvSpPr/>
              <p:nvPr/>
            </p:nvSpPr>
            <p:spPr bwMode="auto">
              <a:xfrm flipH="1">
                <a:off x="1142486" y="1515861"/>
                <a:ext cx="1489544" cy="1624407"/>
              </a:xfrm>
              <a:custGeom>
                <a:avLst/>
                <a:gdLst/>
                <a:ahLst/>
                <a:cxnLst>
                  <a:cxn ang="0">
                    <a:pos x="510" y="1256"/>
                  </a:cxn>
                  <a:cxn ang="0">
                    <a:pos x="0" y="961"/>
                  </a:cxn>
                  <a:cxn ang="0">
                    <a:pos x="13" y="937"/>
                  </a:cxn>
                  <a:cxn ang="0">
                    <a:pos x="32" y="713"/>
                  </a:cxn>
                  <a:cxn ang="0">
                    <a:pos x="73" y="317"/>
                  </a:cxn>
                  <a:cxn ang="0">
                    <a:pos x="373" y="37"/>
                  </a:cxn>
                  <a:cxn ang="0">
                    <a:pos x="616" y="7"/>
                  </a:cxn>
                  <a:cxn ang="0">
                    <a:pos x="848" y="77"/>
                  </a:cxn>
                  <a:cxn ang="0">
                    <a:pos x="852" y="80"/>
                  </a:cxn>
                  <a:cxn ang="0">
                    <a:pos x="853" y="80"/>
                  </a:cxn>
                  <a:cxn ang="0">
                    <a:pos x="1029" y="245"/>
                  </a:cxn>
                  <a:cxn ang="0">
                    <a:pos x="1125" y="470"/>
                  </a:cxn>
                  <a:cxn ang="0">
                    <a:pos x="1032" y="870"/>
                  </a:cxn>
                  <a:cxn ang="0">
                    <a:pos x="710" y="1104"/>
                  </a:cxn>
                  <a:cxn ang="0">
                    <a:pos x="524" y="1232"/>
                  </a:cxn>
                  <a:cxn ang="0">
                    <a:pos x="510" y="1256"/>
                  </a:cxn>
                  <a:cxn ang="0">
                    <a:pos x="75" y="939"/>
                  </a:cxn>
                  <a:cxn ang="0">
                    <a:pos x="492" y="1180"/>
                  </a:cxn>
                  <a:cxn ang="0">
                    <a:pos x="686" y="1053"/>
                  </a:cxn>
                  <a:cxn ang="0">
                    <a:pos x="987" y="836"/>
                  </a:cxn>
                  <a:cxn ang="0">
                    <a:pos x="1069" y="481"/>
                  </a:cxn>
                  <a:cxn ang="0">
                    <a:pos x="824" y="128"/>
                  </a:cxn>
                  <a:cxn ang="0">
                    <a:pos x="820" y="126"/>
                  </a:cxn>
                  <a:cxn ang="0">
                    <a:pos x="392" y="90"/>
                  </a:cxn>
                  <a:cxn ang="0">
                    <a:pos x="125" y="339"/>
                  </a:cxn>
                  <a:cxn ang="0">
                    <a:pos x="88" y="708"/>
                  </a:cxn>
                  <a:cxn ang="0">
                    <a:pos x="75" y="939"/>
                  </a:cxn>
                </a:cxnLst>
                <a:rect l="0" t="0" r="r" b="b"/>
                <a:pathLst>
                  <a:path w="1152" h="1256">
                    <a:moveTo>
                      <a:pt x="510" y="1256"/>
                    </a:moveTo>
                    <a:cubicBezTo>
                      <a:pt x="0" y="961"/>
                      <a:pt x="0" y="961"/>
                      <a:pt x="0" y="961"/>
                    </a:cubicBezTo>
                    <a:cubicBezTo>
                      <a:pt x="13" y="937"/>
                      <a:pt x="13" y="937"/>
                      <a:pt x="13" y="937"/>
                    </a:cubicBezTo>
                    <a:cubicBezTo>
                      <a:pt x="46" y="877"/>
                      <a:pt x="40" y="801"/>
                      <a:pt x="32" y="713"/>
                    </a:cubicBezTo>
                    <a:cubicBezTo>
                      <a:pt x="23" y="604"/>
                      <a:pt x="11" y="468"/>
                      <a:pt x="73" y="317"/>
                    </a:cubicBezTo>
                    <a:cubicBezTo>
                      <a:pt x="128" y="184"/>
                      <a:pt x="234" y="85"/>
                      <a:pt x="373" y="37"/>
                    </a:cubicBezTo>
                    <a:cubicBezTo>
                      <a:pt x="449" y="10"/>
                      <a:pt x="533" y="0"/>
                      <a:pt x="616" y="7"/>
                    </a:cubicBezTo>
                    <a:cubicBezTo>
                      <a:pt x="699" y="14"/>
                      <a:pt x="779" y="38"/>
                      <a:pt x="848" y="77"/>
                    </a:cubicBezTo>
                    <a:cubicBezTo>
                      <a:pt x="852" y="80"/>
                      <a:pt x="852" y="80"/>
                      <a:pt x="852" y="80"/>
                    </a:cubicBezTo>
                    <a:cubicBezTo>
                      <a:pt x="853" y="80"/>
                      <a:pt x="853" y="80"/>
                      <a:pt x="853" y="80"/>
                    </a:cubicBezTo>
                    <a:cubicBezTo>
                      <a:pt x="920" y="120"/>
                      <a:pt x="981" y="177"/>
                      <a:pt x="1029" y="245"/>
                    </a:cubicBezTo>
                    <a:cubicBezTo>
                      <a:pt x="1076" y="313"/>
                      <a:pt x="1109" y="391"/>
                      <a:pt x="1125" y="470"/>
                    </a:cubicBezTo>
                    <a:cubicBezTo>
                      <a:pt x="1152" y="615"/>
                      <a:pt x="1119" y="757"/>
                      <a:pt x="1032" y="870"/>
                    </a:cubicBezTo>
                    <a:cubicBezTo>
                      <a:pt x="932" y="1000"/>
                      <a:pt x="809" y="1057"/>
                      <a:pt x="710" y="1104"/>
                    </a:cubicBezTo>
                    <a:cubicBezTo>
                      <a:pt x="629" y="1141"/>
                      <a:pt x="560" y="1174"/>
                      <a:pt x="524" y="1232"/>
                    </a:cubicBezTo>
                    <a:lnTo>
                      <a:pt x="510" y="1256"/>
                    </a:lnTo>
                    <a:close/>
                    <a:moveTo>
                      <a:pt x="75" y="939"/>
                    </a:moveTo>
                    <a:cubicBezTo>
                      <a:pt x="492" y="1180"/>
                      <a:pt x="492" y="1180"/>
                      <a:pt x="492" y="1180"/>
                    </a:cubicBezTo>
                    <a:cubicBezTo>
                      <a:pt x="538" y="1122"/>
                      <a:pt x="607" y="1090"/>
                      <a:pt x="686" y="1053"/>
                    </a:cubicBezTo>
                    <a:cubicBezTo>
                      <a:pt x="784" y="1007"/>
                      <a:pt x="896" y="955"/>
                      <a:pt x="987" y="836"/>
                    </a:cubicBezTo>
                    <a:cubicBezTo>
                      <a:pt x="1087" y="707"/>
                      <a:pt x="1087" y="572"/>
                      <a:pt x="1069" y="481"/>
                    </a:cubicBezTo>
                    <a:cubicBezTo>
                      <a:pt x="1042" y="337"/>
                      <a:pt x="948" y="201"/>
                      <a:pt x="824" y="128"/>
                    </a:cubicBezTo>
                    <a:cubicBezTo>
                      <a:pt x="820" y="126"/>
                      <a:pt x="820" y="126"/>
                      <a:pt x="820" y="126"/>
                    </a:cubicBezTo>
                    <a:cubicBezTo>
                      <a:pt x="695" y="55"/>
                      <a:pt x="530" y="41"/>
                      <a:pt x="392" y="90"/>
                    </a:cubicBezTo>
                    <a:cubicBezTo>
                      <a:pt x="304" y="120"/>
                      <a:pt x="187" y="188"/>
                      <a:pt x="125" y="339"/>
                    </a:cubicBezTo>
                    <a:cubicBezTo>
                      <a:pt x="68" y="477"/>
                      <a:pt x="79" y="600"/>
                      <a:pt x="88" y="708"/>
                    </a:cubicBezTo>
                    <a:cubicBezTo>
                      <a:pt x="96" y="795"/>
                      <a:pt x="102" y="871"/>
                      <a:pt x="75" y="939"/>
                    </a:cubicBezTo>
                    <a:close/>
                  </a:path>
                </a:pathLst>
              </a:custGeom>
              <a:solidFill>
                <a:schemeClr val="tx2">
                  <a:alpha val="50000"/>
                </a:schemeClr>
              </a:solidFill>
              <a:ln w="9525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7" name="任意多边形: 形状 36">
                <a:extLst>
                  <a:ext uri="{FF2B5EF4-FFF2-40B4-BE49-F238E27FC236}">
                    <a16:creationId xmlns:a16="http://schemas.microsoft.com/office/drawing/2014/main" id="{3EDCB60B-481F-8B6E-3F8A-BF6B3C608350}"/>
                  </a:ext>
                </a:extLst>
              </p:cNvPr>
              <p:cNvSpPr/>
              <p:nvPr/>
            </p:nvSpPr>
            <p:spPr bwMode="auto">
              <a:xfrm flipH="1">
                <a:off x="1286440" y="1799223"/>
                <a:ext cx="481867" cy="553086"/>
              </a:xfrm>
              <a:custGeom>
                <a:avLst/>
                <a:gdLst/>
                <a:ahLst/>
                <a:cxnLst>
                  <a:cxn ang="0">
                    <a:pos x="90" y="42"/>
                  </a:cxn>
                  <a:cxn ang="0">
                    <a:pos x="16" y="171"/>
                  </a:cxn>
                  <a:cxn ang="0">
                    <a:pos x="15" y="174"/>
                  </a:cxn>
                  <a:cxn ang="0">
                    <a:pos x="4" y="267"/>
                  </a:cxn>
                  <a:cxn ang="0">
                    <a:pos x="40" y="375"/>
                  </a:cxn>
                  <a:cxn ang="0">
                    <a:pos x="44" y="375"/>
                  </a:cxn>
                  <a:cxn ang="0">
                    <a:pos x="112" y="379"/>
                  </a:cxn>
                  <a:cxn ang="0">
                    <a:pos x="149" y="332"/>
                  </a:cxn>
                  <a:cxn ang="0">
                    <a:pos x="149" y="331"/>
                  </a:cxn>
                  <a:cxn ang="0">
                    <a:pos x="148" y="330"/>
                  </a:cxn>
                  <a:cxn ang="0">
                    <a:pos x="131" y="312"/>
                  </a:cxn>
                  <a:cxn ang="0">
                    <a:pos x="134" y="301"/>
                  </a:cxn>
                  <a:cxn ang="0">
                    <a:pos x="145" y="304"/>
                  </a:cxn>
                  <a:cxn ang="0">
                    <a:pos x="192" y="323"/>
                  </a:cxn>
                  <a:cxn ang="0">
                    <a:pos x="202" y="327"/>
                  </a:cxn>
                  <a:cxn ang="0">
                    <a:pos x="197" y="337"/>
                  </a:cxn>
                  <a:cxn ang="0">
                    <a:pos x="171" y="340"/>
                  </a:cxn>
                  <a:cxn ang="0">
                    <a:pos x="137" y="391"/>
                  </a:cxn>
                  <a:cxn ang="0">
                    <a:pos x="254" y="416"/>
                  </a:cxn>
                  <a:cxn ang="0">
                    <a:pos x="319" y="366"/>
                  </a:cxn>
                  <a:cxn ang="0">
                    <a:pos x="320" y="365"/>
                  </a:cxn>
                  <a:cxn ang="0">
                    <a:pos x="312" y="237"/>
                  </a:cxn>
                  <a:cxn ang="0">
                    <a:pos x="306" y="232"/>
                  </a:cxn>
                  <a:cxn ang="0">
                    <a:pos x="307" y="226"/>
                  </a:cxn>
                  <a:cxn ang="0">
                    <a:pos x="247" y="115"/>
                  </a:cxn>
                  <a:cxn ang="0">
                    <a:pos x="227" y="149"/>
                  </a:cxn>
                  <a:cxn ang="0">
                    <a:pos x="180" y="179"/>
                  </a:cxn>
                  <a:cxn ang="0">
                    <a:pos x="108" y="171"/>
                  </a:cxn>
                  <a:cxn ang="0">
                    <a:pos x="106" y="171"/>
                  </a:cxn>
                  <a:cxn ang="0">
                    <a:pos x="104" y="169"/>
                  </a:cxn>
                  <a:cxn ang="0">
                    <a:pos x="85" y="182"/>
                  </a:cxn>
                  <a:cxn ang="0">
                    <a:pos x="78" y="181"/>
                  </a:cxn>
                  <a:cxn ang="0">
                    <a:pos x="75" y="178"/>
                  </a:cxn>
                  <a:cxn ang="0">
                    <a:pos x="79" y="168"/>
                  </a:cxn>
                  <a:cxn ang="0">
                    <a:pos x="106" y="126"/>
                  </a:cxn>
                  <a:cxn ang="0">
                    <a:pos x="114" y="118"/>
                  </a:cxn>
                  <a:cxn ang="0">
                    <a:pos x="122" y="125"/>
                  </a:cxn>
                  <a:cxn ang="0">
                    <a:pos x="118" y="150"/>
                  </a:cxn>
                  <a:cxn ang="0">
                    <a:pos x="210" y="134"/>
                  </a:cxn>
                  <a:cxn ang="0">
                    <a:pos x="229" y="96"/>
                  </a:cxn>
                  <a:cxn ang="0">
                    <a:pos x="192" y="14"/>
                  </a:cxn>
                  <a:cxn ang="0">
                    <a:pos x="164" y="4"/>
                  </a:cxn>
                  <a:cxn ang="0">
                    <a:pos x="110" y="18"/>
                  </a:cxn>
                  <a:cxn ang="0">
                    <a:pos x="90" y="42"/>
                  </a:cxn>
                </a:cxnLst>
                <a:rect l="0" t="0" r="r" b="b"/>
                <a:pathLst>
                  <a:path w="372" h="428">
                    <a:moveTo>
                      <a:pt x="90" y="42"/>
                    </a:moveTo>
                    <a:cubicBezTo>
                      <a:pt x="16" y="171"/>
                      <a:pt x="16" y="171"/>
                      <a:pt x="16" y="171"/>
                    </a:cubicBezTo>
                    <a:cubicBezTo>
                      <a:pt x="16" y="172"/>
                      <a:pt x="16" y="173"/>
                      <a:pt x="15" y="174"/>
                    </a:cubicBezTo>
                    <a:cubicBezTo>
                      <a:pt x="15" y="175"/>
                      <a:pt x="0" y="215"/>
                      <a:pt x="4" y="267"/>
                    </a:cubicBezTo>
                    <a:cubicBezTo>
                      <a:pt x="6" y="307"/>
                      <a:pt x="19" y="343"/>
                      <a:pt x="40" y="375"/>
                    </a:cubicBezTo>
                    <a:cubicBezTo>
                      <a:pt x="42" y="375"/>
                      <a:pt x="43" y="375"/>
                      <a:pt x="44" y="375"/>
                    </a:cubicBezTo>
                    <a:cubicBezTo>
                      <a:pt x="71" y="387"/>
                      <a:pt x="93" y="388"/>
                      <a:pt x="112" y="379"/>
                    </a:cubicBezTo>
                    <a:cubicBezTo>
                      <a:pt x="139" y="366"/>
                      <a:pt x="149" y="333"/>
                      <a:pt x="149" y="332"/>
                    </a:cubicBezTo>
                    <a:cubicBezTo>
                      <a:pt x="149" y="332"/>
                      <a:pt x="149" y="332"/>
                      <a:pt x="149" y="331"/>
                    </a:cubicBezTo>
                    <a:cubicBezTo>
                      <a:pt x="149" y="331"/>
                      <a:pt x="148" y="331"/>
                      <a:pt x="148" y="330"/>
                    </a:cubicBezTo>
                    <a:cubicBezTo>
                      <a:pt x="137" y="322"/>
                      <a:pt x="131" y="312"/>
                      <a:pt x="131" y="312"/>
                    </a:cubicBezTo>
                    <a:cubicBezTo>
                      <a:pt x="129" y="308"/>
                      <a:pt x="130" y="303"/>
                      <a:pt x="134" y="301"/>
                    </a:cubicBezTo>
                    <a:cubicBezTo>
                      <a:pt x="138" y="299"/>
                      <a:pt x="142" y="300"/>
                      <a:pt x="145" y="304"/>
                    </a:cubicBezTo>
                    <a:cubicBezTo>
                      <a:pt x="145" y="305"/>
                      <a:pt x="162" y="334"/>
                      <a:pt x="192" y="323"/>
                    </a:cubicBezTo>
                    <a:cubicBezTo>
                      <a:pt x="196" y="321"/>
                      <a:pt x="200" y="323"/>
                      <a:pt x="202" y="327"/>
                    </a:cubicBezTo>
                    <a:cubicBezTo>
                      <a:pt x="203" y="331"/>
                      <a:pt x="201" y="336"/>
                      <a:pt x="197" y="337"/>
                    </a:cubicBezTo>
                    <a:cubicBezTo>
                      <a:pt x="188" y="341"/>
                      <a:pt x="179" y="342"/>
                      <a:pt x="171" y="340"/>
                    </a:cubicBezTo>
                    <a:cubicBezTo>
                      <a:pt x="168" y="348"/>
                      <a:pt x="159" y="373"/>
                      <a:pt x="137" y="391"/>
                    </a:cubicBezTo>
                    <a:cubicBezTo>
                      <a:pt x="171" y="421"/>
                      <a:pt x="223" y="428"/>
                      <a:pt x="254" y="416"/>
                    </a:cubicBezTo>
                    <a:cubicBezTo>
                      <a:pt x="298" y="400"/>
                      <a:pt x="319" y="366"/>
                      <a:pt x="319" y="366"/>
                    </a:cubicBezTo>
                    <a:cubicBezTo>
                      <a:pt x="320" y="365"/>
                      <a:pt x="320" y="365"/>
                      <a:pt x="320" y="365"/>
                    </a:cubicBezTo>
                    <a:cubicBezTo>
                      <a:pt x="372" y="283"/>
                      <a:pt x="314" y="238"/>
                      <a:pt x="312" y="237"/>
                    </a:cubicBezTo>
                    <a:cubicBezTo>
                      <a:pt x="306" y="232"/>
                      <a:pt x="306" y="232"/>
                      <a:pt x="306" y="232"/>
                    </a:cubicBezTo>
                    <a:cubicBezTo>
                      <a:pt x="307" y="226"/>
                      <a:pt x="307" y="226"/>
                      <a:pt x="307" y="226"/>
                    </a:cubicBezTo>
                    <a:cubicBezTo>
                      <a:pt x="316" y="167"/>
                      <a:pt x="272" y="131"/>
                      <a:pt x="247" y="115"/>
                    </a:cubicBezTo>
                    <a:cubicBezTo>
                      <a:pt x="244" y="125"/>
                      <a:pt x="237" y="137"/>
                      <a:pt x="227" y="149"/>
                    </a:cubicBezTo>
                    <a:cubicBezTo>
                      <a:pt x="214" y="164"/>
                      <a:pt x="198" y="174"/>
                      <a:pt x="180" y="179"/>
                    </a:cubicBezTo>
                    <a:cubicBezTo>
                      <a:pt x="158" y="185"/>
                      <a:pt x="133" y="182"/>
                      <a:pt x="108" y="171"/>
                    </a:cubicBezTo>
                    <a:cubicBezTo>
                      <a:pt x="107" y="171"/>
                      <a:pt x="107" y="171"/>
                      <a:pt x="106" y="171"/>
                    </a:cubicBezTo>
                    <a:cubicBezTo>
                      <a:pt x="106" y="170"/>
                      <a:pt x="105" y="170"/>
                      <a:pt x="104" y="169"/>
                    </a:cubicBezTo>
                    <a:cubicBezTo>
                      <a:pt x="95" y="178"/>
                      <a:pt x="86" y="182"/>
                      <a:pt x="85" y="182"/>
                    </a:cubicBezTo>
                    <a:cubicBezTo>
                      <a:pt x="83" y="183"/>
                      <a:pt x="81" y="183"/>
                      <a:pt x="78" y="181"/>
                    </a:cubicBezTo>
                    <a:cubicBezTo>
                      <a:pt x="77" y="181"/>
                      <a:pt x="76" y="179"/>
                      <a:pt x="75" y="178"/>
                    </a:cubicBezTo>
                    <a:cubicBezTo>
                      <a:pt x="74" y="174"/>
                      <a:pt x="75" y="169"/>
                      <a:pt x="79" y="168"/>
                    </a:cubicBezTo>
                    <a:cubicBezTo>
                      <a:pt x="81" y="167"/>
                      <a:pt x="108" y="155"/>
                      <a:pt x="106" y="126"/>
                    </a:cubicBezTo>
                    <a:cubicBezTo>
                      <a:pt x="106" y="122"/>
                      <a:pt x="109" y="118"/>
                      <a:pt x="114" y="118"/>
                    </a:cubicBezTo>
                    <a:cubicBezTo>
                      <a:pt x="118" y="118"/>
                      <a:pt x="122" y="121"/>
                      <a:pt x="122" y="125"/>
                    </a:cubicBezTo>
                    <a:cubicBezTo>
                      <a:pt x="123" y="135"/>
                      <a:pt x="121" y="143"/>
                      <a:pt x="118" y="150"/>
                    </a:cubicBezTo>
                    <a:cubicBezTo>
                      <a:pt x="167" y="171"/>
                      <a:pt x="196" y="149"/>
                      <a:pt x="210" y="134"/>
                    </a:cubicBezTo>
                    <a:cubicBezTo>
                      <a:pt x="224" y="117"/>
                      <a:pt x="229" y="97"/>
                      <a:pt x="229" y="96"/>
                    </a:cubicBezTo>
                    <a:cubicBezTo>
                      <a:pt x="236" y="63"/>
                      <a:pt x="221" y="31"/>
                      <a:pt x="192" y="14"/>
                    </a:cubicBezTo>
                    <a:cubicBezTo>
                      <a:pt x="183" y="10"/>
                      <a:pt x="174" y="6"/>
                      <a:pt x="164" y="4"/>
                    </a:cubicBezTo>
                    <a:cubicBezTo>
                      <a:pt x="145" y="0"/>
                      <a:pt x="127" y="5"/>
                      <a:pt x="110" y="18"/>
                    </a:cubicBezTo>
                    <a:cubicBezTo>
                      <a:pt x="97" y="29"/>
                      <a:pt x="90" y="42"/>
                      <a:pt x="90" y="42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8" name="任意多边形: 形状 37">
                <a:extLst>
                  <a:ext uri="{FF2B5EF4-FFF2-40B4-BE49-F238E27FC236}">
                    <a16:creationId xmlns:a16="http://schemas.microsoft.com/office/drawing/2014/main" id="{3D9EC520-6478-7A71-8CE1-E54CB5F9831D}"/>
                  </a:ext>
                </a:extLst>
              </p:cNvPr>
              <p:cNvSpPr/>
              <p:nvPr/>
            </p:nvSpPr>
            <p:spPr bwMode="auto">
              <a:xfrm flipH="1">
                <a:off x="1337961" y="2099254"/>
                <a:ext cx="722800" cy="666734"/>
              </a:xfrm>
              <a:custGeom>
                <a:avLst/>
                <a:gdLst/>
                <a:ahLst/>
                <a:cxnLst>
                  <a:cxn ang="0">
                    <a:pos x="362" y="381"/>
                  </a:cxn>
                  <a:cxn ang="0">
                    <a:pos x="272" y="324"/>
                  </a:cxn>
                  <a:cxn ang="0">
                    <a:pos x="187" y="270"/>
                  </a:cxn>
                  <a:cxn ang="0">
                    <a:pos x="206" y="257"/>
                  </a:cxn>
                  <a:cxn ang="0">
                    <a:pos x="310" y="296"/>
                  </a:cxn>
                  <a:cxn ang="0">
                    <a:pos x="325" y="302"/>
                  </a:cxn>
                  <a:cxn ang="0">
                    <a:pos x="409" y="373"/>
                  </a:cxn>
                  <a:cxn ang="0">
                    <a:pos x="464" y="367"/>
                  </a:cxn>
                  <a:cxn ang="0">
                    <a:pos x="513" y="267"/>
                  </a:cxn>
                  <a:cxn ang="0">
                    <a:pos x="518" y="254"/>
                  </a:cxn>
                  <a:cxn ang="0">
                    <a:pos x="488" y="206"/>
                  </a:cxn>
                  <a:cxn ang="0">
                    <a:pos x="370" y="192"/>
                  </a:cxn>
                  <a:cxn ang="0">
                    <a:pos x="294" y="175"/>
                  </a:cxn>
                  <a:cxn ang="0">
                    <a:pos x="330" y="218"/>
                  </a:cxn>
                  <a:cxn ang="0">
                    <a:pos x="313" y="221"/>
                  </a:cxn>
                  <a:cxn ang="0">
                    <a:pos x="206" y="36"/>
                  </a:cxn>
                  <a:cxn ang="0">
                    <a:pos x="34" y="300"/>
                  </a:cxn>
                  <a:cxn ang="0">
                    <a:pos x="24" y="452"/>
                  </a:cxn>
                  <a:cxn ang="0">
                    <a:pos x="67" y="488"/>
                  </a:cxn>
                  <a:cxn ang="0">
                    <a:pos x="182" y="495"/>
                  </a:cxn>
                  <a:cxn ang="0">
                    <a:pos x="188" y="492"/>
                  </a:cxn>
                  <a:cxn ang="0">
                    <a:pos x="251" y="369"/>
                  </a:cxn>
                  <a:cxn ang="0">
                    <a:pos x="208" y="383"/>
                  </a:cxn>
                  <a:cxn ang="0">
                    <a:pos x="202" y="374"/>
                  </a:cxn>
                  <a:cxn ang="0">
                    <a:pos x="227" y="366"/>
                  </a:cxn>
                  <a:cxn ang="0">
                    <a:pos x="258" y="336"/>
                  </a:cxn>
                  <a:cxn ang="0">
                    <a:pos x="270" y="346"/>
                  </a:cxn>
                  <a:cxn ang="0">
                    <a:pos x="215" y="502"/>
                  </a:cxn>
                  <a:cxn ang="0">
                    <a:pos x="345" y="463"/>
                  </a:cxn>
                  <a:cxn ang="0">
                    <a:pos x="365" y="414"/>
                  </a:cxn>
                  <a:cxn ang="0">
                    <a:pos x="388" y="414"/>
                  </a:cxn>
                  <a:cxn ang="0">
                    <a:pos x="426" y="416"/>
                  </a:cxn>
                  <a:cxn ang="0">
                    <a:pos x="406" y="396"/>
                  </a:cxn>
                </a:cxnLst>
                <a:rect l="0" t="0" r="r" b="b"/>
                <a:pathLst>
                  <a:path w="559" h="516">
                    <a:moveTo>
                      <a:pt x="406" y="396"/>
                    </a:moveTo>
                    <a:cubicBezTo>
                      <a:pt x="393" y="394"/>
                      <a:pt x="377" y="390"/>
                      <a:pt x="362" y="381"/>
                    </a:cubicBezTo>
                    <a:cubicBezTo>
                      <a:pt x="342" y="370"/>
                      <a:pt x="323" y="351"/>
                      <a:pt x="308" y="321"/>
                    </a:cubicBezTo>
                    <a:cubicBezTo>
                      <a:pt x="300" y="323"/>
                      <a:pt x="287" y="325"/>
                      <a:pt x="272" y="324"/>
                    </a:cubicBezTo>
                    <a:cubicBezTo>
                      <a:pt x="260" y="323"/>
                      <a:pt x="244" y="320"/>
                      <a:pt x="228" y="311"/>
                    </a:cubicBezTo>
                    <a:cubicBezTo>
                      <a:pt x="214" y="303"/>
                      <a:pt x="199" y="290"/>
                      <a:pt x="187" y="270"/>
                    </a:cubicBezTo>
                    <a:cubicBezTo>
                      <a:pt x="183" y="264"/>
                      <a:pt x="185" y="257"/>
                      <a:pt x="190" y="254"/>
                    </a:cubicBezTo>
                    <a:cubicBezTo>
                      <a:pt x="196" y="250"/>
                      <a:pt x="203" y="252"/>
                      <a:pt x="206" y="257"/>
                    </a:cubicBezTo>
                    <a:cubicBezTo>
                      <a:pt x="243" y="315"/>
                      <a:pt x="295" y="301"/>
                      <a:pt x="308" y="297"/>
                    </a:cubicBezTo>
                    <a:cubicBezTo>
                      <a:pt x="308" y="296"/>
                      <a:pt x="309" y="296"/>
                      <a:pt x="310" y="296"/>
                    </a:cubicBezTo>
                    <a:cubicBezTo>
                      <a:pt x="313" y="294"/>
                      <a:pt x="316" y="294"/>
                      <a:pt x="319" y="296"/>
                    </a:cubicBezTo>
                    <a:cubicBezTo>
                      <a:pt x="322" y="297"/>
                      <a:pt x="324" y="299"/>
                      <a:pt x="325" y="302"/>
                    </a:cubicBezTo>
                    <a:cubicBezTo>
                      <a:pt x="326" y="303"/>
                      <a:pt x="326" y="303"/>
                      <a:pt x="326" y="304"/>
                    </a:cubicBezTo>
                    <a:cubicBezTo>
                      <a:pt x="344" y="345"/>
                      <a:pt x="372" y="368"/>
                      <a:pt x="409" y="373"/>
                    </a:cubicBezTo>
                    <a:cubicBezTo>
                      <a:pt x="438" y="376"/>
                      <a:pt x="461" y="368"/>
                      <a:pt x="462" y="368"/>
                    </a:cubicBezTo>
                    <a:cubicBezTo>
                      <a:pt x="462" y="367"/>
                      <a:pt x="463" y="367"/>
                      <a:pt x="464" y="367"/>
                    </a:cubicBezTo>
                    <a:cubicBezTo>
                      <a:pt x="490" y="353"/>
                      <a:pt x="506" y="333"/>
                      <a:pt x="512" y="308"/>
                    </a:cubicBezTo>
                    <a:cubicBezTo>
                      <a:pt x="517" y="285"/>
                      <a:pt x="513" y="267"/>
                      <a:pt x="513" y="267"/>
                    </a:cubicBezTo>
                    <a:cubicBezTo>
                      <a:pt x="511" y="259"/>
                      <a:pt x="511" y="259"/>
                      <a:pt x="511" y="259"/>
                    </a:cubicBezTo>
                    <a:cubicBezTo>
                      <a:pt x="518" y="254"/>
                      <a:pt x="518" y="254"/>
                      <a:pt x="518" y="254"/>
                    </a:cubicBezTo>
                    <a:cubicBezTo>
                      <a:pt x="559" y="224"/>
                      <a:pt x="557" y="186"/>
                      <a:pt x="551" y="163"/>
                    </a:cubicBezTo>
                    <a:cubicBezTo>
                      <a:pt x="539" y="177"/>
                      <a:pt x="518" y="195"/>
                      <a:pt x="488" y="206"/>
                    </a:cubicBezTo>
                    <a:cubicBezTo>
                      <a:pt x="465" y="214"/>
                      <a:pt x="438" y="215"/>
                      <a:pt x="410" y="208"/>
                    </a:cubicBezTo>
                    <a:cubicBezTo>
                      <a:pt x="396" y="205"/>
                      <a:pt x="382" y="199"/>
                      <a:pt x="370" y="192"/>
                    </a:cubicBezTo>
                    <a:cubicBezTo>
                      <a:pt x="359" y="186"/>
                      <a:pt x="350" y="179"/>
                      <a:pt x="342" y="171"/>
                    </a:cubicBezTo>
                    <a:cubicBezTo>
                      <a:pt x="327" y="176"/>
                      <a:pt x="311" y="178"/>
                      <a:pt x="294" y="175"/>
                    </a:cubicBezTo>
                    <a:cubicBezTo>
                      <a:pt x="304" y="184"/>
                      <a:pt x="315" y="193"/>
                      <a:pt x="327" y="202"/>
                    </a:cubicBezTo>
                    <a:cubicBezTo>
                      <a:pt x="332" y="205"/>
                      <a:pt x="333" y="213"/>
                      <a:pt x="330" y="218"/>
                    </a:cubicBezTo>
                    <a:cubicBezTo>
                      <a:pt x="326" y="223"/>
                      <a:pt x="319" y="224"/>
                      <a:pt x="314" y="221"/>
                    </a:cubicBezTo>
                    <a:cubicBezTo>
                      <a:pt x="314" y="221"/>
                      <a:pt x="314" y="221"/>
                      <a:pt x="313" y="221"/>
                    </a:cubicBezTo>
                    <a:cubicBezTo>
                      <a:pt x="277" y="195"/>
                      <a:pt x="249" y="165"/>
                      <a:pt x="231" y="129"/>
                    </a:cubicBezTo>
                    <a:cubicBezTo>
                      <a:pt x="217" y="101"/>
                      <a:pt x="209" y="69"/>
                      <a:pt x="206" y="36"/>
                    </a:cubicBezTo>
                    <a:cubicBezTo>
                      <a:pt x="206" y="23"/>
                      <a:pt x="206" y="11"/>
                      <a:pt x="207" y="0"/>
                    </a:cubicBezTo>
                    <a:cubicBezTo>
                      <a:pt x="34" y="300"/>
                      <a:pt x="34" y="300"/>
                      <a:pt x="34" y="300"/>
                    </a:cubicBezTo>
                    <a:cubicBezTo>
                      <a:pt x="17" y="329"/>
                      <a:pt x="2" y="357"/>
                      <a:pt x="1" y="389"/>
                    </a:cubicBezTo>
                    <a:cubicBezTo>
                      <a:pt x="0" y="427"/>
                      <a:pt x="24" y="452"/>
                      <a:pt x="24" y="452"/>
                    </a:cubicBezTo>
                    <a:cubicBezTo>
                      <a:pt x="24" y="453"/>
                      <a:pt x="24" y="453"/>
                      <a:pt x="24" y="453"/>
                    </a:cubicBezTo>
                    <a:cubicBezTo>
                      <a:pt x="38" y="467"/>
                      <a:pt x="52" y="479"/>
                      <a:pt x="67" y="488"/>
                    </a:cubicBezTo>
                    <a:cubicBezTo>
                      <a:pt x="93" y="502"/>
                      <a:pt x="120" y="508"/>
                      <a:pt x="148" y="505"/>
                    </a:cubicBezTo>
                    <a:cubicBezTo>
                      <a:pt x="169" y="502"/>
                      <a:pt x="182" y="495"/>
                      <a:pt x="182" y="495"/>
                    </a:cubicBezTo>
                    <a:cubicBezTo>
                      <a:pt x="187" y="492"/>
                      <a:pt x="187" y="492"/>
                      <a:pt x="187" y="492"/>
                    </a:cubicBezTo>
                    <a:cubicBezTo>
                      <a:pt x="188" y="492"/>
                      <a:pt x="188" y="492"/>
                      <a:pt x="188" y="492"/>
                    </a:cubicBezTo>
                    <a:cubicBezTo>
                      <a:pt x="193" y="489"/>
                      <a:pt x="202" y="484"/>
                      <a:pt x="210" y="476"/>
                    </a:cubicBezTo>
                    <a:cubicBezTo>
                      <a:pt x="225" y="462"/>
                      <a:pt x="257" y="424"/>
                      <a:pt x="251" y="369"/>
                    </a:cubicBezTo>
                    <a:cubicBezTo>
                      <a:pt x="244" y="375"/>
                      <a:pt x="237" y="379"/>
                      <a:pt x="231" y="381"/>
                    </a:cubicBezTo>
                    <a:cubicBezTo>
                      <a:pt x="219" y="384"/>
                      <a:pt x="209" y="383"/>
                      <a:pt x="208" y="383"/>
                    </a:cubicBezTo>
                    <a:cubicBezTo>
                      <a:pt x="207" y="382"/>
                      <a:pt x="206" y="382"/>
                      <a:pt x="205" y="382"/>
                    </a:cubicBezTo>
                    <a:cubicBezTo>
                      <a:pt x="203" y="380"/>
                      <a:pt x="201" y="377"/>
                      <a:pt x="202" y="374"/>
                    </a:cubicBezTo>
                    <a:cubicBezTo>
                      <a:pt x="202" y="369"/>
                      <a:pt x="206" y="367"/>
                      <a:pt x="211" y="367"/>
                    </a:cubicBezTo>
                    <a:cubicBezTo>
                      <a:pt x="211" y="367"/>
                      <a:pt x="218" y="368"/>
                      <a:pt x="227" y="366"/>
                    </a:cubicBezTo>
                    <a:cubicBezTo>
                      <a:pt x="237" y="362"/>
                      <a:pt x="245" y="354"/>
                      <a:pt x="248" y="341"/>
                    </a:cubicBezTo>
                    <a:cubicBezTo>
                      <a:pt x="249" y="337"/>
                      <a:pt x="254" y="335"/>
                      <a:pt x="258" y="336"/>
                    </a:cubicBezTo>
                    <a:cubicBezTo>
                      <a:pt x="259" y="336"/>
                      <a:pt x="259" y="337"/>
                      <a:pt x="260" y="337"/>
                    </a:cubicBezTo>
                    <a:cubicBezTo>
                      <a:pt x="265" y="338"/>
                      <a:pt x="269" y="341"/>
                      <a:pt x="270" y="346"/>
                    </a:cubicBezTo>
                    <a:cubicBezTo>
                      <a:pt x="289" y="422"/>
                      <a:pt x="246" y="474"/>
                      <a:pt x="226" y="493"/>
                    </a:cubicBezTo>
                    <a:cubicBezTo>
                      <a:pt x="222" y="497"/>
                      <a:pt x="218" y="500"/>
                      <a:pt x="215" y="502"/>
                    </a:cubicBezTo>
                    <a:cubicBezTo>
                      <a:pt x="262" y="516"/>
                      <a:pt x="306" y="503"/>
                      <a:pt x="343" y="465"/>
                    </a:cubicBezTo>
                    <a:cubicBezTo>
                      <a:pt x="343" y="464"/>
                      <a:pt x="344" y="463"/>
                      <a:pt x="345" y="463"/>
                    </a:cubicBezTo>
                    <a:cubicBezTo>
                      <a:pt x="345" y="462"/>
                      <a:pt x="346" y="461"/>
                      <a:pt x="346" y="461"/>
                    </a:cubicBezTo>
                    <a:cubicBezTo>
                      <a:pt x="351" y="456"/>
                      <a:pt x="365" y="436"/>
                      <a:pt x="365" y="414"/>
                    </a:cubicBezTo>
                    <a:cubicBezTo>
                      <a:pt x="365" y="408"/>
                      <a:pt x="370" y="403"/>
                      <a:pt x="377" y="403"/>
                    </a:cubicBezTo>
                    <a:cubicBezTo>
                      <a:pt x="383" y="402"/>
                      <a:pt x="388" y="408"/>
                      <a:pt x="388" y="414"/>
                    </a:cubicBezTo>
                    <a:cubicBezTo>
                      <a:pt x="389" y="428"/>
                      <a:pt x="385" y="441"/>
                      <a:pt x="380" y="451"/>
                    </a:cubicBezTo>
                    <a:cubicBezTo>
                      <a:pt x="398" y="444"/>
                      <a:pt x="413" y="433"/>
                      <a:pt x="426" y="416"/>
                    </a:cubicBezTo>
                    <a:cubicBezTo>
                      <a:pt x="432" y="409"/>
                      <a:pt x="436" y="402"/>
                      <a:pt x="439" y="396"/>
                    </a:cubicBezTo>
                    <a:cubicBezTo>
                      <a:pt x="430" y="397"/>
                      <a:pt x="418" y="397"/>
                      <a:pt x="406" y="396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9" name="任意多边形: 形状 38">
                <a:extLst>
                  <a:ext uri="{FF2B5EF4-FFF2-40B4-BE49-F238E27FC236}">
                    <a16:creationId xmlns:a16="http://schemas.microsoft.com/office/drawing/2014/main" id="{F0999DE5-56DA-552D-5592-F0858BD93C0B}"/>
                  </a:ext>
                </a:extLst>
              </p:cNvPr>
              <p:cNvSpPr/>
              <p:nvPr/>
            </p:nvSpPr>
            <p:spPr bwMode="auto">
              <a:xfrm flipH="1">
                <a:off x="1662236" y="1684060"/>
                <a:ext cx="775836" cy="897061"/>
              </a:xfrm>
              <a:custGeom>
                <a:avLst/>
                <a:gdLst/>
                <a:ahLst/>
                <a:cxnLst>
                  <a:cxn ang="0">
                    <a:pos x="234" y="325"/>
                  </a:cxn>
                  <a:cxn ang="0">
                    <a:pos x="132" y="258"/>
                  </a:cxn>
                  <a:cxn ang="0">
                    <a:pos x="171" y="259"/>
                  </a:cxn>
                  <a:cxn ang="0">
                    <a:pos x="457" y="297"/>
                  </a:cxn>
                  <a:cxn ang="0">
                    <a:pos x="511" y="248"/>
                  </a:cxn>
                  <a:cxn ang="0">
                    <a:pos x="588" y="117"/>
                  </a:cxn>
                  <a:cxn ang="0">
                    <a:pos x="593" y="106"/>
                  </a:cxn>
                  <a:cxn ang="0">
                    <a:pos x="562" y="16"/>
                  </a:cxn>
                  <a:cxn ang="0">
                    <a:pos x="471" y="25"/>
                  </a:cxn>
                  <a:cxn ang="0">
                    <a:pos x="449" y="107"/>
                  </a:cxn>
                  <a:cxn ang="0">
                    <a:pos x="509" y="138"/>
                  </a:cxn>
                  <a:cxn ang="0">
                    <a:pos x="485" y="180"/>
                  </a:cxn>
                  <a:cxn ang="0">
                    <a:pos x="470" y="191"/>
                  </a:cxn>
                  <a:cxn ang="0">
                    <a:pos x="423" y="100"/>
                  </a:cxn>
                  <a:cxn ang="0">
                    <a:pos x="431" y="10"/>
                  </a:cxn>
                  <a:cxn ang="0">
                    <a:pos x="316" y="25"/>
                  </a:cxn>
                  <a:cxn ang="0">
                    <a:pos x="310" y="23"/>
                  </a:cxn>
                  <a:cxn ang="0">
                    <a:pos x="260" y="21"/>
                  </a:cxn>
                  <a:cxn ang="0">
                    <a:pos x="196" y="83"/>
                  </a:cxn>
                  <a:cxn ang="0">
                    <a:pos x="224" y="164"/>
                  </a:cxn>
                  <a:cxn ang="0">
                    <a:pos x="301" y="139"/>
                  </a:cxn>
                  <a:cxn ang="0">
                    <a:pos x="308" y="109"/>
                  </a:cxn>
                  <a:cxn ang="0">
                    <a:pos x="350" y="139"/>
                  </a:cxn>
                  <a:cxn ang="0">
                    <a:pos x="324" y="149"/>
                  </a:cxn>
                  <a:cxn ang="0">
                    <a:pos x="322" y="151"/>
                  </a:cxn>
                  <a:cxn ang="0">
                    <a:pos x="302" y="213"/>
                  </a:cxn>
                  <a:cxn ang="0">
                    <a:pos x="294" y="251"/>
                  </a:cxn>
                  <a:cxn ang="0">
                    <a:pos x="175" y="131"/>
                  </a:cxn>
                  <a:cxn ang="0">
                    <a:pos x="113" y="134"/>
                  </a:cxn>
                  <a:cxn ang="0">
                    <a:pos x="95" y="175"/>
                  </a:cxn>
                  <a:cxn ang="0">
                    <a:pos x="92" y="176"/>
                  </a:cxn>
                  <a:cxn ang="0">
                    <a:pos x="32" y="268"/>
                  </a:cxn>
                  <a:cxn ang="0">
                    <a:pos x="33" y="274"/>
                  </a:cxn>
                  <a:cxn ang="0">
                    <a:pos x="108" y="350"/>
                  </a:cxn>
                  <a:cxn ang="0">
                    <a:pos x="185" y="332"/>
                  </a:cxn>
                  <a:cxn ang="0">
                    <a:pos x="181" y="386"/>
                  </a:cxn>
                  <a:cxn ang="0">
                    <a:pos x="180" y="400"/>
                  </a:cxn>
                  <a:cxn ang="0">
                    <a:pos x="103" y="373"/>
                  </a:cxn>
                  <a:cxn ang="0">
                    <a:pos x="1" y="357"/>
                  </a:cxn>
                  <a:cxn ang="0">
                    <a:pos x="45" y="361"/>
                  </a:cxn>
                  <a:cxn ang="0">
                    <a:pos x="10" y="417"/>
                  </a:cxn>
                  <a:cxn ang="0">
                    <a:pos x="8" y="421"/>
                  </a:cxn>
                  <a:cxn ang="0">
                    <a:pos x="39" y="551"/>
                  </a:cxn>
                  <a:cxn ang="0">
                    <a:pos x="147" y="425"/>
                  </a:cxn>
                  <a:cxn ang="0">
                    <a:pos x="220" y="424"/>
                  </a:cxn>
                  <a:cxn ang="0">
                    <a:pos x="289" y="498"/>
                  </a:cxn>
                  <a:cxn ang="0">
                    <a:pos x="154" y="448"/>
                  </a:cxn>
                  <a:cxn ang="0">
                    <a:pos x="79" y="505"/>
                  </a:cxn>
                  <a:cxn ang="0">
                    <a:pos x="62" y="576"/>
                  </a:cxn>
                  <a:cxn ang="0">
                    <a:pos x="62" y="576"/>
                  </a:cxn>
                  <a:cxn ang="0">
                    <a:pos x="63" y="578"/>
                  </a:cxn>
                  <a:cxn ang="0">
                    <a:pos x="177" y="692"/>
                  </a:cxn>
                  <a:cxn ang="0">
                    <a:pos x="241" y="681"/>
                  </a:cxn>
                  <a:cxn ang="0">
                    <a:pos x="306" y="607"/>
                  </a:cxn>
                </a:cxnLst>
                <a:rect l="0" t="0" r="r" b="b"/>
                <a:pathLst>
                  <a:path w="600" h="693">
                    <a:moveTo>
                      <a:pt x="475" y="312"/>
                    </a:moveTo>
                    <a:cubicBezTo>
                      <a:pt x="469" y="317"/>
                      <a:pt x="462" y="321"/>
                      <a:pt x="455" y="325"/>
                    </a:cubicBezTo>
                    <a:cubicBezTo>
                      <a:pt x="439" y="334"/>
                      <a:pt x="420" y="341"/>
                      <a:pt x="398" y="346"/>
                    </a:cubicBezTo>
                    <a:cubicBezTo>
                      <a:pt x="370" y="353"/>
                      <a:pt x="337" y="354"/>
                      <a:pt x="300" y="347"/>
                    </a:cubicBezTo>
                    <a:cubicBezTo>
                      <a:pt x="279" y="343"/>
                      <a:pt x="257" y="336"/>
                      <a:pt x="234" y="325"/>
                    </a:cubicBezTo>
                    <a:cubicBezTo>
                      <a:pt x="234" y="325"/>
                      <a:pt x="234" y="325"/>
                      <a:pt x="234" y="325"/>
                    </a:cubicBezTo>
                    <a:cubicBezTo>
                      <a:pt x="234" y="325"/>
                      <a:pt x="234" y="325"/>
                      <a:pt x="234" y="325"/>
                    </a:cubicBezTo>
                    <a:cubicBezTo>
                      <a:pt x="234" y="325"/>
                      <a:pt x="222" y="319"/>
                      <a:pt x="206" y="310"/>
                    </a:cubicBezTo>
                    <a:cubicBezTo>
                      <a:pt x="195" y="304"/>
                      <a:pt x="183" y="296"/>
                      <a:pt x="170" y="287"/>
                    </a:cubicBezTo>
                    <a:cubicBezTo>
                      <a:pt x="157" y="279"/>
                      <a:pt x="144" y="269"/>
                      <a:pt x="132" y="258"/>
                    </a:cubicBezTo>
                    <a:cubicBezTo>
                      <a:pt x="124" y="251"/>
                      <a:pt x="116" y="244"/>
                      <a:pt x="110" y="237"/>
                    </a:cubicBezTo>
                    <a:cubicBezTo>
                      <a:pt x="106" y="232"/>
                      <a:pt x="107" y="224"/>
                      <a:pt x="111" y="220"/>
                    </a:cubicBezTo>
                    <a:cubicBezTo>
                      <a:pt x="116" y="216"/>
                      <a:pt x="124" y="217"/>
                      <a:pt x="128" y="222"/>
                    </a:cubicBezTo>
                    <a:cubicBezTo>
                      <a:pt x="133" y="228"/>
                      <a:pt x="140" y="235"/>
                      <a:pt x="147" y="241"/>
                    </a:cubicBezTo>
                    <a:cubicBezTo>
                      <a:pt x="154" y="247"/>
                      <a:pt x="162" y="254"/>
                      <a:pt x="171" y="259"/>
                    </a:cubicBezTo>
                    <a:cubicBezTo>
                      <a:pt x="187" y="271"/>
                      <a:pt x="204" y="282"/>
                      <a:pt x="217" y="290"/>
                    </a:cubicBezTo>
                    <a:cubicBezTo>
                      <a:pt x="232" y="298"/>
                      <a:pt x="243" y="303"/>
                      <a:pt x="244" y="304"/>
                    </a:cubicBezTo>
                    <a:cubicBezTo>
                      <a:pt x="280" y="321"/>
                      <a:pt x="313" y="328"/>
                      <a:pt x="342" y="328"/>
                    </a:cubicBezTo>
                    <a:cubicBezTo>
                      <a:pt x="371" y="329"/>
                      <a:pt x="396" y="324"/>
                      <a:pt x="418" y="316"/>
                    </a:cubicBezTo>
                    <a:cubicBezTo>
                      <a:pt x="432" y="311"/>
                      <a:pt x="445" y="304"/>
                      <a:pt x="457" y="297"/>
                    </a:cubicBezTo>
                    <a:cubicBezTo>
                      <a:pt x="472" y="287"/>
                      <a:pt x="484" y="277"/>
                      <a:pt x="493" y="269"/>
                    </a:cubicBezTo>
                    <a:cubicBezTo>
                      <a:pt x="505" y="257"/>
                      <a:pt x="511" y="249"/>
                      <a:pt x="511" y="248"/>
                    </a:cubicBezTo>
                    <a:cubicBezTo>
                      <a:pt x="511" y="248"/>
                      <a:pt x="511" y="248"/>
                      <a:pt x="511" y="248"/>
                    </a:cubicBezTo>
                    <a:cubicBezTo>
                      <a:pt x="511" y="248"/>
                      <a:pt x="511" y="248"/>
                      <a:pt x="511" y="248"/>
                    </a:cubicBezTo>
                    <a:cubicBezTo>
                      <a:pt x="511" y="248"/>
                      <a:pt x="511" y="248"/>
                      <a:pt x="511" y="248"/>
                    </a:cubicBezTo>
                    <a:cubicBezTo>
                      <a:pt x="511" y="248"/>
                      <a:pt x="511" y="248"/>
                      <a:pt x="511" y="248"/>
                    </a:cubicBezTo>
                    <a:cubicBezTo>
                      <a:pt x="511" y="248"/>
                      <a:pt x="511" y="248"/>
                      <a:pt x="511" y="248"/>
                    </a:cubicBezTo>
                    <a:cubicBezTo>
                      <a:pt x="512" y="247"/>
                      <a:pt x="513" y="247"/>
                      <a:pt x="514" y="246"/>
                    </a:cubicBezTo>
                    <a:cubicBezTo>
                      <a:pt x="588" y="117"/>
                      <a:pt x="588" y="117"/>
                      <a:pt x="588" y="117"/>
                    </a:cubicBezTo>
                    <a:cubicBezTo>
                      <a:pt x="588" y="117"/>
                      <a:pt x="588" y="117"/>
                      <a:pt x="588" y="117"/>
                    </a:cubicBezTo>
                    <a:cubicBezTo>
                      <a:pt x="588" y="117"/>
                      <a:pt x="588" y="117"/>
                      <a:pt x="588" y="117"/>
                    </a:cubicBezTo>
                    <a:cubicBezTo>
                      <a:pt x="588" y="117"/>
                      <a:pt x="588" y="117"/>
                      <a:pt x="588" y="117"/>
                    </a:cubicBezTo>
                    <a:cubicBezTo>
                      <a:pt x="588" y="117"/>
                      <a:pt x="588" y="117"/>
                      <a:pt x="588" y="117"/>
                    </a:cubicBezTo>
                    <a:cubicBezTo>
                      <a:pt x="588" y="117"/>
                      <a:pt x="588" y="117"/>
                      <a:pt x="588" y="117"/>
                    </a:cubicBezTo>
                    <a:cubicBezTo>
                      <a:pt x="589" y="115"/>
                      <a:pt x="591" y="112"/>
                      <a:pt x="593" y="106"/>
                    </a:cubicBezTo>
                    <a:cubicBezTo>
                      <a:pt x="596" y="101"/>
                      <a:pt x="598" y="94"/>
                      <a:pt x="599" y="86"/>
                    </a:cubicBezTo>
                    <a:cubicBezTo>
                      <a:pt x="600" y="81"/>
                      <a:pt x="600" y="75"/>
                      <a:pt x="600" y="70"/>
                    </a:cubicBezTo>
                    <a:cubicBezTo>
                      <a:pt x="599" y="62"/>
                      <a:pt x="597" y="55"/>
                      <a:pt x="593" y="47"/>
                    </a:cubicBezTo>
                    <a:cubicBezTo>
                      <a:pt x="591" y="43"/>
                      <a:pt x="588" y="38"/>
                      <a:pt x="584" y="34"/>
                    </a:cubicBezTo>
                    <a:cubicBezTo>
                      <a:pt x="577" y="26"/>
                      <a:pt x="570" y="20"/>
                      <a:pt x="562" y="16"/>
                    </a:cubicBezTo>
                    <a:cubicBezTo>
                      <a:pt x="551" y="9"/>
                      <a:pt x="539" y="6"/>
                      <a:pt x="527" y="5"/>
                    </a:cubicBezTo>
                    <a:cubicBezTo>
                      <a:pt x="515" y="4"/>
                      <a:pt x="504" y="6"/>
                      <a:pt x="493" y="11"/>
                    </a:cubicBezTo>
                    <a:cubicBezTo>
                      <a:pt x="486" y="14"/>
                      <a:pt x="479" y="18"/>
                      <a:pt x="472" y="24"/>
                    </a:cubicBezTo>
                    <a:cubicBezTo>
                      <a:pt x="472" y="24"/>
                      <a:pt x="472" y="24"/>
                      <a:pt x="472" y="24"/>
                    </a:cubicBezTo>
                    <a:cubicBezTo>
                      <a:pt x="472" y="24"/>
                      <a:pt x="472" y="24"/>
                      <a:pt x="471" y="25"/>
                    </a:cubicBezTo>
                    <a:cubicBezTo>
                      <a:pt x="470" y="26"/>
                      <a:pt x="469" y="27"/>
                      <a:pt x="467" y="29"/>
                    </a:cubicBezTo>
                    <a:cubicBezTo>
                      <a:pt x="464" y="32"/>
                      <a:pt x="460" y="37"/>
                      <a:pt x="456" y="44"/>
                    </a:cubicBezTo>
                    <a:cubicBezTo>
                      <a:pt x="454" y="49"/>
                      <a:pt x="451" y="54"/>
                      <a:pt x="449" y="60"/>
                    </a:cubicBezTo>
                    <a:cubicBezTo>
                      <a:pt x="447" y="67"/>
                      <a:pt x="445" y="74"/>
                      <a:pt x="445" y="82"/>
                    </a:cubicBezTo>
                    <a:cubicBezTo>
                      <a:pt x="445" y="90"/>
                      <a:pt x="446" y="99"/>
                      <a:pt x="449" y="107"/>
                    </a:cubicBezTo>
                    <a:cubicBezTo>
                      <a:pt x="452" y="113"/>
                      <a:pt x="454" y="119"/>
                      <a:pt x="459" y="125"/>
                    </a:cubicBezTo>
                    <a:cubicBezTo>
                      <a:pt x="464" y="132"/>
                      <a:pt x="471" y="140"/>
                      <a:pt x="481" y="148"/>
                    </a:cubicBezTo>
                    <a:cubicBezTo>
                      <a:pt x="482" y="146"/>
                      <a:pt x="484" y="144"/>
                      <a:pt x="486" y="143"/>
                    </a:cubicBezTo>
                    <a:cubicBezTo>
                      <a:pt x="489" y="139"/>
                      <a:pt x="494" y="136"/>
                      <a:pt x="499" y="134"/>
                    </a:cubicBezTo>
                    <a:cubicBezTo>
                      <a:pt x="503" y="132"/>
                      <a:pt x="508" y="134"/>
                      <a:pt x="509" y="138"/>
                    </a:cubicBezTo>
                    <a:cubicBezTo>
                      <a:pt x="511" y="142"/>
                      <a:pt x="509" y="146"/>
                      <a:pt x="505" y="148"/>
                    </a:cubicBezTo>
                    <a:cubicBezTo>
                      <a:pt x="502" y="150"/>
                      <a:pt x="499" y="152"/>
                      <a:pt x="496" y="154"/>
                    </a:cubicBezTo>
                    <a:cubicBezTo>
                      <a:pt x="494" y="156"/>
                      <a:pt x="492" y="159"/>
                      <a:pt x="490" y="161"/>
                    </a:cubicBezTo>
                    <a:cubicBezTo>
                      <a:pt x="489" y="164"/>
                      <a:pt x="487" y="168"/>
                      <a:pt x="486" y="171"/>
                    </a:cubicBezTo>
                    <a:cubicBezTo>
                      <a:pt x="486" y="174"/>
                      <a:pt x="485" y="177"/>
                      <a:pt x="485" y="180"/>
                    </a:cubicBezTo>
                    <a:cubicBezTo>
                      <a:pt x="484" y="185"/>
                      <a:pt x="485" y="189"/>
                      <a:pt x="485" y="189"/>
                    </a:cubicBezTo>
                    <a:cubicBezTo>
                      <a:pt x="485" y="189"/>
                      <a:pt x="485" y="189"/>
                      <a:pt x="485" y="189"/>
                    </a:cubicBezTo>
                    <a:cubicBezTo>
                      <a:pt x="485" y="189"/>
                      <a:pt x="485" y="189"/>
                      <a:pt x="485" y="189"/>
                    </a:cubicBezTo>
                    <a:cubicBezTo>
                      <a:pt x="486" y="194"/>
                      <a:pt x="483" y="197"/>
                      <a:pt x="478" y="198"/>
                    </a:cubicBezTo>
                    <a:cubicBezTo>
                      <a:pt x="474" y="199"/>
                      <a:pt x="470" y="196"/>
                      <a:pt x="470" y="191"/>
                    </a:cubicBezTo>
                    <a:cubicBezTo>
                      <a:pt x="470" y="191"/>
                      <a:pt x="469" y="188"/>
                      <a:pt x="469" y="184"/>
                    </a:cubicBezTo>
                    <a:cubicBezTo>
                      <a:pt x="469" y="180"/>
                      <a:pt x="470" y="174"/>
                      <a:pt x="471" y="169"/>
                    </a:cubicBezTo>
                    <a:cubicBezTo>
                      <a:pt x="470" y="168"/>
                      <a:pt x="469" y="168"/>
                      <a:pt x="468" y="167"/>
                    </a:cubicBezTo>
                    <a:cubicBezTo>
                      <a:pt x="454" y="157"/>
                      <a:pt x="444" y="146"/>
                      <a:pt x="437" y="135"/>
                    </a:cubicBezTo>
                    <a:cubicBezTo>
                      <a:pt x="430" y="123"/>
                      <a:pt x="425" y="112"/>
                      <a:pt x="423" y="100"/>
                    </a:cubicBezTo>
                    <a:cubicBezTo>
                      <a:pt x="422" y="93"/>
                      <a:pt x="422" y="85"/>
                      <a:pt x="422" y="78"/>
                    </a:cubicBezTo>
                    <a:cubicBezTo>
                      <a:pt x="423" y="69"/>
                      <a:pt x="425" y="60"/>
                      <a:pt x="427" y="52"/>
                    </a:cubicBezTo>
                    <a:cubicBezTo>
                      <a:pt x="430" y="45"/>
                      <a:pt x="433" y="38"/>
                      <a:pt x="436" y="32"/>
                    </a:cubicBezTo>
                    <a:cubicBezTo>
                      <a:pt x="440" y="27"/>
                      <a:pt x="443" y="22"/>
                      <a:pt x="446" y="18"/>
                    </a:cubicBezTo>
                    <a:cubicBezTo>
                      <a:pt x="442" y="15"/>
                      <a:pt x="437" y="13"/>
                      <a:pt x="431" y="10"/>
                    </a:cubicBezTo>
                    <a:cubicBezTo>
                      <a:pt x="421" y="7"/>
                      <a:pt x="410" y="3"/>
                      <a:pt x="399" y="2"/>
                    </a:cubicBezTo>
                    <a:cubicBezTo>
                      <a:pt x="391" y="0"/>
                      <a:pt x="383" y="0"/>
                      <a:pt x="374" y="1"/>
                    </a:cubicBezTo>
                    <a:cubicBezTo>
                      <a:pt x="363" y="1"/>
                      <a:pt x="352" y="4"/>
                      <a:pt x="340" y="9"/>
                    </a:cubicBezTo>
                    <a:cubicBezTo>
                      <a:pt x="334" y="12"/>
                      <a:pt x="327" y="16"/>
                      <a:pt x="321" y="21"/>
                    </a:cubicBezTo>
                    <a:cubicBezTo>
                      <a:pt x="316" y="25"/>
                      <a:pt x="316" y="25"/>
                      <a:pt x="316" y="25"/>
                    </a:cubicBezTo>
                    <a:cubicBezTo>
                      <a:pt x="310" y="23"/>
                      <a:pt x="310" y="23"/>
                      <a:pt x="310" y="23"/>
                    </a:cubicBezTo>
                    <a:cubicBezTo>
                      <a:pt x="310" y="23"/>
                      <a:pt x="310" y="23"/>
                      <a:pt x="310" y="23"/>
                    </a:cubicBezTo>
                    <a:cubicBezTo>
                      <a:pt x="310" y="23"/>
                      <a:pt x="310" y="23"/>
                      <a:pt x="310" y="23"/>
                    </a:cubicBezTo>
                    <a:cubicBezTo>
                      <a:pt x="310" y="23"/>
                      <a:pt x="310" y="23"/>
                      <a:pt x="310" y="23"/>
                    </a:cubicBezTo>
                    <a:cubicBezTo>
                      <a:pt x="310" y="23"/>
                      <a:pt x="310" y="23"/>
                      <a:pt x="310" y="23"/>
                    </a:cubicBezTo>
                    <a:cubicBezTo>
                      <a:pt x="310" y="23"/>
                      <a:pt x="310" y="23"/>
                      <a:pt x="310" y="23"/>
                    </a:cubicBezTo>
                    <a:cubicBezTo>
                      <a:pt x="310" y="23"/>
                      <a:pt x="309" y="23"/>
                      <a:pt x="308" y="23"/>
                    </a:cubicBezTo>
                    <a:cubicBezTo>
                      <a:pt x="307" y="22"/>
                      <a:pt x="305" y="22"/>
                      <a:pt x="302" y="21"/>
                    </a:cubicBezTo>
                    <a:cubicBezTo>
                      <a:pt x="296" y="20"/>
                      <a:pt x="288" y="19"/>
                      <a:pt x="279" y="19"/>
                    </a:cubicBezTo>
                    <a:cubicBezTo>
                      <a:pt x="273" y="19"/>
                      <a:pt x="267" y="20"/>
                      <a:pt x="260" y="21"/>
                    </a:cubicBezTo>
                    <a:cubicBezTo>
                      <a:pt x="252" y="22"/>
                      <a:pt x="243" y="25"/>
                      <a:pt x="235" y="30"/>
                    </a:cubicBezTo>
                    <a:cubicBezTo>
                      <a:pt x="230" y="33"/>
                      <a:pt x="225" y="36"/>
                      <a:pt x="221" y="41"/>
                    </a:cubicBezTo>
                    <a:cubicBezTo>
                      <a:pt x="216" y="45"/>
                      <a:pt x="211" y="51"/>
                      <a:pt x="207" y="59"/>
                    </a:cubicBezTo>
                    <a:cubicBezTo>
                      <a:pt x="203" y="65"/>
                      <a:pt x="200" y="72"/>
                      <a:pt x="197" y="81"/>
                    </a:cubicBezTo>
                    <a:cubicBezTo>
                      <a:pt x="196" y="83"/>
                      <a:pt x="196" y="83"/>
                      <a:pt x="196" y="83"/>
                    </a:cubicBezTo>
                    <a:cubicBezTo>
                      <a:pt x="196" y="83"/>
                      <a:pt x="196" y="83"/>
                      <a:pt x="196" y="83"/>
                    </a:cubicBezTo>
                    <a:cubicBezTo>
                      <a:pt x="196" y="85"/>
                      <a:pt x="195" y="87"/>
                      <a:pt x="195" y="90"/>
                    </a:cubicBezTo>
                    <a:cubicBezTo>
                      <a:pt x="194" y="96"/>
                      <a:pt x="193" y="104"/>
                      <a:pt x="195" y="114"/>
                    </a:cubicBezTo>
                    <a:cubicBezTo>
                      <a:pt x="196" y="120"/>
                      <a:pt x="198" y="127"/>
                      <a:pt x="201" y="134"/>
                    </a:cubicBezTo>
                    <a:cubicBezTo>
                      <a:pt x="206" y="144"/>
                      <a:pt x="213" y="154"/>
                      <a:pt x="224" y="164"/>
                    </a:cubicBezTo>
                    <a:cubicBezTo>
                      <a:pt x="231" y="169"/>
                      <a:pt x="238" y="175"/>
                      <a:pt x="248" y="181"/>
                    </a:cubicBezTo>
                    <a:cubicBezTo>
                      <a:pt x="256" y="185"/>
                      <a:pt x="266" y="190"/>
                      <a:pt x="278" y="195"/>
                    </a:cubicBezTo>
                    <a:cubicBezTo>
                      <a:pt x="278" y="189"/>
                      <a:pt x="279" y="183"/>
                      <a:pt x="280" y="178"/>
                    </a:cubicBezTo>
                    <a:cubicBezTo>
                      <a:pt x="283" y="169"/>
                      <a:pt x="287" y="161"/>
                      <a:pt x="291" y="154"/>
                    </a:cubicBezTo>
                    <a:cubicBezTo>
                      <a:pt x="294" y="148"/>
                      <a:pt x="298" y="143"/>
                      <a:pt x="301" y="139"/>
                    </a:cubicBezTo>
                    <a:cubicBezTo>
                      <a:pt x="302" y="137"/>
                      <a:pt x="304" y="136"/>
                      <a:pt x="304" y="135"/>
                    </a:cubicBezTo>
                    <a:cubicBezTo>
                      <a:pt x="304" y="134"/>
                      <a:pt x="303" y="134"/>
                      <a:pt x="303" y="133"/>
                    </a:cubicBezTo>
                    <a:cubicBezTo>
                      <a:pt x="298" y="128"/>
                      <a:pt x="295" y="121"/>
                      <a:pt x="293" y="113"/>
                    </a:cubicBezTo>
                    <a:cubicBezTo>
                      <a:pt x="292" y="109"/>
                      <a:pt x="295" y="104"/>
                      <a:pt x="299" y="103"/>
                    </a:cubicBezTo>
                    <a:cubicBezTo>
                      <a:pt x="303" y="103"/>
                      <a:pt x="307" y="105"/>
                      <a:pt x="308" y="109"/>
                    </a:cubicBezTo>
                    <a:cubicBezTo>
                      <a:pt x="310" y="115"/>
                      <a:pt x="312" y="120"/>
                      <a:pt x="315" y="123"/>
                    </a:cubicBezTo>
                    <a:cubicBezTo>
                      <a:pt x="318" y="127"/>
                      <a:pt x="321" y="130"/>
                      <a:pt x="325" y="132"/>
                    </a:cubicBezTo>
                    <a:cubicBezTo>
                      <a:pt x="331" y="135"/>
                      <a:pt x="337" y="137"/>
                      <a:pt x="342" y="138"/>
                    </a:cubicBezTo>
                    <a:cubicBezTo>
                      <a:pt x="346" y="139"/>
                      <a:pt x="350" y="139"/>
                      <a:pt x="350" y="139"/>
                    </a:cubicBezTo>
                    <a:cubicBezTo>
                      <a:pt x="350" y="139"/>
                      <a:pt x="350" y="139"/>
                      <a:pt x="350" y="139"/>
                    </a:cubicBezTo>
                    <a:cubicBezTo>
                      <a:pt x="350" y="139"/>
                      <a:pt x="350" y="139"/>
                      <a:pt x="350" y="139"/>
                    </a:cubicBezTo>
                    <a:cubicBezTo>
                      <a:pt x="354" y="139"/>
                      <a:pt x="357" y="143"/>
                      <a:pt x="357" y="147"/>
                    </a:cubicBezTo>
                    <a:cubicBezTo>
                      <a:pt x="357" y="151"/>
                      <a:pt x="354" y="155"/>
                      <a:pt x="349" y="155"/>
                    </a:cubicBezTo>
                    <a:cubicBezTo>
                      <a:pt x="349" y="155"/>
                      <a:pt x="345" y="154"/>
                      <a:pt x="339" y="153"/>
                    </a:cubicBezTo>
                    <a:cubicBezTo>
                      <a:pt x="335" y="152"/>
                      <a:pt x="329" y="151"/>
                      <a:pt x="324" y="149"/>
                    </a:cubicBezTo>
                    <a:cubicBezTo>
                      <a:pt x="323" y="149"/>
                      <a:pt x="323" y="149"/>
                      <a:pt x="323" y="150"/>
                    </a:cubicBezTo>
                    <a:cubicBezTo>
                      <a:pt x="323" y="150"/>
                      <a:pt x="323" y="150"/>
                      <a:pt x="323" y="150"/>
                    </a:cubicBezTo>
                    <a:cubicBezTo>
                      <a:pt x="323" y="150"/>
                      <a:pt x="323" y="150"/>
                      <a:pt x="323" y="150"/>
                    </a:cubicBezTo>
                    <a:cubicBezTo>
                      <a:pt x="323" y="150"/>
                      <a:pt x="323" y="150"/>
                      <a:pt x="322" y="150"/>
                    </a:cubicBezTo>
                    <a:cubicBezTo>
                      <a:pt x="322" y="150"/>
                      <a:pt x="322" y="150"/>
                      <a:pt x="322" y="151"/>
                    </a:cubicBezTo>
                    <a:cubicBezTo>
                      <a:pt x="321" y="151"/>
                      <a:pt x="320" y="152"/>
                      <a:pt x="319" y="154"/>
                    </a:cubicBezTo>
                    <a:cubicBezTo>
                      <a:pt x="317" y="156"/>
                      <a:pt x="314" y="161"/>
                      <a:pt x="311" y="166"/>
                    </a:cubicBezTo>
                    <a:cubicBezTo>
                      <a:pt x="308" y="170"/>
                      <a:pt x="306" y="175"/>
                      <a:pt x="304" y="181"/>
                    </a:cubicBezTo>
                    <a:cubicBezTo>
                      <a:pt x="302" y="187"/>
                      <a:pt x="301" y="193"/>
                      <a:pt x="301" y="200"/>
                    </a:cubicBezTo>
                    <a:cubicBezTo>
                      <a:pt x="301" y="204"/>
                      <a:pt x="301" y="209"/>
                      <a:pt x="302" y="213"/>
                    </a:cubicBezTo>
                    <a:cubicBezTo>
                      <a:pt x="303" y="220"/>
                      <a:pt x="306" y="226"/>
                      <a:pt x="310" y="233"/>
                    </a:cubicBezTo>
                    <a:cubicBezTo>
                      <a:pt x="316" y="242"/>
                      <a:pt x="325" y="252"/>
                      <a:pt x="338" y="262"/>
                    </a:cubicBezTo>
                    <a:cubicBezTo>
                      <a:pt x="343" y="266"/>
                      <a:pt x="344" y="273"/>
                      <a:pt x="340" y="278"/>
                    </a:cubicBezTo>
                    <a:cubicBezTo>
                      <a:pt x="336" y="283"/>
                      <a:pt x="329" y="284"/>
                      <a:pt x="324" y="280"/>
                    </a:cubicBezTo>
                    <a:cubicBezTo>
                      <a:pt x="311" y="271"/>
                      <a:pt x="301" y="261"/>
                      <a:pt x="294" y="251"/>
                    </a:cubicBezTo>
                    <a:cubicBezTo>
                      <a:pt x="287" y="241"/>
                      <a:pt x="282" y="231"/>
                      <a:pt x="280" y="221"/>
                    </a:cubicBezTo>
                    <a:cubicBezTo>
                      <a:pt x="280" y="221"/>
                      <a:pt x="280" y="220"/>
                      <a:pt x="280" y="220"/>
                    </a:cubicBezTo>
                    <a:cubicBezTo>
                      <a:pt x="263" y="214"/>
                      <a:pt x="248" y="208"/>
                      <a:pt x="236" y="201"/>
                    </a:cubicBezTo>
                    <a:cubicBezTo>
                      <a:pt x="218" y="190"/>
                      <a:pt x="205" y="179"/>
                      <a:pt x="195" y="167"/>
                    </a:cubicBezTo>
                    <a:cubicBezTo>
                      <a:pt x="185" y="155"/>
                      <a:pt x="179" y="142"/>
                      <a:pt x="175" y="131"/>
                    </a:cubicBezTo>
                    <a:cubicBezTo>
                      <a:pt x="173" y="123"/>
                      <a:pt x="172" y="116"/>
                      <a:pt x="171" y="109"/>
                    </a:cubicBezTo>
                    <a:cubicBezTo>
                      <a:pt x="171" y="103"/>
                      <a:pt x="171" y="97"/>
                      <a:pt x="171" y="92"/>
                    </a:cubicBezTo>
                    <a:cubicBezTo>
                      <a:pt x="166" y="94"/>
                      <a:pt x="159" y="96"/>
                      <a:pt x="153" y="99"/>
                    </a:cubicBezTo>
                    <a:cubicBezTo>
                      <a:pt x="146" y="102"/>
                      <a:pt x="140" y="106"/>
                      <a:pt x="134" y="110"/>
                    </a:cubicBezTo>
                    <a:cubicBezTo>
                      <a:pt x="126" y="117"/>
                      <a:pt x="119" y="124"/>
                      <a:pt x="113" y="134"/>
                    </a:cubicBezTo>
                    <a:cubicBezTo>
                      <a:pt x="108" y="143"/>
                      <a:pt x="104" y="153"/>
                      <a:pt x="103" y="165"/>
                    </a:cubicBezTo>
                    <a:cubicBezTo>
                      <a:pt x="102" y="173"/>
                      <a:pt x="102" y="173"/>
                      <a:pt x="102" y="173"/>
                    </a:cubicBezTo>
                    <a:cubicBezTo>
                      <a:pt x="95" y="175"/>
                      <a:pt x="95" y="175"/>
                      <a:pt x="95" y="175"/>
                    </a:cubicBezTo>
                    <a:cubicBezTo>
                      <a:pt x="95" y="175"/>
                      <a:pt x="95" y="175"/>
                      <a:pt x="95" y="175"/>
                    </a:cubicBezTo>
                    <a:cubicBezTo>
                      <a:pt x="95" y="175"/>
                      <a:pt x="95" y="175"/>
                      <a:pt x="95" y="175"/>
                    </a:cubicBezTo>
                    <a:cubicBezTo>
                      <a:pt x="95" y="175"/>
                      <a:pt x="95" y="175"/>
                      <a:pt x="95" y="175"/>
                    </a:cubicBezTo>
                    <a:cubicBezTo>
                      <a:pt x="95" y="175"/>
                      <a:pt x="95" y="175"/>
                      <a:pt x="95" y="175"/>
                    </a:cubicBezTo>
                    <a:cubicBezTo>
                      <a:pt x="94" y="175"/>
                      <a:pt x="94" y="175"/>
                      <a:pt x="94" y="175"/>
                    </a:cubicBezTo>
                    <a:cubicBezTo>
                      <a:pt x="94" y="175"/>
                      <a:pt x="94" y="175"/>
                      <a:pt x="94" y="175"/>
                    </a:cubicBezTo>
                    <a:cubicBezTo>
                      <a:pt x="94" y="175"/>
                      <a:pt x="93" y="176"/>
                      <a:pt x="92" y="176"/>
                    </a:cubicBezTo>
                    <a:cubicBezTo>
                      <a:pt x="90" y="177"/>
                      <a:pt x="87" y="178"/>
                      <a:pt x="84" y="180"/>
                    </a:cubicBezTo>
                    <a:cubicBezTo>
                      <a:pt x="77" y="183"/>
                      <a:pt x="68" y="188"/>
                      <a:pt x="59" y="196"/>
                    </a:cubicBezTo>
                    <a:cubicBezTo>
                      <a:pt x="54" y="202"/>
                      <a:pt x="48" y="208"/>
                      <a:pt x="44" y="216"/>
                    </a:cubicBezTo>
                    <a:cubicBezTo>
                      <a:pt x="39" y="224"/>
                      <a:pt x="36" y="232"/>
                      <a:pt x="34" y="243"/>
                    </a:cubicBezTo>
                    <a:cubicBezTo>
                      <a:pt x="32" y="250"/>
                      <a:pt x="32" y="258"/>
                      <a:pt x="32" y="268"/>
                    </a:cubicBezTo>
                    <a:cubicBezTo>
                      <a:pt x="33" y="269"/>
                      <a:pt x="33" y="271"/>
                      <a:pt x="33" y="272"/>
                    </a:cubicBezTo>
                    <a:cubicBezTo>
                      <a:pt x="33" y="272"/>
                      <a:pt x="33" y="272"/>
                      <a:pt x="33" y="272"/>
                    </a:cubicBezTo>
                    <a:cubicBezTo>
                      <a:pt x="33" y="272"/>
                      <a:pt x="33" y="272"/>
                      <a:pt x="33" y="272"/>
                    </a:cubicBezTo>
                    <a:cubicBezTo>
                      <a:pt x="33" y="272"/>
                      <a:pt x="33" y="273"/>
                      <a:pt x="33" y="273"/>
                    </a:cubicBezTo>
                    <a:cubicBezTo>
                      <a:pt x="33" y="273"/>
                      <a:pt x="33" y="273"/>
                      <a:pt x="33" y="274"/>
                    </a:cubicBezTo>
                    <a:cubicBezTo>
                      <a:pt x="33" y="275"/>
                      <a:pt x="33" y="277"/>
                      <a:pt x="33" y="280"/>
                    </a:cubicBezTo>
                    <a:cubicBezTo>
                      <a:pt x="34" y="285"/>
                      <a:pt x="36" y="292"/>
                      <a:pt x="39" y="300"/>
                    </a:cubicBezTo>
                    <a:cubicBezTo>
                      <a:pt x="42" y="305"/>
                      <a:pt x="45" y="311"/>
                      <a:pt x="49" y="316"/>
                    </a:cubicBezTo>
                    <a:cubicBezTo>
                      <a:pt x="55" y="323"/>
                      <a:pt x="62" y="330"/>
                      <a:pt x="73" y="337"/>
                    </a:cubicBezTo>
                    <a:cubicBezTo>
                      <a:pt x="82" y="342"/>
                      <a:pt x="94" y="347"/>
                      <a:pt x="108" y="350"/>
                    </a:cubicBezTo>
                    <a:cubicBezTo>
                      <a:pt x="122" y="353"/>
                      <a:pt x="139" y="355"/>
                      <a:pt x="160" y="355"/>
                    </a:cubicBezTo>
                    <a:cubicBezTo>
                      <a:pt x="161" y="355"/>
                      <a:pt x="162" y="356"/>
                      <a:pt x="163" y="356"/>
                    </a:cubicBezTo>
                    <a:cubicBezTo>
                      <a:pt x="164" y="351"/>
                      <a:pt x="166" y="346"/>
                      <a:pt x="168" y="341"/>
                    </a:cubicBezTo>
                    <a:cubicBezTo>
                      <a:pt x="170" y="338"/>
                      <a:pt x="172" y="336"/>
                      <a:pt x="174" y="333"/>
                    </a:cubicBezTo>
                    <a:cubicBezTo>
                      <a:pt x="177" y="330"/>
                      <a:pt x="182" y="329"/>
                      <a:pt x="185" y="332"/>
                    </a:cubicBezTo>
                    <a:cubicBezTo>
                      <a:pt x="188" y="335"/>
                      <a:pt x="189" y="340"/>
                      <a:pt x="186" y="343"/>
                    </a:cubicBezTo>
                    <a:cubicBezTo>
                      <a:pt x="184" y="345"/>
                      <a:pt x="183" y="347"/>
                      <a:pt x="182" y="349"/>
                    </a:cubicBezTo>
                    <a:cubicBezTo>
                      <a:pt x="180" y="353"/>
                      <a:pt x="178" y="356"/>
                      <a:pt x="178" y="360"/>
                    </a:cubicBezTo>
                    <a:cubicBezTo>
                      <a:pt x="177" y="363"/>
                      <a:pt x="177" y="367"/>
                      <a:pt x="177" y="370"/>
                    </a:cubicBezTo>
                    <a:cubicBezTo>
                      <a:pt x="177" y="377"/>
                      <a:pt x="179" y="382"/>
                      <a:pt x="181" y="386"/>
                    </a:cubicBezTo>
                    <a:cubicBezTo>
                      <a:pt x="182" y="388"/>
                      <a:pt x="183" y="390"/>
                      <a:pt x="183" y="390"/>
                    </a:cubicBezTo>
                    <a:cubicBezTo>
                      <a:pt x="183" y="390"/>
                      <a:pt x="183" y="390"/>
                      <a:pt x="183" y="390"/>
                    </a:cubicBezTo>
                    <a:cubicBezTo>
                      <a:pt x="183" y="390"/>
                      <a:pt x="183" y="390"/>
                      <a:pt x="183" y="390"/>
                    </a:cubicBezTo>
                    <a:cubicBezTo>
                      <a:pt x="183" y="390"/>
                      <a:pt x="183" y="390"/>
                      <a:pt x="183" y="390"/>
                    </a:cubicBezTo>
                    <a:cubicBezTo>
                      <a:pt x="185" y="393"/>
                      <a:pt x="184" y="398"/>
                      <a:pt x="180" y="400"/>
                    </a:cubicBezTo>
                    <a:cubicBezTo>
                      <a:pt x="177" y="403"/>
                      <a:pt x="172" y="402"/>
                      <a:pt x="170" y="398"/>
                    </a:cubicBezTo>
                    <a:cubicBezTo>
                      <a:pt x="169" y="398"/>
                      <a:pt x="168" y="395"/>
                      <a:pt x="166" y="392"/>
                    </a:cubicBezTo>
                    <a:cubicBezTo>
                      <a:pt x="165" y="388"/>
                      <a:pt x="163" y="384"/>
                      <a:pt x="162" y="378"/>
                    </a:cubicBezTo>
                    <a:cubicBezTo>
                      <a:pt x="162" y="379"/>
                      <a:pt x="161" y="379"/>
                      <a:pt x="160" y="379"/>
                    </a:cubicBezTo>
                    <a:cubicBezTo>
                      <a:pt x="138" y="379"/>
                      <a:pt x="119" y="376"/>
                      <a:pt x="103" y="373"/>
                    </a:cubicBezTo>
                    <a:cubicBezTo>
                      <a:pt x="86" y="369"/>
                      <a:pt x="73" y="363"/>
                      <a:pt x="62" y="357"/>
                    </a:cubicBezTo>
                    <a:cubicBezTo>
                      <a:pt x="47" y="348"/>
                      <a:pt x="36" y="338"/>
                      <a:pt x="28" y="327"/>
                    </a:cubicBezTo>
                    <a:cubicBezTo>
                      <a:pt x="23" y="320"/>
                      <a:pt x="20" y="314"/>
                      <a:pt x="17" y="307"/>
                    </a:cubicBezTo>
                    <a:cubicBezTo>
                      <a:pt x="14" y="313"/>
                      <a:pt x="10" y="321"/>
                      <a:pt x="7" y="329"/>
                    </a:cubicBezTo>
                    <a:cubicBezTo>
                      <a:pt x="4" y="337"/>
                      <a:pt x="2" y="347"/>
                      <a:pt x="1" y="357"/>
                    </a:cubicBezTo>
                    <a:cubicBezTo>
                      <a:pt x="0" y="363"/>
                      <a:pt x="0" y="370"/>
                      <a:pt x="1" y="377"/>
                    </a:cubicBezTo>
                    <a:cubicBezTo>
                      <a:pt x="1" y="379"/>
                      <a:pt x="1" y="380"/>
                      <a:pt x="1" y="382"/>
                    </a:cubicBezTo>
                    <a:cubicBezTo>
                      <a:pt x="4" y="379"/>
                      <a:pt x="6" y="376"/>
                      <a:pt x="9" y="373"/>
                    </a:cubicBezTo>
                    <a:cubicBezTo>
                      <a:pt x="14" y="367"/>
                      <a:pt x="21" y="361"/>
                      <a:pt x="29" y="357"/>
                    </a:cubicBezTo>
                    <a:cubicBezTo>
                      <a:pt x="35" y="354"/>
                      <a:pt x="42" y="356"/>
                      <a:pt x="45" y="361"/>
                    </a:cubicBezTo>
                    <a:cubicBezTo>
                      <a:pt x="48" y="367"/>
                      <a:pt x="46" y="374"/>
                      <a:pt x="41" y="377"/>
                    </a:cubicBezTo>
                    <a:cubicBezTo>
                      <a:pt x="35" y="380"/>
                      <a:pt x="30" y="384"/>
                      <a:pt x="26" y="389"/>
                    </a:cubicBezTo>
                    <a:cubicBezTo>
                      <a:pt x="22" y="393"/>
                      <a:pt x="19" y="398"/>
                      <a:pt x="16" y="402"/>
                    </a:cubicBezTo>
                    <a:cubicBezTo>
                      <a:pt x="13" y="407"/>
                      <a:pt x="11" y="412"/>
                      <a:pt x="10" y="415"/>
                    </a:cubicBezTo>
                    <a:cubicBezTo>
                      <a:pt x="10" y="416"/>
                      <a:pt x="10" y="416"/>
                      <a:pt x="10" y="417"/>
                    </a:cubicBezTo>
                    <a:cubicBezTo>
                      <a:pt x="9" y="418"/>
                      <a:pt x="9" y="418"/>
                      <a:pt x="9" y="419"/>
                    </a:cubicBezTo>
                    <a:cubicBezTo>
                      <a:pt x="9" y="419"/>
                      <a:pt x="9" y="419"/>
                      <a:pt x="9" y="419"/>
                    </a:cubicBezTo>
                    <a:cubicBezTo>
                      <a:pt x="9" y="420"/>
                      <a:pt x="9" y="420"/>
                      <a:pt x="8" y="420"/>
                    </a:cubicBezTo>
                    <a:cubicBezTo>
                      <a:pt x="8" y="420"/>
                      <a:pt x="8" y="420"/>
                      <a:pt x="8" y="421"/>
                    </a:cubicBezTo>
                    <a:cubicBezTo>
                      <a:pt x="8" y="421"/>
                      <a:pt x="8" y="421"/>
                      <a:pt x="8" y="421"/>
                    </a:cubicBezTo>
                    <a:cubicBezTo>
                      <a:pt x="7" y="425"/>
                      <a:pt x="5" y="430"/>
                      <a:pt x="4" y="436"/>
                    </a:cubicBezTo>
                    <a:cubicBezTo>
                      <a:pt x="2" y="448"/>
                      <a:pt x="0" y="465"/>
                      <a:pt x="3" y="483"/>
                    </a:cubicBezTo>
                    <a:cubicBezTo>
                      <a:pt x="5" y="495"/>
                      <a:pt x="9" y="508"/>
                      <a:pt x="16" y="520"/>
                    </a:cubicBezTo>
                    <a:cubicBezTo>
                      <a:pt x="19" y="528"/>
                      <a:pt x="24" y="535"/>
                      <a:pt x="31" y="542"/>
                    </a:cubicBezTo>
                    <a:cubicBezTo>
                      <a:pt x="33" y="545"/>
                      <a:pt x="36" y="548"/>
                      <a:pt x="39" y="551"/>
                    </a:cubicBezTo>
                    <a:cubicBezTo>
                      <a:pt x="40" y="547"/>
                      <a:pt x="41" y="542"/>
                      <a:pt x="42" y="537"/>
                    </a:cubicBezTo>
                    <a:cubicBezTo>
                      <a:pt x="45" y="524"/>
                      <a:pt x="51" y="508"/>
                      <a:pt x="59" y="493"/>
                    </a:cubicBezTo>
                    <a:cubicBezTo>
                      <a:pt x="67" y="479"/>
                      <a:pt x="78" y="465"/>
                      <a:pt x="93" y="453"/>
                    </a:cubicBezTo>
                    <a:cubicBezTo>
                      <a:pt x="107" y="441"/>
                      <a:pt x="125" y="431"/>
                      <a:pt x="147" y="425"/>
                    </a:cubicBezTo>
                    <a:cubicBezTo>
                      <a:pt x="147" y="425"/>
                      <a:pt x="147" y="425"/>
                      <a:pt x="147" y="425"/>
                    </a:cubicBezTo>
                    <a:cubicBezTo>
                      <a:pt x="147" y="425"/>
                      <a:pt x="147" y="425"/>
                      <a:pt x="147" y="425"/>
                    </a:cubicBezTo>
                    <a:cubicBezTo>
                      <a:pt x="147" y="425"/>
                      <a:pt x="147" y="425"/>
                      <a:pt x="147" y="425"/>
                    </a:cubicBezTo>
                    <a:cubicBezTo>
                      <a:pt x="147" y="425"/>
                      <a:pt x="147" y="425"/>
                      <a:pt x="147" y="425"/>
                    </a:cubicBezTo>
                    <a:cubicBezTo>
                      <a:pt x="149" y="425"/>
                      <a:pt x="157" y="423"/>
                      <a:pt x="169" y="421"/>
                    </a:cubicBezTo>
                    <a:cubicBezTo>
                      <a:pt x="182" y="420"/>
                      <a:pt x="200" y="420"/>
                      <a:pt x="220" y="424"/>
                    </a:cubicBezTo>
                    <a:cubicBezTo>
                      <a:pt x="233" y="426"/>
                      <a:pt x="247" y="431"/>
                      <a:pt x="260" y="439"/>
                    </a:cubicBezTo>
                    <a:cubicBezTo>
                      <a:pt x="269" y="444"/>
                      <a:pt x="278" y="450"/>
                      <a:pt x="286" y="458"/>
                    </a:cubicBezTo>
                    <a:cubicBezTo>
                      <a:pt x="294" y="466"/>
                      <a:pt x="301" y="475"/>
                      <a:pt x="308" y="486"/>
                    </a:cubicBezTo>
                    <a:cubicBezTo>
                      <a:pt x="312" y="491"/>
                      <a:pt x="310" y="499"/>
                      <a:pt x="305" y="502"/>
                    </a:cubicBezTo>
                    <a:cubicBezTo>
                      <a:pt x="299" y="505"/>
                      <a:pt x="292" y="504"/>
                      <a:pt x="289" y="498"/>
                    </a:cubicBezTo>
                    <a:cubicBezTo>
                      <a:pt x="283" y="489"/>
                      <a:pt x="276" y="481"/>
                      <a:pt x="270" y="475"/>
                    </a:cubicBezTo>
                    <a:cubicBezTo>
                      <a:pt x="263" y="468"/>
                      <a:pt x="256" y="463"/>
                      <a:pt x="249" y="459"/>
                    </a:cubicBezTo>
                    <a:cubicBezTo>
                      <a:pt x="238" y="453"/>
                      <a:pt x="226" y="449"/>
                      <a:pt x="215" y="447"/>
                    </a:cubicBezTo>
                    <a:cubicBezTo>
                      <a:pt x="205" y="444"/>
                      <a:pt x="194" y="444"/>
                      <a:pt x="185" y="444"/>
                    </a:cubicBezTo>
                    <a:cubicBezTo>
                      <a:pt x="167" y="444"/>
                      <a:pt x="154" y="448"/>
                      <a:pt x="154" y="448"/>
                    </a:cubicBezTo>
                    <a:cubicBezTo>
                      <a:pt x="154" y="448"/>
                      <a:pt x="154" y="448"/>
                      <a:pt x="154" y="448"/>
                    </a:cubicBezTo>
                    <a:cubicBezTo>
                      <a:pt x="154" y="448"/>
                      <a:pt x="154" y="448"/>
                      <a:pt x="154" y="448"/>
                    </a:cubicBezTo>
                    <a:cubicBezTo>
                      <a:pt x="154" y="448"/>
                      <a:pt x="154" y="448"/>
                      <a:pt x="154" y="448"/>
                    </a:cubicBezTo>
                    <a:cubicBezTo>
                      <a:pt x="135" y="453"/>
                      <a:pt x="120" y="461"/>
                      <a:pt x="108" y="471"/>
                    </a:cubicBezTo>
                    <a:cubicBezTo>
                      <a:pt x="96" y="481"/>
                      <a:pt x="86" y="493"/>
                      <a:pt x="79" y="505"/>
                    </a:cubicBezTo>
                    <a:cubicBezTo>
                      <a:pt x="72" y="518"/>
                      <a:pt x="67" y="531"/>
                      <a:pt x="65" y="542"/>
                    </a:cubicBezTo>
                    <a:cubicBezTo>
                      <a:pt x="62" y="551"/>
                      <a:pt x="62" y="559"/>
                      <a:pt x="62" y="565"/>
                    </a:cubicBezTo>
                    <a:cubicBezTo>
                      <a:pt x="62" y="566"/>
                      <a:pt x="62" y="568"/>
                      <a:pt x="62" y="569"/>
                    </a:cubicBezTo>
                    <a:cubicBezTo>
                      <a:pt x="62" y="570"/>
                      <a:pt x="62" y="570"/>
                      <a:pt x="62" y="570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6"/>
                      <a:pt x="62" y="576"/>
                      <a:pt x="62" y="576"/>
                    </a:cubicBezTo>
                    <a:cubicBezTo>
                      <a:pt x="62" y="577"/>
                      <a:pt x="63" y="577"/>
                      <a:pt x="63" y="578"/>
                    </a:cubicBezTo>
                    <a:cubicBezTo>
                      <a:pt x="63" y="581"/>
                      <a:pt x="63" y="584"/>
                      <a:pt x="64" y="588"/>
                    </a:cubicBezTo>
                    <a:cubicBezTo>
                      <a:pt x="65" y="595"/>
                      <a:pt x="68" y="606"/>
                      <a:pt x="74" y="618"/>
                    </a:cubicBezTo>
                    <a:cubicBezTo>
                      <a:pt x="78" y="626"/>
                      <a:pt x="83" y="634"/>
                      <a:pt x="89" y="642"/>
                    </a:cubicBezTo>
                    <a:cubicBezTo>
                      <a:pt x="98" y="653"/>
                      <a:pt x="110" y="664"/>
                      <a:pt x="126" y="673"/>
                    </a:cubicBezTo>
                    <a:cubicBezTo>
                      <a:pt x="139" y="681"/>
                      <a:pt x="156" y="688"/>
                      <a:pt x="177" y="692"/>
                    </a:cubicBezTo>
                    <a:cubicBezTo>
                      <a:pt x="177" y="692"/>
                      <a:pt x="177" y="692"/>
                      <a:pt x="177" y="692"/>
                    </a:cubicBezTo>
                    <a:cubicBezTo>
                      <a:pt x="178" y="692"/>
                      <a:pt x="178" y="693"/>
                      <a:pt x="180" y="693"/>
                    </a:cubicBezTo>
                    <a:cubicBezTo>
                      <a:pt x="182" y="693"/>
                      <a:pt x="185" y="693"/>
                      <a:pt x="189" y="693"/>
                    </a:cubicBezTo>
                    <a:cubicBezTo>
                      <a:pt x="197" y="693"/>
                      <a:pt x="208" y="693"/>
                      <a:pt x="219" y="690"/>
                    </a:cubicBezTo>
                    <a:cubicBezTo>
                      <a:pt x="227" y="688"/>
                      <a:pt x="234" y="685"/>
                      <a:pt x="241" y="681"/>
                    </a:cubicBezTo>
                    <a:cubicBezTo>
                      <a:pt x="247" y="678"/>
                      <a:pt x="252" y="675"/>
                      <a:pt x="256" y="672"/>
                    </a:cubicBezTo>
                    <a:cubicBezTo>
                      <a:pt x="260" y="669"/>
                      <a:pt x="263" y="666"/>
                      <a:pt x="267" y="662"/>
                    </a:cubicBezTo>
                    <a:cubicBezTo>
                      <a:pt x="270" y="660"/>
                      <a:pt x="272" y="657"/>
                      <a:pt x="275" y="654"/>
                    </a:cubicBezTo>
                    <a:cubicBezTo>
                      <a:pt x="278" y="650"/>
                      <a:pt x="282" y="645"/>
                      <a:pt x="286" y="638"/>
                    </a:cubicBezTo>
                    <a:cubicBezTo>
                      <a:pt x="292" y="630"/>
                      <a:pt x="298" y="620"/>
                      <a:pt x="306" y="607"/>
                    </a:cubicBezTo>
                    <a:cubicBezTo>
                      <a:pt x="306" y="607"/>
                      <a:pt x="306" y="607"/>
                      <a:pt x="306" y="607"/>
                    </a:cubicBezTo>
                    <a:lnTo>
                      <a:pt x="475" y="312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40" name="任意多边形: 形状 39">
                <a:extLst>
                  <a:ext uri="{FF2B5EF4-FFF2-40B4-BE49-F238E27FC236}">
                    <a16:creationId xmlns:a16="http://schemas.microsoft.com/office/drawing/2014/main" id="{2BAF8EC7-A00D-2391-7B76-F244663B9293}"/>
                  </a:ext>
                </a:extLst>
              </p:cNvPr>
              <p:cNvSpPr/>
              <p:nvPr/>
            </p:nvSpPr>
            <p:spPr bwMode="auto">
              <a:xfrm flipH="1">
                <a:off x="2228960" y="2559906"/>
                <a:ext cx="145469" cy="263663"/>
              </a:xfrm>
              <a:custGeom>
                <a:avLst/>
                <a:gdLst/>
                <a:ahLst/>
                <a:cxnLst>
                  <a:cxn ang="0">
                    <a:pos x="18" y="197"/>
                  </a:cxn>
                  <a:cxn ang="0">
                    <a:pos x="14" y="195"/>
                  </a:cxn>
                  <a:cxn ang="0">
                    <a:pos x="9" y="156"/>
                  </a:cxn>
                  <a:cxn ang="0">
                    <a:pos x="44" y="35"/>
                  </a:cxn>
                  <a:cxn ang="0">
                    <a:pos x="67" y="3"/>
                  </a:cxn>
                  <a:cxn ang="0">
                    <a:pos x="99" y="26"/>
                  </a:cxn>
                  <a:cxn ang="0">
                    <a:pos x="54" y="190"/>
                  </a:cxn>
                  <a:cxn ang="0">
                    <a:pos x="18" y="197"/>
                  </a:cxn>
                </a:cxnLst>
                <a:rect l="0" t="0" r="r" b="b"/>
                <a:pathLst>
                  <a:path w="113" h="204">
                    <a:moveTo>
                      <a:pt x="18" y="197"/>
                    </a:moveTo>
                    <a:cubicBezTo>
                      <a:pt x="17" y="197"/>
                      <a:pt x="16" y="196"/>
                      <a:pt x="14" y="195"/>
                    </a:cubicBezTo>
                    <a:cubicBezTo>
                      <a:pt x="2" y="186"/>
                      <a:pt x="0" y="168"/>
                      <a:pt x="9" y="156"/>
                    </a:cubicBezTo>
                    <a:cubicBezTo>
                      <a:pt x="10" y="155"/>
                      <a:pt x="54" y="97"/>
                      <a:pt x="44" y="35"/>
                    </a:cubicBezTo>
                    <a:cubicBezTo>
                      <a:pt x="41" y="20"/>
                      <a:pt x="52" y="5"/>
                      <a:pt x="67" y="3"/>
                    </a:cubicBezTo>
                    <a:cubicBezTo>
                      <a:pt x="83" y="0"/>
                      <a:pt x="97" y="11"/>
                      <a:pt x="99" y="26"/>
                    </a:cubicBezTo>
                    <a:cubicBezTo>
                      <a:pt x="113" y="112"/>
                      <a:pt x="56" y="187"/>
                      <a:pt x="54" y="190"/>
                    </a:cubicBezTo>
                    <a:cubicBezTo>
                      <a:pt x="45" y="202"/>
                      <a:pt x="30" y="204"/>
                      <a:pt x="18" y="197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 fontScale="775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41" name="任意多边形: 形状 40">
                <a:extLst>
                  <a:ext uri="{FF2B5EF4-FFF2-40B4-BE49-F238E27FC236}">
                    <a16:creationId xmlns:a16="http://schemas.microsoft.com/office/drawing/2014/main" id="{9D029AA1-8B86-3DC1-2180-3C4FC031018A}"/>
                  </a:ext>
                </a:extLst>
              </p:cNvPr>
              <p:cNvSpPr/>
              <p:nvPr/>
            </p:nvSpPr>
            <p:spPr bwMode="auto">
              <a:xfrm flipH="1">
                <a:off x="1968327" y="2715983"/>
                <a:ext cx="216689" cy="219719"/>
              </a:xfrm>
              <a:custGeom>
                <a:avLst/>
                <a:gdLst/>
                <a:ahLst/>
                <a:cxnLst>
                  <a:cxn ang="0">
                    <a:pos x="18" y="162"/>
                  </a:cxn>
                  <a:cxn ang="0">
                    <a:pos x="6" y="127"/>
                  </a:cxn>
                  <a:cxn ang="0">
                    <a:pos x="125" y="6"/>
                  </a:cxn>
                  <a:cxn ang="0">
                    <a:pos x="161" y="22"/>
                  </a:cxn>
                  <a:cxn ang="0">
                    <a:pos x="145" y="58"/>
                  </a:cxn>
                  <a:cxn ang="0">
                    <a:pos x="58" y="149"/>
                  </a:cxn>
                  <a:cxn ang="0">
                    <a:pos x="21" y="164"/>
                  </a:cxn>
                  <a:cxn ang="0">
                    <a:pos x="18" y="162"/>
                  </a:cxn>
                </a:cxnLst>
                <a:rect l="0" t="0" r="r" b="b"/>
                <a:pathLst>
                  <a:path w="167" h="170">
                    <a:moveTo>
                      <a:pt x="18" y="162"/>
                    </a:moveTo>
                    <a:cubicBezTo>
                      <a:pt x="6" y="155"/>
                      <a:pt x="0" y="140"/>
                      <a:pt x="6" y="127"/>
                    </a:cubicBezTo>
                    <a:cubicBezTo>
                      <a:pt x="7" y="124"/>
                      <a:pt x="44" y="37"/>
                      <a:pt x="125" y="6"/>
                    </a:cubicBezTo>
                    <a:cubicBezTo>
                      <a:pt x="140" y="0"/>
                      <a:pt x="156" y="8"/>
                      <a:pt x="161" y="22"/>
                    </a:cubicBezTo>
                    <a:cubicBezTo>
                      <a:pt x="167" y="37"/>
                      <a:pt x="160" y="53"/>
                      <a:pt x="145" y="58"/>
                    </a:cubicBezTo>
                    <a:cubicBezTo>
                      <a:pt x="87" y="81"/>
                      <a:pt x="58" y="148"/>
                      <a:pt x="58" y="149"/>
                    </a:cubicBezTo>
                    <a:cubicBezTo>
                      <a:pt x="52" y="163"/>
                      <a:pt x="35" y="170"/>
                      <a:pt x="21" y="164"/>
                    </a:cubicBezTo>
                    <a:cubicBezTo>
                      <a:pt x="20" y="163"/>
                      <a:pt x="19" y="163"/>
                      <a:pt x="18" y="162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 fontScale="55000" lnSpcReduction="20000"/>
              </a:bodyPr>
              <a:lstStyle/>
              <a:p>
                <a:pPr algn="ctr"/>
                <a:endParaRPr/>
              </a:p>
            </p:txBody>
          </p:sp>
          <p:sp>
            <p:nvSpPr>
              <p:cNvPr id="42" name="任意多边形: 形状 41">
                <a:extLst>
                  <a:ext uri="{FF2B5EF4-FFF2-40B4-BE49-F238E27FC236}">
                    <a16:creationId xmlns:a16="http://schemas.microsoft.com/office/drawing/2014/main" id="{87541D08-A47F-42B3-7E67-1B021D464406}"/>
                  </a:ext>
                </a:extLst>
              </p:cNvPr>
              <p:cNvSpPr/>
              <p:nvPr/>
            </p:nvSpPr>
            <p:spPr bwMode="auto">
              <a:xfrm flipH="1">
                <a:off x="3541755" y="4995913"/>
                <a:ext cx="4664464" cy="1169391"/>
              </a:xfrm>
              <a:custGeom>
                <a:avLst/>
                <a:gdLst>
                  <a:gd name="T0" fmla="*/ 229 w 695"/>
                  <a:gd name="T1" fmla="*/ 157 h 174"/>
                  <a:gd name="T2" fmla="*/ 338 w 695"/>
                  <a:gd name="T3" fmla="*/ 173 h 174"/>
                  <a:gd name="T4" fmla="*/ 395 w 695"/>
                  <a:gd name="T5" fmla="*/ 157 h 174"/>
                  <a:gd name="T6" fmla="*/ 273 w 695"/>
                  <a:gd name="T7" fmla="*/ 86 h 174"/>
                  <a:gd name="T8" fmla="*/ 273 w 695"/>
                  <a:gd name="T9" fmla="*/ 72 h 174"/>
                  <a:gd name="T10" fmla="*/ 355 w 695"/>
                  <a:gd name="T11" fmla="*/ 82 h 174"/>
                  <a:gd name="T12" fmla="*/ 493 w 695"/>
                  <a:gd name="T13" fmla="*/ 99 h 174"/>
                  <a:gd name="T14" fmla="*/ 563 w 695"/>
                  <a:gd name="T15" fmla="*/ 86 h 174"/>
                  <a:gd name="T16" fmla="*/ 534 w 695"/>
                  <a:gd name="T17" fmla="*/ 47 h 174"/>
                  <a:gd name="T18" fmla="*/ 569 w 695"/>
                  <a:gd name="T19" fmla="*/ 32 h 174"/>
                  <a:gd name="T20" fmla="*/ 656 w 695"/>
                  <a:gd name="T21" fmla="*/ 39 h 174"/>
                  <a:gd name="T22" fmla="*/ 653 w 695"/>
                  <a:gd name="T23" fmla="*/ 8 h 174"/>
                  <a:gd name="T24" fmla="*/ 656 w 695"/>
                  <a:gd name="T25" fmla="*/ 4 h 174"/>
                  <a:gd name="T26" fmla="*/ 677 w 695"/>
                  <a:gd name="T27" fmla="*/ 3 h 174"/>
                  <a:gd name="T28" fmla="*/ 689 w 695"/>
                  <a:gd name="T29" fmla="*/ 2 h 174"/>
                  <a:gd name="T30" fmla="*/ 656 w 695"/>
                  <a:gd name="T31" fmla="*/ 1 h 174"/>
                  <a:gd name="T32" fmla="*/ 645 w 695"/>
                  <a:gd name="T33" fmla="*/ 8 h 174"/>
                  <a:gd name="T34" fmla="*/ 652 w 695"/>
                  <a:gd name="T35" fmla="*/ 28 h 174"/>
                  <a:gd name="T36" fmla="*/ 633 w 695"/>
                  <a:gd name="T37" fmla="*/ 32 h 174"/>
                  <a:gd name="T38" fmla="*/ 631 w 695"/>
                  <a:gd name="T39" fmla="*/ 31 h 174"/>
                  <a:gd name="T40" fmla="*/ 623 w 695"/>
                  <a:gd name="T41" fmla="*/ 29 h 174"/>
                  <a:gd name="T42" fmla="*/ 588 w 695"/>
                  <a:gd name="T43" fmla="*/ 27 h 174"/>
                  <a:gd name="T44" fmla="*/ 573 w 695"/>
                  <a:gd name="T45" fmla="*/ 24 h 174"/>
                  <a:gd name="T46" fmla="*/ 562 w 695"/>
                  <a:gd name="T47" fmla="*/ 22 h 174"/>
                  <a:gd name="T48" fmla="*/ 532 w 695"/>
                  <a:gd name="T49" fmla="*/ 21 h 174"/>
                  <a:gd name="T50" fmla="*/ 498 w 695"/>
                  <a:gd name="T51" fmla="*/ 36 h 174"/>
                  <a:gd name="T52" fmla="*/ 500 w 695"/>
                  <a:gd name="T53" fmla="*/ 43 h 174"/>
                  <a:gd name="T54" fmla="*/ 516 w 695"/>
                  <a:gd name="T55" fmla="*/ 47 h 174"/>
                  <a:gd name="T56" fmla="*/ 509 w 695"/>
                  <a:gd name="T57" fmla="*/ 51 h 174"/>
                  <a:gd name="T58" fmla="*/ 529 w 695"/>
                  <a:gd name="T59" fmla="*/ 74 h 174"/>
                  <a:gd name="T60" fmla="*/ 535 w 695"/>
                  <a:gd name="T61" fmla="*/ 83 h 174"/>
                  <a:gd name="T62" fmla="*/ 515 w 695"/>
                  <a:gd name="T63" fmla="*/ 91 h 174"/>
                  <a:gd name="T64" fmla="*/ 466 w 695"/>
                  <a:gd name="T65" fmla="*/ 86 h 174"/>
                  <a:gd name="T66" fmla="*/ 444 w 695"/>
                  <a:gd name="T67" fmla="*/ 84 h 174"/>
                  <a:gd name="T68" fmla="*/ 435 w 695"/>
                  <a:gd name="T69" fmla="*/ 82 h 174"/>
                  <a:gd name="T70" fmla="*/ 418 w 695"/>
                  <a:gd name="T71" fmla="*/ 82 h 174"/>
                  <a:gd name="T72" fmla="*/ 383 w 695"/>
                  <a:gd name="T73" fmla="*/ 77 h 174"/>
                  <a:gd name="T74" fmla="*/ 346 w 695"/>
                  <a:gd name="T75" fmla="*/ 71 h 174"/>
                  <a:gd name="T76" fmla="*/ 307 w 695"/>
                  <a:gd name="T77" fmla="*/ 68 h 174"/>
                  <a:gd name="T78" fmla="*/ 240 w 695"/>
                  <a:gd name="T79" fmla="*/ 69 h 174"/>
                  <a:gd name="T80" fmla="*/ 241 w 695"/>
                  <a:gd name="T81" fmla="*/ 78 h 174"/>
                  <a:gd name="T82" fmla="*/ 247 w 695"/>
                  <a:gd name="T83" fmla="*/ 84 h 174"/>
                  <a:gd name="T84" fmla="*/ 245 w 695"/>
                  <a:gd name="T85" fmla="*/ 86 h 174"/>
                  <a:gd name="T86" fmla="*/ 269 w 695"/>
                  <a:gd name="T87" fmla="*/ 98 h 174"/>
                  <a:gd name="T88" fmla="*/ 293 w 695"/>
                  <a:gd name="T89" fmla="*/ 111 h 174"/>
                  <a:gd name="T90" fmla="*/ 308 w 695"/>
                  <a:gd name="T91" fmla="*/ 118 h 174"/>
                  <a:gd name="T92" fmla="*/ 332 w 695"/>
                  <a:gd name="T93" fmla="*/ 128 h 174"/>
                  <a:gd name="T94" fmla="*/ 352 w 695"/>
                  <a:gd name="T95" fmla="*/ 144 h 174"/>
                  <a:gd name="T96" fmla="*/ 371 w 695"/>
                  <a:gd name="T97" fmla="*/ 156 h 174"/>
                  <a:gd name="T98" fmla="*/ 370 w 695"/>
                  <a:gd name="T99" fmla="*/ 167 h 174"/>
                  <a:gd name="T100" fmla="*/ 281 w 695"/>
                  <a:gd name="T101" fmla="*/ 157 h 174"/>
                  <a:gd name="T102" fmla="*/ 249 w 695"/>
                  <a:gd name="T103" fmla="*/ 152 h 174"/>
                  <a:gd name="T104" fmla="*/ 160 w 695"/>
                  <a:gd name="T105" fmla="*/ 140 h 174"/>
                  <a:gd name="T106" fmla="*/ 79 w 695"/>
                  <a:gd name="T107" fmla="*/ 123 h 174"/>
                  <a:gd name="T108" fmla="*/ 656 w 695"/>
                  <a:gd name="T109" fmla="*/ 33 h 174"/>
                  <a:gd name="T110" fmla="*/ 648 w 695"/>
                  <a:gd name="T111" fmla="*/ 5 h 174"/>
                  <a:gd name="T112" fmla="*/ 655 w 695"/>
                  <a:gd name="T113" fmla="*/ 33 h 174"/>
                  <a:gd name="T114" fmla="*/ 648 w 695"/>
                  <a:gd name="T115" fmla="*/ 37 h 174"/>
                  <a:gd name="T116" fmla="*/ 535 w 695"/>
                  <a:gd name="T117" fmla="*/ 92 h 1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695" h="174">
                    <a:moveTo>
                      <a:pt x="78" y="130"/>
                    </a:moveTo>
                    <a:cubicBezTo>
                      <a:pt x="88" y="132"/>
                      <a:pt x="101" y="134"/>
                      <a:pt x="109" y="136"/>
                    </a:cubicBezTo>
                    <a:cubicBezTo>
                      <a:pt x="147" y="143"/>
                      <a:pt x="179" y="151"/>
                      <a:pt x="220" y="157"/>
                    </a:cubicBezTo>
                    <a:cubicBezTo>
                      <a:pt x="219" y="157"/>
                      <a:pt x="222" y="157"/>
                      <a:pt x="225" y="157"/>
                    </a:cubicBezTo>
                    <a:cubicBezTo>
                      <a:pt x="224" y="157"/>
                      <a:pt x="224" y="157"/>
                      <a:pt x="224" y="157"/>
                    </a:cubicBezTo>
                    <a:cubicBezTo>
                      <a:pt x="229" y="157"/>
                      <a:pt x="229" y="157"/>
                      <a:pt x="229" y="157"/>
                    </a:cubicBezTo>
                    <a:cubicBezTo>
                      <a:pt x="232" y="157"/>
                      <a:pt x="229" y="158"/>
                      <a:pt x="226" y="158"/>
                    </a:cubicBezTo>
                    <a:cubicBezTo>
                      <a:pt x="242" y="160"/>
                      <a:pt x="257" y="162"/>
                      <a:pt x="272" y="165"/>
                    </a:cubicBezTo>
                    <a:cubicBezTo>
                      <a:pt x="275" y="164"/>
                      <a:pt x="280" y="166"/>
                      <a:pt x="283" y="165"/>
                    </a:cubicBezTo>
                    <a:cubicBezTo>
                      <a:pt x="283" y="166"/>
                      <a:pt x="283" y="166"/>
                      <a:pt x="282" y="166"/>
                    </a:cubicBezTo>
                    <a:cubicBezTo>
                      <a:pt x="294" y="167"/>
                      <a:pt x="295" y="167"/>
                      <a:pt x="303" y="169"/>
                    </a:cubicBezTo>
                    <a:cubicBezTo>
                      <a:pt x="314" y="171"/>
                      <a:pt x="325" y="172"/>
                      <a:pt x="338" y="173"/>
                    </a:cubicBezTo>
                    <a:cubicBezTo>
                      <a:pt x="346" y="174"/>
                      <a:pt x="351" y="174"/>
                      <a:pt x="366" y="173"/>
                    </a:cubicBezTo>
                    <a:cubicBezTo>
                      <a:pt x="367" y="173"/>
                      <a:pt x="372" y="173"/>
                      <a:pt x="375" y="172"/>
                    </a:cubicBezTo>
                    <a:cubicBezTo>
                      <a:pt x="379" y="171"/>
                      <a:pt x="379" y="171"/>
                      <a:pt x="379" y="171"/>
                    </a:cubicBezTo>
                    <a:cubicBezTo>
                      <a:pt x="396" y="166"/>
                      <a:pt x="387" y="169"/>
                      <a:pt x="391" y="167"/>
                    </a:cubicBezTo>
                    <a:cubicBezTo>
                      <a:pt x="398" y="163"/>
                      <a:pt x="396" y="163"/>
                      <a:pt x="397" y="161"/>
                    </a:cubicBezTo>
                    <a:cubicBezTo>
                      <a:pt x="397" y="160"/>
                      <a:pt x="396" y="158"/>
                      <a:pt x="395" y="157"/>
                    </a:cubicBezTo>
                    <a:cubicBezTo>
                      <a:pt x="389" y="149"/>
                      <a:pt x="378" y="143"/>
                      <a:pt x="368" y="136"/>
                    </a:cubicBezTo>
                    <a:cubicBezTo>
                      <a:pt x="347" y="123"/>
                      <a:pt x="322" y="111"/>
                      <a:pt x="300" y="97"/>
                    </a:cubicBezTo>
                    <a:cubicBezTo>
                      <a:pt x="292" y="96"/>
                      <a:pt x="289" y="93"/>
                      <a:pt x="282" y="92"/>
                    </a:cubicBezTo>
                    <a:cubicBezTo>
                      <a:pt x="283" y="91"/>
                      <a:pt x="283" y="91"/>
                      <a:pt x="283" y="91"/>
                    </a:cubicBezTo>
                    <a:cubicBezTo>
                      <a:pt x="278" y="90"/>
                      <a:pt x="279" y="89"/>
                      <a:pt x="277" y="86"/>
                    </a:cubicBezTo>
                    <a:cubicBezTo>
                      <a:pt x="276" y="86"/>
                      <a:pt x="275" y="85"/>
                      <a:pt x="273" y="86"/>
                    </a:cubicBezTo>
                    <a:cubicBezTo>
                      <a:pt x="270" y="85"/>
                      <a:pt x="274" y="83"/>
                      <a:pt x="271" y="82"/>
                    </a:cubicBezTo>
                    <a:cubicBezTo>
                      <a:pt x="272" y="82"/>
                      <a:pt x="270" y="83"/>
                      <a:pt x="270" y="82"/>
                    </a:cubicBezTo>
                    <a:cubicBezTo>
                      <a:pt x="262" y="79"/>
                      <a:pt x="272" y="82"/>
                      <a:pt x="269" y="77"/>
                    </a:cubicBezTo>
                    <a:cubicBezTo>
                      <a:pt x="267" y="76"/>
                      <a:pt x="264" y="74"/>
                      <a:pt x="262" y="72"/>
                    </a:cubicBezTo>
                    <a:cubicBezTo>
                      <a:pt x="265" y="72"/>
                      <a:pt x="269" y="72"/>
                      <a:pt x="272" y="73"/>
                    </a:cubicBezTo>
                    <a:cubicBezTo>
                      <a:pt x="270" y="73"/>
                      <a:pt x="271" y="72"/>
                      <a:pt x="273" y="72"/>
                    </a:cubicBezTo>
                    <a:cubicBezTo>
                      <a:pt x="273" y="74"/>
                      <a:pt x="281" y="72"/>
                      <a:pt x="284" y="73"/>
                    </a:cubicBezTo>
                    <a:cubicBezTo>
                      <a:pt x="283" y="73"/>
                      <a:pt x="281" y="73"/>
                      <a:pt x="280" y="73"/>
                    </a:cubicBezTo>
                    <a:cubicBezTo>
                      <a:pt x="288" y="75"/>
                      <a:pt x="297" y="75"/>
                      <a:pt x="304" y="76"/>
                    </a:cubicBezTo>
                    <a:cubicBezTo>
                      <a:pt x="314" y="76"/>
                      <a:pt x="320" y="79"/>
                      <a:pt x="327" y="78"/>
                    </a:cubicBezTo>
                    <a:cubicBezTo>
                      <a:pt x="325" y="79"/>
                      <a:pt x="330" y="79"/>
                      <a:pt x="331" y="80"/>
                    </a:cubicBezTo>
                    <a:cubicBezTo>
                      <a:pt x="341" y="79"/>
                      <a:pt x="345" y="82"/>
                      <a:pt x="355" y="82"/>
                    </a:cubicBezTo>
                    <a:cubicBezTo>
                      <a:pt x="354" y="82"/>
                      <a:pt x="354" y="82"/>
                      <a:pt x="354" y="82"/>
                    </a:cubicBezTo>
                    <a:cubicBezTo>
                      <a:pt x="376" y="85"/>
                      <a:pt x="398" y="88"/>
                      <a:pt x="422" y="90"/>
                    </a:cubicBezTo>
                    <a:cubicBezTo>
                      <a:pt x="436" y="92"/>
                      <a:pt x="446" y="95"/>
                      <a:pt x="463" y="96"/>
                    </a:cubicBezTo>
                    <a:cubicBezTo>
                      <a:pt x="466" y="96"/>
                      <a:pt x="464" y="96"/>
                      <a:pt x="467" y="96"/>
                    </a:cubicBezTo>
                    <a:cubicBezTo>
                      <a:pt x="470" y="96"/>
                      <a:pt x="466" y="96"/>
                      <a:pt x="467" y="96"/>
                    </a:cubicBezTo>
                    <a:cubicBezTo>
                      <a:pt x="475" y="97"/>
                      <a:pt x="483" y="98"/>
                      <a:pt x="493" y="99"/>
                    </a:cubicBezTo>
                    <a:cubicBezTo>
                      <a:pt x="494" y="99"/>
                      <a:pt x="497" y="99"/>
                      <a:pt x="497" y="99"/>
                    </a:cubicBezTo>
                    <a:cubicBezTo>
                      <a:pt x="501" y="100"/>
                      <a:pt x="508" y="100"/>
                      <a:pt x="516" y="100"/>
                    </a:cubicBezTo>
                    <a:cubicBezTo>
                      <a:pt x="520" y="100"/>
                      <a:pt x="524" y="100"/>
                      <a:pt x="530" y="100"/>
                    </a:cubicBezTo>
                    <a:cubicBezTo>
                      <a:pt x="534" y="101"/>
                      <a:pt x="558" y="94"/>
                      <a:pt x="557" y="93"/>
                    </a:cubicBezTo>
                    <a:cubicBezTo>
                      <a:pt x="549" y="96"/>
                      <a:pt x="562" y="89"/>
                      <a:pt x="560" y="87"/>
                    </a:cubicBezTo>
                    <a:cubicBezTo>
                      <a:pt x="561" y="86"/>
                      <a:pt x="562" y="86"/>
                      <a:pt x="563" y="86"/>
                    </a:cubicBezTo>
                    <a:cubicBezTo>
                      <a:pt x="564" y="83"/>
                      <a:pt x="563" y="81"/>
                      <a:pt x="563" y="77"/>
                    </a:cubicBezTo>
                    <a:cubicBezTo>
                      <a:pt x="562" y="76"/>
                      <a:pt x="559" y="76"/>
                      <a:pt x="559" y="74"/>
                    </a:cubicBezTo>
                    <a:cubicBezTo>
                      <a:pt x="561" y="72"/>
                      <a:pt x="557" y="70"/>
                      <a:pt x="557" y="68"/>
                    </a:cubicBezTo>
                    <a:cubicBezTo>
                      <a:pt x="554" y="69"/>
                      <a:pt x="551" y="68"/>
                      <a:pt x="550" y="66"/>
                    </a:cubicBezTo>
                    <a:cubicBezTo>
                      <a:pt x="554" y="65"/>
                      <a:pt x="554" y="65"/>
                      <a:pt x="554" y="65"/>
                    </a:cubicBezTo>
                    <a:cubicBezTo>
                      <a:pt x="548" y="61"/>
                      <a:pt x="545" y="52"/>
                      <a:pt x="534" y="47"/>
                    </a:cubicBezTo>
                    <a:cubicBezTo>
                      <a:pt x="536" y="46"/>
                      <a:pt x="536" y="46"/>
                      <a:pt x="536" y="46"/>
                    </a:cubicBezTo>
                    <a:cubicBezTo>
                      <a:pt x="528" y="41"/>
                      <a:pt x="524" y="34"/>
                      <a:pt x="521" y="29"/>
                    </a:cubicBezTo>
                    <a:cubicBezTo>
                      <a:pt x="521" y="29"/>
                      <a:pt x="520" y="30"/>
                      <a:pt x="527" y="30"/>
                    </a:cubicBezTo>
                    <a:cubicBezTo>
                      <a:pt x="534" y="29"/>
                      <a:pt x="537" y="29"/>
                      <a:pt x="543" y="29"/>
                    </a:cubicBezTo>
                    <a:cubicBezTo>
                      <a:pt x="546" y="29"/>
                      <a:pt x="546" y="30"/>
                      <a:pt x="547" y="30"/>
                    </a:cubicBezTo>
                    <a:cubicBezTo>
                      <a:pt x="555" y="31"/>
                      <a:pt x="560" y="33"/>
                      <a:pt x="569" y="32"/>
                    </a:cubicBezTo>
                    <a:cubicBezTo>
                      <a:pt x="568" y="33"/>
                      <a:pt x="568" y="33"/>
                      <a:pt x="568" y="33"/>
                    </a:cubicBezTo>
                    <a:cubicBezTo>
                      <a:pt x="575" y="33"/>
                      <a:pt x="586" y="34"/>
                      <a:pt x="592" y="35"/>
                    </a:cubicBezTo>
                    <a:cubicBezTo>
                      <a:pt x="595" y="35"/>
                      <a:pt x="603" y="36"/>
                      <a:pt x="601" y="35"/>
                    </a:cubicBezTo>
                    <a:cubicBezTo>
                      <a:pt x="604" y="35"/>
                      <a:pt x="600" y="36"/>
                      <a:pt x="605" y="36"/>
                    </a:cubicBezTo>
                    <a:cubicBezTo>
                      <a:pt x="600" y="36"/>
                      <a:pt x="600" y="36"/>
                      <a:pt x="600" y="36"/>
                    </a:cubicBezTo>
                    <a:cubicBezTo>
                      <a:pt x="618" y="38"/>
                      <a:pt x="625" y="42"/>
                      <a:pt x="656" y="39"/>
                    </a:cubicBezTo>
                    <a:cubicBezTo>
                      <a:pt x="672" y="35"/>
                      <a:pt x="667" y="30"/>
                      <a:pt x="667" y="26"/>
                    </a:cubicBezTo>
                    <a:cubicBezTo>
                      <a:pt x="665" y="25"/>
                      <a:pt x="664" y="21"/>
                      <a:pt x="659" y="21"/>
                    </a:cubicBezTo>
                    <a:cubicBezTo>
                      <a:pt x="661" y="20"/>
                      <a:pt x="661" y="20"/>
                      <a:pt x="661" y="20"/>
                    </a:cubicBezTo>
                    <a:cubicBezTo>
                      <a:pt x="659" y="18"/>
                      <a:pt x="657" y="14"/>
                      <a:pt x="655" y="11"/>
                    </a:cubicBezTo>
                    <a:cubicBezTo>
                      <a:pt x="655" y="9"/>
                      <a:pt x="653" y="10"/>
                      <a:pt x="651" y="8"/>
                    </a:cubicBezTo>
                    <a:cubicBezTo>
                      <a:pt x="653" y="8"/>
                      <a:pt x="653" y="8"/>
                      <a:pt x="653" y="8"/>
                    </a:cubicBezTo>
                    <a:cubicBezTo>
                      <a:pt x="651" y="6"/>
                      <a:pt x="649" y="6"/>
                      <a:pt x="647" y="6"/>
                    </a:cubicBezTo>
                    <a:cubicBezTo>
                      <a:pt x="648" y="5"/>
                      <a:pt x="648" y="5"/>
                      <a:pt x="648" y="5"/>
                    </a:cubicBezTo>
                    <a:cubicBezTo>
                      <a:pt x="649" y="5"/>
                      <a:pt x="650" y="4"/>
                      <a:pt x="651" y="4"/>
                    </a:cubicBezTo>
                    <a:cubicBezTo>
                      <a:pt x="652" y="5"/>
                      <a:pt x="653" y="5"/>
                      <a:pt x="654" y="5"/>
                    </a:cubicBezTo>
                    <a:cubicBezTo>
                      <a:pt x="653" y="5"/>
                      <a:pt x="654" y="5"/>
                      <a:pt x="654" y="4"/>
                    </a:cubicBezTo>
                    <a:cubicBezTo>
                      <a:pt x="655" y="4"/>
                      <a:pt x="655" y="4"/>
                      <a:pt x="656" y="4"/>
                    </a:cubicBezTo>
                    <a:cubicBezTo>
                      <a:pt x="662" y="4"/>
                      <a:pt x="666" y="4"/>
                      <a:pt x="668" y="3"/>
                    </a:cubicBezTo>
                    <a:cubicBezTo>
                      <a:pt x="666" y="4"/>
                      <a:pt x="671" y="4"/>
                      <a:pt x="667" y="4"/>
                    </a:cubicBezTo>
                    <a:cubicBezTo>
                      <a:pt x="671" y="4"/>
                      <a:pt x="674" y="4"/>
                      <a:pt x="677" y="4"/>
                    </a:cubicBezTo>
                    <a:cubicBezTo>
                      <a:pt x="676" y="4"/>
                      <a:pt x="675" y="4"/>
                      <a:pt x="674" y="4"/>
                    </a:cubicBezTo>
                    <a:cubicBezTo>
                      <a:pt x="678" y="3"/>
                      <a:pt x="682" y="3"/>
                      <a:pt x="682" y="3"/>
                    </a:cubicBezTo>
                    <a:cubicBezTo>
                      <a:pt x="680" y="3"/>
                      <a:pt x="679" y="3"/>
                      <a:pt x="677" y="3"/>
                    </a:cubicBezTo>
                    <a:cubicBezTo>
                      <a:pt x="679" y="2"/>
                      <a:pt x="687" y="2"/>
                      <a:pt x="687" y="3"/>
                    </a:cubicBezTo>
                    <a:cubicBezTo>
                      <a:pt x="687" y="4"/>
                      <a:pt x="681" y="4"/>
                      <a:pt x="683" y="4"/>
                    </a:cubicBezTo>
                    <a:cubicBezTo>
                      <a:pt x="695" y="4"/>
                      <a:pt x="695" y="4"/>
                      <a:pt x="695" y="4"/>
                    </a:cubicBezTo>
                    <a:cubicBezTo>
                      <a:pt x="692" y="4"/>
                      <a:pt x="691" y="3"/>
                      <a:pt x="693" y="3"/>
                    </a:cubicBezTo>
                    <a:cubicBezTo>
                      <a:pt x="688" y="3"/>
                      <a:pt x="688" y="3"/>
                      <a:pt x="688" y="3"/>
                    </a:cubicBezTo>
                    <a:cubicBezTo>
                      <a:pt x="689" y="2"/>
                      <a:pt x="689" y="2"/>
                      <a:pt x="689" y="2"/>
                    </a:cubicBezTo>
                    <a:cubicBezTo>
                      <a:pt x="682" y="2"/>
                      <a:pt x="677" y="1"/>
                      <a:pt x="668" y="1"/>
                    </a:cubicBezTo>
                    <a:cubicBezTo>
                      <a:pt x="670" y="2"/>
                      <a:pt x="670" y="2"/>
                      <a:pt x="670" y="2"/>
                    </a:cubicBezTo>
                    <a:cubicBezTo>
                      <a:pt x="665" y="2"/>
                      <a:pt x="659" y="3"/>
                      <a:pt x="655" y="3"/>
                    </a:cubicBezTo>
                    <a:cubicBezTo>
                      <a:pt x="658" y="2"/>
                      <a:pt x="656" y="2"/>
                      <a:pt x="657" y="2"/>
                    </a:cubicBezTo>
                    <a:cubicBezTo>
                      <a:pt x="655" y="2"/>
                      <a:pt x="654" y="2"/>
                      <a:pt x="652" y="2"/>
                    </a:cubicBezTo>
                    <a:cubicBezTo>
                      <a:pt x="656" y="1"/>
                      <a:pt x="656" y="1"/>
                      <a:pt x="656" y="1"/>
                    </a:cubicBezTo>
                    <a:cubicBezTo>
                      <a:pt x="655" y="1"/>
                      <a:pt x="654" y="2"/>
                      <a:pt x="652" y="2"/>
                    </a:cubicBezTo>
                    <a:cubicBezTo>
                      <a:pt x="649" y="3"/>
                      <a:pt x="655" y="0"/>
                      <a:pt x="645" y="4"/>
                    </a:cubicBezTo>
                    <a:cubicBezTo>
                      <a:pt x="644" y="4"/>
                      <a:pt x="644" y="4"/>
                      <a:pt x="644" y="4"/>
                    </a:cubicBezTo>
                    <a:cubicBezTo>
                      <a:pt x="644" y="6"/>
                      <a:pt x="643" y="7"/>
                      <a:pt x="643" y="7"/>
                    </a:cubicBezTo>
                    <a:cubicBezTo>
                      <a:pt x="643" y="7"/>
                      <a:pt x="643" y="7"/>
                      <a:pt x="643" y="7"/>
                    </a:cubicBezTo>
                    <a:cubicBezTo>
                      <a:pt x="641" y="10"/>
                      <a:pt x="645" y="6"/>
                      <a:pt x="645" y="8"/>
                    </a:cubicBezTo>
                    <a:cubicBezTo>
                      <a:pt x="644" y="9"/>
                      <a:pt x="641" y="9"/>
                      <a:pt x="640" y="11"/>
                    </a:cubicBezTo>
                    <a:cubicBezTo>
                      <a:pt x="640" y="13"/>
                      <a:pt x="645" y="16"/>
                      <a:pt x="644" y="19"/>
                    </a:cubicBezTo>
                    <a:cubicBezTo>
                      <a:pt x="647" y="21"/>
                      <a:pt x="650" y="23"/>
                      <a:pt x="653" y="24"/>
                    </a:cubicBezTo>
                    <a:cubicBezTo>
                      <a:pt x="654" y="25"/>
                      <a:pt x="649" y="25"/>
                      <a:pt x="652" y="26"/>
                    </a:cubicBezTo>
                    <a:cubicBezTo>
                      <a:pt x="650" y="26"/>
                      <a:pt x="649" y="26"/>
                      <a:pt x="648" y="27"/>
                    </a:cubicBezTo>
                    <a:cubicBezTo>
                      <a:pt x="650" y="27"/>
                      <a:pt x="650" y="30"/>
                      <a:pt x="652" y="28"/>
                    </a:cubicBezTo>
                    <a:cubicBezTo>
                      <a:pt x="653" y="30"/>
                      <a:pt x="654" y="32"/>
                      <a:pt x="653" y="33"/>
                    </a:cubicBezTo>
                    <a:cubicBezTo>
                      <a:pt x="652" y="33"/>
                      <a:pt x="650" y="33"/>
                      <a:pt x="649" y="33"/>
                    </a:cubicBezTo>
                    <a:cubicBezTo>
                      <a:pt x="648" y="34"/>
                      <a:pt x="650" y="34"/>
                      <a:pt x="646" y="34"/>
                    </a:cubicBezTo>
                    <a:cubicBezTo>
                      <a:pt x="638" y="35"/>
                      <a:pt x="640" y="33"/>
                      <a:pt x="639" y="32"/>
                    </a:cubicBezTo>
                    <a:cubicBezTo>
                      <a:pt x="643" y="32"/>
                      <a:pt x="643" y="32"/>
                      <a:pt x="643" y="32"/>
                    </a:cubicBezTo>
                    <a:cubicBezTo>
                      <a:pt x="640" y="32"/>
                      <a:pt x="637" y="32"/>
                      <a:pt x="633" y="32"/>
                    </a:cubicBezTo>
                    <a:cubicBezTo>
                      <a:pt x="635" y="30"/>
                      <a:pt x="640" y="32"/>
                      <a:pt x="643" y="32"/>
                    </a:cubicBezTo>
                    <a:cubicBezTo>
                      <a:pt x="642" y="30"/>
                      <a:pt x="642" y="30"/>
                      <a:pt x="642" y="30"/>
                    </a:cubicBezTo>
                    <a:cubicBezTo>
                      <a:pt x="636" y="29"/>
                      <a:pt x="638" y="31"/>
                      <a:pt x="632" y="30"/>
                    </a:cubicBezTo>
                    <a:cubicBezTo>
                      <a:pt x="634" y="30"/>
                      <a:pt x="634" y="30"/>
                      <a:pt x="634" y="30"/>
                    </a:cubicBezTo>
                    <a:cubicBezTo>
                      <a:pt x="629" y="29"/>
                      <a:pt x="629" y="29"/>
                      <a:pt x="629" y="29"/>
                    </a:cubicBezTo>
                    <a:cubicBezTo>
                      <a:pt x="628" y="30"/>
                      <a:pt x="627" y="31"/>
                      <a:pt x="631" y="31"/>
                    </a:cubicBezTo>
                    <a:cubicBezTo>
                      <a:pt x="626" y="32"/>
                      <a:pt x="627" y="31"/>
                      <a:pt x="621" y="30"/>
                    </a:cubicBezTo>
                    <a:cubicBezTo>
                      <a:pt x="618" y="31"/>
                      <a:pt x="624" y="31"/>
                      <a:pt x="622" y="31"/>
                    </a:cubicBezTo>
                    <a:cubicBezTo>
                      <a:pt x="621" y="32"/>
                      <a:pt x="617" y="32"/>
                      <a:pt x="614" y="31"/>
                    </a:cubicBezTo>
                    <a:cubicBezTo>
                      <a:pt x="609" y="31"/>
                      <a:pt x="614" y="30"/>
                      <a:pt x="613" y="30"/>
                    </a:cubicBezTo>
                    <a:cubicBezTo>
                      <a:pt x="614" y="30"/>
                      <a:pt x="618" y="30"/>
                      <a:pt x="616" y="30"/>
                    </a:cubicBezTo>
                    <a:cubicBezTo>
                      <a:pt x="624" y="30"/>
                      <a:pt x="618" y="29"/>
                      <a:pt x="623" y="29"/>
                    </a:cubicBezTo>
                    <a:cubicBezTo>
                      <a:pt x="619" y="27"/>
                      <a:pt x="617" y="28"/>
                      <a:pt x="615" y="28"/>
                    </a:cubicBezTo>
                    <a:cubicBezTo>
                      <a:pt x="616" y="29"/>
                      <a:pt x="612" y="29"/>
                      <a:pt x="613" y="29"/>
                    </a:cubicBezTo>
                    <a:cubicBezTo>
                      <a:pt x="600" y="30"/>
                      <a:pt x="611" y="27"/>
                      <a:pt x="603" y="27"/>
                    </a:cubicBezTo>
                    <a:cubicBezTo>
                      <a:pt x="602" y="28"/>
                      <a:pt x="589" y="27"/>
                      <a:pt x="591" y="29"/>
                    </a:cubicBezTo>
                    <a:cubicBezTo>
                      <a:pt x="589" y="29"/>
                      <a:pt x="586" y="29"/>
                      <a:pt x="585" y="29"/>
                    </a:cubicBezTo>
                    <a:cubicBezTo>
                      <a:pt x="589" y="28"/>
                      <a:pt x="583" y="28"/>
                      <a:pt x="588" y="27"/>
                    </a:cubicBezTo>
                    <a:cubicBezTo>
                      <a:pt x="586" y="27"/>
                      <a:pt x="586" y="27"/>
                      <a:pt x="586" y="27"/>
                    </a:cubicBezTo>
                    <a:cubicBezTo>
                      <a:pt x="592" y="27"/>
                      <a:pt x="592" y="27"/>
                      <a:pt x="592" y="27"/>
                    </a:cubicBezTo>
                    <a:cubicBezTo>
                      <a:pt x="590" y="26"/>
                      <a:pt x="587" y="24"/>
                      <a:pt x="586" y="24"/>
                    </a:cubicBezTo>
                    <a:cubicBezTo>
                      <a:pt x="581" y="24"/>
                      <a:pt x="586" y="25"/>
                      <a:pt x="580" y="24"/>
                    </a:cubicBezTo>
                    <a:cubicBezTo>
                      <a:pt x="583" y="24"/>
                      <a:pt x="581" y="23"/>
                      <a:pt x="579" y="23"/>
                    </a:cubicBezTo>
                    <a:cubicBezTo>
                      <a:pt x="582" y="24"/>
                      <a:pt x="576" y="24"/>
                      <a:pt x="573" y="24"/>
                    </a:cubicBezTo>
                    <a:cubicBezTo>
                      <a:pt x="569" y="24"/>
                      <a:pt x="567" y="23"/>
                      <a:pt x="568" y="23"/>
                    </a:cubicBezTo>
                    <a:cubicBezTo>
                      <a:pt x="574" y="22"/>
                      <a:pt x="574" y="22"/>
                      <a:pt x="574" y="22"/>
                    </a:cubicBezTo>
                    <a:cubicBezTo>
                      <a:pt x="570" y="23"/>
                      <a:pt x="573" y="22"/>
                      <a:pt x="570" y="22"/>
                    </a:cubicBezTo>
                    <a:cubicBezTo>
                      <a:pt x="568" y="22"/>
                      <a:pt x="564" y="23"/>
                      <a:pt x="562" y="23"/>
                    </a:cubicBezTo>
                    <a:cubicBezTo>
                      <a:pt x="558" y="23"/>
                      <a:pt x="558" y="22"/>
                      <a:pt x="556" y="22"/>
                    </a:cubicBezTo>
                    <a:cubicBezTo>
                      <a:pt x="562" y="22"/>
                      <a:pt x="562" y="22"/>
                      <a:pt x="562" y="22"/>
                    </a:cubicBezTo>
                    <a:cubicBezTo>
                      <a:pt x="556" y="22"/>
                      <a:pt x="564" y="21"/>
                      <a:pt x="556" y="21"/>
                    </a:cubicBezTo>
                    <a:cubicBezTo>
                      <a:pt x="553" y="21"/>
                      <a:pt x="553" y="21"/>
                      <a:pt x="553" y="21"/>
                    </a:cubicBezTo>
                    <a:cubicBezTo>
                      <a:pt x="552" y="21"/>
                      <a:pt x="552" y="21"/>
                      <a:pt x="554" y="20"/>
                    </a:cubicBezTo>
                    <a:cubicBezTo>
                      <a:pt x="552" y="21"/>
                      <a:pt x="548" y="21"/>
                      <a:pt x="546" y="21"/>
                    </a:cubicBezTo>
                    <a:cubicBezTo>
                      <a:pt x="546" y="20"/>
                      <a:pt x="546" y="20"/>
                      <a:pt x="546" y="20"/>
                    </a:cubicBezTo>
                    <a:cubicBezTo>
                      <a:pt x="543" y="20"/>
                      <a:pt x="536" y="21"/>
                      <a:pt x="532" y="21"/>
                    </a:cubicBezTo>
                    <a:cubicBezTo>
                      <a:pt x="534" y="22"/>
                      <a:pt x="538" y="20"/>
                      <a:pt x="543" y="21"/>
                    </a:cubicBezTo>
                    <a:cubicBezTo>
                      <a:pt x="545" y="22"/>
                      <a:pt x="536" y="22"/>
                      <a:pt x="534" y="22"/>
                    </a:cubicBezTo>
                    <a:cubicBezTo>
                      <a:pt x="537" y="21"/>
                      <a:pt x="523" y="22"/>
                      <a:pt x="513" y="25"/>
                    </a:cubicBezTo>
                    <a:cubicBezTo>
                      <a:pt x="507" y="26"/>
                      <a:pt x="500" y="29"/>
                      <a:pt x="500" y="29"/>
                    </a:cubicBezTo>
                    <a:cubicBezTo>
                      <a:pt x="501" y="30"/>
                      <a:pt x="501" y="30"/>
                      <a:pt x="501" y="30"/>
                    </a:cubicBezTo>
                    <a:cubicBezTo>
                      <a:pt x="493" y="32"/>
                      <a:pt x="499" y="34"/>
                      <a:pt x="498" y="36"/>
                    </a:cubicBezTo>
                    <a:cubicBezTo>
                      <a:pt x="496" y="35"/>
                      <a:pt x="494" y="35"/>
                      <a:pt x="494" y="37"/>
                    </a:cubicBezTo>
                    <a:cubicBezTo>
                      <a:pt x="497" y="35"/>
                      <a:pt x="499" y="38"/>
                      <a:pt x="501" y="37"/>
                    </a:cubicBezTo>
                    <a:cubicBezTo>
                      <a:pt x="501" y="39"/>
                      <a:pt x="496" y="37"/>
                      <a:pt x="494" y="38"/>
                    </a:cubicBezTo>
                    <a:cubicBezTo>
                      <a:pt x="497" y="39"/>
                      <a:pt x="494" y="41"/>
                      <a:pt x="498" y="41"/>
                    </a:cubicBezTo>
                    <a:cubicBezTo>
                      <a:pt x="498" y="40"/>
                      <a:pt x="500" y="41"/>
                      <a:pt x="502" y="41"/>
                    </a:cubicBezTo>
                    <a:cubicBezTo>
                      <a:pt x="503" y="43"/>
                      <a:pt x="500" y="41"/>
                      <a:pt x="500" y="43"/>
                    </a:cubicBezTo>
                    <a:cubicBezTo>
                      <a:pt x="501" y="43"/>
                      <a:pt x="504" y="44"/>
                      <a:pt x="504" y="42"/>
                    </a:cubicBezTo>
                    <a:cubicBezTo>
                      <a:pt x="504" y="43"/>
                      <a:pt x="509" y="44"/>
                      <a:pt x="507" y="45"/>
                    </a:cubicBezTo>
                    <a:cubicBezTo>
                      <a:pt x="506" y="46"/>
                      <a:pt x="505" y="44"/>
                      <a:pt x="504" y="45"/>
                    </a:cubicBezTo>
                    <a:cubicBezTo>
                      <a:pt x="505" y="47"/>
                      <a:pt x="510" y="45"/>
                      <a:pt x="513" y="47"/>
                    </a:cubicBezTo>
                    <a:cubicBezTo>
                      <a:pt x="513" y="45"/>
                      <a:pt x="518" y="45"/>
                      <a:pt x="520" y="46"/>
                    </a:cubicBezTo>
                    <a:cubicBezTo>
                      <a:pt x="521" y="49"/>
                      <a:pt x="518" y="45"/>
                      <a:pt x="516" y="47"/>
                    </a:cubicBezTo>
                    <a:cubicBezTo>
                      <a:pt x="517" y="48"/>
                      <a:pt x="517" y="48"/>
                      <a:pt x="517" y="48"/>
                    </a:cubicBezTo>
                    <a:cubicBezTo>
                      <a:pt x="515" y="50"/>
                      <a:pt x="508" y="46"/>
                      <a:pt x="506" y="48"/>
                    </a:cubicBezTo>
                    <a:cubicBezTo>
                      <a:pt x="509" y="49"/>
                      <a:pt x="509" y="49"/>
                      <a:pt x="509" y="49"/>
                    </a:cubicBezTo>
                    <a:cubicBezTo>
                      <a:pt x="507" y="49"/>
                      <a:pt x="505" y="49"/>
                      <a:pt x="504" y="50"/>
                    </a:cubicBezTo>
                    <a:cubicBezTo>
                      <a:pt x="507" y="50"/>
                      <a:pt x="507" y="52"/>
                      <a:pt x="508" y="52"/>
                    </a:cubicBezTo>
                    <a:cubicBezTo>
                      <a:pt x="511" y="52"/>
                      <a:pt x="507" y="52"/>
                      <a:pt x="509" y="51"/>
                    </a:cubicBezTo>
                    <a:cubicBezTo>
                      <a:pt x="510" y="52"/>
                      <a:pt x="514" y="52"/>
                      <a:pt x="515" y="54"/>
                    </a:cubicBezTo>
                    <a:cubicBezTo>
                      <a:pt x="512" y="53"/>
                      <a:pt x="512" y="55"/>
                      <a:pt x="510" y="55"/>
                    </a:cubicBezTo>
                    <a:cubicBezTo>
                      <a:pt x="510" y="56"/>
                      <a:pt x="513" y="55"/>
                      <a:pt x="513" y="56"/>
                    </a:cubicBezTo>
                    <a:cubicBezTo>
                      <a:pt x="512" y="56"/>
                      <a:pt x="512" y="56"/>
                      <a:pt x="512" y="56"/>
                    </a:cubicBezTo>
                    <a:cubicBezTo>
                      <a:pt x="516" y="61"/>
                      <a:pt x="521" y="66"/>
                      <a:pt x="530" y="69"/>
                    </a:cubicBezTo>
                    <a:cubicBezTo>
                      <a:pt x="528" y="70"/>
                      <a:pt x="529" y="72"/>
                      <a:pt x="529" y="74"/>
                    </a:cubicBezTo>
                    <a:cubicBezTo>
                      <a:pt x="529" y="73"/>
                      <a:pt x="531" y="74"/>
                      <a:pt x="532" y="74"/>
                    </a:cubicBezTo>
                    <a:cubicBezTo>
                      <a:pt x="530" y="76"/>
                      <a:pt x="530" y="76"/>
                      <a:pt x="530" y="76"/>
                    </a:cubicBezTo>
                    <a:cubicBezTo>
                      <a:pt x="530" y="78"/>
                      <a:pt x="533" y="79"/>
                      <a:pt x="535" y="80"/>
                    </a:cubicBezTo>
                    <a:cubicBezTo>
                      <a:pt x="535" y="80"/>
                      <a:pt x="534" y="80"/>
                      <a:pt x="534" y="80"/>
                    </a:cubicBezTo>
                    <a:cubicBezTo>
                      <a:pt x="533" y="82"/>
                      <a:pt x="536" y="81"/>
                      <a:pt x="537" y="82"/>
                    </a:cubicBezTo>
                    <a:cubicBezTo>
                      <a:pt x="535" y="83"/>
                      <a:pt x="535" y="83"/>
                      <a:pt x="535" y="83"/>
                    </a:cubicBezTo>
                    <a:cubicBezTo>
                      <a:pt x="537" y="83"/>
                      <a:pt x="537" y="83"/>
                      <a:pt x="537" y="83"/>
                    </a:cubicBezTo>
                    <a:cubicBezTo>
                      <a:pt x="538" y="84"/>
                      <a:pt x="538" y="86"/>
                      <a:pt x="535" y="86"/>
                    </a:cubicBezTo>
                    <a:cubicBezTo>
                      <a:pt x="536" y="86"/>
                      <a:pt x="536" y="87"/>
                      <a:pt x="537" y="86"/>
                    </a:cubicBezTo>
                    <a:cubicBezTo>
                      <a:pt x="536" y="87"/>
                      <a:pt x="535" y="90"/>
                      <a:pt x="535" y="91"/>
                    </a:cubicBezTo>
                    <a:cubicBezTo>
                      <a:pt x="530" y="91"/>
                      <a:pt x="523" y="91"/>
                      <a:pt x="518" y="91"/>
                    </a:cubicBezTo>
                    <a:cubicBezTo>
                      <a:pt x="516" y="91"/>
                      <a:pt x="516" y="91"/>
                      <a:pt x="515" y="91"/>
                    </a:cubicBezTo>
                    <a:cubicBezTo>
                      <a:pt x="510" y="89"/>
                      <a:pt x="499" y="90"/>
                      <a:pt x="493" y="88"/>
                    </a:cubicBezTo>
                    <a:cubicBezTo>
                      <a:pt x="494" y="89"/>
                      <a:pt x="489" y="90"/>
                      <a:pt x="485" y="90"/>
                    </a:cubicBezTo>
                    <a:cubicBezTo>
                      <a:pt x="479" y="90"/>
                      <a:pt x="486" y="88"/>
                      <a:pt x="483" y="87"/>
                    </a:cubicBezTo>
                    <a:cubicBezTo>
                      <a:pt x="480" y="87"/>
                      <a:pt x="476" y="87"/>
                      <a:pt x="475" y="87"/>
                    </a:cubicBezTo>
                    <a:cubicBezTo>
                      <a:pt x="475" y="87"/>
                      <a:pt x="475" y="87"/>
                      <a:pt x="475" y="87"/>
                    </a:cubicBezTo>
                    <a:cubicBezTo>
                      <a:pt x="472" y="87"/>
                      <a:pt x="468" y="87"/>
                      <a:pt x="466" y="86"/>
                    </a:cubicBezTo>
                    <a:cubicBezTo>
                      <a:pt x="466" y="86"/>
                      <a:pt x="466" y="86"/>
                      <a:pt x="466" y="86"/>
                    </a:cubicBezTo>
                    <a:cubicBezTo>
                      <a:pt x="464" y="86"/>
                      <a:pt x="463" y="85"/>
                      <a:pt x="460" y="85"/>
                    </a:cubicBezTo>
                    <a:cubicBezTo>
                      <a:pt x="457" y="85"/>
                      <a:pt x="453" y="84"/>
                      <a:pt x="450" y="85"/>
                    </a:cubicBezTo>
                    <a:cubicBezTo>
                      <a:pt x="450" y="84"/>
                      <a:pt x="450" y="84"/>
                      <a:pt x="450" y="84"/>
                    </a:cubicBezTo>
                    <a:cubicBezTo>
                      <a:pt x="448" y="85"/>
                      <a:pt x="448" y="85"/>
                      <a:pt x="448" y="85"/>
                    </a:cubicBezTo>
                    <a:cubicBezTo>
                      <a:pt x="444" y="84"/>
                      <a:pt x="444" y="84"/>
                      <a:pt x="444" y="84"/>
                    </a:cubicBezTo>
                    <a:cubicBezTo>
                      <a:pt x="446" y="84"/>
                      <a:pt x="447" y="83"/>
                      <a:pt x="448" y="83"/>
                    </a:cubicBezTo>
                    <a:cubicBezTo>
                      <a:pt x="444" y="82"/>
                      <a:pt x="445" y="84"/>
                      <a:pt x="442" y="84"/>
                    </a:cubicBezTo>
                    <a:cubicBezTo>
                      <a:pt x="437" y="84"/>
                      <a:pt x="439" y="83"/>
                      <a:pt x="438" y="83"/>
                    </a:cubicBezTo>
                    <a:cubicBezTo>
                      <a:pt x="440" y="83"/>
                      <a:pt x="440" y="83"/>
                      <a:pt x="441" y="83"/>
                    </a:cubicBezTo>
                    <a:cubicBezTo>
                      <a:pt x="445" y="83"/>
                      <a:pt x="440" y="83"/>
                      <a:pt x="440" y="82"/>
                    </a:cubicBezTo>
                    <a:cubicBezTo>
                      <a:pt x="440" y="82"/>
                      <a:pt x="438" y="83"/>
                      <a:pt x="435" y="82"/>
                    </a:cubicBezTo>
                    <a:cubicBezTo>
                      <a:pt x="433" y="82"/>
                      <a:pt x="428" y="82"/>
                      <a:pt x="430" y="81"/>
                    </a:cubicBezTo>
                    <a:cubicBezTo>
                      <a:pt x="427" y="81"/>
                      <a:pt x="425" y="81"/>
                      <a:pt x="423" y="81"/>
                    </a:cubicBezTo>
                    <a:cubicBezTo>
                      <a:pt x="424" y="81"/>
                      <a:pt x="427" y="82"/>
                      <a:pt x="427" y="82"/>
                    </a:cubicBezTo>
                    <a:cubicBezTo>
                      <a:pt x="425" y="82"/>
                      <a:pt x="421" y="82"/>
                      <a:pt x="421" y="82"/>
                    </a:cubicBezTo>
                    <a:cubicBezTo>
                      <a:pt x="423" y="82"/>
                      <a:pt x="423" y="82"/>
                      <a:pt x="423" y="82"/>
                    </a:cubicBezTo>
                    <a:cubicBezTo>
                      <a:pt x="421" y="82"/>
                      <a:pt x="417" y="81"/>
                      <a:pt x="418" y="82"/>
                    </a:cubicBezTo>
                    <a:cubicBezTo>
                      <a:pt x="417" y="80"/>
                      <a:pt x="417" y="80"/>
                      <a:pt x="417" y="80"/>
                    </a:cubicBezTo>
                    <a:cubicBezTo>
                      <a:pt x="414" y="81"/>
                      <a:pt x="411" y="80"/>
                      <a:pt x="408" y="80"/>
                    </a:cubicBezTo>
                    <a:cubicBezTo>
                      <a:pt x="409" y="79"/>
                      <a:pt x="413" y="79"/>
                      <a:pt x="408" y="78"/>
                    </a:cubicBezTo>
                    <a:cubicBezTo>
                      <a:pt x="402" y="78"/>
                      <a:pt x="402" y="78"/>
                      <a:pt x="402" y="78"/>
                    </a:cubicBezTo>
                    <a:cubicBezTo>
                      <a:pt x="400" y="78"/>
                      <a:pt x="399" y="78"/>
                      <a:pt x="401" y="77"/>
                    </a:cubicBezTo>
                    <a:cubicBezTo>
                      <a:pt x="393" y="76"/>
                      <a:pt x="388" y="78"/>
                      <a:pt x="383" y="77"/>
                    </a:cubicBezTo>
                    <a:cubicBezTo>
                      <a:pt x="387" y="76"/>
                      <a:pt x="385" y="76"/>
                      <a:pt x="383" y="75"/>
                    </a:cubicBezTo>
                    <a:cubicBezTo>
                      <a:pt x="383" y="75"/>
                      <a:pt x="382" y="76"/>
                      <a:pt x="380" y="76"/>
                    </a:cubicBezTo>
                    <a:cubicBezTo>
                      <a:pt x="380" y="76"/>
                      <a:pt x="383" y="75"/>
                      <a:pt x="384" y="76"/>
                    </a:cubicBezTo>
                    <a:cubicBezTo>
                      <a:pt x="384" y="77"/>
                      <a:pt x="381" y="76"/>
                      <a:pt x="379" y="76"/>
                    </a:cubicBezTo>
                    <a:cubicBezTo>
                      <a:pt x="378" y="73"/>
                      <a:pt x="361" y="73"/>
                      <a:pt x="354" y="71"/>
                    </a:cubicBezTo>
                    <a:cubicBezTo>
                      <a:pt x="352" y="72"/>
                      <a:pt x="349" y="71"/>
                      <a:pt x="346" y="71"/>
                    </a:cubicBezTo>
                    <a:cubicBezTo>
                      <a:pt x="349" y="70"/>
                      <a:pt x="340" y="71"/>
                      <a:pt x="339" y="70"/>
                    </a:cubicBezTo>
                    <a:cubicBezTo>
                      <a:pt x="338" y="71"/>
                      <a:pt x="338" y="71"/>
                      <a:pt x="338" y="71"/>
                    </a:cubicBezTo>
                    <a:cubicBezTo>
                      <a:pt x="333" y="70"/>
                      <a:pt x="325" y="71"/>
                      <a:pt x="324" y="70"/>
                    </a:cubicBezTo>
                    <a:cubicBezTo>
                      <a:pt x="321" y="69"/>
                      <a:pt x="327" y="69"/>
                      <a:pt x="329" y="69"/>
                    </a:cubicBezTo>
                    <a:cubicBezTo>
                      <a:pt x="327" y="67"/>
                      <a:pt x="314" y="69"/>
                      <a:pt x="313" y="67"/>
                    </a:cubicBezTo>
                    <a:cubicBezTo>
                      <a:pt x="312" y="67"/>
                      <a:pt x="312" y="68"/>
                      <a:pt x="307" y="68"/>
                    </a:cubicBezTo>
                    <a:cubicBezTo>
                      <a:pt x="305" y="68"/>
                      <a:pt x="299" y="66"/>
                      <a:pt x="300" y="66"/>
                    </a:cubicBezTo>
                    <a:cubicBezTo>
                      <a:pt x="297" y="66"/>
                      <a:pt x="295" y="67"/>
                      <a:pt x="293" y="66"/>
                    </a:cubicBezTo>
                    <a:cubicBezTo>
                      <a:pt x="294" y="66"/>
                      <a:pt x="295" y="66"/>
                      <a:pt x="297" y="66"/>
                    </a:cubicBezTo>
                    <a:cubicBezTo>
                      <a:pt x="292" y="65"/>
                      <a:pt x="287" y="65"/>
                      <a:pt x="282" y="65"/>
                    </a:cubicBezTo>
                    <a:cubicBezTo>
                      <a:pt x="281" y="64"/>
                      <a:pt x="271" y="64"/>
                      <a:pt x="263" y="64"/>
                    </a:cubicBezTo>
                    <a:cubicBezTo>
                      <a:pt x="259" y="65"/>
                      <a:pt x="244" y="65"/>
                      <a:pt x="240" y="69"/>
                    </a:cubicBezTo>
                    <a:cubicBezTo>
                      <a:pt x="240" y="68"/>
                      <a:pt x="238" y="69"/>
                      <a:pt x="237" y="70"/>
                    </a:cubicBezTo>
                    <a:cubicBezTo>
                      <a:pt x="235" y="72"/>
                      <a:pt x="239" y="72"/>
                      <a:pt x="239" y="73"/>
                    </a:cubicBezTo>
                    <a:cubicBezTo>
                      <a:pt x="236" y="73"/>
                      <a:pt x="236" y="73"/>
                      <a:pt x="236" y="73"/>
                    </a:cubicBezTo>
                    <a:cubicBezTo>
                      <a:pt x="233" y="74"/>
                      <a:pt x="237" y="76"/>
                      <a:pt x="236" y="77"/>
                    </a:cubicBezTo>
                    <a:cubicBezTo>
                      <a:pt x="238" y="76"/>
                      <a:pt x="237" y="78"/>
                      <a:pt x="239" y="77"/>
                    </a:cubicBezTo>
                    <a:cubicBezTo>
                      <a:pt x="241" y="78"/>
                      <a:pt x="241" y="78"/>
                      <a:pt x="241" y="78"/>
                    </a:cubicBezTo>
                    <a:cubicBezTo>
                      <a:pt x="243" y="80"/>
                      <a:pt x="242" y="78"/>
                      <a:pt x="245" y="80"/>
                    </a:cubicBezTo>
                    <a:cubicBezTo>
                      <a:pt x="246" y="81"/>
                      <a:pt x="242" y="81"/>
                      <a:pt x="242" y="81"/>
                    </a:cubicBezTo>
                    <a:cubicBezTo>
                      <a:pt x="241" y="82"/>
                      <a:pt x="243" y="82"/>
                      <a:pt x="245" y="83"/>
                    </a:cubicBezTo>
                    <a:cubicBezTo>
                      <a:pt x="245" y="83"/>
                      <a:pt x="245" y="83"/>
                      <a:pt x="246" y="83"/>
                    </a:cubicBezTo>
                    <a:cubicBezTo>
                      <a:pt x="245" y="83"/>
                      <a:pt x="245" y="83"/>
                      <a:pt x="245" y="83"/>
                    </a:cubicBezTo>
                    <a:cubicBezTo>
                      <a:pt x="246" y="84"/>
                      <a:pt x="246" y="84"/>
                      <a:pt x="247" y="84"/>
                    </a:cubicBezTo>
                    <a:cubicBezTo>
                      <a:pt x="247" y="84"/>
                      <a:pt x="247" y="84"/>
                      <a:pt x="247" y="84"/>
                    </a:cubicBezTo>
                    <a:cubicBezTo>
                      <a:pt x="246" y="84"/>
                      <a:pt x="246" y="84"/>
                      <a:pt x="245" y="83"/>
                    </a:cubicBezTo>
                    <a:cubicBezTo>
                      <a:pt x="245" y="84"/>
                      <a:pt x="246" y="84"/>
                      <a:pt x="246" y="84"/>
                    </a:cubicBezTo>
                    <a:cubicBezTo>
                      <a:pt x="246" y="85"/>
                      <a:pt x="246" y="85"/>
                      <a:pt x="246" y="85"/>
                    </a:cubicBezTo>
                    <a:cubicBezTo>
                      <a:pt x="247" y="85"/>
                      <a:pt x="247" y="85"/>
                      <a:pt x="247" y="85"/>
                    </a:cubicBezTo>
                    <a:cubicBezTo>
                      <a:pt x="245" y="86"/>
                      <a:pt x="245" y="86"/>
                      <a:pt x="245" y="86"/>
                    </a:cubicBezTo>
                    <a:cubicBezTo>
                      <a:pt x="245" y="86"/>
                      <a:pt x="250" y="87"/>
                      <a:pt x="251" y="87"/>
                    </a:cubicBezTo>
                    <a:cubicBezTo>
                      <a:pt x="252" y="90"/>
                      <a:pt x="260" y="94"/>
                      <a:pt x="263" y="95"/>
                    </a:cubicBezTo>
                    <a:cubicBezTo>
                      <a:pt x="262" y="95"/>
                      <a:pt x="262" y="95"/>
                      <a:pt x="263" y="95"/>
                    </a:cubicBezTo>
                    <a:cubicBezTo>
                      <a:pt x="265" y="96"/>
                      <a:pt x="268" y="96"/>
                      <a:pt x="267" y="96"/>
                    </a:cubicBezTo>
                    <a:cubicBezTo>
                      <a:pt x="269" y="97"/>
                      <a:pt x="266" y="97"/>
                      <a:pt x="268" y="99"/>
                    </a:cubicBezTo>
                    <a:cubicBezTo>
                      <a:pt x="268" y="99"/>
                      <a:pt x="270" y="98"/>
                      <a:pt x="269" y="98"/>
                    </a:cubicBezTo>
                    <a:cubicBezTo>
                      <a:pt x="270" y="101"/>
                      <a:pt x="279" y="102"/>
                      <a:pt x="281" y="105"/>
                    </a:cubicBezTo>
                    <a:cubicBezTo>
                      <a:pt x="280" y="105"/>
                      <a:pt x="279" y="105"/>
                      <a:pt x="278" y="105"/>
                    </a:cubicBezTo>
                    <a:cubicBezTo>
                      <a:pt x="282" y="106"/>
                      <a:pt x="285" y="108"/>
                      <a:pt x="291" y="109"/>
                    </a:cubicBezTo>
                    <a:cubicBezTo>
                      <a:pt x="289" y="109"/>
                      <a:pt x="289" y="109"/>
                      <a:pt x="287" y="109"/>
                    </a:cubicBezTo>
                    <a:cubicBezTo>
                      <a:pt x="289" y="110"/>
                      <a:pt x="292" y="112"/>
                      <a:pt x="295" y="112"/>
                    </a:cubicBezTo>
                    <a:cubicBezTo>
                      <a:pt x="295" y="111"/>
                      <a:pt x="294" y="112"/>
                      <a:pt x="293" y="111"/>
                    </a:cubicBezTo>
                    <a:cubicBezTo>
                      <a:pt x="293" y="110"/>
                      <a:pt x="298" y="111"/>
                      <a:pt x="299" y="112"/>
                    </a:cubicBezTo>
                    <a:cubicBezTo>
                      <a:pt x="299" y="112"/>
                      <a:pt x="299" y="112"/>
                      <a:pt x="299" y="112"/>
                    </a:cubicBezTo>
                    <a:cubicBezTo>
                      <a:pt x="301" y="113"/>
                      <a:pt x="302" y="113"/>
                      <a:pt x="304" y="114"/>
                    </a:cubicBezTo>
                    <a:cubicBezTo>
                      <a:pt x="304" y="115"/>
                      <a:pt x="302" y="114"/>
                      <a:pt x="302" y="115"/>
                    </a:cubicBezTo>
                    <a:cubicBezTo>
                      <a:pt x="299" y="116"/>
                      <a:pt x="304" y="118"/>
                      <a:pt x="304" y="118"/>
                    </a:cubicBezTo>
                    <a:cubicBezTo>
                      <a:pt x="306" y="118"/>
                      <a:pt x="307" y="119"/>
                      <a:pt x="308" y="118"/>
                    </a:cubicBezTo>
                    <a:cubicBezTo>
                      <a:pt x="310" y="119"/>
                      <a:pt x="307" y="119"/>
                      <a:pt x="308" y="120"/>
                    </a:cubicBezTo>
                    <a:cubicBezTo>
                      <a:pt x="318" y="121"/>
                      <a:pt x="318" y="121"/>
                      <a:pt x="318" y="121"/>
                    </a:cubicBezTo>
                    <a:cubicBezTo>
                      <a:pt x="317" y="121"/>
                      <a:pt x="317" y="123"/>
                      <a:pt x="314" y="122"/>
                    </a:cubicBezTo>
                    <a:cubicBezTo>
                      <a:pt x="318" y="124"/>
                      <a:pt x="324" y="124"/>
                      <a:pt x="328" y="125"/>
                    </a:cubicBezTo>
                    <a:cubicBezTo>
                      <a:pt x="329" y="126"/>
                      <a:pt x="333" y="127"/>
                      <a:pt x="334" y="128"/>
                    </a:cubicBezTo>
                    <a:cubicBezTo>
                      <a:pt x="333" y="129"/>
                      <a:pt x="334" y="127"/>
                      <a:pt x="332" y="128"/>
                    </a:cubicBezTo>
                    <a:cubicBezTo>
                      <a:pt x="332" y="129"/>
                      <a:pt x="332" y="129"/>
                      <a:pt x="332" y="129"/>
                    </a:cubicBezTo>
                    <a:cubicBezTo>
                      <a:pt x="329" y="128"/>
                      <a:pt x="329" y="130"/>
                      <a:pt x="326" y="130"/>
                    </a:cubicBezTo>
                    <a:cubicBezTo>
                      <a:pt x="329" y="131"/>
                      <a:pt x="332" y="133"/>
                      <a:pt x="335" y="135"/>
                    </a:cubicBezTo>
                    <a:cubicBezTo>
                      <a:pt x="336" y="133"/>
                      <a:pt x="340" y="137"/>
                      <a:pt x="343" y="136"/>
                    </a:cubicBezTo>
                    <a:cubicBezTo>
                      <a:pt x="347" y="138"/>
                      <a:pt x="342" y="138"/>
                      <a:pt x="342" y="139"/>
                    </a:cubicBezTo>
                    <a:cubicBezTo>
                      <a:pt x="347" y="140"/>
                      <a:pt x="349" y="143"/>
                      <a:pt x="352" y="144"/>
                    </a:cubicBezTo>
                    <a:cubicBezTo>
                      <a:pt x="352" y="144"/>
                      <a:pt x="352" y="144"/>
                      <a:pt x="351" y="144"/>
                    </a:cubicBezTo>
                    <a:cubicBezTo>
                      <a:pt x="355" y="146"/>
                      <a:pt x="358" y="149"/>
                      <a:pt x="363" y="150"/>
                    </a:cubicBezTo>
                    <a:cubicBezTo>
                      <a:pt x="363" y="150"/>
                      <a:pt x="362" y="150"/>
                      <a:pt x="361" y="150"/>
                    </a:cubicBezTo>
                    <a:cubicBezTo>
                      <a:pt x="362" y="152"/>
                      <a:pt x="366" y="149"/>
                      <a:pt x="367" y="152"/>
                    </a:cubicBezTo>
                    <a:cubicBezTo>
                      <a:pt x="364" y="152"/>
                      <a:pt x="364" y="152"/>
                      <a:pt x="364" y="152"/>
                    </a:cubicBezTo>
                    <a:cubicBezTo>
                      <a:pt x="368" y="153"/>
                      <a:pt x="366" y="155"/>
                      <a:pt x="371" y="156"/>
                    </a:cubicBezTo>
                    <a:cubicBezTo>
                      <a:pt x="370" y="156"/>
                      <a:pt x="369" y="156"/>
                      <a:pt x="368" y="156"/>
                    </a:cubicBezTo>
                    <a:cubicBezTo>
                      <a:pt x="371" y="157"/>
                      <a:pt x="372" y="159"/>
                      <a:pt x="376" y="160"/>
                    </a:cubicBezTo>
                    <a:cubicBezTo>
                      <a:pt x="375" y="160"/>
                      <a:pt x="374" y="160"/>
                      <a:pt x="372" y="160"/>
                    </a:cubicBezTo>
                    <a:cubicBezTo>
                      <a:pt x="372" y="161"/>
                      <a:pt x="377" y="161"/>
                      <a:pt x="376" y="162"/>
                    </a:cubicBezTo>
                    <a:cubicBezTo>
                      <a:pt x="376" y="163"/>
                      <a:pt x="375" y="164"/>
                      <a:pt x="375" y="164"/>
                    </a:cubicBezTo>
                    <a:cubicBezTo>
                      <a:pt x="378" y="164"/>
                      <a:pt x="376" y="167"/>
                      <a:pt x="370" y="167"/>
                    </a:cubicBezTo>
                    <a:cubicBezTo>
                      <a:pt x="370" y="167"/>
                      <a:pt x="368" y="167"/>
                      <a:pt x="365" y="167"/>
                    </a:cubicBezTo>
                    <a:cubicBezTo>
                      <a:pt x="339" y="166"/>
                      <a:pt x="317" y="163"/>
                      <a:pt x="293" y="161"/>
                    </a:cubicBezTo>
                    <a:cubicBezTo>
                      <a:pt x="292" y="159"/>
                      <a:pt x="300" y="161"/>
                      <a:pt x="299" y="160"/>
                    </a:cubicBezTo>
                    <a:cubicBezTo>
                      <a:pt x="297" y="161"/>
                      <a:pt x="295" y="159"/>
                      <a:pt x="288" y="159"/>
                    </a:cubicBezTo>
                    <a:cubicBezTo>
                      <a:pt x="288" y="159"/>
                      <a:pt x="288" y="159"/>
                      <a:pt x="288" y="159"/>
                    </a:cubicBezTo>
                    <a:cubicBezTo>
                      <a:pt x="285" y="158"/>
                      <a:pt x="285" y="157"/>
                      <a:pt x="281" y="157"/>
                    </a:cubicBezTo>
                    <a:cubicBezTo>
                      <a:pt x="280" y="158"/>
                      <a:pt x="280" y="158"/>
                      <a:pt x="280" y="158"/>
                    </a:cubicBezTo>
                    <a:cubicBezTo>
                      <a:pt x="276" y="158"/>
                      <a:pt x="276" y="155"/>
                      <a:pt x="272" y="156"/>
                    </a:cubicBezTo>
                    <a:cubicBezTo>
                      <a:pt x="271" y="155"/>
                      <a:pt x="271" y="155"/>
                      <a:pt x="271" y="155"/>
                    </a:cubicBezTo>
                    <a:cubicBezTo>
                      <a:pt x="265" y="156"/>
                      <a:pt x="267" y="154"/>
                      <a:pt x="261" y="154"/>
                    </a:cubicBezTo>
                    <a:cubicBezTo>
                      <a:pt x="262" y="154"/>
                      <a:pt x="262" y="154"/>
                      <a:pt x="262" y="154"/>
                    </a:cubicBezTo>
                    <a:cubicBezTo>
                      <a:pt x="258" y="153"/>
                      <a:pt x="249" y="154"/>
                      <a:pt x="249" y="152"/>
                    </a:cubicBezTo>
                    <a:cubicBezTo>
                      <a:pt x="244" y="152"/>
                      <a:pt x="239" y="151"/>
                      <a:pt x="236" y="152"/>
                    </a:cubicBezTo>
                    <a:cubicBezTo>
                      <a:pt x="236" y="151"/>
                      <a:pt x="238" y="151"/>
                      <a:pt x="239" y="151"/>
                    </a:cubicBezTo>
                    <a:cubicBezTo>
                      <a:pt x="222" y="149"/>
                      <a:pt x="205" y="145"/>
                      <a:pt x="188" y="144"/>
                    </a:cubicBezTo>
                    <a:cubicBezTo>
                      <a:pt x="188" y="143"/>
                      <a:pt x="189" y="144"/>
                      <a:pt x="190" y="143"/>
                    </a:cubicBezTo>
                    <a:cubicBezTo>
                      <a:pt x="179" y="143"/>
                      <a:pt x="175" y="139"/>
                      <a:pt x="164" y="140"/>
                    </a:cubicBezTo>
                    <a:cubicBezTo>
                      <a:pt x="160" y="140"/>
                      <a:pt x="160" y="140"/>
                      <a:pt x="160" y="140"/>
                    </a:cubicBezTo>
                    <a:cubicBezTo>
                      <a:pt x="159" y="139"/>
                      <a:pt x="160" y="139"/>
                      <a:pt x="159" y="138"/>
                    </a:cubicBezTo>
                    <a:cubicBezTo>
                      <a:pt x="156" y="139"/>
                      <a:pt x="151" y="137"/>
                      <a:pt x="148" y="138"/>
                    </a:cubicBezTo>
                    <a:cubicBezTo>
                      <a:pt x="148" y="137"/>
                      <a:pt x="150" y="137"/>
                      <a:pt x="150" y="137"/>
                    </a:cubicBezTo>
                    <a:cubicBezTo>
                      <a:pt x="147" y="136"/>
                      <a:pt x="139" y="136"/>
                      <a:pt x="136" y="135"/>
                    </a:cubicBezTo>
                    <a:cubicBezTo>
                      <a:pt x="138" y="135"/>
                      <a:pt x="138" y="135"/>
                      <a:pt x="138" y="135"/>
                    </a:cubicBezTo>
                    <a:cubicBezTo>
                      <a:pt x="122" y="130"/>
                      <a:pt x="100" y="124"/>
                      <a:pt x="79" y="123"/>
                    </a:cubicBezTo>
                    <a:cubicBezTo>
                      <a:pt x="74" y="122"/>
                      <a:pt x="80" y="122"/>
                      <a:pt x="78" y="121"/>
                    </a:cubicBezTo>
                    <a:cubicBezTo>
                      <a:pt x="58" y="120"/>
                      <a:pt x="44" y="114"/>
                      <a:pt x="23" y="113"/>
                    </a:cubicBezTo>
                    <a:cubicBezTo>
                      <a:pt x="10" y="111"/>
                      <a:pt x="0" y="113"/>
                      <a:pt x="0" y="113"/>
                    </a:cubicBezTo>
                    <a:cubicBezTo>
                      <a:pt x="31" y="117"/>
                      <a:pt x="53" y="123"/>
                      <a:pt x="78" y="130"/>
                    </a:cubicBezTo>
                    <a:close/>
                    <a:moveTo>
                      <a:pt x="656" y="33"/>
                    </a:moveTo>
                    <a:cubicBezTo>
                      <a:pt x="656" y="33"/>
                      <a:pt x="656" y="33"/>
                      <a:pt x="656" y="33"/>
                    </a:cubicBezTo>
                    <a:moveTo>
                      <a:pt x="655" y="33"/>
                    </a:moveTo>
                    <a:cubicBezTo>
                      <a:pt x="655" y="33"/>
                      <a:pt x="655" y="33"/>
                      <a:pt x="655" y="33"/>
                    </a:cubicBezTo>
                    <a:cubicBezTo>
                      <a:pt x="656" y="33"/>
                      <a:pt x="656" y="33"/>
                      <a:pt x="655" y="33"/>
                    </a:cubicBezTo>
                    <a:close/>
                    <a:moveTo>
                      <a:pt x="650" y="3"/>
                    </a:moveTo>
                    <a:cubicBezTo>
                      <a:pt x="650" y="3"/>
                      <a:pt x="650" y="4"/>
                      <a:pt x="650" y="4"/>
                    </a:cubicBezTo>
                    <a:cubicBezTo>
                      <a:pt x="650" y="4"/>
                      <a:pt x="649" y="4"/>
                      <a:pt x="648" y="5"/>
                    </a:cubicBezTo>
                    <a:cubicBezTo>
                      <a:pt x="648" y="4"/>
                      <a:pt x="648" y="3"/>
                      <a:pt x="650" y="3"/>
                    </a:cubicBezTo>
                    <a:close/>
                    <a:moveTo>
                      <a:pt x="649" y="34"/>
                    </a:moveTo>
                    <a:cubicBezTo>
                      <a:pt x="650" y="34"/>
                      <a:pt x="651" y="34"/>
                      <a:pt x="653" y="34"/>
                    </a:cubicBezTo>
                    <a:cubicBezTo>
                      <a:pt x="653" y="33"/>
                      <a:pt x="653" y="33"/>
                      <a:pt x="653" y="33"/>
                    </a:cubicBezTo>
                    <a:cubicBezTo>
                      <a:pt x="653" y="34"/>
                      <a:pt x="653" y="34"/>
                      <a:pt x="653" y="34"/>
                    </a:cubicBezTo>
                    <a:cubicBezTo>
                      <a:pt x="654" y="34"/>
                      <a:pt x="655" y="33"/>
                      <a:pt x="655" y="33"/>
                    </a:cubicBezTo>
                    <a:cubicBezTo>
                      <a:pt x="654" y="34"/>
                      <a:pt x="654" y="34"/>
                      <a:pt x="653" y="34"/>
                    </a:cubicBezTo>
                    <a:cubicBezTo>
                      <a:pt x="653" y="34"/>
                      <a:pt x="653" y="35"/>
                      <a:pt x="652" y="35"/>
                    </a:cubicBezTo>
                    <a:cubicBezTo>
                      <a:pt x="652" y="35"/>
                      <a:pt x="652" y="35"/>
                      <a:pt x="652" y="35"/>
                    </a:cubicBezTo>
                    <a:cubicBezTo>
                      <a:pt x="652" y="35"/>
                      <a:pt x="651" y="35"/>
                      <a:pt x="650" y="35"/>
                    </a:cubicBezTo>
                    <a:cubicBezTo>
                      <a:pt x="649" y="35"/>
                      <a:pt x="649" y="35"/>
                      <a:pt x="649" y="35"/>
                    </a:cubicBezTo>
                    <a:cubicBezTo>
                      <a:pt x="647" y="36"/>
                      <a:pt x="650" y="36"/>
                      <a:pt x="648" y="37"/>
                    </a:cubicBezTo>
                    <a:cubicBezTo>
                      <a:pt x="646" y="37"/>
                      <a:pt x="644" y="37"/>
                      <a:pt x="643" y="37"/>
                    </a:cubicBezTo>
                    <a:cubicBezTo>
                      <a:pt x="643" y="36"/>
                      <a:pt x="646" y="35"/>
                      <a:pt x="640" y="34"/>
                    </a:cubicBezTo>
                    <a:cubicBezTo>
                      <a:pt x="644" y="33"/>
                      <a:pt x="649" y="35"/>
                      <a:pt x="649" y="34"/>
                    </a:cubicBezTo>
                    <a:close/>
                    <a:moveTo>
                      <a:pt x="539" y="91"/>
                    </a:moveTo>
                    <a:cubicBezTo>
                      <a:pt x="541" y="91"/>
                      <a:pt x="537" y="92"/>
                      <a:pt x="538" y="92"/>
                    </a:cubicBezTo>
                    <a:cubicBezTo>
                      <a:pt x="537" y="92"/>
                      <a:pt x="535" y="93"/>
                      <a:pt x="535" y="92"/>
                    </a:cubicBezTo>
                    <a:cubicBezTo>
                      <a:pt x="538" y="92"/>
                      <a:pt x="539" y="91"/>
                      <a:pt x="539" y="91"/>
                    </a:cubicBez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5AE4CA84-2568-CCC3-C95C-61C4119238B8}"/>
                </a:ext>
              </a:extLst>
            </p:cNvPr>
            <p:cNvGrpSpPr/>
            <p:nvPr/>
          </p:nvGrpSpPr>
          <p:grpSpPr>
            <a:xfrm>
              <a:off x="4354729" y="2158331"/>
              <a:ext cx="3266983" cy="1448984"/>
              <a:chOff x="4354729" y="2158331"/>
              <a:chExt cx="3266983" cy="1448984"/>
            </a:xfrm>
          </p:grpSpPr>
          <p:sp>
            <p:nvSpPr>
              <p:cNvPr id="22" name="椭圆 21">
                <a:extLst>
                  <a:ext uri="{FF2B5EF4-FFF2-40B4-BE49-F238E27FC236}">
                    <a16:creationId xmlns:a16="http://schemas.microsoft.com/office/drawing/2014/main" id="{7AF30F81-5E5F-0A46-08C6-3652DD4B215E}"/>
                  </a:ext>
                </a:extLst>
              </p:cNvPr>
              <p:cNvSpPr/>
              <p:nvPr/>
            </p:nvSpPr>
            <p:spPr>
              <a:xfrm>
                <a:off x="4354729" y="2344679"/>
                <a:ext cx="556229" cy="55622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sz="2400" b="1" dirty="0">
                    <a:solidFill>
                      <a:srgbClr val="FFFFFF"/>
                    </a:solidFill>
                  </a:rPr>
                  <a:t>01</a:t>
                </a:r>
                <a:endParaRPr sz="24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361FA7A8-039A-75A2-BF1F-736C90EF1EB5}"/>
                  </a:ext>
                </a:extLst>
              </p:cNvPr>
              <p:cNvSpPr txBox="1"/>
              <p:nvPr/>
            </p:nvSpPr>
            <p:spPr>
              <a:xfrm>
                <a:off x="5051679" y="2158331"/>
                <a:ext cx="2570033" cy="556229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>
                        <a:lumMod val="100000"/>
                      </a:schemeClr>
                    </a:solidFill>
                  </a14:hiddenFill>
                </a:ext>
                <a:ext uri="{91240B29-F687-4F45-9708-019B960494DF}">
                  <a14:hiddenLine xmlns:a14="http://schemas.microsoft.com/office/drawing/2010/main" w="12700" cap="flat" cmpd="sng" algn="ctr">
                    <a:solidFill>
                      <a:schemeClr val="accent1">
                        <a:lumMod val="100000"/>
                      </a:schemeClr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spcBef>
                    <a:spcPct val="0"/>
                  </a:spcBef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630E055A-4DAD-B886-C3DA-C6311AD62594}"/>
                  </a:ext>
                </a:extLst>
              </p:cNvPr>
              <p:cNvSpPr txBox="1"/>
              <p:nvPr/>
            </p:nvSpPr>
            <p:spPr>
              <a:xfrm>
                <a:off x="5051680" y="2714561"/>
                <a:ext cx="2570032" cy="892754"/>
              </a:xfrm>
              <a:prstGeom prst="rect">
                <a:avLst/>
              </a:prstGeom>
            </p:spPr>
            <p:txBody>
              <a:bodyPr vert="horz"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F3E06D53-AC5B-0BD7-72AB-A2F46E9B3542}"/>
                </a:ext>
              </a:extLst>
            </p:cNvPr>
            <p:cNvGrpSpPr/>
            <p:nvPr/>
          </p:nvGrpSpPr>
          <p:grpSpPr>
            <a:xfrm>
              <a:off x="8251916" y="2158331"/>
              <a:ext cx="3266982" cy="1448984"/>
              <a:chOff x="8251916" y="2158331"/>
              <a:chExt cx="3266982" cy="1448984"/>
            </a:xfrm>
          </p:grpSpPr>
          <p:sp>
            <p:nvSpPr>
              <p:cNvPr id="18" name="椭圆 17">
                <a:extLst>
                  <a:ext uri="{FF2B5EF4-FFF2-40B4-BE49-F238E27FC236}">
                    <a16:creationId xmlns:a16="http://schemas.microsoft.com/office/drawing/2014/main" id="{C0308D26-BD9B-02E7-07C7-6C60BC72C420}"/>
                  </a:ext>
                </a:extLst>
              </p:cNvPr>
              <p:cNvSpPr/>
              <p:nvPr/>
            </p:nvSpPr>
            <p:spPr>
              <a:xfrm>
                <a:off x="8251916" y="2337020"/>
                <a:ext cx="556229" cy="55622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sz="2400" b="1" dirty="0">
                    <a:solidFill>
                      <a:srgbClr val="FFFFFF"/>
                    </a:solidFill>
                  </a:rPr>
                  <a:t>02</a:t>
                </a:r>
                <a:endParaRPr sz="24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BD81534F-A6F9-1438-D3F2-341FFCE349C8}"/>
                  </a:ext>
                </a:extLst>
              </p:cNvPr>
              <p:cNvSpPr txBox="1"/>
              <p:nvPr/>
            </p:nvSpPr>
            <p:spPr>
              <a:xfrm>
                <a:off x="8948865" y="2158331"/>
                <a:ext cx="2570033" cy="55622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spcBef>
                    <a:spcPct val="0"/>
                  </a:spcBef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300F3BE5-547E-18A4-661F-E18C951DC9ED}"/>
                  </a:ext>
                </a:extLst>
              </p:cNvPr>
              <p:cNvSpPr txBox="1"/>
              <p:nvPr/>
            </p:nvSpPr>
            <p:spPr>
              <a:xfrm>
                <a:off x="8948866" y="2714561"/>
                <a:ext cx="2570032" cy="892754"/>
              </a:xfrm>
              <a:prstGeom prst="rect">
                <a:avLst/>
              </a:prstGeom>
            </p:spPr>
            <p:txBody>
              <a:bodyPr vert="horz"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9D0931DD-2835-07D1-921C-F36B65676CAA}"/>
                </a:ext>
              </a:extLst>
            </p:cNvPr>
            <p:cNvGrpSpPr/>
            <p:nvPr/>
          </p:nvGrpSpPr>
          <p:grpSpPr>
            <a:xfrm>
              <a:off x="4354729" y="3875491"/>
              <a:ext cx="3266983" cy="1448984"/>
              <a:chOff x="4354729" y="3875491"/>
              <a:chExt cx="3266983" cy="1448984"/>
            </a:xfrm>
          </p:grpSpPr>
          <p:sp>
            <p:nvSpPr>
              <p:cNvPr id="14" name="椭圆 13">
                <a:extLst>
                  <a:ext uri="{FF2B5EF4-FFF2-40B4-BE49-F238E27FC236}">
                    <a16:creationId xmlns:a16="http://schemas.microsoft.com/office/drawing/2014/main" id="{7AD96A1C-63B2-ACFB-BBA7-B71BC98E3BF1}"/>
                  </a:ext>
                </a:extLst>
              </p:cNvPr>
              <p:cNvSpPr/>
              <p:nvPr/>
            </p:nvSpPr>
            <p:spPr>
              <a:xfrm>
                <a:off x="4354729" y="4061839"/>
                <a:ext cx="556229" cy="55622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sz="2400" b="1" dirty="0">
                    <a:solidFill>
                      <a:srgbClr val="FFFFFF"/>
                    </a:solidFill>
                  </a:rPr>
                  <a:t>03</a:t>
                </a:r>
                <a:endParaRPr sz="24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CE333DD-EDDB-63CB-0923-BEE4A0DF4B5B}"/>
                  </a:ext>
                </a:extLst>
              </p:cNvPr>
              <p:cNvSpPr txBox="1"/>
              <p:nvPr/>
            </p:nvSpPr>
            <p:spPr>
              <a:xfrm>
                <a:off x="5051679" y="3875491"/>
                <a:ext cx="2570033" cy="55622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spcBef>
                    <a:spcPct val="0"/>
                  </a:spcBef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49335968-7C12-562B-9835-2E108257D61A}"/>
                  </a:ext>
                </a:extLst>
              </p:cNvPr>
              <p:cNvSpPr txBox="1"/>
              <p:nvPr/>
            </p:nvSpPr>
            <p:spPr>
              <a:xfrm>
                <a:off x="5051680" y="4431721"/>
                <a:ext cx="2570032" cy="892754"/>
              </a:xfrm>
              <a:prstGeom prst="rect">
                <a:avLst/>
              </a:prstGeom>
            </p:spPr>
            <p:txBody>
              <a:bodyPr vert="horz"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307633FE-3A5A-4167-B6B6-FD0DE89C7215}"/>
                </a:ext>
              </a:extLst>
            </p:cNvPr>
            <p:cNvGrpSpPr/>
            <p:nvPr/>
          </p:nvGrpSpPr>
          <p:grpSpPr>
            <a:xfrm>
              <a:off x="8251916" y="3875491"/>
              <a:ext cx="3266982" cy="1448984"/>
              <a:chOff x="8251916" y="3875491"/>
              <a:chExt cx="3266982" cy="1448984"/>
            </a:xfrm>
          </p:grpSpPr>
          <p:sp>
            <p:nvSpPr>
              <p:cNvPr id="10" name="椭圆 9">
                <a:extLst>
                  <a:ext uri="{FF2B5EF4-FFF2-40B4-BE49-F238E27FC236}">
                    <a16:creationId xmlns:a16="http://schemas.microsoft.com/office/drawing/2014/main" id="{968CE7C7-1E64-8C63-84DB-D535542682FA}"/>
                  </a:ext>
                </a:extLst>
              </p:cNvPr>
              <p:cNvSpPr/>
              <p:nvPr/>
            </p:nvSpPr>
            <p:spPr>
              <a:xfrm>
                <a:off x="8251916" y="4061839"/>
                <a:ext cx="556229" cy="556229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254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sz="2400" b="1" dirty="0">
                    <a:solidFill>
                      <a:srgbClr val="FFFFFF"/>
                    </a:solidFill>
                  </a:rPr>
                  <a:t>04</a:t>
                </a:r>
                <a:endParaRPr sz="2400" b="1" dirty="0">
                  <a:solidFill>
                    <a:srgbClr val="FFFFFF"/>
                  </a:solidFill>
                </a:endParaRPr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A48D7125-B4F3-9C23-D7E4-027888231C63}"/>
                  </a:ext>
                </a:extLst>
              </p:cNvPr>
              <p:cNvSpPr txBox="1"/>
              <p:nvPr/>
            </p:nvSpPr>
            <p:spPr>
              <a:xfrm>
                <a:off x="8948865" y="3875491"/>
                <a:ext cx="2570033" cy="55622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spcBef>
                    <a:spcPct val="0"/>
                  </a:spcBef>
                </a:pPr>
                <a:r>
                  <a:rPr lang="en-US" altLang="zh-CN" b="1" dirty="0"/>
                  <a:t>{vItem.item1_Desc}</a:t>
                </a:r>
              </a:p>
            </p:txBody>
          </p: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C270D8C8-2477-8560-2054-A8777B14AE3F}"/>
                  </a:ext>
                </a:extLst>
              </p:cNvPr>
              <p:cNvSpPr txBox="1"/>
              <p:nvPr/>
            </p:nvSpPr>
            <p:spPr>
              <a:xfrm>
                <a:off x="8948866" y="4431721"/>
                <a:ext cx="2570032" cy="892754"/>
              </a:xfrm>
              <a:prstGeom prst="rect">
                <a:avLst/>
              </a:prstGeom>
            </p:spPr>
            <p:txBody>
              <a:bodyPr vert="horz"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200" dirty="0"/>
                  <a:t>{vItem.item1_Desc}</a:t>
                </a:r>
              </a:p>
            </p:txBody>
          </p:sp>
        </p:grp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135C53A4-5724-5515-8656-935704D6A60D}"/>
                </a:ext>
              </a:extLst>
            </p:cNvPr>
            <p:cNvSpPr txBox="1"/>
            <p:nvPr/>
          </p:nvSpPr>
          <p:spPr>
            <a:xfrm>
              <a:off x="4354729" y="1130300"/>
              <a:ext cx="7164170" cy="867668"/>
            </a:xfrm>
            <a:prstGeom prst="rect">
              <a:avLst/>
            </a:prstGeom>
            <a:noFill/>
          </p:spPr>
          <p:txBody>
            <a:bodyPr vert="horz" wrap="square" rtlCol="0" anchor="t" anchorCtr="0">
              <a:normAutofit/>
            </a:bodyPr>
            <a:lstStyle/>
            <a:p>
              <a:r>
                <a:rPr lang="en-US" altLang="zh-CN" sz="2400" b="1" dirty="0"/>
                <a:t>{vItem.item1_Desc}</a:t>
              </a:r>
              <a:endParaRPr lang="zh-CN" altLang="en-US" sz="2400" b="1" dirty="0"/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ABA4178B-33A5-8B6B-82AA-6A046E8A9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优秀学员分享</a:t>
            </a:r>
          </a:p>
        </p:txBody>
      </p:sp>
    </p:spTree>
    <p:extLst>
      <p:ext uri="{BB962C8B-B14F-4D97-AF65-F5344CB8AC3E}">
        <p14:creationId xmlns:p14="http://schemas.microsoft.com/office/powerpoint/2010/main" val="11452501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3243265" y="1130301"/>
            <a:ext cx="5705470" cy="2785402"/>
          </a:xfrm>
        </p:spPr>
        <p:txBody>
          <a:bodyPr>
            <a:normAutofit/>
          </a:bodyPr>
          <a:lstStyle/>
          <a:p>
            <a:r>
              <a:rPr lang="zh-CN" altLang="en-US" sz="7200" dirty="0"/>
              <a:t>Thank you</a:t>
            </a:r>
            <a:endParaRPr lang="en-US" sz="720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3243265" y="5648175"/>
            <a:ext cx="5705470" cy="342899"/>
          </a:xfrm>
        </p:spPr>
        <p:txBody>
          <a:bodyPr/>
          <a:lstStyle/>
          <a:p>
            <a:r>
              <a:rPr lang="en-US" dirty="0"/>
              <a:t>{author}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3265" y="5305276"/>
            <a:ext cx="5705470" cy="342899"/>
          </a:xfrm>
        </p:spPr>
        <p:txBody>
          <a:bodyPr/>
          <a:lstStyle/>
          <a:p>
            <a:r>
              <a:rPr lang="en-US" altLang="zh-CN" dirty="0"/>
              <a:t>{company}-{department}</a:t>
            </a:r>
            <a:endParaRPr 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Normal&quot;,&quot;Name&quot;:&quot;GuidesStyle_Normal&quot;,&quot;Kind&quot;:0,&quot;OldGuidesSetting&quot;:{&quot;HeaderHeight&quot;:15.0,&quot;FooterHeight&quot;:9.0,&quot;SideMargin&quot;:5.5,&quot;TopMargin&quot;:0.0,&quot;BottomMargin&quot;:0.0,&quot;IntervalMargin&quot;:1.5}}"/>
</p:tagLst>
</file>

<file path=ppt/theme/theme1.xml><?xml version="1.0" encoding="utf-8"?>
<a:theme xmlns:a="http://schemas.openxmlformats.org/drawingml/2006/main" name="Designed by OfficePLUS">
  <a:themeElements>
    <a:clrScheme name="iSlide">
      <a:dk1>
        <a:srgbClr val="2F2F2F"/>
      </a:dk1>
      <a:lt1>
        <a:srgbClr val="FFFFFF"/>
      </a:lt1>
      <a:dk2>
        <a:srgbClr val="778495"/>
      </a:dk2>
      <a:lt2>
        <a:srgbClr val="F0F0F0"/>
      </a:lt2>
      <a:accent1>
        <a:srgbClr val="7879BE"/>
      </a:accent1>
      <a:accent2>
        <a:srgbClr val="AF91BC"/>
      </a:accent2>
      <a:accent3>
        <a:srgbClr val="DD90AF"/>
      </a:accent3>
      <a:accent4>
        <a:srgbClr val="F8A299"/>
      </a:accent4>
      <a:accent5>
        <a:srgbClr val="EDC783"/>
      </a:accent5>
      <a:accent6>
        <a:srgbClr val="C6BCBC"/>
      </a:accent6>
      <a:hlink>
        <a:srgbClr val="F84D4D"/>
      </a:hlink>
      <a:folHlink>
        <a:srgbClr val="979797"/>
      </a:folHlink>
    </a:clrScheme>
    <a:fontScheme name="iSlide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iSlid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Slid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437</TotalTime>
  <Words>1642</Words>
  <Application>Microsoft Office PowerPoint</Application>
  <PresentationFormat>宽屏</PresentationFormat>
  <Paragraphs>404</Paragraphs>
  <Slides>31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33" baseType="lpstr">
      <vt:lpstr>Arial</vt:lpstr>
      <vt:lpstr>Designed by OfficePLUS</vt:lpstr>
      <vt:lpstr>{title}</vt:lpstr>
      <vt:lpstr>{chapterTitle}</vt:lpstr>
      <vt:lpstr>PowerPoint 演示文稿</vt:lpstr>
      <vt:lpstr>PowerPoint 演示文稿</vt:lpstr>
      <vt:lpstr>PowerPoint 演示文稿</vt:lpstr>
      <vt:lpstr>{chapterTitle}</vt:lpstr>
      <vt:lpstr>{chapterTitle}</vt:lpstr>
      <vt:lpstr>{chapterTitle}</vt:lpstr>
      <vt:lpstr>{chapterTitle}</vt:lpstr>
      <vt:lpstr>{chapterTitle}</vt:lpstr>
      <vt:lpstr>{chapterTitle}</vt:lpstr>
      <vt:lpstr>{chapterTitle}</vt:lpstr>
      <vt:lpstr>{chapterTitle}</vt:lpstr>
      <vt:lpstr>{chapterTitle}</vt:lpstr>
      <vt:lpstr>{chapterTitle}</vt:lpstr>
      <vt:lpstr>{chapterTitle}</vt:lpstr>
      <vt:lpstr>{chapterTitle}</vt:lpstr>
      <vt:lpstr>{chapterTitle}</vt:lpstr>
      <vt:lpstr>{chapterTitle}</vt:lpstr>
      <vt:lpstr>{chapterTitle}</vt:lpstr>
      <vt:lpstr>{chapterTitle}</vt:lpstr>
      <vt:lpstr>PowerPoint 演示文稿</vt:lpstr>
      <vt:lpstr>PowerPoint 演示文稿</vt:lpstr>
      <vt:lpstr>{chapterTitle}</vt:lpstr>
      <vt:lpstr>{chapterTitle}</vt:lpstr>
      <vt:lpstr>{chapterTitle}</vt:lpstr>
      <vt:lpstr>导师见面会</vt:lpstr>
      <vt:lpstr>学术沙龙</vt:lpstr>
      <vt:lpstr>职业规划指导</vt:lpstr>
      <vt:lpstr>优秀学员分享</vt:lpstr>
      <vt:lpstr>Thank you</vt:lpstr>
    </vt:vector>
  </TitlesOfParts>
  <Company>OfficePLUS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OfficePLUS PowerPoint Template</dc:title>
  <dc:creator>OfficePLUS</dc:creator>
  <cp:lastModifiedBy>则灵 和</cp:lastModifiedBy>
  <cp:revision>12</cp:revision>
  <cp:lastPrinted>2024-08-21T16:00:00Z</cp:lastPrinted>
  <dcterms:created xsi:type="dcterms:W3CDTF">2024-08-21T16:00:00Z</dcterms:created>
  <dcterms:modified xsi:type="dcterms:W3CDTF">2024-12-04T10:21:44Z</dcterms:modified>
</cp:coreProperties>
</file>