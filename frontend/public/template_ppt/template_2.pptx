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79" r:id="rId5"/>
    <p:sldId id="333" r:id="rId6"/>
    <p:sldId id="332" r:id="rId7"/>
    <p:sldId id="259" r:id="rId8"/>
    <p:sldId id="334" r:id="rId9"/>
    <p:sldId id="335" r:id="rId10"/>
    <p:sldId id="282" r:id="rId11"/>
    <p:sldId id="337" r:id="rId12"/>
    <p:sldId id="336" r:id="rId13"/>
    <p:sldId id="294" r:id="rId14"/>
    <p:sldId id="338" r:id="rId15"/>
    <p:sldId id="339" r:id="rId16"/>
    <p:sldId id="320" r:id="rId17"/>
    <p:sldId id="342" r:id="rId18"/>
    <p:sldId id="341" r:id="rId19"/>
    <p:sldId id="304" r:id="rId20"/>
    <p:sldId id="301" r:id="rId21"/>
    <p:sldId id="340" r:id="rId22"/>
    <p:sldId id="322" r:id="rId23"/>
    <p:sldId id="344" r:id="rId24"/>
    <p:sldId id="345" r:id="rId25"/>
    <p:sldId id="306" r:id="rId26"/>
    <p:sldId id="316" r:id="rId27"/>
    <p:sldId id="319" r:id="rId28"/>
    <p:sldId id="323" r:id="rId29"/>
    <p:sldId id="326" r:id="rId30"/>
    <p:sldId id="329" r:id="rId31"/>
    <p:sldId id="331" r:id="rId32"/>
    <p:sldId id="277" r:id="rId33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86483" autoAdjust="0"/>
  </p:normalViewPr>
  <p:slideViewPr>
    <p:cSldViewPr snapToGrid="0">
      <p:cViewPr varScale="1">
        <p:scale>
          <a:sx n="120" d="100"/>
          <a:sy n="120" d="100"/>
        </p:scale>
        <p:origin x="66" y="32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209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686866" y="1184307"/>
            <a:ext cx="6818269" cy="235027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3080" y="3731375"/>
            <a:ext cx="5805840" cy="619847"/>
          </a:xfrm>
          <a:prstGeom prst="roundRect">
            <a:avLst>
              <a:gd name="adj" fmla="val 48065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12" name="任意多边形: 形状 11"/>
            <p:cNvSpPr/>
            <p:nvPr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2082800" cy="5003800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743200" y="1130300"/>
            <a:ext cx="8775687" cy="5003800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2906656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 flipV="1">
            <a:off x="0" y="0"/>
            <a:ext cx="12192002" cy="6858001"/>
            <a:chOff x="0" y="0"/>
            <a:chExt cx="12192002" cy="6858001"/>
          </a:xfrm>
        </p:grpSpPr>
        <p:sp>
          <p:nvSpPr>
            <p:cNvPr id="38" name="任意多边形: 形状 37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0" y="26291"/>
            <a:ext cx="12191999" cy="6831709"/>
            <a:chOff x="0" y="26291"/>
            <a:chExt cx="12191999" cy="6831709"/>
          </a:xfrm>
        </p:grpSpPr>
        <p:sp>
          <p:nvSpPr>
            <p:cNvPr id="20" name="任意多边形: 形状 19"/>
            <p:cNvSpPr/>
            <p:nvPr/>
          </p:nvSpPr>
          <p:spPr>
            <a:xfrm flipV="1">
              <a:off x="10765699" y="5219699"/>
              <a:ext cx="1426300" cy="1638299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6262032"/>
              <a:ext cx="1155700" cy="595967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77918" y="26291"/>
              <a:ext cx="1914081" cy="1002409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6118888"/>
              <a:ext cx="1015999" cy="739112"/>
            </a:xfrm>
            <a:custGeom>
              <a:avLst/>
              <a:gdLst>
                <a:gd name="connsiteX0" fmla="*/ 1015999 w 1015999"/>
                <a:gd name="connsiteY0" fmla="*/ 511394 h 739112"/>
                <a:gd name="connsiteX1" fmla="*/ 985677 w 1015999"/>
                <a:gd name="connsiteY1" fmla="*/ 519813 h 739112"/>
                <a:gd name="connsiteX2" fmla="*/ 910041 w 1015999"/>
                <a:gd name="connsiteY2" fmla="*/ 529635 h 739112"/>
                <a:gd name="connsiteX3" fmla="*/ 774040 w 1015999"/>
                <a:gd name="connsiteY3" fmla="*/ 571062 h 739112"/>
                <a:gd name="connsiteX4" fmla="*/ 659337 w 1015999"/>
                <a:gd name="connsiteY4" fmla="*/ 718103 h 739112"/>
                <a:gd name="connsiteX5" fmla="*/ 651184 w 1015999"/>
                <a:gd name="connsiteY5" fmla="*/ 739112 h 739112"/>
                <a:gd name="connsiteX6" fmla="*/ 726988 w 1015999"/>
                <a:gd name="connsiteY6" fmla="*/ 739112 h 739112"/>
                <a:gd name="connsiteX7" fmla="*/ 732909 w 1015999"/>
                <a:gd name="connsiteY7" fmla="*/ 735458 h 739112"/>
                <a:gd name="connsiteX8" fmla="*/ 769013 w 1015999"/>
                <a:gd name="connsiteY8" fmla="*/ 723559 h 739112"/>
                <a:gd name="connsiteX9" fmla="*/ 893420 w 1015999"/>
                <a:gd name="connsiteY9" fmla="*/ 691024 h 739112"/>
                <a:gd name="connsiteX10" fmla="*/ 994683 w 1015999"/>
                <a:gd name="connsiteY10" fmla="*/ 611711 h 739112"/>
                <a:gd name="connsiteX11" fmla="*/ 1015999 w 1015999"/>
                <a:gd name="connsiteY11" fmla="*/ 581199 h 739112"/>
                <a:gd name="connsiteX12" fmla="*/ 500397 w 1015999"/>
                <a:gd name="connsiteY12" fmla="*/ 331 h 739112"/>
                <a:gd name="connsiteX13" fmla="*/ 491609 w 1015999"/>
                <a:gd name="connsiteY13" fmla="*/ 11685 h 739112"/>
                <a:gd name="connsiteX14" fmla="*/ 441248 w 1015999"/>
                <a:gd name="connsiteY14" fmla="*/ 256428 h 739112"/>
                <a:gd name="connsiteX15" fmla="*/ 450680 w 1015999"/>
                <a:gd name="connsiteY15" fmla="*/ 379755 h 739112"/>
                <a:gd name="connsiteX16" fmla="*/ 477980 w 1015999"/>
                <a:gd name="connsiteY16" fmla="*/ 492320 h 739112"/>
                <a:gd name="connsiteX17" fmla="*/ 462315 w 1015999"/>
                <a:gd name="connsiteY17" fmla="*/ 480063 h 739112"/>
                <a:gd name="connsiteX18" fmla="*/ 441580 w 1015999"/>
                <a:gd name="connsiteY18" fmla="*/ 458954 h 739112"/>
                <a:gd name="connsiteX19" fmla="*/ 431650 w 1015999"/>
                <a:gd name="connsiteY19" fmla="*/ 434895 h 739112"/>
                <a:gd name="connsiteX20" fmla="*/ 418851 w 1015999"/>
                <a:gd name="connsiteY20" fmla="*/ 401404 h 739112"/>
                <a:gd name="connsiteX21" fmla="*/ 395166 w 1015999"/>
                <a:gd name="connsiteY21" fmla="*/ 333258 h 739112"/>
                <a:gd name="connsiteX22" fmla="*/ 326813 w 1015999"/>
                <a:gd name="connsiteY22" fmla="*/ 213671 h 739112"/>
                <a:gd name="connsiteX23" fmla="*/ 229290 w 1015999"/>
                <a:gd name="connsiteY23" fmla="*/ 115233 h 739112"/>
                <a:gd name="connsiteX24" fmla="*/ 120880 w 1015999"/>
                <a:gd name="connsiteY24" fmla="*/ 19953 h 739112"/>
                <a:gd name="connsiteX25" fmla="*/ 104383 w 1015999"/>
                <a:gd name="connsiteY25" fmla="*/ 26228 h 739112"/>
                <a:gd name="connsiteX26" fmla="*/ 114356 w 1015999"/>
                <a:gd name="connsiteY26" fmla="*/ 97241 h 739112"/>
                <a:gd name="connsiteX27" fmla="*/ 134010 w 1015999"/>
                <a:gd name="connsiteY27" fmla="*/ 168752 h 739112"/>
                <a:gd name="connsiteX28" fmla="*/ 199621 w 1015999"/>
                <a:gd name="connsiteY28" fmla="*/ 288589 h 739112"/>
                <a:gd name="connsiteX29" fmla="*/ 293156 w 1015999"/>
                <a:gd name="connsiteY29" fmla="*/ 381168 h 739112"/>
                <a:gd name="connsiteX30" fmla="*/ 410417 w 1015999"/>
                <a:gd name="connsiteY30" fmla="*/ 457292 h 739112"/>
                <a:gd name="connsiteX31" fmla="*/ 511679 w 1015999"/>
                <a:gd name="connsiteY31" fmla="*/ 543139 h 739112"/>
                <a:gd name="connsiteX32" fmla="*/ 556763 w 1015999"/>
                <a:gd name="connsiteY32" fmla="*/ 602310 h 739112"/>
                <a:gd name="connsiteX33" fmla="*/ 596196 w 1015999"/>
                <a:gd name="connsiteY33" fmla="*/ 692852 h 739112"/>
                <a:gd name="connsiteX34" fmla="*/ 591626 w 1015999"/>
                <a:gd name="connsiteY34" fmla="*/ 690857 h 739112"/>
                <a:gd name="connsiteX35" fmla="*/ 480266 w 1015999"/>
                <a:gd name="connsiteY35" fmla="*/ 607628 h 739112"/>
                <a:gd name="connsiteX36" fmla="*/ 339486 w 1015999"/>
                <a:gd name="connsiteY36" fmla="*/ 516379 h 739112"/>
                <a:gd name="connsiteX37" fmla="*/ 193763 w 1015999"/>
                <a:gd name="connsiteY37" fmla="*/ 487958 h 739112"/>
                <a:gd name="connsiteX38" fmla="*/ 111281 w 1015999"/>
                <a:gd name="connsiteY38" fmla="*/ 488622 h 739112"/>
                <a:gd name="connsiteX39" fmla="*/ 12844 w 1015999"/>
                <a:gd name="connsiteY39" fmla="*/ 473414 h 739112"/>
                <a:gd name="connsiteX40" fmla="*/ 6985 w 1015999"/>
                <a:gd name="connsiteY40" fmla="*/ 493235 h 739112"/>
                <a:gd name="connsiteX41" fmla="*/ 272836 w 1015999"/>
                <a:gd name="connsiteY41" fmla="*/ 666965 h 739112"/>
                <a:gd name="connsiteX42" fmla="*/ 430445 w 1015999"/>
                <a:gd name="connsiteY42" fmla="*/ 676480 h 739112"/>
                <a:gd name="connsiteX43" fmla="*/ 517912 w 1015999"/>
                <a:gd name="connsiteY43" fmla="*/ 679098 h 739112"/>
                <a:gd name="connsiteX44" fmla="*/ 598399 w 1015999"/>
                <a:gd name="connsiteY44" fmla="*/ 711467 h 739112"/>
                <a:gd name="connsiteX45" fmla="*/ 603011 w 1015999"/>
                <a:gd name="connsiteY45" fmla="*/ 715207 h 739112"/>
                <a:gd name="connsiteX46" fmla="*/ 609525 w 1015999"/>
                <a:gd name="connsiteY46" fmla="*/ 739112 h 739112"/>
                <a:gd name="connsiteX47" fmla="*/ 626394 w 1015999"/>
                <a:gd name="connsiteY47" fmla="*/ 739112 h 739112"/>
                <a:gd name="connsiteX48" fmla="*/ 622208 w 1015999"/>
                <a:gd name="connsiteY48" fmla="*/ 723227 h 739112"/>
                <a:gd name="connsiteX49" fmla="*/ 612443 w 1015999"/>
                <a:gd name="connsiteY49" fmla="*/ 690774 h 739112"/>
                <a:gd name="connsiteX50" fmla="*/ 720687 w 1015999"/>
                <a:gd name="connsiteY50" fmla="*/ 552571 h 739112"/>
                <a:gd name="connsiteX51" fmla="*/ 777905 w 1015999"/>
                <a:gd name="connsiteY51" fmla="*/ 400615 h 739112"/>
                <a:gd name="connsiteX52" fmla="*/ 787379 w 1015999"/>
                <a:gd name="connsiteY52" fmla="*/ 260541 h 739112"/>
                <a:gd name="connsiteX53" fmla="*/ 723471 w 1015999"/>
                <a:gd name="connsiteY53" fmla="*/ 90593 h 739112"/>
                <a:gd name="connsiteX54" fmla="*/ 707681 w 1015999"/>
                <a:gd name="connsiteY54" fmla="*/ 88099 h 739112"/>
                <a:gd name="connsiteX55" fmla="*/ 632887 w 1015999"/>
                <a:gd name="connsiteY55" fmla="*/ 221150 h 739112"/>
                <a:gd name="connsiteX56" fmla="*/ 613565 w 1015999"/>
                <a:gd name="connsiteY56" fmla="*/ 361182 h 739112"/>
                <a:gd name="connsiteX57" fmla="*/ 624535 w 1015999"/>
                <a:gd name="connsiteY57" fmla="*/ 524648 h 739112"/>
                <a:gd name="connsiteX58" fmla="*/ 602720 w 1015999"/>
                <a:gd name="connsiteY58" fmla="*/ 663059 h 739112"/>
                <a:gd name="connsiteX59" fmla="*/ 552649 w 1015999"/>
                <a:gd name="connsiteY59" fmla="*/ 567281 h 739112"/>
                <a:gd name="connsiteX60" fmla="*/ 496014 w 1015999"/>
                <a:gd name="connsiteY60" fmla="*/ 506490 h 739112"/>
                <a:gd name="connsiteX61" fmla="*/ 490487 w 1015999"/>
                <a:gd name="connsiteY61" fmla="*/ 502002 h 739112"/>
                <a:gd name="connsiteX62" fmla="*/ 514131 w 1015999"/>
                <a:gd name="connsiteY62" fmla="*/ 380628 h 739112"/>
                <a:gd name="connsiteX63" fmla="*/ 544838 w 1015999"/>
                <a:gd name="connsiteY63" fmla="*/ 251359 h 739112"/>
                <a:gd name="connsiteX64" fmla="*/ 537483 w 1015999"/>
                <a:gd name="connsiteY64" fmla="*/ 133558 h 739112"/>
                <a:gd name="connsiteX65" fmla="*/ 512676 w 1015999"/>
                <a:gd name="connsiteY65" fmla="*/ 6989 h 739112"/>
                <a:gd name="connsiteX66" fmla="*/ 500397 w 1015999"/>
                <a:gd name="connsiteY66" fmla="*/ 331 h 73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015999" h="739112">
                  <a:moveTo>
                    <a:pt x="1015999" y="511394"/>
                  </a:moveTo>
                  <a:lnTo>
                    <a:pt x="985677" y="519813"/>
                  </a:lnTo>
                  <a:cubicBezTo>
                    <a:pt x="961005" y="524815"/>
                    <a:pt x="935513" y="526955"/>
                    <a:pt x="910041" y="529635"/>
                  </a:cubicBezTo>
                  <a:cubicBezTo>
                    <a:pt x="861799" y="534704"/>
                    <a:pt x="815426" y="544843"/>
                    <a:pt x="774040" y="571062"/>
                  </a:cubicBezTo>
                  <a:cubicBezTo>
                    <a:pt x="718193" y="606496"/>
                    <a:pt x="684552" y="660044"/>
                    <a:pt x="659337" y="718103"/>
                  </a:cubicBezTo>
                  <a:lnTo>
                    <a:pt x="651184" y="739112"/>
                  </a:lnTo>
                  <a:lnTo>
                    <a:pt x="726988" y="739112"/>
                  </a:lnTo>
                  <a:lnTo>
                    <a:pt x="732909" y="735458"/>
                  </a:lnTo>
                  <a:cubicBezTo>
                    <a:pt x="743790" y="730197"/>
                    <a:pt x="755633" y="726073"/>
                    <a:pt x="769013" y="723559"/>
                  </a:cubicBezTo>
                  <a:cubicBezTo>
                    <a:pt x="812933" y="715291"/>
                    <a:pt x="852657" y="710927"/>
                    <a:pt x="893420" y="691024"/>
                  </a:cubicBezTo>
                  <a:cubicBezTo>
                    <a:pt x="932646" y="671910"/>
                    <a:pt x="965929" y="644038"/>
                    <a:pt x="994683" y="611711"/>
                  </a:cubicBezTo>
                  <a:lnTo>
                    <a:pt x="1015999" y="581199"/>
                  </a:lnTo>
                  <a:close/>
                  <a:moveTo>
                    <a:pt x="500397" y="331"/>
                  </a:moveTo>
                  <a:cubicBezTo>
                    <a:pt x="495484" y="1495"/>
                    <a:pt x="491152" y="5660"/>
                    <a:pt x="491609" y="11685"/>
                  </a:cubicBezTo>
                  <a:cubicBezTo>
                    <a:pt x="498008" y="97116"/>
                    <a:pt x="445278" y="171994"/>
                    <a:pt x="441248" y="256428"/>
                  </a:cubicBezTo>
                  <a:cubicBezTo>
                    <a:pt x="439253" y="298188"/>
                    <a:pt x="444697" y="338577"/>
                    <a:pt x="450680" y="379755"/>
                  </a:cubicBezTo>
                  <a:cubicBezTo>
                    <a:pt x="456248" y="418108"/>
                    <a:pt x="471914" y="454757"/>
                    <a:pt x="477980" y="492320"/>
                  </a:cubicBezTo>
                  <a:cubicBezTo>
                    <a:pt x="472661" y="488332"/>
                    <a:pt x="467384" y="484342"/>
                    <a:pt x="462315" y="480063"/>
                  </a:cubicBezTo>
                  <a:cubicBezTo>
                    <a:pt x="455749" y="474536"/>
                    <a:pt x="446151" y="466018"/>
                    <a:pt x="441580" y="458954"/>
                  </a:cubicBezTo>
                  <a:cubicBezTo>
                    <a:pt x="437342" y="452347"/>
                    <a:pt x="434725" y="442250"/>
                    <a:pt x="431650" y="434895"/>
                  </a:cubicBezTo>
                  <a:cubicBezTo>
                    <a:pt x="427037" y="423884"/>
                    <a:pt x="422840" y="412665"/>
                    <a:pt x="418851" y="401404"/>
                  </a:cubicBezTo>
                  <a:cubicBezTo>
                    <a:pt x="410790" y="378758"/>
                    <a:pt x="403518" y="355821"/>
                    <a:pt x="395166" y="333258"/>
                  </a:cubicBezTo>
                  <a:cubicBezTo>
                    <a:pt x="379252" y="290210"/>
                    <a:pt x="354195" y="250278"/>
                    <a:pt x="326813" y="213671"/>
                  </a:cubicBezTo>
                  <a:cubicBezTo>
                    <a:pt x="299139" y="176648"/>
                    <a:pt x="265233" y="144112"/>
                    <a:pt x="229290" y="115233"/>
                  </a:cubicBezTo>
                  <a:cubicBezTo>
                    <a:pt x="192017" y="85316"/>
                    <a:pt x="141698" y="65495"/>
                    <a:pt x="120880" y="19953"/>
                  </a:cubicBezTo>
                  <a:cubicBezTo>
                    <a:pt x="116724" y="10895"/>
                    <a:pt x="101018" y="16754"/>
                    <a:pt x="104383" y="26228"/>
                  </a:cubicBezTo>
                  <a:cubicBezTo>
                    <a:pt x="111905" y="47544"/>
                    <a:pt x="110782" y="74595"/>
                    <a:pt x="114356" y="97241"/>
                  </a:cubicBezTo>
                  <a:cubicBezTo>
                    <a:pt x="118221" y="121590"/>
                    <a:pt x="125700" y="145608"/>
                    <a:pt x="134010" y="168752"/>
                  </a:cubicBezTo>
                  <a:cubicBezTo>
                    <a:pt x="149343" y="211510"/>
                    <a:pt x="172197" y="252439"/>
                    <a:pt x="199621" y="288589"/>
                  </a:cubicBezTo>
                  <a:cubicBezTo>
                    <a:pt x="226423" y="323909"/>
                    <a:pt x="257171" y="355157"/>
                    <a:pt x="293156" y="381168"/>
                  </a:cubicBezTo>
                  <a:cubicBezTo>
                    <a:pt x="330926" y="408510"/>
                    <a:pt x="372936" y="429410"/>
                    <a:pt x="410417" y="457292"/>
                  </a:cubicBezTo>
                  <a:cubicBezTo>
                    <a:pt x="445570" y="483428"/>
                    <a:pt x="481720" y="511102"/>
                    <a:pt x="511679" y="543139"/>
                  </a:cubicBezTo>
                  <a:cubicBezTo>
                    <a:pt x="528466" y="561090"/>
                    <a:pt x="543965" y="581325"/>
                    <a:pt x="556763" y="602310"/>
                  </a:cubicBezTo>
                  <a:cubicBezTo>
                    <a:pt x="574008" y="630607"/>
                    <a:pt x="586141" y="661356"/>
                    <a:pt x="596196" y="692852"/>
                  </a:cubicBezTo>
                  <a:cubicBezTo>
                    <a:pt x="594659" y="692229"/>
                    <a:pt x="593163" y="691522"/>
                    <a:pt x="591626" y="690857"/>
                  </a:cubicBezTo>
                  <a:cubicBezTo>
                    <a:pt x="556722" y="660898"/>
                    <a:pt x="516790" y="634471"/>
                    <a:pt x="480266" y="607628"/>
                  </a:cubicBezTo>
                  <a:cubicBezTo>
                    <a:pt x="435057" y="574428"/>
                    <a:pt x="390679" y="540023"/>
                    <a:pt x="339486" y="516379"/>
                  </a:cubicBezTo>
                  <a:cubicBezTo>
                    <a:pt x="293322" y="495063"/>
                    <a:pt x="244123" y="488788"/>
                    <a:pt x="193763" y="487958"/>
                  </a:cubicBezTo>
                  <a:cubicBezTo>
                    <a:pt x="166296" y="487500"/>
                    <a:pt x="138747" y="488539"/>
                    <a:pt x="111281" y="488622"/>
                  </a:cubicBezTo>
                  <a:cubicBezTo>
                    <a:pt x="77748" y="488747"/>
                    <a:pt x="45379" y="480478"/>
                    <a:pt x="12844" y="473414"/>
                  </a:cubicBezTo>
                  <a:cubicBezTo>
                    <a:pt x="-370" y="470547"/>
                    <a:pt x="-5149" y="488124"/>
                    <a:pt x="6985" y="493235"/>
                  </a:cubicBezTo>
                  <a:cubicBezTo>
                    <a:pt x="106170" y="534787"/>
                    <a:pt x="172363" y="627574"/>
                    <a:pt x="272836" y="666965"/>
                  </a:cubicBezTo>
                  <a:cubicBezTo>
                    <a:pt x="323738" y="686952"/>
                    <a:pt x="377382" y="681550"/>
                    <a:pt x="430445" y="676480"/>
                  </a:cubicBezTo>
                  <a:cubicBezTo>
                    <a:pt x="459780" y="673696"/>
                    <a:pt x="488950" y="672907"/>
                    <a:pt x="517912" y="679098"/>
                  </a:cubicBezTo>
                  <a:cubicBezTo>
                    <a:pt x="546251" y="685165"/>
                    <a:pt x="571057" y="702035"/>
                    <a:pt x="598399" y="711467"/>
                  </a:cubicBezTo>
                  <a:cubicBezTo>
                    <a:pt x="599936" y="712672"/>
                    <a:pt x="601473" y="713919"/>
                    <a:pt x="603011" y="715207"/>
                  </a:cubicBezTo>
                  <a:lnTo>
                    <a:pt x="609525" y="739112"/>
                  </a:lnTo>
                  <a:lnTo>
                    <a:pt x="626394" y="739112"/>
                  </a:lnTo>
                  <a:lnTo>
                    <a:pt x="622208" y="723227"/>
                  </a:lnTo>
                  <a:cubicBezTo>
                    <a:pt x="619175" y="712299"/>
                    <a:pt x="615934" y="701495"/>
                    <a:pt x="612443" y="690774"/>
                  </a:cubicBezTo>
                  <a:cubicBezTo>
                    <a:pt x="638787" y="637546"/>
                    <a:pt x="686406" y="600357"/>
                    <a:pt x="720687" y="552571"/>
                  </a:cubicBezTo>
                  <a:cubicBezTo>
                    <a:pt x="752391" y="508401"/>
                    <a:pt x="766187" y="452763"/>
                    <a:pt x="777905" y="400615"/>
                  </a:cubicBezTo>
                  <a:cubicBezTo>
                    <a:pt x="788376" y="354117"/>
                    <a:pt x="795107" y="308036"/>
                    <a:pt x="787379" y="260541"/>
                  </a:cubicBezTo>
                  <a:cubicBezTo>
                    <a:pt x="777531" y="200207"/>
                    <a:pt x="735604" y="150761"/>
                    <a:pt x="723471" y="90593"/>
                  </a:cubicBezTo>
                  <a:cubicBezTo>
                    <a:pt x="721934" y="82947"/>
                    <a:pt x="711587" y="81908"/>
                    <a:pt x="707681" y="88099"/>
                  </a:cubicBezTo>
                  <a:cubicBezTo>
                    <a:pt x="680547" y="130982"/>
                    <a:pt x="651170" y="173531"/>
                    <a:pt x="632887" y="221150"/>
                  </a:cubicBezTo>
                  <a:cubicBezTo>
                    <a:pt x="615892" y="265403"/>
                    <a:pt x="610116" y="314144"/>
                    <a:pt x="613565" y="361182"/>
                  </a:cubicBezTo>
                  <a:cubicBezTo>
                    <a:pt x="617555" y="415864"/>
                    <a:pt x="626779" y="469632"/>
                    <a:pt x="624535" y="524648"/>
                  </a:cubicBezTo>
                  <a:cubicBezTo>
                    <a:pt x="622624" y="571602"/>
                    <a:pt x="609659" y="616853"/>
                    <a:pt x="602720" y="663059"/>
                  </a:cubicBezTo>
                  <a:cubicBezTo>
                    <a:pt x="589964" y="629360"/>
                    <a:pt x="574008" y="597198"/>
                    <a:pt x="552649" y="567281"/>
                  </a:cubicBezTo>
                  <a:cubicBezTo>
                    <a:pt x="536485" y="544635"/>
                    <a:pt x="517080" y="524565"/>
                    <a:pt x="496014" y="506490"/>
                  </a:cubicBezTo>
                  <a:cubicBezTo>
                    <a:pt x="494227" y="504952"/>
                    <a:pt x="492358" y="503498"/>
                    <a:pt x="490487" y="502002"/>
                  </a:cubicBezTo>
                  <a:cubicBezTo>
                    <a:pt x="496471" y="490368"/>
                    <a:pt x="506693" y="415573"/>
                    <a:pt x="514131" y="380628"/>
                  </a:cubicBezTo>
                  <a:cubicBezTo>
                    <a:pt x="523355" y="337289"/>
                    <a:pt x="539020" y="295404"/>
                    <a:pt x="544838" y="251359"/>
                  </a:cubicBezTo>
                  <a:cubicBezTo>
                    <a:pt x="549990" y="212383"/>
                    <a:pt x="542885" y="172118"/>
                    <a:pt x="537483" y="133558"/>
                  </a:cubicBezTo>
                  <a:cubicBezTo>
                    <a:pt x="531499" y="90759"/>
                    <a:pt x="525516" y="48334"/>
                    <a:pt x="512676" y="6989"/>
                  </a:cubicBezTo>
                  <a:cubicBezTo>
                    <a:pt x="510806" y="1006"/>
                    <a:pt x="505311" y="-834"/>
                    <a:pt x="500397" y="331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0" Type="http://schemas.openxmlformats.org/officeDocument/2006/relationships/slideLayout" Target="../slideLayouts/slideLayout5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4" Type="http://schemas.openxmlformats.org/officeDocument/2006/relationships/slideLayout" Target="../slideLayouts/slideLayout5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4" Type="http://schemas.openxmlformats.org/officeDocument/2006/relationships/slideLayout" Target="../slideLayouts/slideLayout5.xml"/><Relationship Id="rId33" Type="http://schemas.openxmlformats.org/officeDocument/2006/relationships/tags" Target="../tags/tag140.xml"/><Relationship Id="rId32" Type="http://schemas.openxmlformats.org/officeDocument/2006/relationships/tags" Target="../tags/tag139.xml"/><Relationship Id="rId31" Type="http://schemas.openxmlformats.org/officeDocument/2006/relationships/tags" Target="../tags/tag138.xml"/><Relationship Id="rId30" Type="http://schemas.openxmlformats.org/officeDocument/2006/relationships/tags" Target="../tags/tag137.xml"/><Relationship Id="rId3" Type="http://schemas.openxmlformats.org/officeDocument/2006/relationships/tags" Target="../tags/tag110.xml"/><Relationship Id="rId29" Type="http://schemas.openxmlformats.org/officeDocument/2006/relationships/tags" Target="../tags/tag136.xml"/><Relationship Id="rId28" Type="http://schemas.openxmlformats.org/officeDocument/2006/relationships/tags" Target="../tags/tag135.xml"/><Relationship Id="rId27" Type="http://schemas.openxmlformats.org/officeDocument/2006/relationships/tags" Target="../tags/tag134.xml"/><Relationship Id="rId26" Type="http://schemas.openxmlformats.org/officeDocument/2006/relationships/tags" Target="../tags/tag133.xml"/><Relationship Id="rId25" Type="http://schemas.openxmlformats.org/officeDocument/2006/relationships/tags" Target="../tags/tag132.xml"/><Relationship Id="rId24" Type="http://schemas.openxmlformats.org/officeDocument/2006/relationships/tags" Target="../tags/tag131.xml"/><Relationship Id="rId23" Type="http://schemas.openxmlformats.org/officeDocument/2006/relationships/tags" Target="../tags/tag130.xml"/><Relationship Id="rId22" Type="http://schemas.openxmlformats.org/officeDocument/2006/relationships/tags" Target="../tags/tag129.xml"/><Relationship Id="rId21" Type="http://schemas.openxmlformats.org/officeDocument/2006/relationships/tags" Target="../tags/tag128.xml"/><Relationship Id="rId20" Type="http://schemas.openxmlformats.org/officeDocument/2006/relationships/tags" Target="../tags/tag127.xml"/><Relationship Id="rId2" Type="http://schemas.openxmlformats.org/officeDocument/2006/relationships/tags" Target="../tags/tag109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4" Type="http://schemas.openxmlformats.org/officeDocument/2006/relationships/slideLayout" Target="../slideLayouts/slideLayout5.xml"/><Relationship Id="rId43" Type="http://schemas.openxmlformats.org/officeDocument/2006/relationships/tags" Target="../tags/tag192.xml"/><Relationship Id="rId42" Type="http://schemas.openxmlformats.org/officeDocument/2006/relationships/tags" Target="../tags/tag191.xml"/><Relationship Id="rId41" Type="http://schemas.openxmlformats.org/officeDocument/2006/relationships/tags" Target="../tags/tag190.xml"/><Relationship Id="rId40" Type="http://schemas.openxmlformats.org/officeDocument/2006/relationships/tags" Target="../tags/tag189.xml"/><Relationship Id="rId4" Type="http://schemas.openxmlformats.org/officeDocument/2006/relationships/tags" Target="../tags/tag153.xml"/><Relationship Id="rId39" Type="http://schemas.openxmlformats.org/officeDocument/2006/relationships/tags" Target="../tags/tag188.xml"/><Relationship Id="rId38" Type="http://schemas.openxmlformats.org/officeDocument/2006/relationships/tags" Target="../tags/tag187.xml"/><Relationship Id="rId37" Type="http://schemas.openxmlformats.org/officeDocument/2006/relationships/tags" Target="../tags/tag186.xml"/><Relationship Id="rId36" Type="http://schemas.openxmlformats.org/officeDocument/2006/relationships/tags" Target="../tags/tag185.xml"/><Relationship Id="rId35" Type="http://schemas.openxmlformats.org/officeDocument/2006/relationships/tags" Target="../tags/tag184.xml"/><Relationship Id="rId34" Type="http://schemas.openxmlformats.org/officeDocument/2006/relationships/tags" Target="../tags/tag183.xml"/><Relationship Id="rId33" Type="http://schemas.openxmlformats.org/officeDocument/2006/relationships/tags" Target="../tags/tag182.xml"/><Relationship Id="rId32" Type="http://schemas.openxmlformats.org/officeDocument/2006/relationships/tags" Target="../tags/tag181.xml"/><Relationship Id="rId31" Type="http://schemas.openxmlformats.org/officeDocument/2006/relationships/tags" Target="../tags/tag180.xml"/><Relationship Id="rId30" Type="http://schemas.openxmlformats.org/officeDocument/2006/relationships/tags" Target="../tags/tag179.xml"/><Relationship Id="rId3" Type="http://schemas.openxmlformats.org/officeDocument/2006/relationships/image" Target="../media/image10.jpeg"/><Relationship Id="rId29" Type="http://schemas.openxmlformats.org/officeDocument/2006/relationships/tags" Target="../tags/tag178.xml"/><Relationship Id="rId28" Type="http://schemas.openxmlformats.org/officeDocument/2006/relationships/tags" Target="../tags/tag177.xml"/><Relationship Id="rId27" Type="http://schemas.openxmlformats.org/officeDocument/2006/relationships/tags" Target="../tags/tag176.xml"/><Relationship Id="rId26" Type="http://schemas.openxmlformats.org/officeDocument/2006/relationships/tags" Target="../tags/tag175.xml"/><Relationship Id="rId25" Type="http://schemas.openxmlformats.org/officeDocument/2006/relationships/tags" Target="../tags/tag174.xml"/><Relationship Id="rId24" Type="http://schemas.openxmlformats.org/officeDocument/2006/relationships/tags" Target="../tags/tag173.xml"/><Relationship Id="rId23" Type="http://schemas.openxmlformats.org/officeDocument/2006/relationships/tags" Target="../tags/tag172.xml"/><Relationship Id="rId22" Type="http://schemas.openxmlformats.org/officeDocument/2006/relationships/tags" Target="../tags/tag171.xml"/><Relationship Id="rId21" Type="http://schemas.openxmlformats.org/officeDocument/2006/relationships/tags" Target="../tags/tag170.xml"/><Relationship Id="rId20" Type="http://schemas.openxmlformats.org/officeDocument/2006/relationships/tags" Target="../tags/tag169.xml"/><Relationship Id="rId2" Type="http://schemas.openxmlformats.org/officeDocument/2006/relationships/tags" Target="../tags/tag152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7" Type="http://schemas.openxmlformats.org/officeDocument/2006/relationships/slideLayout" Target="../slideLayouts/slideLayout5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548505" y="1184275"/>
            <a:ext cx="7094991" cy="2117272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</a:rPr>
              <a:t>{title}</a:t>
            </a:r>
            <a:endParaRPr lang="en-US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2463" y="3644447"/>
            <a:ext cx="5807075" cy="620713"/>
          </a:xfrm>
        </p:spPr>
        <p:txBody>
          <a:bodyPr/>
          <a:lstStyle/>
          <a:p>
            <a:r>
              <a:rPr lang="en-US" altLang="zh-CN" dirty="0"/>
              <a:t>{subtitle}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</p:spPr>
        <p:txBody>
          <a:bodyPr/>
          <a:lstStyle/>
          <a:p>
            <a:r>
              <a:rPr lang="en-US" altLang="zh-CN" dirty="0"/>
              <a:t>{author}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</p:spPr>
        <p:txBody>
          <a:bodyPr/>
          <a:lstStyle/>
          <a:p>
            <a:r>
              <a:rPr lang="en-US" altLang="zh-CN" dirty="0"/>
              <a:t>{company}</a:t>
            </a:r>
            <a:r>
              <a:rPr lang="en-US" dirty="0"/>
              <a:t> </a:t>
            </a:r>
            <a:r>
              <a:rPr lang="en-US" altLang="zh-CN" dirty="0"/>
              <a:t>- {department}</a:t>
            </a:r>
            <a:endParaRPr lang="en-US" dirty="0"/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9120" y="6505120"/>
            <a:ext cx="352880" cy="35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</p:spPr>
        <p:txBody>
          <a:bodyPr/>
          <a:lstStyle/>
          <a:p>
            <a:r>
              <a:rPr lang="zh-CN" altLang="en-US" sz="2800" dirty="0"/>
              <a:t>{chapterTitle}</a:t>
            </a:r>
            <a:endParaRPr lang="zh-CN" altLang="en-US" sz="2800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</p:spPr>
        <p:txBody>
          <a:bodyPr/>
          <a:lstStyle/>
          <a:p>
            <a:r>
              <a:rPr lang="zh-CN" altLang="en-US" sz="2000" dirty="0"/>
              <a:t>{chapterSubTitle}</a:t>
            </a:r>
            <a:endParaRPr lang="zh-CN" altLang="en-US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" name="矩形: 圆角 14"/>
            <p:cNvSpPr/>
            <p:nvPr>
              <p:custDataLst>
                <p:tags r:id="rId2"/>
              </p:custDataLst>
            </p:nvPr>
          </p:nvSpPr>
          <p:spPr>
            <a:xfrm>
              <a:off x="2945253" y="3790918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956309" y="3705481"/>
              <a:ext cx="1070610" cy="75755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  <a:endPara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13" name="矩形: 圆角 12"/>
            <p:cNvSpPr/>
            <p:nvPr>
              <p:custDataLst>
                <p:tags r:id="rId4"/>
              </p:custDataLst>
            </p:nvPr>
          </p:nvSpPr>
          <p:spPr>
            <a:xfrm>
              <a:off x="2945251" y="515055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993774" y="5045331"/>
              <a:ext cx="995680" cy="75628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  <a:endPara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11" name="矩形: 圆角 10"/>
            <p:cNvSpPr/>
            <p:nvPr>
              <p:custDataLst>
                <p:tags r:id="rId6"/>
              </p:custDataLst>
            </p:nvPr>
          </p:nvSpPr>
          <p:spPr>
            <a:xfrm>
              <a:off x="2945253" y="2503569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{chapterTitle1}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956309" y="2472311"/>
              <a:ext cx="1070610" cy="7569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  <a:endPara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121551" y="3372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400" b="1" dirty="0">
                  <a:solidFill>
                    <a:schemeClr val="accent1"/>
                  </a:solidFill>
                </a:rPr>
                <a:t>目录</a:t>
              </a:r>
              <a:endParaRPr lang="zh-CN" altLang="en-US" sz="4400" b="1" dirty="0">
                <a:solidFill>
                  <a:schemeClr val="accent1"/>
                </a:solidFill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418579" y="747016"/>
              <a:ext cx="577342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" name="矩形: 圆角 16"/>
            <p:cNvSpPr/>
            <p:nvPr>
              <p:custDataLst>
                <p:tags r:id="rId2"/>
              </p:custDataLst>
            </p:nvPr>
          </p:nvSpPr>
          <p:spPr>
            <a:xfrm>
              <a:off x="6488053" y="5145562"/>
              <a:ext cx="5030847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{chapterTitle4}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6449443" y="4379177"/>
              <a:ext cx="121058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04</a:t>
              </a:r>
              <a:endPara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15" name="矩形: 圆角 14"/>
            <p:cNvSpPr/>
            <p:nvPr>
              <p:custDataLst>
                <p:tags r:id="rId4"/>
              </p:custDataLst>
            </p:nvPr>
          </p:nvSpPr>
          <p:spPr>
            <a:xfrm>
              <a:off x="699012" y="5145562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660400" y="4379177"/>
              <a:ext cx="215886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  <a:endPara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6488053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6449443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  <a:endPara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11" name="矩形: 圆角 10"/>
            <p:cNvSpPr/>
            <p:nvPr>
              <p:custDataLst>
                <p:tags r:id="rId8"/>
              </p:custDataLst>
            </p:nvPr>
          </p:nvSpPr>
          <p:spPr>
            <a:xfrm>
              <a:off x="699010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{chapterTitle1}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660400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  <a:endPara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387616" y="4388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000" b="1" dirty="0">
                  <a:solidFill>
                    <a:schemeClr val="accent1"/>
                  </a:solidFill>
                </a:rPr>
                <a:t>目录</a:t>
              </a:r>
              <a:endParaRPr lang="zh-CN" altLang="en-US" sz="4000" b="1" dirty="0">
                <a:solidFill>
                  <a:schemeClr val="accent1"/>
                </a:solidFill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803389" y="901956"/>
              <a:ext cx="538861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36" name="任意多边形: 形状 35"/>
            <p:cNvSpPr/>
            <p:nvPr userDrawn="1"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矩形: 圆角 16"/>
          <p:cNvSpPr/>
          <p:nvPr>
            <p:custDataLst>
              <p:tags r:id="rId1"/>
            </p:custDataLst>
          </p:nvPr>
        </p:nvSpPr>
        <p:spPr>
          <a:xfrm>
            <a:off x="6825983" y="2673776"/>
            <a:ext cx="5030847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{chapterTitle4}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787373" y="1880721"/>
            <a:ext cx="121058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04</a:t>
            </a:r>
            <a:endParaRPr lang="en-GB" sz="5400" b="1" dirty="0">
              <a:gradFill flip="none" rotWithShape="1">
                <a:gsLst>
                  <a:gs pos="56000">
                    <a:schemeClr val="accent2"/>
                  </a:gs>
                  <a:gs pos="100000">
                    <a:schemeClr val="accent2">
                      <a:alpha val="20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1458367" y="3571744"/>
            <a:ext cx="5030845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{chapterTitle2}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431683" y="2778689"/>
            <a:ext cx="215886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02</a:t>
            </a:r>
            <a:endParaRPr lang="en-GB" sz="5400" b="1" dirty="0">
              <a:gradFill flip="none" rotWithShape="1">
                <a:gsLst>
                  <a:gs pos="56000">
                    <a:schemeClr val="accent2"/>
                  </a:gs>
                  <a:gs pos="100000">
                    <a:schemeClr val="accent2">
                      <a:alpha val="20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6825983" y="4533529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{chapterTitle5}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787373" y="3740474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05</a:t>
            </a:r>
            <a:endParaRPr lang="en-GB" sz="5400" b="1" dirty="0">
              <a:gradFill flip="none" rotWithShape="1">
                <a:gsLst>
                  <a:gs pos="56000">
                    <a:schemeClr val="accent1"/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1470293" y="1777707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{chapterTitle1}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431683" y="984652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01</a:t>
            </a:r>
            <a:endParaRPr lang="en-GB" sz="5400" b="1" dirty="0">
              <a:gradFill flip="none" rotWithShape="1">
                <a:gsLst>
                  <a:gs pos="56000">
                    <a:schemeClr val="accent1"/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450040" y="144349"/>
            <a:ext cx="1840286" cy="1089415"/>
          </a:xfrm>
          <a:prstGeom prst="rect">
            <a:avLst/>
          </a:prstGeom>
        </p:spPr>
        <p:txBody>
          <a:bodyPr wrap="square" anchor="b" anchorCtr="0">
            <a:normAutofit/>
          </a:bodyPr>
          <a:lstStyle/>
          <a:p>
            <a:pPr>
              <a:buSzPct val="25000"/>
            </a:pPr>
            <a:r>
              <a:rPr lang="zh-CN" altLang="en-US" sz="5400" b="1" dirty="0">
                <a:solidFill>
                  <a:schemeClr val="accent1"/>
                </a:solidFill>
              </a:rPr>
              <a:t>目录</a:t>
            </a:r>
            <a:endParaRPr lang="en-US" altLang="zh-CN" sz="5400" b="1" dirty="0">
              <a:solidFill>
                <a:schemeClr val="accent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1337290" y="438150"/>
            <a:ext cx="854710" cy="57848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矩形: 圆角 1"/>
          <p:cNvSpPr/>
          <p:nvPr>
            <p:custDataLst>
              <p:tags r:id="rId9"/>
            </p:custDataLst>
          </p:nvPr>
        </p:nvSpPr>
        <p:spPr>
          <a:xfrm>
            <a:off x="1431683" y="5375043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{chapterTitle3}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393073" y="4581988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03</a:t>
            </a:r>
            <a:endParaRPr lang="en-GB" sz="5400" b="1" dirty="0">
              <a:gradFill flip="none" rotWithShape="1">
                <a:gsLst>
                  <a:gs pos="56000">
                    <a:schemeClr val="accent1"/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3" name="组合 32"/>
          <p:cNvGrpSpPr/>
          <p:nvPr>
            <p:custDataLst>
              <p:tags r:id="rId1"/>
            </p:custDataLst>
          </p:nvPr>
        </p:nvGrpSpPr>
        <p:grpSpPr>
          <a:xfrm>
            <a:off x="1058334" y="1818964"/>
            <a:ext cx="10075332" cy="3969006"/>
            <a:chOff x="1051984" y="2121224"/>
            <a:chExt cx="10075332" cy="3969006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2140502" y="3797907"/>
              <a:ext cx="7935402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" name="椭圆 4"/>
            <p:cNvSpPr/>
            <p:nvPr>
              <p:custDataLst>
                <p:tags r:id="rId3"/>
              </p:custDataLst>
            </p:nvPr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051984" y="2121224"/>
              <a:ext cx="2401444" cy="2303627"/>
              <a:chOff x="1051984" y="2121224"/>
              <a:chExt cx="2401444" cy="2303627"/>
            </a:xfrm>
          </p:grpSpPr>
          <p:sp>
            <p:nvSpPr>
              <p:cNvPr id="13" name="矩形 12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5"/>
                </p:custDataLst>
              </p:nvPr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2012710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912358" y="4763233"/>
              <a:ext cx="2401444" cy="1326997"/>
              <a:chOff x="4912358" y="4763233"/>
              <a:chExt cx="2401444" cy="1326997"/>
            </a:xfrm>
          </p:grpSpPr>
          <p:sp>
            <p:nvSpPr>
              <p:cNvPr id="19" name="矩形 18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4912358" y="5320293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4912358" y="4763233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sp>
          <p:nvSpPr>
            <p:cNvPr id="12" name="椭圆 11"/>
            <p:cNvSpPr/>
            <p:nvPr>
              <p:custDataLst>
                <p:tags r:id="rId11"/>
              </p:custDataLst>
            </p:nvPr>
          </p:nvSpPr>
          <p:spPr>
            <a:xfrm>
              <a:off x="928442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531443" y="1855794"/>
            <a:ext cx="9483098" cy="3947207"/>
            <a:chOff x="1525093" y="2121224"/>
            <a:chExt cx="9483098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2303503" y="3797907"/>
              <a:ext cx="7763699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" name="椭圆 3"/>
            <p:cNvSpPr/>
            <p:nvPr/>
          </p:nvSpPr>
          <p:spPr>
            <a:xfrm>
              <a:off x="9351367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97644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601516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525093" y="2121224"/>
              <a:ext cx="2401444" cy="2303627"/>
              <a:chOff x="1525093" y="2121224"/>
              <a:chExt cx="240144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525093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525093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112098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227735" y="2121224"/>
              <a:ext cx="2401444" cy="1326998"/>
              <a:chOff x="6227735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6227735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6227735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851691" y="4741434"/>
              <a:ext cx="2401444" cy="1326997"/>
              <a:chOff x="3851691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3851691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3851691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606747" y="4739267"/>
              <a:ext cx="2401444" cy="1326997"/>
              <a:chOff x="8606747" y="4739267"/>
              <a:chExt cx="2401444" cy="1326997"/>
            </a:xfrm>
          </p:grpSpPr>
          <p:sp>
            <p:nvSpPr>
              <p:cNvPr id="21" name="矩形 20"/>
              <p:cNvSpPr/>
              <p:nvPr/>
            </p:nvSpPr>
            <p:spPr bwMode="auto">
              <a:xfrm>
                <a:off x="8606747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8606747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progress1-4</a:t>
            </a:r>
            <a:endParaRPr lang="en-US" sz="1050" dirty="0"/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787400" y="255270"/>
            <a:ext cx="10858500" cy="638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778644" y="1876749"/>
            <a:ext cx="10634712" cy="3947207"/>
            <a:chOff x="772294" y="2121224"/>
            <a:chExt cx="10634712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1167469" y="3797907"/>
              <a:ext cx="9671334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" name="椭圆 3"/>
            <p:cNvSpPr/>
            <p:nvPr/>
          </p:nvSpPr>
          <p:spPr>
            <a:xfrm>
              <a:off x="8011563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261712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72294" y="2121224"/>
              <a:ext cx="2681134" cy="2303627"/>
              <a:chOff x="772294" y="2121224"/>
              <a:chExt cx="268113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772294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87931" y="2121224"/>
              <a:ext cx="2401444" cy="1326998"/>
              <a:chOff x="4887931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4887931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4887931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/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{vItem.item5_Desc}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/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{vItem.item5}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511887" y="4741434"/>
              <a:ext cx="2401444" cy="1326997"/>
              <a:chOff x="2511887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2511887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2511887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266943" y="3526644"/>
              <a:ext cx="4140063" cy="2539620"/>
              <a:chOff x="7266943" y="3526644"/>
              <a:chExt cx="4140063" cy="2539620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0500981" y="3526644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05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7266943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7266943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progress1-5</a:t>
            </a:r>
            <a:endParaRPr lang="en-US" sz="1050" dirty="0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1399350" y="1818243"/>
            <a:ext cx="9393301" cy="3242457"/>
            <a:chOff x="1399350" y="2311638"/>
            <a:chExt cx="9393301" cy="3242457"/>
          </a:xfrm>
        </p:grpSpPr>
        <p:grpSp>
          <p:nvGrpSpPr>
            <p:cNvPr id="6" name="组合 5"/>
            <p:cNvGrpSpPr/>
            <p:nvPr/>
          </p:nvGrpSpPr>
          <p:grpSpPr>
            <a:xfrm>
              <a:off x="1399350" y="2311638"/>
              <a:ext cx="2123827" cy="3242457"/>
              <a:chOff x="660399" y="2637644"/>
              <a:chExt cx="2123827" cy="3242457"/>
            </a:xfrm>
          </p:grpSpPr>
          <p:sp>
            <p:nvSpPr>
              <p:cNvPr id="36" name="矩形: 圆角 35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660399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8234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82342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5"/>
                </p:custDataLst>
              </p:nvPr>
            </p:nvSpPr>
            <p:spPr>
              <a:xfrm>
                <a:off x="936677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01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39"/>
              <p:cNvSpPr txBox="1"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492525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7"/>
                </p:custDataLst>
              </p:nvPr>
            </p:nvSpPr>
            <p:spPr>
              <a:xfrm>
                <a:off x="1626045" y="2761909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5034087" y="2311638"/>
              <a:ext cx="2123827" cy="3242457"/>
              <a:chOff x="2841757" y="2637644"/>
              <a:chExt cx="2123827" cy="3242457"/>
            </a:xfrm>
          </p:grpSpPr>
          <p:sp>
            <p:nvSpPr>
              <p:cNvPr id="30" name="矩形: 圆角 29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2841757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86370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63700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3" name="矩形: 圆角 32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18035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02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文本框 33"/>
              <p:cNvSpPr txBox="1">
                <a:spLocks noChangeAspec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673883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07403" y="2765612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8668824" y="2311638"/>
              <a:ext cx="2123827" cy="3242457"/>
              <a:chOff x="5023115" y="2637644"/>
              <a:chExt cx="2123827" cy="3242457"/>
            </a:xfrm>
          </p:grpSpPr>
          <p:sp>
            <p:nvSpPr>
              <p:cNvPr id="24" name="矩形: 圆角 23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5023115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045058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045058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矩形: 圆角 26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99393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03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/>
              <p:cNvSpPr txBox="1">
                <a:spLocks noChangeAspec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5855242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9"/>
                </p:custDataLst>
              </p:nvPr>
            </p:nvSpPr>
            <p:spPr>
              <a:xfrm>
                <a:off x="5988763" y="2772885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list1-3</a:t>
            </a:r>
            <a:endParaRPr lang="en-US" sz="1050" dirty="0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9213944" y="1714749"/>
            <a:ext cx="2123827" cy="3242455"/>
            <a:chOff x="7204473" y="2637645"/>
            <a:chExt cx="2123827" cy="3242455"/>
          </a:xfrm>
        </p:grpSpPr>
        <p:sp>
          <p:nvSpPr>
            <p:cNvPr id="42" name="矩形: 圆角 41"/>
            <p:cNvSpPr/>
            <p:nvPr>
              <p:custDataLst>
                <p:tags r:id="rId2"/>
              </p:custDataLst>
            </p:nvPr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>
              <p:custDataLst>
                <p:tags r:id="rId3"/>
              </p:custDataLst>
            </p:nvPr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4"/>
              </p:custDataLst>
            </p:nvPr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>
              <p:custDataLst>
                <p:tags r:id="rId5"/>
              </p:custDataLst>
            </p:nvPr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6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>
              <p:custDataLst>
                <p:tags r:id="rId7"/>
              </p:custDataLst>
            </p:nvPr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8" name="组合 7"/>
          <p:cNvGrpSpPr/>
          <p:nvPr>
            <p:custDataLst>
              <p:tags r:id="rId8"/>
            </p:custDataLst>
          </p:nvPr>
        </p:nvGrpSpPr>
        <p:grpSpPr>
          <a:xfrm>
            <a:off x="904681" y="1714749"/>
            <a:ext cx="2123827" cy="3242457"/>
            <a:chOff x="660399" y="2637644"/>
            <a:chExt cx="2123827" cy="3242457"/>
          </a:xfrm>
        </p:grpSpPr>
        <p:sp>
          <p:nvSpPr>
            <p:cNvPr id="36" name="矩形: 圆角 35"/>
            <p:cNvSpPr/>
            <p:nvPr>
              <p:custDataLst>
                <p:tags r:id="rId9"/>
              </p:custDataLst>
            </p:nvPr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1"/>
              </p:custDataLst>
            </p:nvPr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>
              <p:custDataLst>
                <p:tags r:id="rId12"/>
              </p:custDataLst>
            </p:nvPr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6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>
              <p:custDataLst>
                <p:tags r:id="rId14"/>
              </p:custDataLst>
            </p:nvPr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15"/>
            </p:custDataLst>
          </p:nvPr>
        </p:nvGrpSpPr>
        <p:grpSpPr>
          <a:xfrm>
            <a:off x="3674435" y="1714749"/>
            <a:ext cx="2123827" cy="3242457"/>
            <a:chOff x="2841757" y="2637644"/>
            <a:chExt cx="2123827" cy="3242457"/>
          </a:xfrm>
        </p:grpSpPr>
        <p:sp>
          <p:nvSpPr>
            <p:cNvPr id="30" name="矩形: 圆角 29"/>
            <p:cNvSpPr/>
            <p:nvPr>
              <p:custDataLst>
                <p:tags r:id="rId16"/>
              </p:custDataLst>
            </p:nvPr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>
              <p:custDataLst>
                <p:tags r:id="rId17"/>
              </p:custDataLst>
            </p:nvPr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8"/>
              </p:custDataLst>
            </p:nvPr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>
              <p:custDataLst>
                <p:tags r:id="rId19"/>
              </p:custDataLst>
            </p:nvPr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>
              <p:custDataLst>
                <p:tags r:id="rId20"/>
              </p:custDataLst>
            </p:nvPr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6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>
              <p:custDataLst>
                <p:tags r:id="rId21"/>
              </p:custDataLst>
            </p:nvPr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组合 4"/>
          <p:cNvGrpSpPr/>
          <p:nvPr>
            <p:custDataLst>
              <p:tags r:id="rId22"/>
            </p:custDataLst>
          </p:nvPr>
        </p:nvGrpSpPr>
        <p:grpSpPr>
          <a:xfrm>
            <a:off x="6444189" y="1714749"/>
            <a:ext cx="2123827" cy="3242457"/>
            <a:chOff x="5023115" y="2637644"/>
            <a:chExt cx="2123827" cy="3242457"/>
          </a:xfrm>
        </p:grpSpPr>
        <p:sp>
          <p:nvSpPr>
            <p:cNvPr id="24" name="矩形: 圆角 23"/>
            <p:cNvSpPr/>
            <p:nvPr>
              <p:custDataLst>
                <p:tags r:id="rId23"/>
              </p:custDataLst>
            </p:nvPr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>
              <p:custDataLst>
                <p:tags r:id="rId24"/>
              </p:custDataLst>
            </p:nvPr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5"/>
              </p:custDataLst>
            </p:nvPr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>
              <p:custDataLst>
                <p:tags r:id="rId26"/>
              </p:custDataLst>
            </p:nvPr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6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>
              <p:custDataLst>
                <p:tags r:id="rId28"/>
              </p:custDataLst>
            </p:nvPr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list1-4</a:t>
            </a:r>
            <a:endParaRPr lang="en-US" sz="1050" dirty="0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570229" y="1781029"/>
            <a:ext cx="10849261" cy="3242457"/>
            <a:chOff x="660399" y="2637644"/>
            <a:chExt cx="10849261" cy="3242457"/>
          </a:xfrm>
        </p:grpSpPr>
        <p:sp>
          <p:nvSpPr>
            <p:cNvPr id="42" name="矩形: 圆角 41"/>
            <p:cNvSpPr/>
            <p:nvPr/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/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矩形: 圆角 35"/>
            <p:cNvSpPr/>
            <p:nvPr/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/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矩形: 圆角 29"/>
            <p:cNvSpPr/>
            <p:nvPr/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/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矩形: 圆角 23"/>
            <p:cNvSpPr/>
            <p:nvPr/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/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矩形: 圆角 17"/>
            <p:cNvSpPr/>
            <p:nvPr/>
          </p:nvSpPr>
          <p:spPr>
            <a:xfrm flipH="1">
              <a:off x="938583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40777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40777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9662111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05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文本框 21"/>
            <p:cNvSpPr txBox="1">
              <a:spLocks noChangeAspect="1"/>
            </p:cNvSpPr>
            <p:nvPr/>
          </p:nvSpPr>
          <p:spPr>
            <a:xfrm>
              <a:off x="10217960" y="2637645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35148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list1-5</a:t>
            </a:r>
            <a:endParaRPr lang="en-US" sz="1050" dirty="0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0" y="1563590"/>
            <a:ext cx="12192000" cy="3957488"/>
            <a:chOff x="0" y="1942050"/>
            <a:chExt cx="12192000" cy="3957488"/>
          </a:xfrm>
        </p:grpSpPr>
        <p:cxnSp>
          <p:nvCxnSpPr>
            <p:cNvPr id="8" name="直接连接符 7"/>
            <p:cNvCxnSpPr/>
            <p:nvPr>
              <p:custDataLst>
                <p:tags r:id="rId2"/>
              </p:custDataLst>
            </p:nvPr>
          </p:nvCxnSpPr>
          <p:spPr>
            <a:xfrm>
              <a:off x="0" y="3298648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1697090" y="1942050"/>
              <a:ext cx="2123832" cy="3957486"/>
              <a:chOff x="671361" y="2176615"/>
              <a:chExt cx="2123832" cy="3957486"/>
            </a:xfrm>
          </p:grpSpPr>
          <p:cxnSp>
            <p:nvCxnSpPr>
              <p:cNvPr id="47" name="直接连接符 46"/>
              <p:cNvCxnSpPr>
                <a:endCxn id="53" idx="0"/>
              </p:cNvCxnSpPr>
              <p:nvPr>
                <p:custDataLst>
                  <p:tags r:id="rId3"/>
                </p:custDataLst>
              </p:nvPr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/>
              <p:cNvGrpSpPr>
                <a:grpSpLocks noChangeAspect="1"/>
              </p:cNvGrpSpPr>
              <p:nvPr/>
            </p:nvGrpSpPr>
            <p:grpSpPr>
              <a:xfrm>
                <a:off x="671361" y="2176615"/>
                <a:ext cx="2123832" cy="3957486"/>
                <a:chOff x="4841900" y="138860"/>
                <a:chExt cx="2495488" cy="4650019"/>
              </a:xfrm>
            </p:grpSpPr>
            <p:sp>
              <p:nvSpPr>
                <p:cNvPr id="49" name="矩形: 圆角 48"/>
                <p:cNvSpPr/>
                <p:nvPr>
                  <p:custDataLst>
                    <p:tags r:id="rId4"/>
                  </p:custDataLst>
                </p:nvPr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>
                  <a:spLocks noChangeAspec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129270" y="1942050"/>
              <a:ext cx="2123830" cy="3957486"/>
              <a:chOff x="2852722" y="2176615"/>
              <a:chExt cx="2123830" cy="3957486"/>
            </a:xfrm>
          </p:grpSpPr>
          <p:grpSp>
            <p:nvGrpSpPr>
              <p:cNvPr id="39" name="组合 38"/>
              <p:cNvGrpSpPr>
                <a:grpSpLocks noChangeAspect="1"/>
              </p:cNvGrpSpPr>
              <p:nvPr/>
            </p:nvGrpSpPr>
            <p:grpSpPr>
              <a:xfrm>
                <a:off x="2852722" y="2176615"/>
                <a:ext cx="2123830" cy="3957486"/>
                <a:chOff x="4841903" y="138860"/>
                <a:chExt cx="2495485" cy="4650019"/>
              </a:xfrm>
            </p:grpSpPr>
            <p:sp>
              <p:nvSpPr>
                <p:cNvPr id="41" name="矩形: 圆角 40"/>
                <p:cNvSpPr/>
                <p:nvPr>
                  <p:custDataLst>
                    <p:tags r:id="rId10"/>
                  </p:custDataLst>
                </p:nvPr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/>
                <p:cNvSpPr txBox="1"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40" name="直接连接符 39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8561448" y="1942050"/>
              <a:ext cx="2123830" cy="3957488"/>
              <a:chOff x="5034080" y="2176615"/>
              <a:chExt cx="2123830" cy="3957488"/>
            </a:xfrm>
          </p:grpSpPr>
          <p:grpSp>
            <p:nvGrpSpPr>
              <p:cNvPr id="31" name="组合 30"/>
              <p:cNvGrpSpPr>
                <a:grpSpLocks noChangeAspect="1"/>
              </p:cNvGrpSpPr>
              <p:nvPr/>
            </p:nvGrpSpPr>
            <p:grpSpPr>
              <a:xfrm>
                <a:off x="5034080" y="2176615"/>
                <a:ext cx="2123830" cy="3957488"/>
                <a:chOff x="4841903" y="138860"/>
                <a:chExt cx="2495485" cy="4650021"/>
              </a:xfrm>
            </p:grpSpPr>
            <p:sp>
              <p:nvSpPr>
                <p:cNvPr id="33" name="矩形: 圆角 32"/>
                <p:cNvSpPr/>
                <p:nvPr>
                  <p:custDataLst>
                    <p:tags r:id="rId17"/>
                  </p:custDataLst>
                </p:nvPr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/>
                <p:cNvSpPr txBox="1"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32" name="直接连接符 31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progress2-3</a:t>
            </a:r>
            <a:endParaRPr lang="en-US" sz="1050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0" y="2894237"/>
            <a:ext cx="12192000" cy="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758828" y="1537639"/>
            <a:ext cx="2123832" cy="3957486"/>
            <a:chOff x="671361" y="2176615"/>
            <a:chExt cx="2123832" cy="3957486"/>
          </a:xfrm>
        </p:grpSpPr>
        <p:cxnSp>
          <p:nvCxnSpPr>
            <p:cNvPr id="47" name="直接连接符 46"/>
            <p:cNvCxnSpPr>
              <a:endCxn id="53" idx="0"/>
            </p:cNvCxnSpPr>
            <p:nvPr>
              <p:custDataLst>
                <p:tags r:id="rId3"/>
              </p:custDataLst>
            </p:nvPr>
          </p:nvCxnSpPr>
          <p:spPr>
            <a:xfrm flipH="1">
              <a:off x="1733283" y="2828581"/>
              <a:ext cx="3577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>
              <a:grpSpLocks noChangeAspect="1"/>
            </p:cNvGrpSpPr>
            <p:nvPr/>
          </p:nvGrpSpPr>
          <p:grpSpPr>
            <a:xfrm>
              <a:off x="671361" y="2176615"/>
              <a:ext cx="2123832" cy="3957486"/>
              <a:chOff x="4841900" y="138860"/>
              <a:chExt cx="2495488" cy="4650019"/>
            </a:xfrm>
          </p:grpSpPr>
          <p:sp>
            <p:nvSpPr>
              <p:cNvPr id="49" name="矩形: 圆角 48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4841906" y="1866485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50" name="文本框 4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841900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841904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2" name="箭头: V 形 51"/>
              <p:cNvSpPr/>
              <p:nvPr>
                <p:custDataLst>
                  <p:tags r:id="rId7"/>
                </p:custDataLst>
              </p:nvPr>
            </p:nvSpPr>
            <p:spPr>
              <a:xfrm>
                <a:off x="4981387" y="138860"/>
                <a:ext cx="2254901" cy="71091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文本框 52"/>
              <p:cNvSpPr txBox="1">
                <a:spLocks noChangeAspec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5819650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54" name="任意多边形: 形状 53"/>
              <p:cNvSpPr/>
              <p:nvPr>
                <p:custDataLst>
                  <p:tags r:id="rId9"/>
                </p:custDataLst>
              </p:nvPr>
            </p:nvSpPr>
            <p:spPr>
              <a:xfrm>
                <a:off x="5976535" y="1631403"/>
                <a:ext cx="226228" cy="247978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3549794" y="1537639"/>
            <a:ext cx="2123830" cy="3957486"/>
            <a:chOff x="2852722" y="2176615"/>
            <a:chExt cx="2123830" cy="3957486"/>
          </a:xfrm>
        </p:grpSpPr>
        <p:grpSp>
          <p:nvGrpSpPr>
            <p:cNvPr id="39" name="组合 38"/>
            <p:cNvGrpSpPr>
              <a:grpSpLocks noChangeAspect="1"/>
            </p:cNvGrpSpPr>
            <p:nvPr/>
          </p:nvGrpSpPr>
          <p:grpSpPr>
            <a:xfrm>
              <a:off x="2852722" y="2176615"/>
              <a:ext cx="2123830" cy="3957486"/>
              <a:chOff x="4841903" y="138860"/>
              <a:chExt cx="2495485" cy="4650019"/>
            </a:xfrm>
          </p:grpSpPr>
          <p:sp>
            <p:nvSpPr>
              <p:cNvPr id="41" name="矩形: 圆角 40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4841906" y="1866485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2" name="文本框 4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41903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4" name="箭头: V 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4962200" y="138860"/>
                <a:ext cx="2254901" cy="710912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/>
              <p:cNvSpPr txBox="1">
                <a:spLocks noChangeAspec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5819650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16"/>
                </p:custDataLst>
              </p:nvPr>
            </p:nvSpPr>
            <p:spPr>
              <a:xfrm>
                <a:off x="5976535" y="1635754"/>
                <a:ext cx="226228" cy="239279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40" name="直接连接符 39"/>
            <p:cNvCxnSpPr/>
            <p:nvPr>
              <p:custDataLst>
                <p:tags r:id="rId17"/>
              </p:custDataLst>
            </p:nvPr>
          </p:nvCxnSpPr>
          <p:spPr>
            <a:xfrm>
              <a:off x="3941265" y="2828581"/>
              <a:ext cx="0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>
            <p:custDataLst>
              <p:tags r:id="rId18"/>
            </p:custDataLst>
          </p:nvPr>
        </p:nvGrpSpPr>
        <p:grpSpPr>
          <a:xfrm>
            <a:off x="6340758" y="1537639"/>
            <a:ext cx="2123830" cy="3957488"/>
            <a:chOff x="5034080" y="2176615"/>
            <a:chExt cx="2123830" cy="3957488"/>
          </a:xfrm>
        </p:grpSpPr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5034080" y="2176615"/>
              <a:ext cx="2123830" cy="3957488"/>
              <a:chOff x="4841903" y="138860"/>
              <a:chExt cx="2495485" cy="4650021"/>
            </a:xfrm>
          </p:grpSpPr>
          <p:sp>
            <p:nvSpPr>
              <p:cNvPr id="33" name="矩形: 圆角 32"/>
              <p:cNvSpPr/>
              <p:nvPr>
                <p:custDataLst>
                  <p:tags r:id="rId19"/>
                </p:custDataLst>
              </p:nvPr>
            </p:nvSpPr>
            <p:spPr>
              <a:xfrm flipH="1">
                <a:off x="4841906" y="1866487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841903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6" name="箭头: V 形 35"/>
              <p:cNvSpPr/>
              <p:nvPr>
                <p:custDataLst>
                  <p:tags r:id="rId22"/>
                </p:custDataLst>
              </p:nvPr>
            </p:nvSpPr>
            <p:spPr>
              <a:xfrm>
                <a:off x="4962200" y="138860"/>
                <a:ext cx="2254901" cy="71091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03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文本框 36"/>
              <p:cNvSpPr txBox="1">
                <a:spLocks noChangeAspec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5819652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24"/>
                </p:custDataLst>
              </p:nvPr>
            </p:nvSpPr>
            <p:spPr>
              <a:xfrm>
                <a:off x="5976538" y="1644299"/>
                <a:ext cx="226228" cy="222187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32" name="直接连接符 31"/>
            <p:cNvCxnSpPr/>
            <p:nvPr>
              <p:custDataLst>
                <p:tags r:id="rId25"/>
              </p:custDataLst>
            </p:nvPr>
          </p:nvCxnSpPr>
          <p:spPr>
            <a:xfrm flipH="1">
              <a:off x="6113012" y="2828581"/>
              <a:ext cx="1104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>
            <p:custDataLst>
              <p:tags r:id="rId26"/>
            </p:custDataLst>
          </p:nvPr>
        </p:nvGrpSpPr>
        <p:grpSpPr>
          <a:xfrm>
            <a:off x="9131723" y="1537638"/>
            <a:ext cx="2123830" cy="3957485"/>
            <a:chOff x="7215438" y="2176614"/>
            <a:chExt cx="2123830" cy="3957485"/>
          </a:xfrm>
        </p:grpSpPr>
        <p:grpSp>
          <p:nvGrpSpPr>
            <p:cNvPr id="23" name="组合 22"/>
            <p:cNvGrpSpPr>
              <a:grpSpLocks noChangeAspect="1"/>
            </p:cNvGrpSpPr>
            <p:nvPr/>
          </p:nvGrpSpPr>
          <p:grpSpPr>
            <a:xfrm>
              <a:off x="7215438" y="2176614"/>
              <a:ext cx="2123830" cy="3957485"/>
              <a:chOff x="4841903" y="138857"/>
              <a:chExt cx="2495485" cy="4650020"/>
            </a:xfrm>
          </p:grpSpPr>
          <p:sp>
            <p:nvSpPr>
              <p:cNvPr id="25" name="矩形: 圆角 24"/>
              <p:cNvSpPr/>
              <p:nvPr>
                <p:custDataLst>
                  <p:tags r:id="rId27"/>
                </p:custDataLst>
              </p:nvPr>
            </p:nvSpPr>
            <p:spPr>
              <a:xfrm flipH="1">
                <a:off x="4841906" y="1866483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4841903" y="3080035"/>
                <a:ext cx="2493455" cy="1487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8" name="箭头: V 形 27"/>
              <p:cNvSpPr/>
              <p:nvPr>
                <p:custDataLst>
                  <p:tags r:id="rId30"/>
                </p:custDataLst>
              </p:nvPr>
            </p:nvSpPr>
            <p:spPr>
              <a:xfrm>
                <a:off x="4964795" y="138857"/>
                <a:ext cx="2249712" cy="710912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04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/>
              <p:cNvSpPr txBox="1">
                <a:spLocks noChangeAspect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5819652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32"/>
                </p:custDataLst>
              </p:nvPr>
            </p:nvSpPr>
            <p:spPr>
              <a:xfrm>
                <a:off x="5976538" y="1660561"/>
                <a:ext cx="226228" cy="189660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24" name="直接连接符 23"/>
            <p:cNvCxnSpPr/>
            <p:nvPr>
              <p:custDataLst>
                <p:tags r:id="rId33"/>
              </p:custDataLst>
            </p:nvPr>
          </p:nvCxnSpPr>
          <p:spPr>
            <a:xfrm flipH="1">
              <a:off x="8285863" y="2828581"/>
              <a:ext cx="1104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progress2-4</a:t>
            </a:r>
            <a:endParaRPr lang="en-US" sz="1050" dirty="0"/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572095"/>
            <a:ext cx="12192000" cy="3957489"/>
            <a:chOff x="0" y="2176614"/>
            <a:chExt cx="12192000" cy="3957489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0" y="3533213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671361" y="2176615"/>
              <a:ext cx="2123832" cy="3957486"/>
              <a:chOff x="671361" y="2176615"/>
              <a:chExt cx="2123832" cy="3957486"/>
            </a:xfrm>
          </p:grpSpPr>
          <p:cxnSp>
            <p:nvCxnSpPr>
              <p:cNvPr id="47" name="直接连接符 46"/>
              <p:cNvCxnSpPr>
                <a:endCxn id="53" idx="0"/>
              </p:cNvCxnSpPr>
              <p:nvPr/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/>
              <p:cNvGrpSpPr>
                <a:grpSpLocks noChangeAspect="1"/>
              </p:cNvGrpSpPr>
              <p:nvPr/>
            </p:nvGrpSpPr>
            <p:grpSpPr>
              <a:xfrm>
                <a:off x="671361" y="2176615"/>
                <a:ext cx="2123832" cy="3957486"/>
                <a:chOff x="4841900" y="138860"/>
                <a:chExt cx="2495488" cy="4650019"/>
              </a:xfrm>
            </p:grpSpPr>
            <p:sp>
              <p:nvSpPr>
                <p:cNvPr id="49" name="矩形: 圆角 48"/>
                <p:cNvSpPr/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/>
                <p:cNvSpPr/>
                <p:nvPr/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2852722" y="2176615"/>
              <a:ext cx="2123830" cy="3957486"/>
              <a:chOff x="2852722" y="2176615"/>
              <a:chExt cx="2123830" cy="3957486"/>
            </a:xfrm>
          </p:grpSpPr>
          <p:grpSp>
            <p:nvGrpSpPr>
              <p:cNvPr id="39" name="组合 38"/>
              <p:cNvGrpSpPr>
                <a:grpSpLocks noChangeAspect="1"/>
              </p:cNvGrpSpPr>
              <p:nvPr/>
            </p:nvGrpSpPr>
            <p:grpSpPr>
              <a:xfrm>
                <a:off x="2852722" y="2176615"/>
                <a:ext cx="2123830" cy="3957486"/>
                <a:chOff x="4841903" y="138860"/>
                <a:chExt cx="2495485" cy="4650019"/>
              </a:xfrm>
            </p:grpSpPr>
            <p:sp>
              <p:nvSpPr>
                <p:cNvPr id="41" name="矩形: 圆角 40"/>
                <p:cNvSpPr/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/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/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40" name="直接连接符 39"/>
              <p:cNvCxnSpPr/>
              <p:nvPr/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5034080" y="2176615"/>
              <a:ext cx="2123830" cy="3957488"/>
              <a:chOff x="5034080" y="2176615"/>
              <a:chExt cx="2123830" cy="3957488"/>
            </a:xfrm>
          </p:grpSpPr>
          <p:grpSp>
            <p:nvGrpSpPr>
              <p:cNvPr id="31" name="组合 30"/>
              <p:cNvGrpSpPr>
                <a:grpSpLocks noChangeAspect="1"/>
              </p:cNvGrpSpPr>
              <p:nvPr/>
            </p:nvGrpSpPr>
            <p:grpSpPr>
              <a:xfrm>
                <a:off x="5034080" y="2176615"/>
                <a:ext cx="2123830" cy="3957488"/>
                <a:chOff x="4841903" y="138860"/>
                <a:chExt cx="2495485" cy="4650021"/>
              </a:xfrm>
            </p:grpSpPr>
            <p:sp>
              <p:nvSpPr>
                <p:cNvPr id="33" name="矩形: 圆角 32"/>
                <p:cNvSpPr/>
                <p:nvPr/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/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>
              <a:off x="7215438" y="2176614"/>
              <a:ext cx="2123830" cy="3957485"/>
              <a:chOff x="7215438" y="2176614"/>
              <a:chExt cx="2123830" cy="3957485"/>
            </a:xfrm>
          </p:grpSpPr>
          <p:grpSp>
            <p:nvGrpSpPr>
              <p:cNvPr id="23" name="组合 22"/>
              <p:cNvGrpSpPr>
                <a:grpSpLocks noChangeAspect="1"/>
              </p:cNvGrpSpPr>
              <p:nvPr/>
            </p:nvGrpSpPr>
            <p:grpSpPr>
              <a:xfrm>
                <a:off x="721543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25" name="矩形: 圆角 24"/>
                <p:cNvSpPr/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箭头: V 形 27"/>
                <p:cNvSpPr/>
                <p:nvPr/>
              </p:nvSpPr>
              <p:spPr>
                <a:xfrm>
                  <a:off x="4964795" y="138857"/>
                  <a:ext cx="2249712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04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文本框 28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24" name="直接连接符 23"/>
              <p:cNvCxnSpPr/>
              <p:nvPr/>
            </p:nvCxnSpPr>
            <p:spPr>
              <a:xfrm flipH="1">
                <a:off x="8285863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9396798" y="2176614"/>
              <a:ext cx="2123830" cy="3957485"/>
              <a:chOff x="9396798" y="2176614"/>
              <a:chExt cx="2123830" cy="3957485"/>
            </a:xfrm>
          </p:grpSpPr>
          <p:grpSp>
            <p:nvGrpSpPr>
              <p:cNvPr id="15" name="组合 14"/>
              <p:cNvGrpSpPr>
                <a:grpSpLocks noChangeAspect="1"/>
              </p:cNvGrpSpPr>
              <p:nvPr/>
            </p:nvGrpSpPr>
            <p:grpSpPr>
              <a:xfrm>
                <a:off x="939679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17" name="矩形: 圆角 16"/>
                <p:cNvSpPr/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0" name="箭头: V 形 19"/>
                <p:cNvSpPr/>
                <p:nvPr/>
              </p:nvSpPr>
              <p:spPr>
                <a:xfrm>
                  <a:off x="4962200" y="138857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05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文本框 20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16" name="直接连接符 15"/>
              <p:cNvCxnSpPr/>
              <p:nvPr/>
            </p:nvCxnSpPr>
            <p:spPr>
              <a:xfrm flipH="1">
                <a:off x="10458715" y="2828581"/>
                <a:ext cx="3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>
            <p:custDataLst>
              <p:tags r:id="rId1"/>
            </p:custDataLst>
          </p:nvPr>
        </p:nvGrpSpPr>
        <p:grpSpPr>
          <a:xfrm>
            <a:off x="660400" y="1740740"/>
            <a:ext cx="10872922" cy="3746631"/>
            <a:chOff x="660400" y="1740740"/>
            <a:chExt cx="10872922" cy="3746631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740740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>
                <p:custDataLst>
                  <p:tags r:id="rId2"/>
                </p:custDataLst>
              </p:nvPr>
            </p:nvSpPr>
            <p:spPr>
              <a:xfrm>
                <a:off x="645979" y="1742511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01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{vItem.item1}</a:t>
                </a:r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133090" y="1796058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3234891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>
                <p:custDataLst>
                  <p:tags r:id="rId5"/>
                </p:custDataLst>
              </p:nvPr>
            </p:nvSpPr>
            <p:spPr>
              <a:xfrm>
                <a:off x="645979" y="2489673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02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569028" y="2543220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{vItem.item2}</a:t>
                </a:r>
                <a:endParaRPr lang="zh-CN" altLang="en-US" b="1" dirty="0"/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133090" y="2543220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altLang="zh-CN" sz="12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4729041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645979" y="3236835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03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69028" y="3290382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{vItem.item3}</a:t>
                </a:r>
                <a:endParaRPr lang="zh-CN" altLang="en-US" b="1" dirty="0"/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133090" y="3290382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altLang="zh-CN" sz="1200" dirty="0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8664297" y="1384309"/>
            <a:ext cx="3250657" cy="4421226"/>
            <a:chOff x="9681572" y="3676581"/>
            <a:chExt cx="2166532" cy="2946705"/>
          </a:xfrm>
        </p:grpSpPr>
        <p:sp>
          <p:nvSpPr>
            <p:cNvPr id="7" name="任意多边形: 形状 6"/>
            <p:cNvSpPr/>
            <p:nvPr/>
          </p:nvSpPr>
          <p:spPr>
            <a:xfrm rot="20113492">
              <a:off x="9728670" y="4647666"/>
              <a:ext cx="1417314" cy="1786784"/>
            </a:xfrm>
            <a:custGeom>
              <a:avLst/>
              <a:gdLst>
                <a:gd name="connsiteX0" fmla="*/ 1237459 w 1417314"/>
                <a:gd name="connsiteY0" fmla="*/ -9 h 1786784"/>
                <a:gd name="connsiteX1" fmla="*/ 1417318 w 1417314"/>
                <a:gd name="connsiteY1" fmla="*/ -9 h 1786784"/>
                <a:gd name="connsiteX2" fmla="*/ 1417318 w 1417314"/>
                <a:gd name="connsiteY2" fmla="*/ 1786775 h 1786784"/>
                <a:gd name="connsiteX3" fmla="*/ 1237459 w 1417314"/>
                <a:gd name="connsiteY3" fmla="*/ 1786775 h 1786784"/>
                <a:gd name="connsiteX4" fmla="*/ 179864 w 1417314"/>
                <a:gd name="connsiteY4" fmla="*/ 1786775 h 1786784"/>
                <a:gd name="connsiteX5" fmla="*/ 4 w 1417314"/>
                <a:gd name="connsiteY5" fmla="*/ 1786775 h 1786784"/>
                <a:gd name="connsiteX6" fmla="*/ 4 w 1417314"/>
                <a:gd name="connsiteY6" fmla="*/ -9 h 1786784"/>
                <a:gd name="connsiteX7" fmla="*/ 179864 w 1417314"/>
                <a:gd name="connsiteY7" fmla="*/ -9 h 178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7314" h="1786784">
                  <a:moveTo>
                    <a:pt x="1237459" y="-9"/>
                  </a:moveTo>
                  <a:cubicBezTo>
                    <a:pt x="1336792" y="-9"/>
                    <a:pt x="1417318" y="-9"/>
                    <a:pt x="1417318" y="-9"/>
                  </a:cubicBezTo>
                  <a:lnTo>
                    <a:pt x="1417318" y="1786775"/>
                  </a:lnTo>
                  <a:cubicBezTo>
                    <a:pt x="1417318" y="1786775"/>
                    <a:pt x="1336793" y="1786775"/>
                    <a:pt x="1237459" y="1786775"/>
                  </a:cubicBezTo>
                  <a:lnTo>
                    <a:pt x="179864" y="1786775"/>
                  </a:lnTo>
                  <a:cubicBezTo>
                    <a:pt x="80530" y="1786775"/>
                    <a:pt x="4" y="1786775"/>
                    <a:pt x="4" y="1786775"/>
                  </a:cubicBezTo>
                  <a:lnTo>
                    <a:pt x="4" y="-9"/>
                  </a:lnTo>
                  <a:cubicBezTo>
                    <a:pt x="4" y="-9"/>
                    <a:pt x="80530" y="-9"/>
                    <a:pt x="179864" y="-9"/>
                  </a:cubicBezTo>
                  <a:close/>
                </a:path>
              </a:pathLst>
            </a:custGeom>
            <a:solidFill>
              <a:srgbClr val="000000"/>
            </a:solidFill>
            <a:ln w="108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rot="20098199">
              <a:off x="9722586" y="4618758"/>
              <a:ext cx="1414135" cy="1782776"/>
            </a:xfrm>
            <a:custGeom>
              <a:avLst/>
              <a:gdLst>
                <a:gd name="connsiteX0" fmla="*/ 1234684 w 1414135"/>
                <a:gd name="connsiteY0" fmla="*/ -10 h 1782776"/>
                <a:gd name="connsiteX1" fmla="*/ 1414140 w 1414135"/>
                <a:gd name="connsiteY1" fmla="*/ -10 h 1782776"/>
                <a:gd name="connsiteX2" fmla="*/ 1414140 w 1414135"/>
                <a:gd name="connsiteY2" fmla="*/ 1782767 h 1782776"/>
                <a:gd name="connsiteX3" fmla="*/ 1234684 w 1414135"/>
                <a:gd name="connsiteY3" fmla="*/ 1782767 h 1782776"/>
                <a:gd name="connsiteX4" fmla="*/ 179460 w 1414135"/>
                <a:gd name="connsiteY4" fmla="*/ 1782767 h 1782776"/>
                <a:gd name="connsiteX5" fmla="*/ 4 w 1414135"/>
                <a:gd name="connsiteY5" fmla="*/ 1782767 h 1782776"/>
                <a:gd name="connsiteX6" fmla="*/ 4 w 1414135"/>
                <a:gd name="connsiteY6" fmla="*/ -10 h 1782776"/>
                <a:gd name="connsiteX7" fmla="*/ 179460 w 1414135"/>
                <a:gd name="connsiteY7" fmla="*/ -10 h 178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4135" h="1782776">
                  <a:moveTo>
                    <a:pt x="1234684" y="-10"/>
                  </a:moveTo>
                  <a:cubicBezTo>
                    <a:pt x="1333795" y="-10"/>
                    <a:pt x="1414140" y="-10"/>
                    <a:pt x="1414140" y="-10"/>
                  </a:cubicBezTo>
                  <a:lnTo>
                    <a:pt x="1414140" y="1782767"/>
                  </a:lnTo>
                  <a:cubicBezTo>
                    <a:pt x="1414140" y="1782767"/>
                    <a:pt x="1333795" y="1782767"/>
                    <a:pt x="1234684" y="1782767"/>
                  </a:cubicBezTo>
                  <a:lnTo>
                    <a:pt x="179460" y="1782767"/>
                  </a:lnTo>
                  <a:cubicBezTo>
                    <a:pt x="80350" y="1782767"/>
                    <a:pt x="4" y="1782767"/>
                    <a:pt x="4" y="1782767"/>
                  </a:cubicBezTo>
                  <a:lnTo>
                    <a:pt x="4" y="-10"/>
                  </a:lnTo>
                  <a:cubicBezTo>
                    <a:pt x="4" y="-10"/>
                    <a:pt x="80350" y="-10"/>
                    <a:pt x="179460" y="-10"/>
                  </a:cubicBezTo>
                  <a:close/>
                </a:path>
              </a:pathLst>
            </a:custGeom>
            <a:solidFill>
              <a:schemeClr val="accent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81572" y="4742803"/>
              <a:ext cx="1495972" cy="1535214"/>
            </a:xfrm>
            <a:custGeom>
              <a:avLst/>
              <a:gdLst>
                <a:gd name="connsiteX0" fmla="*/ 4 w 1495972"/>
                <a:gd name="connsiteY0" fmla="*/ 464846 h 1535214"/>
                <a:gd name="connsiteX1" fmla="*/ 996202 w 1495972"/>
                <a:gd name="connsiteY1" fmla="*/ -10 h 1535214"/>
                <a:gd name="connsiteX2" fmla="*/ 83246 w 1495972"/>
                <a:gd name="connsiteY2" fmla="*/ 643221 h 1535214"/>
                <a:gd name="connsiteX3" fmla="*/ 1079552 w 1495972"/>
                <a:gd name="connsiteY3" fmla="*/ 178365 h 1535214"/>
                <a:gd name="connsiteX4" fmla="*/ 166596 w 1495972"/>
                <a:gd name="connsiteY4" fmla="*/ 821596 h 1535214"/>
                <a:gd name="connsiteX5" fmla="*/ 1162793 w 1495972"/>
                <a:gd name="connsiteY5" fmla="*/ 356740 h 1535214"/>
                <a:gd name="connsiteX6" fmla="*/ 249838 w 1495972"/>
                <a:gd name="connsiteY6" fmla="*/ 999971 h 1535214"/>
                <a:gd name="connsiteX7" fmla="*/ 1246035 w 1495972"/>
                <a:gd name="connsiteY7" fmla="*/ 535115 h 1535214"/>
                <a:gd name="connsiteX8" fmla="*/ 333620 w 1495972"/>
                <a:gd name="connsiteY8" fmla="*/ 1178455 h 1535214"/>
                <a:gd name="connsiteX9" fmla="*/ 1329926 w 1495972"/>
                <a:gd name="connsiteY9" fmla="*/ 713598 h 1535214"/>
                <a:gd name="connsiteX10" fmla="*/ 416429 w 1495972"/>
                <a:gd name="connsiteY10" fmla="*/ 1356722 h 1535214"/>
                <a:gd name="connsiteX11" fmla="*/ 1412627 w 1495972"/>
                <a:gd name="connsiteY11" fmla="*/ 891865 h 1535214"/>
                <a:gd name="connsiteX12" fmla="*/ 499671 w 1495972"/>
                <a:gd name="connsiteY12" fmla="*/ 1535205 h 1535214"/>
                <a:gd name="connsiteX13" fmla="*/ 1495977 w 1495972"/>
                <a:gd name="connsiteY13" fmla="*/ 1070348 h 153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5972" h="1535214">
                  <a:moveTo>
                    <a:pt x="4" y="464846"/>
                  </a:moveTo>
                  <a:lnTo>
                    <a:pt x="996202" y="-10"/>
                  </a:lnTo>
                  <a:moveTo>
                    <a:pt x="83246" y="643221"/>
                  </a:moveTo>
                  <a:lnTo>
                    <a:pt x="1079552" y="178365"/>
                  </a:lnTo>
                  <a:moveTo>
                    <a:pt x="166596" y="821596"/>
                  </a:moveTo>
                  <a:lnTo>
                    <a:pt x="1162793" y="356740"/>
                  </a:lnTo>
                  <a:moveTo>
                    <a:pt x="249838" y="999971"/>
                  </a:moveTo>
                  <a:lnTo>
                    <a:pt x="1246035" y="535115"/>
                  </a:lnTo>
                  <a:moveTo>
                    <a:pt x="333620" y="1178455"/>
                  </a:moveTo>
                  <a:lnTo>
                    <a:pt x="1329926" y="713598"/>
                  </a:lnTo>
                  <a:moveTo>
                    <a:pt x="416429" y="1356722"/>
                  </a:moveTo>
                  <a:lnTo>
                    <a:pt x="1412627" y="891865"/>
                  </a:lnTo>
                  <a:moveTo>
                    <a:pt x="499671" y="1535205"/>
                  </a:moveTo>
                  <a:lnTo>
                    <a:pt x="1495977" y="1070348"/>
                  </a:lnTo>
                </a:path>
              </a:pathLst>
            </a:custGeom>
            <a:noFill/>
            <a:ln w="16279" cap="rnd">
              <a:solidFill>
                <a:srgbClr val="B7D0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14124" y="4686286"/>
              <a:ext cx="1633980" cy="1937000"/>
            </a:xfrm>
            <a:custGeom>
              <a:avLst/>
              <a:gdLst>
                <a:gd name="connsiteX0" fmla="*/ 1190880 w 1633980"/>
                <a:gd name="connsiteY0" fmla="*/ 1934527 h 1937000"/>
                <a:gd name="connsiteX1" fmla="*/ 149927 w 1633980"/>
                <a:gd name="connsiteY1" fmla="*/ 1761016 h 1937000"/>
                <a:gd name="connsiteX2" fmla="*/ 2470 w 1633980"/>
                <a:gd name="connsiteY2" fmla="*/ 1554534 h 1937000"/>
                <a:gd name="connsiteX3" fmla="*/ 236628 w 1633980"/>
                <a:gd name="connsiteY3" fmla="*/ 149911 h 1937000"/>
                <a:gd name="connsiteX4" fmla="*/ 443111 w 1633980"/>
                <a:gd name="connsiteY4" fmla="*/ 2455 h 1937000"/>
                <a:gd name="connsiteX5" fmla="*/ 1484064 w 1633980"/>
                <a:gd name="connsiteY5" fmla="*/ 176073 h 1937000"/>
                <a:gd name="connsiteX6" fmla="*/ 1631521 w 1633980"/>
                <a:gd name="connsiteY6" fmla="*/ 382556 h 1937000"/>
                <a:gd name="connsiteX7" fmla="*/ 1397363 w 1633980"/>
                <a:gd name="connsiteY7" fmla="*/ 1787070 h 1937000"/>
                <a:gd name="connsiteX8" fmla="*/ 1190880 w 1633980"/>
                <a:gd name="connsiteY8" fmla="*/ 1934527 h 193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3980" h="1937000">
                  <a:moveTo>
                    <a:pt x="1190880" y="1934527"/>
                  </a:moveTo>
                  <a:lnTo>
                    <a:pt x="149927" y="1761016"/>
                  </a:lnTo>
                  <a:cubicBezTo>
                    <a:pt x="52202" y="1744692"/>
                    <a:pt x="-13805" y="1652261"/>
                    <a:pt x="2470" y="1554534"/>
                  </a:cubicBezTo>
                  <a:lnTo>
                    <a:pt x="236628" y="149911"/>
                  </a:lnTo>
                  <a:cubicBezTo>
                    <a:pt x="252949" y="52183"/>
                    <a:pt x="345378" y="-13815"/>
                    <a:pt x="443111" y="2455"/>
                  </a:cubicBezTo>
                  <a:lnTo>
                    <a:pt x="1484064" y="176073"/>
                  </a:lnTo>
                  <a:cubicBezTo>
                    <a:pt x="1581792" y="192397"/>
                    <a:pt x="1647791" y="284828"/>
                    <a:pt x="1631521" y="382556"/>
                  </a:cubicBezTo>
                  <a:lnTo>
                    <a:pt x="1397363" y="1787070"/>
                  </a:lnTo>
                  <a:cubicBezTo>
                    <a:pt x="1381039" y="1884798"/>
                    <a:pt x="1288608" y="1950797"/>
                    <a:pt x="1190880" y="1934527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rot="550833">
              <a:off x="10316321" y="4741405"/>
              <a:ext cx="1418160" cy="1787851"/>
            </a:xfrm>
            <a:custGeom>
              <a:avLst/>
              <a:gdLst>
                <a:gd name="connsiteX0" fmla="*/ 1238199 w 1418160"/>
                <a:gd name="connsiteY0" fmla="*/ -10 h 1787851"/>
                <a:gd name="connsiteX1" fmla="*/ 1418166 w 1418160"/>
                <a:gd name="connsiteY1" fmla="*/ -10 h 1787851"/>
                <a:gd name="connsiteX2" fmla="*/ 1418166 w 1418160"/>
                <a:gd name="connsiteY2" fmla="*/ 1787841 h 1787851"/>
                <a:gd name="connsiteX3" fmla="*/ 1238199 w 1418160"/>
                <a:gd name="connsiteY3" fmla="*/ 1787841 h 1787851"/>
                <a:gd name="connsiteX4" fmla="*/ 179972 w 1418160"/>
                <a:gd name="connsiteY4" fmla="*/ 1787841 h 1787851"/>
                <a:gd name="connsiteX5" fmla="*/ 6 w 1418160"/>
                <a:gd name="connsiteY5" fmla="*/ 1787841 h 1787851"/>
                <a:gd name="connsiteX6" fmla="*/ 6 w 1418160"/>
                <a:gd name="connsiteY6" fmla="*/ -10 h 1787851"/>
                <a:gd name="connsiteX7" fmla="*/ 179972 w 1418160"/>
                <a:gd name="connsiteY7" fmla="*/ -10 h 178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60" h="1787851">
                  <a:moveTo>
                    <a:pt x="1238199" y="-10"/>
                  </a:moveTo>
                  <a:cubicBezTo>
                    <a:pt x="1337592" y="-10"/>
                    <a:pt x="1418166" y="-10"/>
                    <a:pt x="1418166" y="-10"/>
                  </a:cubicBezTo>
                  <a:lnTo>
                    <a:pt x="1418166" y="1787841"/>
                  </a:lnTo>
                  <a:cubicBezTo>
                    <a:pt x="1418166" y="1787841"/>
                    <a:pt x="1337592" y="1787841"/>
                    <a:pt x="1238199" y="1787841"/>
                  </a:cubicBezTo>
                  <a:lnTo>
                    <a:pt x="179972" y="1787841"/>
                  </a:lnTo>
                  <a:cubicBezTo>
                    <a:pt x="80579" y="1787841"/>
                    <a:pt x="6" y="1787841"/>
                    <a:pt x="6" y="1787841"/>
                  </a:cubicBezTo>
                  <a:lnTo>
                    <a:pt x="6" y="-10"/>
                  </a:lnTo>
                  <a:cubicBezTo>
                    <a:pt x="6" y="-10"/>
                    <a:pt x="80580" y="-10"/>
                    <a:pt x="179972" y="-1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08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0371938" y="4961502"/>
              <a:ext cx="1278246" cy="1346028"/>
            </a:xfrm>
            <a:custGeom>
              <a:avLst/>
              <a:gdLst>
                <a:gd name="connsiteX0" fmla="*/ 193839 w 1278246"/>
                <a:gd name="connsiteY0" fmla="*/ -10 h 1346028"/>
                <a:gd name="connsiteX1" fmla="*/ 1278251 w 1278246"/>
                <a:gd name="connsiteY1" fmla="*/ 180852 h 1346028"/>
                <a:gd name="connsiteX2" fmla="*/ 161407 w 1278246"/>
                <a:gd name="connsiteY2" fmla="*/ 194149 h 1346028"/>
                <a:gd name="connsiteX3" fmla="*/ 1245927 w 1278246"/>
                <a:gd name="connsiteY3" fmla="*/ 375010 h 1346028"/>
                <a:gd name="connsiteX4" fmla="*/ 129083 w 1278246"/>
                <a:gd name="connsiteY4" fmla="*/ 388415 h 1346028"/>
                <a:gd name="connsiteX5" fmla="*/ 1213495 w 1278246"/>
                <a:gd name="connsiteY5" fmla="*/ 569277 h 1346028"/>
                <a:gd name="connsiteX6" fmla="*/ 96651 w 1278246"/>
                <a:gd name="connsiteY6" fmla="*/ 582574 h 1346028"/>
                <a:gd name="connsiteX7" fmla="*/ 1181172 w 1278246"/>
                <a:gd name="connsiteY7" fmla="*/ 763435 h 1346028"/>
                <a:gd name="connsiteX8" fmla="*/ 64868 w 1278246"/>
                <a:gd name="connsiteY8" fmla="*/ 776841 h 1346028"/>
                <a:gd name="connsiteX9" fmla="*/ 1149280 w 1278246"/>
                <a:gd name="connsiteY9" fmla="*/ 957594 h 1346028"/>
                <a:gd name="connsiteX10" fmla="*/ 32436 w 1278246"/>
                <a:gd name="connsiteY10" fmla="*/ 970999 h 1346028"/>
                <a:gd name="connsiteX11" fmla="*/ 1116957 w 1278246"/>
                <a:gd name="connsiteY11" fmla="*/ 1151861 h 1346028"/>
                <a:gd name="connsiteX12" fmla="*/ 4 w 1278246"/>
                <a:gd name="connsiteY12" fmla="*/ 1165266 h 1346028"/>
                <a:gd name="connsiteX13" fmla="*/ 1084525 w 1278246"/>
                <a:gd name="connsiteY13" fmla="*/ 1346019 h 134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8246" h="1346028">
                  <a:moveTo>
                    <a:pt x="193839" y="-10"/>
                  </a:moveTo>
                  <a:lnTo>
                    <a:pt x="1278251" y="180852"/>
                  </a:lnTo>
                  <a:moveTo>
                    <a:pt x="161407" y="194149"/>
                  </a:moveTo>
                  <a:lnTo>
                    <a:pt x="1245927" y="375010"/>
                  </a:lnTo>
                  <a:moveTo>
                    <a:pt x="129083" y="388415"/>
                  </a:moveTo>
                  <a:lnTo>
                    <a:pt x="1213495" y="569277"/>
                  </a:lnTo>
                  <a:moveTo>
                    <a:pt x="96651" y="582574"/>
                  </a:moveTo>
                  <a:lnTo>
                    <a:pt x="1181172" y="763435"/>
                  </a:lnTo>
                  <a:moveTo>
                    <a:pt x="64868" y="776841"/>
                  </a:moveTo>
                  <a:lnTo>
                    <a:pt x="1149280" y="957594"/>
                  </a:lnTo>
                  <a:moveTo>
                    <a:pt x="32436" y="970999"/>
                  </a:moveTo>
                  <a:lnTo>
                    <a:pt x="1116957" y="1151861"/>
                  </a:lnTo>
                  <a:moveTo>
                    <a:pt x="4" y="1165266"/>
                  </a:moveTo>
                  <a:lnTo>
                    <a:pt x="1084525" y="1346019"/>
                  </a:lnTo>
                </a:path>
              </a:pathLst>
            </a:custGeom>
            <a:noFill/>
            <a:ln w="16279" cap="rnd">
              <a:solidFill>
                <a:srgbClr val="F5F5F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 rot="16764000">
              <a:off x="10149493" y="3861125"/>
              <a:ext cx="1340515" cy="1340515"/>
            </a:xfrm>
            <a:custGeom>
              <a:avLst/>
              <a:gdLst>
                <a:gd name="connsiteX0" fmla="*/ 1340520 w 1340515"/>
                <a:gd name="connsiteY0" fmla="*/ 670248 h 1340515"/>
                <a:gd name="connsiteX1" fmla="*/ 670262 w 1340515"/>
                <a:gd name="connsiteY1" fmla="*/ 1340505 h 1340515"/>
                <a:gd name="connsiteX2" fmla="*/ 4 w 1340515"/>
                <a:gd name="connsiteY2" fmla="*/ 670248 h 1340515"/>
                <a:gd name="connsiteX3" fmla="*/ 670262 w 1340515"/>
                <a:gd name="connsiteY3" fmla="*/ -10 h 1340515"/>
                <a:gd name="connsiteX4" fmla="*/ 1340520 w 1340515"/>
                <a:gd name="connsiteY4" fmla="*/ 67024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20" y="670248"/>
                  </a:moveTo>
                  <a:cubicBezTo>
                    <a:pt x="1340520" y="1040421"/>
                    <a:pt x="1040435" y="1340505"/>
                    <a:pt x="670262" y="1340505"/>
                  </a:cubicBezTo>
                  <a:cubicBezTo>
                    <a:pt x="300089" y="1340505"/>
                    <a:pt x="4" y="1040421"/>
                    <a:pt x="4" y="670248"/>
                  </a:cubicBezTo>
                  <a:cubicBezTo>
                    <a:pt x="4" y="300075"/>
                    <a:pt x="300089" y="-10"/>
                    <a:pt x="670262" y="-10"/>
                  </a:cubicBezTo>
                  <a:cubicBezTo>
                    <a:pt x="1040435" y="-10"/>
                    <a:pt x="1340520" y="300075"/>
                    <a:pt x="1340520" y="670248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77673" y="3789200"/>
              <a:ext cx="1340515" cy="1340515"/>
            </a:xfrm>
            <a:custGeom>
              <a:avLst/>
              <a:gdLst>
                <a:gd name="connsiteX0" fmla="*/ 1340516 w 1340515"/>
                <a:gd name="connsiteY0" fmla="*/ 670258 h 1340515"/>
                <a:gd name="connsiteX1" fmla="*/ 670258 w 1340515"/>
                <a:gd name="connsiteY1" fmla="*/ 1340515 h 1340515"/>
                <a:gd name="connsiteX2" fmla="*/ 0 w 1340515"/>
                <a:gd name="connsiteY2" fmla="*/ 670258 h 1340515"/>
                <a:gd name="connsiteX3" fmla="*/ 670258 w 1340515"/>
                <a:gd name="connsiteY3" fmla="*/ 0 h 1340515"/>
                <a:gd name="connsiteX4" fmla="*/ 1340516 w 1340515"/>
                <a:gd name="connsiteY4" fmla="*/ 67025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16" y="670258"/>
                  </a:moveTo>
                  <a:cubicBezTo>
                    <a:pt x="1340516" y="1040431"/>
                    <a:pt x="1040431" y="1340515"/>
                    <a:pt x="670258" y="1340515"/>
                  </a:cubicBezTo>
                  <a:cubicBezTo>
                    <a:pt x="300085" y="1340515"/>
                    <a:pt x="0" y="1040431"/>
                    <a:pt x="0" y="670258"/>
                  </a:cubicBezTo>
                  <a:cubicBezTo>
                    <a:pt x="0" y="300085"/>
                    <a:pt x="300085" y="0"/>
                    <a:pt x="670258" y="0"/>
                  </a:cubicBezTo>
                  <a:cubicBezTo>
                    <a:pt x="1040431" y="0"/>
                    <a:pt x="1340516" y="300085"/>
                    <a:pt x="1340516" y="670258"/>
                  </a:cubicBezTo>
                  <a:close/>
                </a:path>
              </a:pathLst>
            </a:custGeom>
            <a:solidFill>
              <a:srgbClr val="F6C94C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 rot="16762802">
              <a:off x="10152740" y="3864151"/>
              <a:ext cx="1190464" cy="1190464"/>
            </a:xfrm>
            <a:custGeom>
              <a:avLst/>
              <a:gdLst>
                <a:gd name="connsiteX0" fmla="*/ 1190469 w 1190464"/>
                <a:gd name="connsiteY0" fmla="*/ 595222 h 1190464"/>
                <a:gd name="connsiteX1" fmla="*/ 595236 w 1190464"/>
                <a:gd name="connsiteY1" fmla="*/ 1190454 h 1190464"/>
                <a:gd name="connsiteX2" fmla="*/ 4 w 1190464"/>
                <a:gd name="connsiteY2" fmla="*/ 595222 h 1190464"/>
                <a:gd name="connsiteX3" fmla="*/ 595236 w 1190464"/>
                <a:gd name="connsiteY3" fmla="*/ -10 h 1190464"/>
                <a:gd name="connsiteX4" fmla="*/ 1190469 w 1190464"/>
                <a:gd name="connsiteY4" fmla="*/ 595222 h 119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0464" h="1190464">
                  <a:moveTo>
                    <a:pt x="1190469" y="595222"/>
                  </a:moveTo>
                  <a:cubicBezTo>
                    <a:pt x="1190469" y="923960"/>
                    <a:pt x="923974" y="1190454"/>
                    <a:pt x="595236" y="1190454"/>
                  </a:cubicBezTo>
                  <a:cubicBezTo>
                    <a:pt x="266499" y="1190454"/>
                    <a:pt x="4" y="923960"/>
                    <a:pt x="4" y="595222"/>
                  </a:cubicBezTo>
                  <a:cubicBezTo>
                    <a:pt x="4" y="266485"/>
                    <a:pt x="266499" y="-10"/>
                    <a:pt x="595236" y="-10"/>
                  </a:cubicBezTo>
                  <a:cubicBezTo>
                    <a:pt x="923974" y="-10"/>
                    <a:pt x="1190469" y="266485"/>
                    <a:pt x="1190469" y="595222"/>
                  </a:cubicBezTo>
                  <a:close/>
                </a:path>
              </a:pathLst>
            </a:custGeom>
            <a:solidFill>
              <a:srgbClr val="682D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256771" y="3676581"/>
              <a:ext cx="428674" cy="798010"/>
            </a:xfrm>
            <a:custGeom>
              <a:avLst/>
              <a:gdLst>
                <a:gd name="connsiteX0" fmla="*/ 390409 w 428674"/>
                <a:gd name="connsiteY0" fmla="*/ 798001 h 798010"/>
                <a:gd name="connsiteX1" fmla="*/ 66091 w 428674"/>
                <a:gd name="connsiteY1" fmla="*/ 457899 h 798010"/>
                <a:gd name="connsiteX2" fmla="*/ 58740 w 428674"/>
                <a:gd name="connsiteY2" fmla="*/ 77042 h 798010"/>
                <a:gd name="connsiteX3" fmla="*/ 265547 w 428674"/>
                <a:gd name="connsiteY3" fmla="*/ 7205 h 798010"/>
                <a:gd name="connsiteX4" fmla="*/ 360464 w 428674"/>
                <a:gd name="connsiteY4" fmla="*/ 133473 h 798010"/>
                <a:gd name="connsiteX5" fmla="*/ 391923 w 428674"/>
                <a:gd name="connsiteY5" fmla="*/ 368928 h 798010"/>
                <a:gd name="connsiteX6" fmla="*/ 428679 w 428674"/>
                <a:gd name="connsiteY6" fmla="*/ 779731 h 79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74" h="798010">
                  <a:moveTo>
                    <a:pt x="390409" y="798001"/>
                  </a:moveTo>
                  <a:cubicBezTo>
                    <a:pt x="254934" y="714312"/>
                    <a:pt x="143253" y="597195"/>
                    <a:pt x="66091" y="457899"/>
                  </a:cubicBezTo>
                  <a:cubicBezTo>
                    <a:pt x="-1584" y="336496"/>
                    <a:pt x="-37259" y="190012"/>
                    <a:pt x="58740" y="77042"/>
                  </a:cubicBezTo>
                  <a:cubicBezTo>
                    <a:pt x="102955" y="24826"/>
                    <a:pt x="191494" y="-17443"/>
                    <a:pt x="265547" y="7205"/>
                  </a:cubicBezTo>
                  <a:cubicBezTo>
                    <a:pt x="327383" y="27637"/>
                    <a:pt x="349437" y="83528"/>
                    <a:pt x="360464" y="133473"/>
                  </a:cubicBezTo>
                  <a:cubicBezTo>
                    <a:pt x="376053" y="211192"/>
                    <a:pt x="386561" y="289843"/>
                    <a:pt x="391923" y="368928"/>
                  </a:cubicBezTo>
                  <a:cubicBezTo>
                    <a:pt x="404171" y="505863"/>
                    <a:pt x="416430" y="642796"/>
                    <a:pt x="428679" y="779731"/>
                  </a:cubicBezTo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747931" y="3742038"/>
              <a:ext cx="517477" cy="667042"/>
            </a:xfrm>
            <a:custGeom>
              <a:avLst/>
              <a:gdLst>
                <a:gd name="connsiteX0" fmla="*/ 4 w 517477"/>
                <a:gd name="connsiteY0" fmla="*/ 646817 h 667042"/>
                <a:gd name="connsiteX1" fmla="*/ 187677 w 517477"/>
                <a:gd name="connsiteY1" fmla="*/ 108232 h 667042"/>
                <a:gd name="connsiteX2" fmla="*/ 358052 w 517477"/>
                <a:gd name="connsiteY2" fmla="*/ 126 h 667042"/>
                <a:gd name="connsiteX3" fmla="*/ 475455 w 517477"/>
                <a:gd name="connsiteY3" fmla="*/ 71692 h 667042"/>
                <a:gd name="connsiteX4" fmla="*/ 491238 w 517477"/>
                <a:gd name="connsiteY4" fmla="*/ 309526 h 667042"/>
                <a:gd name="connsiteX5" fmla="*/ 302377 w 517477"/>
                <a:gd name="connsiteY5" fmla="*/ 472442 h 667042"/>
                <a:gd name="connsiteX6" fmla="*/ 59571 w 517477"/>
                <a:gd name="connsiteY6" fmla="*/ 667032 h 66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7477" h="667042">
                  <a:moveTo>
                    <a:pt x="4" y="646817"/>
                  </a:moveTo>
                  <a:cubicBezTo>
                    <a:pt x="5269" y="452184"/>
                    <a:pt x="70846" y="263987"/>
                    <a:pt x="187677" y="108232"/>
                  </a:cubicBezTo>
                  <a:cubicBezTo>
                    <a:pt x="229838" y="52233"/>
                    <a:pt x="287999" y="-3117"/>
                    <a:pt x="358052" y="126"/>
                  </a:cubicBezTo>
                  <a:cubicBezTo>
                    <a:pt x="405618" y="2072"/>
                    <a:pt x="449077" y="32558"/>
                    <a:pt x="475455" y="71692"/>
                  </a:cubicBezTo>
                  <a:cubicBezTo>
                    <a:pt x="521724" y="141096"/>
                    <a:pt x="533832" y="235257"/>
                    <a:pt x="491238" y="309526"/>
                  </a:cubicBezTo>
                  <a:cubicBezTo>
                    <a:pt x="448645" y="383795"/>
                    <a:pt x="367998" y="422064"/>
                    <a:pt x="302377" y="472442"/>
                  </a:cubicBezTo>
                  <a:cubicBezTo>
                    <a:pt x="220325" y="535359"/>
                    <a:pt x="141299" y="603466"/>
                    <a:pt x="59571" y="667032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899618" y="4166353"/>
              <a:ext cx="788314" cy="454723"/>
            </a:xfrm>
            <a:custGeom>
              <a:avLst/>
              <a:gdLst>
                <a:gd name="connsiteX0" fmla="*/ 782481 w 788314"/>
                <a:gd name="connsiteY0" fmla="*/ 310932 h 454723"/>
                <a:gd name="connsiteX1" fmla="*/ 246707 w 788314"/>
                <a:gd name="connsiteY1" fmla="*/ 11478 h 454723"/>
                <a:gd name="connsiteX2" fmla="*/ 73737 w 788314"/>
                <a:gd name="connsiteY2" fmla="*/ 22289 h 454723"/>
                <a:gd name="connsiteX3" fmla="*/ 15144 w 788314"/>
                <a:gd name="connsiteY3" fmla="*/ 250933 h 454723"/>
                <a:gd name="connsiteX4" fmla="*/ 368867 w 788314"/>
                <a:gd name="connsiteY4" fmla="*/ 454713 h 454723"/>
                <a:gd name="connsiteX5" fmla="*/ 788318 w 788314"/>
                <a:gd name="connsiteY5" fmla="*/ 353310 h 45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314" h="454723">
                  <a:moveTo>
                    <a:pt x="782481" y="310932"/>
                  </a:moveTo>
                  <a:cubicBezTo>
                    <a:pt x="605727" y="205853"/>
                    <a:pt x="446055" y="61531"/>
                    <a:pt x="246707" y="11478"/>
                  </a:cubicBezTo>
                  <a:cubicBezTo>
                    <a:pt x="189194" y="-3008"/>
                    <a:pt x="124763" y="-8089"/>
                    <a:pt x="73737" y="22289"/>
                  </a:cubicBezTo>
                  <a:cubicBezTo>
                    <a:pt x="333" y="66288"/>
                    <a:pt x="-16315" y="171043"/>
                    <a:pt x="15144" y="250933"/>
                  </a:cubicBezTo>
                  <a:cubicBezTo>
                    <a:pt x="68332" y="385417"/>
                    <a:pt x="224221" y="454821"/>
                    <a:pt x="368867" y="454713"/>
                  </a:cubicBezTo>
                  <a:cubicBezTo>
                    <a:pt x="513513" y="454605"/>
                    <a:pt x="651456" y="400012"/>
                    <a:pt x="788318" y="35331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164398" y="4419999"/>
              <a:ext cx="642450" cy="741067"/>
            </a:xfrm>
            <a:custGeom>
              <a:avLst/>
              <a:gdLst>
                <a:gd name="connsiteX0" fmla="*/ 534241 w 642450"/>
                <a:gd name="connsiteY0" fmla="*/ 518683 h 741067"/>
                <a:gd name="connsiteX1" fmla="*/ 550997 w 642450"/>
                <a:gd name="connsiteY1" fmla="*/ 287985 h 741067"/>
                <a:gd name="connsiteX2" fmla="*/ 642455 w 642450"/>
                <a:gd name="connsiteY2" fmla="*/ 21611 h 741067"/>
                <a:gd name="connsiteX3" fmla="*/ 596077 w 642450"/>
                <a:gd name="connsiteY3" fmla="*/ -10 h 741067"/>
                <a:gd name="connsiteX4" fmla="*/ 32304 w 642450"/>
                <a:gd name="connsiteY4" fmla="*/ 379767 h 741067"/>
                <a:gd name="connsiteX5" fmla="*/ 6142 w 642450"/>
                <a:gd name="connsiteY5" fmla="*/ 556520 h 741067"/>
                <a:gd name="connsiteX6" fmla="*/ 155977 w 642450"/>
                <a:gd name="connsiteY6" fmla="*/ 707869 h 741067"/>
                <a:gd name="connsiteX7" fmla="*/ 417270 w 642450"/>
                <a:gd name="connsiteY7" fmla="*/ 710355 h 741067"/>
                <a:gd name="connsiteX8" fmla="*/ 534241 w 642450"/>
                <a:gd name="connsiteY8" fmla="*/ 518683 h 74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450" h="741067">
                  <a:moveTo>
                    <a:pt x="534241" y="518683"/>
                  </a:moveTo>
                  <a:cubicBezTo>
                    <a:pt x="548943" y="443009"/>
                    <a:pt x="545051" y="364956"/>
                    <a:pt x="550997" y="287985"/>
                  </a:cubicBezTo>
                  <a:cubicBezTo>
                    <a:pt x="557267" y="201500"/>
                    <a:pt x="613482" y="104204"/>
                    <a:pt x="642455" y="21611"/>
                  </a:cubicBezTo>
                  <a:lnTo>
                    <a:pt x="596077" y="-10"/>
                  </a:lnTo>
                  <a:cubicBezTo>
                    <a:pt x="357595" y="8963"/>
                    <a:pt x="130248" y="162149"/>
                    <a:pt x="32304" y="379767"/>
                  </a:cubicBezTo>
                  <a:cubicBezTo>
                    <a:pt x="7440" y="435225"/>
                    <a:pt x="-9749" y="497819"/>
                    <a:pt x="6142" y="556520"/>
                  </a:cubicBezTo>
                  <a:cubicBezTo>
                    <a:pt x="25385" y="627438"/>
                    <a:pt x="89060" y="677924"/>
                    <a:pt x="155977" y="707869"/>
                  </a:cubicBezTo>
                  <a:cubicBezTo>
                    <a:pt x="238678" y="745166"/>
                    <a:pt x="339758" y="757598"/>
                    <a:pt x="417270" y="710355"/>
                  </a:cubicBezTo>
                  <a:cubicBezTo>
                    <a:pt x="483106" y="670572"/>
                    <a:pt x="519538" y="594466"/>
                    <a:pt x="534241" y="518683"/>
                  </a:cubicBez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727283" y="4394161"/>
              <a:ext cx="805172" cy="528739"/>
            </a:xfrm>
            <a:custGeom>
              <a:avLst/>
              <a:gdLst>
                <a:gd name="connsiteX0" fmla="*/ 797287 w 805172"/>
                <a:gd name="connsiteY0" fmla="*/ 317930 h 528739"/>
                <a:gd name="connsiteX1" fmla="*/ 790476 w 805172"/>
                <a:gd name="connsiteY1" fmla="*/ 298039 h 528739"/>
                <a:gd name="connsiteX2" fmla="*/ 613290 w 805172"/>
                <a:gd name="connsiteY2" fmla="*/ 88313 h 528739"/>
                <a:gd name="connsiteX3" fmla="*/ 332214 w 805172"/>
                <a:gd name="connsiteY3" fmla="*/ 1828 h 528739"/>
                <a:gd name="connsiteX4" fmla="*/ 4869 w 805172"/>
                <a:gd name="connsiteY4" fmla="*/ -10 h 528739"/>
                <a:gd name="connsiteX5" fmla="*/ 4 w 805172"/>
                <a:gd name="connsiteY5" fmla="*/ 26044 h 528739"/>
                <a:gd name="connsiteX6" fmla="*/ 227027 w 805172"/>
                <a:gd name="connsiteY6" fmla="*/ 304417 h 528739"/>
                <a:gd name="connsiteX7" fmla="*/ 358376 w 805172"/>
                <a:gd name="connsiteY7" fmla="*/ 441604 h 528739"/>
                <a:gd name="connsiteX8" fmla="*/ 687667 w 805172"/>
                <a:gd name="connsiteY8" fmla="*/ 518035 h 528739"/>
                <a:gd name="connsiteX9" fmla="*/ 793827 w 805172"/>
                <a:gd name="connsiteY9" fmla="*/ 429171 h 528739"/>
                <a:gd name="connsiteX10" fmla="*/ 797287 w 805172"/>
                <a:gd name="connsiteY10" fmla="*/ 317930 h 52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5172" h="528739">
                  <a:moveTo>
                    <a:pt x="797287" y="317930"/>
                  </a:moveTo>
                  <a:cubicBezTo>
                    <a:pt x="795341" y="311228"/>
                    <a:pt x="793071" y="304525"/>
                    <a:pt x="790476" y="298039"/>
                  </a:cubicBezTo>
                  <a:cubicBezTo>
                    <a:pt x="757504" y="213500"/>
                    <a:pt x="688208" y="137825"/>
                    <a:pt x="613290" y="88313"/>
                  </a:cubicBezTo>
                  <a:cubicBezTo>
                    <a:pt x="529054" y="34790"/>
                    <a:pt x="431964" y="4917"/>
                    <a:pt x="332214" y="1828"/>
                  </a:cubicBezTo>
                  <a:cubicBezTo>
                    <a:pt x="222919" y="-3037"/>
                    <a:pt x="112327" y="19774"/>
                    <a:pt x="4869" y="-10"/>
                  </a:cubicBezTo>
                  <a:lnTo>
                    <a:pt x="4" y="26044"/>
                  </a:lnTo>
                  <a:lnTo>
                    <a:pt x="227027" y="304417"/>
                  </a:lnTo>
                  <a:cubicBezTo>
                    <a:pt x="267243" y="353497"/>
                    <a:pt x="307891" y="403118"/>
                    <a:pt x="358376" y="441604"/>
                  </a:cubicBezTo>
                  <a:cubicBezTo>
                    <a:pt x="444861" y="507116"/>
                    <a:pt x="581075" y="549710"/>
                    <a:pt x="687667" y="518035"/>
                  </a:cubicBezTo>
                  <a:cubicBezTo>
                    <a:pt x="733396" y="504413"/>
                    <a:pt x="775341" y="473170"/>
                    <a:pt x="793827" y="429171"/>
                  </a:cubicBezTo>
                  <a:cubicBezTo>
                    <a:pt x="807665" y="393572"/>
                    <a:pt x="808886" y="354319"/>
                    <a:pt x="797287" y="3179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520109" y="3841818"/>
              <a:ext cx="385598" cy="622197"/>
            </a:xfrm>
            <a:custGeom>
              <a:avLst/>
              <a:gdLst>
                <a:gd name="connsiteX0" fmla="*/ 373770 w 385598"/>
                <a:gd name="connsiteY0" fmla="*/ 129315 h 622197"/>
                <a:gd name="connsiteX1" fmla="*/ 372365 w 385598"/>
                <a:gd name="connsiteY1" fmla="*/ 124234 h 622197"/>
                <a:gd name="connsiteX2" fmla="*/ 303609 w 385598"/>
                <a:gd name="connsiteY2" fmla="*/ 24776 h 622197"/>
                <a:gd name="connsiteX3" fmla="*/ 34101 w 385598"/>
                <a:gd name="connsiteY3" fmla="*/ 119044 h 622197"/>
                <a:gd name="connsiteX4" fmla="*/ 10101 w 385598"/>
                <a:gd name="connsiteY4" fmla="*/ 342175 h 622197"/>
                <a:gd name="connsiteX5" fmla="*/ 219394 w 385598"/>
                <a:gd name="connsiteY5" fmla="*/ 621846 h 622197"/>
                <a:gd name="connsiteX6" fmla="*/ 312798 w 385598"/>
                <a:gd name="connsiteY6" fmla="*/ 472551 h 622197"/>
                <a:gd name="connsiteX7" fmla="*/ 373770 w 385598"/>
                <a:gd name="connsiteY7" fmla="*/ 129315 h 62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598" h="622197">
                  <a:moveTo>
                    <a:pt x="373770" y="129315"/>
                  </a:moveTo>
                  <a:cubicBezTo>
                    <a:pt x="373770" y="127585"/>
                    <a:pt x="372797" y="125855"/>
                    <a:pt x="372365" y="124234"/>
                  </a:cubicBezTo>
                  <a:cubicBezTo>
                    <a:pt x="361316" y="84275"/>
                    <a:pt x="337090" y="49225"/>
                    <a:pt x="303609" y="24776"/>
                  </a:cubicBezTo>
                  <a:cubicBezTo>
                    <a:pt x="210097" y="-39223"/>
                    <a:pt x="82748" y="30938"/>
                    <a:pt x="34101" y="119044"/>
                  </a:cubicBezTo>
                  <a:cubicBezTo>
                    <a:pt x="-2872" y="186070"/>
                    <a:pt x="-7953" y="267798"/>
                    <a:pt x="10101" y="342175"/>
                  </a:cubicBezTo>
                  <a:cubicBezTo>
                    <a:pt x="36371" y="450390"/>
                    <a:pt x="219394" y="621522"/>
                    <a:pt x="219394" y="621846"/>
                  </a:cubicBezTo>
                  <a:cubicBezTo>
                    <a:pt x="228367" y="630170"/>
                    <a:pt x="307068" y="483794"/>
                    <a:pt x="312798" y="472551"/>
                  </a:cubicBezTo>
                  <a:cubicBezTo>
                    <a:pt x="365770" y="369526"/>
                    <a:pt x="406742" y="245096"/>
                    <a:pt x="373770" y="1293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0224998" y="4167826"/>
              <a:ext cx="521419" cy="436623"/>
            </a:xfrm>
            <a:custGeom>
              <a:avLst/>
              <a:gdLst>
                <a:gd name="connsiteX0" fmla="*/ 233429 w 521419"/>
                <a:gd name="connsiteY0" fmla="*/ 19194 h 436623"/>
                <a:gd name="connsiteX1" fmla="*/ 92026 w 521419"/>
                <a:gd name="connsiteY1" fmla="*/ 9140 h 436623"/>
                <a:gd name="connsiteX2" fmla="*/ 4136 w 521419"/>
                <a:gd name="connsiteY2" fmla="*/ 123084 h 436623"/>
                <a:gd name="connsiteX3" fmla="*/ 152674 w 521419"/>
                <a:gd name="connsiteY3" fmla="*/ 401890 h 436623"/>
                <a:gd name="connsiteX4" fmla="*/ 267050 w 521419"/>
                <a:gd name="connsiteY4" fmla="*/ 436484 h 436623"/>
                <a:gd name="connsiteX5" fmla="*/ 521424 w 521419"/>
                <a:gd name="connsiteY5" fmla="*/ 301027 h 436623"/>
                <a:gd name="connsiteX6" fmla="*/ 233429 w 521419"/>
                <a:gd name="connsiteY6" fmla="*/ 19194 h 43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1419" h="436623">
                  <a:moveTo>
                    <a:pt x="233429" y="19194"/>
                  </a:moveTo>
                  <a:cubicBezTo>
                    <a:pt x="188241" y="2005"/>
                    <a:pt x="136999" y="-8589"/>
                    <a:pt x="92026" y="9140"/>
                  </a:cubicBezTo>
                  <a:cubicBezTo>
                    <a:pt x="47054" y="26870"/>
                    <a:pt x="14190" y="74004"/>
                    <a:pt x="4136" y="123084"/>
                  </a:cubicBezTo>
                  <a:cubicBezTo>
                    <a:pt x="-18674" y="233136"/>
                    <a:pt x="56027" y="344594"/>
                    <a:pt x="152674" y="401890"/>
                  </a:cubicBezTo>
                  <a:cubicBezTo>
                    <a:pt x="187484" y="422430"/>
                    <a:pt x="226727" y="438213"/>
                    <a:pt x="267050" y="436484"/>
                  </a:cubicBezTo>
                  <a:cubicBezTo>
                    <a:pt x="364346" y="432159"/>
                    <a:pt x="429209" y="332810"/>
                    <a:pt x="521424" y="301027"/>
                  </a:cubicBezTo>
                  <a:cubicBezTo>
                    <a:pt x="521316" y="301027"/>
                    <a:pt x="348670" y="63085"/>
                    <a:pt x="233429" y="1919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740580" y="4153312"/>
              <a:ext cx="574920" cy="417182"/>
            </a:xfrm>
            <a:custGeom>
              <a:avLst/>
              <a:gdLst>
                <a:gd name="connsiteX0" fmla="*/ 535238 w 574920"/>
                <a:gd name="connsiteY0" fmla="*/ 75978 h 417182"/>
                <a:gd name="connsiteX1" fmla="*/ 351457 w 574920"/>
                <a:gd name="connsiteY1" fmla="*/ 5277 h 417182"/>
                <a:gd name="connsiteX2" fmla="*/ 263459 w 574920"/>
                <a:gd name="connsiteY2" fmla="*/ 53924 h 417182"/>
                <a:gd name="connsiteX3" fmla="*/ 4 w 574920"/>
                <a:gd name="connsiteY3" fmla="*/ 293379 h 417182"/>
                <a:gd name="connsiteX4" fmla="*/ 270270 w 574920"/>
                <a:gd name="connsiteY4" fmla="*/ 401485 h 417182"/>
                <a:gd name="connsiteX5" fmla="*/ 527238 w 574920"/>
                <a:gd name="connsiteY5" fmla="*/ 354567 h 417182"/>
                <a:gd name="connsiteX6" fmla="*/ 565724 w 574920"/>
                <a:gd name="connsiteY6" fmla="*/ 276515 h 417182"/>
                <a:gd name="connsiteX7" fmla="*/ 535238 w 574920"/>
                <a:gd name="connsiteY7" fmla="*/ 75978 h 41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4920" h="417182">
                  <a:moveTo>
                    <a:pt x="535238" y="75978"/>
                  </a:moveTo>
                  <a:cubicBezTo>
                    <a:pt x="494590" y="19222"/>
                    <a:pt x="419132" y="-13426"/>
                    <a:pt x="351457" y="5277"/>
                  </a:cubicBezTo>
                  <a:cubicBezTo>
                    <a:pt x="319425" y="16032"/>
                    <a:pt x="289610" y="32515"/>
                    <a:pt x="263459" y="53924"/>
                  </a:cubicBezTo>
                  <a:cubicBezTo>
                    <a:pt x="167688" y="124527"/>
                    <a:pt x="79408" y="204766"/>
                    <a:pt x="4" y="293379"/>
                  </a:cubicBezTo>
                  <a:cubicBezTo>
                    <a:pt x="4" y="293379"/>
                    <a:pt x="181623" y="374459"/>
                    <a:pt x="270270" y="401485"/>
                  </a:cubicBezTo>
                  <a:cubicBezTo>
                    <a:pt x="358917" y="428512"/>
                    <a:pt x="467888" y="425269"/>
                    <a:pt x="527238" y="354567"/>
                  </a:cubicBezTo>
                  <a:cubicBezTo>
                    <a:pt x="545594" y="331660"/>
                    <a:pt x="558729" y="305022"/>
                    <a:pt x="565724" y="276515"/>
                  </a:cubicBezTo>
                  <a:cubicBezTo>
                    <a:pt x="583885" y="208408"/>
                    <a:pt x="575886" y="132301"/>
                    <a:pt x="535238" y="759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0659478" y="4459457"/>
              <a:ext cx="468375" cy="561722"/>
            </a:xfrm>
            <a:custGeom>
              <a:avLst/>
              <a:gdLst>
                <a:gd name="connsiteX0" fmla="*/ 81863 w 468375"/>
                <a:gd name="connsiteY0" fmla="*/ -10 h 561722"/>
                <a:gd name="connsiteX1" fmla="*/ 9323 w 468375"/>
                <a:gd name="connsiteY1" fmla="*/ 156420 h 561722"/>
                <a:gd name="connsiteX2" fmla="*/ 41755 w 468375"/>
                <a:gd name="connsiteY2" fmla="*/ 433712 h 561722"/>
                <a:gd name="connsiteX3" fmla="*/ 277210 w 468375"/>
                <a:gd name="connsiteY3" fmla="*/ 558682 h 561722"/>
                <a:gd name="connsiteX4" fmla="*/ 443045 w 468375"/>
                <a:gd name="connsiteY4" fmla="*/ 226040 h 561722"/>
                <a:gd name="connsiteX5" fmla="*/ 295805 w 468375"/>
                <a:gd name="connsiteY5" fmla="*/ 98583 h 561722"/>
                <a:gd name="connsiteX6" fmla="*/ 81863 w 468375"/>
                <a:gd name="connsiteY6" fmla="*/ -10 h 5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375" h="561722">
                  <a:moveTo>
                    <a:pt x="81863" y="-10"/>
                  </a:moveTo>
                  <a:cubicBezTo>
                    <a:pt x="38620" y="39773"/>
                    <a:pt x="19702" y="98907"/>
                    <a:pt x="9323" y="156420"/>
                  </a:cubicBezTo>
                  <a:cubicBezTo>
                    <a:pt x="-7541" y="249823"/>
                    <a:pt x="-4190" y="351011"/>
                    <a:pt x="41755" y="433712"/>
                  </a:cubicBezTo>
                  <a:cubicBezTo>
                    <a:pt x="87700" y="516413"/>
                    <a:pt x="183915" y="576088"/>
                    <a:pt x="277210" y="558682"/>
                  </a:cubicBezTo>
                  <a:cubicBezTo>
                    <a:pt x="421640" y="531764"/>
                    <a:pt x="516233" y="356524"/>
                    <a:pt x="443045" y="226040"/>
                  </a:cubicBezTo>
                  <a:cubicBezTo>
                    <a:pt x="410613" y="168636"/>
                    <a:pt x="353966" y="129501"/>
                    <a:pt x="295805" y="98583"/>
                  </a:cubicBezTo>
                  <a:cubicBezTo>
                    <a:pt x="234508" y="66043"/>
                    <a:pt x="81863" y="-10"/>
                    <a:pt x="81863" y="-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List3-3</a:t>
            </a:r>
            <a:endParaRPr lang="en-US" sz="1050" dirty="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660400" y="1384309"/>
            <a:ext cx="11254554" cy="4446256"/>
            <a:chOff x="660400" y="1384309"/>
            <a:chExt cx="11254554" cy="4446256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581717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645979" y="1742511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01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{vItem.item1}</a:t>
                </a:r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4133090" y="1796058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2745223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645979" y="2489673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02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569028" y="2543220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{vItem.item2}</a:t>
                </a:r>
                <a:endParaRPr lang="zh-CN" altLang="en-US" b="1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133090" y="2543220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altLang="zh-CN" sz="12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3908729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645979" y="3236835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03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569028" y="3290382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{vItem.item3}</a:t>
                </a:r>
                <a:endParaRPr lang="zh-CN" altLang="en-US" b="1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133090" y="3290382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altLang="zh-CN" sz="12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60400" y="5072235"/>
              <a:ext cx="10872922" cy="758330"/>
              <a:chOff x="645979" y="3983997"/>
              <a:chExt cx="10872922" cy="655778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728030" y="4037545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645979" y="3983997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04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569028" y="4037544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{vItem.item4}</a:t>
                </a:r>
                <a:endParaRPr lang="zh-CN" altLang="en-US" b="1" dirty="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4133090" y="4037544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altLang="zh-CN" sz="1200" dirty="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664297" y="1384309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List3-4</a:t>
            </a:r>
            <a:endParaRPr lang="en-US" sz="1050" dirty="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0400" y="1384309"/>
            <a:ext cx="11254554" cy="4421226"/>
            <a:chOff x="645979" y="1646702"/>
            <a:chExt cx="11254554" cy="4421226"/>
          </a:xfrm>
        </p:grpSpPr>
        <p:grpSp>
          <p:nvGrpSpPr>
            <p:cNvPr id="4" name="组合 3"/>
            <p:cNvGrpSpPr/>
            <p:nvPr/>
          </p:nvGrpSpPr>
          <p:grpSpPr>
            <a:xfrm>
              <a:off x="645979" y="1844110"/>
              <a:ext cx="10872922" cy="4214349"/>
              <a:chOff x="645979" y="1844111"/>
              <a:chExt cx="10872922" cy="364442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645979" y="1844111"/>
                <a:ext cx="10872922" cy="655778"/>
                <a:chOff x="645979" y="1742511"/>
                <a:chExt cx="10872922" cy="655778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728030" y="1796059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: 圆角 46"/>
                <p:cNvSpPr/>
                <p:nvPr/>
              </p:nvSpPr>
              <p:spPr>
                <a:xfrm>
                  <a:off x="645979" y="1742511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01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" name="文本框 47"/>
                <p:cNvSpPr txBox="1"/>
                <p:nvPr/>
              </p:nvSpPr>
              <p:spPr>
                <a:xfrm>
                  <a:off x="1569028" y="1796058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{vItem.item1}</a:t>
                  </a:r>
                  <a:endParaRPr lang="zh-CN" altLang="en-US" b="1" dirty="0"/>
                </a:p>
              </p:txBody>
            </p:sp>
            <p:sp>
              <p:nvSpPr>
                <p:cNvPr id="49" name="文本框 48"/>
                <p:cNvSpPr txBox="1"/>
                <p:nvPr/>
              </p:nvSpPr>
              <p:spPr>
                <a:xfrm>
                  <a:off x="4133090" y="1796058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  <a:endParaRPr lang="en-US" altLang="zh-CN" sz="1200" dirty="0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645979" y="2591273"/>
                <a:ext cx="10872922" cy="655778"/>
                <a:chOff x="645979" y="2489673"/>
                <a:chExt cx="10872922" cy="655778"/>
              </a:xfrm>
            </p:grpSpPr>
            <p:sp>
              <p:nvSpPr>
                <p:cNvPr id="42" name="矩形: 圆角 41"/>
                <p:cNvSpPr/>
                <p:nvPr/>
              </p:nvSpPr>
              <p:spPr>
                <a:xfrm>
                  <a:off x="728030" y="2543221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43" name="矩形: 圆角 42"/>
                <p:cNvSpPr/>
                <p:nvPr/>
              </p:nvSpPr>
              <p:spPr>
                <a:xfrm>
                  <a:off x="645979" y="2489673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02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1569028" y="2543220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{vItem.item2}</a:t>
                  </a:r>
                  <a:endParaRPr lang="zh-CN" altLang="en-US" b="1" dirty="0"/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4133090" y="2543220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  <a:endParaRPr lang="en-US" altLang="zh-CN" sz="1200" dirty="0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645979" y="3338435"/>
                <a:ext cx="10872922" cy="655778"/>
                <a:chOff x="645979" y="3236835"/>
                <a:chExt cx="10872922" cy="655778"/>
              </a:xfrm>
            </p:grpSpPr>
            <p:sp>
              <p:nvSpPr>
                <p:cNvPr id="38" name="矩形: 圆角 37"/>
                <p:cNvSpPr/>
                <p:nvPr/>
              </p:nvSpPr>
              <p:spPr>
                <a:xfrm>
                  <a:off x="728030" y="3290383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: 圆角 38"/>
                <p:cNvSpPr/>
                <p:nvPr/>
              </p:nvSpPr>
              <p:spPr>
                <a:xfrm>
                  <a:off x="645979" y="3236835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03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1569028" y="3290382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{vItem.item3}</a:t>
                  </a:r>
                  <a:endParaRPr lang="zh-CN" altLang="en-US" b="1" dirty="0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4133090" y="3290382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  <a:endParaRPr lang="en-US" altLang="zh-CN" sz="1200" dirty="0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45979" y="4085597"/>
                <a:ext cx="10872922" cy="655778"/>
                <a:chOff x="645979" y="3983997"/>
                <a:chExt cx="10872922" cy="655778"/>
              </a:xfrm>
            </p:grpSpPr>
            <p:sp>
              <p:nvSpPr>
                <p:cNvPr id="34" name="矩形: 圆角 33"/>
                <p:cNvSpPr/>
                <p:nvPr/>
              </p:nvSpPr>
              <p:spPr>
                <a:xfrm>
                  <a:off x="728030" y="4037545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35" name="矩形: 圆角 34"/>
                <p:cNvSpPr/>
                <p:nvPr/>
              </p:nvSpPr>
              <p:spPr>
                <a:xfrm>
                  <a:off x="645979" y="3983997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04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1569028" y="4037544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{vItem.item4}</a:t>
                  </a:r>
                  <a:endParaRPr lang="zh-CN" altLang="en-US" b="1" dirty="0"/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4133090" y="4037544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  <a:endParaRPr lang="en-US" altLang="zh-CN" sz="1200" dirty="0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645979" y="4832759"/>
                <a:ext cx="10872922" cy="655778"/>
                <a:chOff x="645979" y="4731159"/>
                <a:chExt cx="10872922" cy="655778"/>
              </a:xfrm>
            </p:grpSpPr>
            <p:sp>
              <p:nvSpPr>
                <p:cNvPr id="30" name="矩形: 圆角 29"/>
                <p:cNvSpPr/>
                <p:nvPr/>
              </p:nvSpPr>
              <p:spPr>
                <a:xfrm>
                  <a:off x="728030" y="4784707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: 圆角 30"/>
                <p:cNvSpPr/>
                <p:nvPr/>
              </p:nvSpPr>
              <p:spPr>
                <a:xfrm>
                  <a:off x="645979" y="4731159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05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569028" y="4784706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{vItem.item5}</a:t>
                  </a:r>
                  <a:endParaRPr lang="zh-CN" altLang="en-US" b="1" dirty="0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4133090" y="4784706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  <a:endParaRPr lang="en-US" altLang="zh-CN" sz="1200" dirty="0"/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8649876" y="1646702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List3-5</a:t>
            </a:r>
            <a:endParaRPr lang="en-US" sz="1050" dirty="0"/>
          </a:p>
        </p:txBody>
      </p:sp>
      <p:sp>
        <p:nvSpPr>
          <p:cNvPr id="52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66750" y="1384549"/>
            <a:ext cx="10858500" cy="3911599"/>
            <a:chOff x="660400" y="2222502"/>
            <a:chExt cx="10858500" cy="3911599"/>
          </a:xfrm>
        </p:grpSpPr>
        <p:grpSp>
          <p:nvGrpSpPr>
            <p:cNvPr id="7" name="组合 6"/>
            <p:cNvGrpSpPr/>
            <p:nvPr/>
          </p:nvGrpSpPr>
          <p:grpSpPr>
            <a:xfrm>
              <a:off x="660400" y="2222502"/>
              <a:ext cx="3403539" cy="3911599"/>
              <a:chOff x="660400" y="2222502"/>
              <a:chExt cx="3403539" cy="3911599"/>
            </a:xfrm>
          </p:grpSpPr>
          <p:grpSp>
            <p:nvGrpSpPr>
              <p:cNvPr id="24" name="组合 23"/>
              <p:cNvGrpSpPr>
                <a:grpSpLocks noChangeAspect="1"/>
              </p:cNvGrpSpPr>
              <p:nvPr/>
            </p:nvGrpSpPr>
            <p:grpSpPr>
              <a:xfrm>
                <a:off x="660406" y="2222502"/>
                <a:ext cx="3403533" cy="3911599"/>
                <a:chOff x="4943929" y="-1119616"/>
                <a:chExt cx="6574971" cy="7253716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943929" y="-1119616"/>
                  <a:ext cx="6574971" cy="7253716"/>
                  <a:chOff x="4943929" y="-3561833"/>
                  <a:chExt cx="6574971" cy="9695933"/>
                </a:xfrm>
              </p:grpSpPr>
              <p:sp>
                <p:nvSpPr>
                  <p:cNvPr id="29" name="矩形 28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30" name="矩形 29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7" name="矩形: 圆角 26"/>
                <p:cNvSpPr/>
                <p:nvPr/>
              </p:nvSpPr>
              <p:spPr>
                <a:xfrm>
                  <a:off x="5780889" y="2911911"/>
                  <a:ext cx="4901050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{vItem.item1}</a:t>
                  </a:r>
                  <a:endParaRPr kumimoji="1" lang="en-US" altLang="zh-CN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5780887" y="4045613"/>
                  <a:ext cx="4901052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{vItem.item1_Desc}</a:t>
                  </a:r>
                  <a:endParaRPr kumimoji="1"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5" name="流程图: 文档 24"/>
              <p:cNvSpPr>
                <a:spLocks noChangeAspect="1"/>
              </p:cNvSpPr>
              <p:nvPr/>
            </p:nvSpPr>
            <p:spPr>
              <a:xfrm>
                <a:off x="660400" y="2222502"/>
                <a:ext cx="3403538" cy="1970702"/>
              </a:xfrm>
              <a:prstGeom prst="flowChartDocument">
                <a:avLst/>
              </a:prstGeom>
              <a:blipFill>
                <a:blip r:embed="rId1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387886" y="2222502"/>
              <a:ext cx="3403534" cy="3911599"/>
              <a:chOff x="4387886" y="2222502"/>
              <a:chExt cx="3403534" cy="3911599"/>
            </a:xfrm>
          </p:grpSpPr>
          <p:grpSp>
            <p:nvGrpSpPr>
              <p:cNvPr id="17" name="组合 16"/>
              <p:cNvGrpSpPr>
                <a:grpSpLocks noChangeAspect="1"/>
              </p:cNvGrpSpPr>
              <p:nvPr/>
            </p:nvGrpSpPr>
            <p:grpSpPr>
              <a:xfrm>
                <a:off x="4387887" y="2222502"/>
                <a:ext cx="3403533" cy="3911599"/>
                <a:chOff x="4943929" y="-1119616"/>
                <a:chExt cx="6574972" cy="7253716"/>
              </a:xfrm>
            </p:grpSpPr>
            <p:grpSp>
              <p:nvGrpSpPr>
                <p:cNvPr id="19" name="组合 18"/>
                <p:cNvGrpSpPr/>
                <p:nvPr/>
              </p:nvGrpSpPr>
              <p:grpSpPr>
                <a:xfrm>
                  <a:off x="4943929" y="-1119616"/>
                  <a:ext cx="6574972" cy="7253716"/>
                  <a:chOff x="4943929" y="-3561833"/>
                  <a:chExt cx="6574972" cy="9695933"/>
                </a:xfrm>
              </p:grpSpPr>
              <p:sp>
                <p:nvSpPr>
                  <p:cNvPr id="22" name="矩形 21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11303989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0" name="矩形: 圆角 19"/>
                <p:cNvSpPr/>
                <p:nvPr/>
              </p:nvSpPr>
              <p:spPr>
                <a:xfrm>
                  <a:off x="5780889" y="2911911"/>
                  <a:ext cx="4901051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{vItem.item2}</a:t>
                  </a:r>
                  <a:endParaRPr kumimoji="1" lang="en-US" altLang="zh-CN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5780887" y="4045613"/>
                  <a:ext cx="4901053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{vItem.item2_Desc}</a:t>
                  </a:r>
                  <a:endParaRPr kumimoji="1"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8" name="流程图: 文档 17"/>
              <p:cNvSpPr>
                <a:spLocks noChangeAspect="1"/>
              </p:cNvSpPr>
              <p:nvPr/>
            </p:nvSpPr>
            <p:spPr>
              <a:xfrm>
                <a:off x="4387886" y="2222502"/>
                <a:ext cx="3403533" cy="1970702"/>
              </a:xfrm>
              <a:prstGeom prst="flowChartDocument">
                <a:avLst/>
              </a:prstGeom>
              <a:blipFill>
                <a:blip r:embed="rId2"/>
                <a:stretch>
                  <a:fillRect t="-20100" b="-19850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115367" y="2222502"/>
              <a:ext cx="3403533" cy="3911599"/>
              <a:chOff x="8115367" y="2222502"/>
              <a:chExt cx="3403533" cy="3911599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8115367" y="2222502"/>
                <a:ext cx="3403533" cy="3911599"/>
                <a:chOff x="4943929" y="-1119616"/>
                <a:chExt cx="6574971" cy="7253716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4943929" y="-1119616"/>
                  <a:ext cx="6574971" cy="7253716"/>
                  <a:chOff x="4943929" y="-3561833"/>
                  <a:chExt cx="6574971" cy="9695933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13" name="矩形: 圆角 12"/>
                <p:cNvSpPr/>
                <p:nvPr/>
              </p:nvSpPr>
              <p:spPr>
                <a:xfrm>
                  <a:off x="5780889" y="2911911"/>
                  <a:ext cx="4901050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{vItem.item3}</a:t>
                  </a:r>
                  <a:endParaRPr kumimoji="1" lang="en-US" altLang="zh-CN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5780887" y="4045613"/>
                  <a:ext cx="4901052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{vItem.item3_Desc}</a:t>
                  </a:r>
                  <a:endParaRPr kumimoji="1"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1" name="流程图: 文档 10"/>
              <p:cNvSpPr>
                <a:spLocks noChangeAspect="1"/>
              </p:cNvSpPr>
              <p:nvPr/>
            </p:nvSpPr>
            <p:spPr>
              <a:xfrm>
                <a:off x="8115367" y="2222502"/>
                <a:ext cx="3403533" cy="1970702"/>
              </a:xfrm>
              <a:prstGeom prst="flowChartDocument">
                <a:avLst/>
              </a:prstGeom>
              <a:blipFill>
                <a:blip r:embed="rId3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imageList1-3</a:t>
            </a:r>
            <a:endParaRPr lang="en-US" sz="1050" dirty="0"/>
          </a:p>
        </p:txBody>
      </p:sp>
      <p:sp>
        <p:nvSpPr>
          <p:cNvPr id="3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969310" y="1442275"/>
            <a:ext cx="10218442" cy="4022811"/>
            <a:chOff x="969310" y="1904555"/>
            <a:chExt cx="10218442" cy="4022811"/>
          </a:xfrm>
        </p:grpSpPr>
        <p:grpSp>
          <p:nvGrpSpPr>
            <p:cNvPr id="4" name="组合 3"/>
            <p:cNvGrpSpPr/>
            <p:nvPr/>
          </p:nvGrpSpPr>
          <p:grpSpPr>
            <a:xfrm>
              <a:off x="969310" y="1904555"/>
              <a:ext cx="2050928" cy="4022811"/>
              <a:chOff x="660397" y="2111290"/>
              <a:chExt cx="2050928" cy="4022811"/>
            </a:xfrm>
          </p:grpSpPr>
          <p:grpSp>
            <p:nvGrpSpPr>
              <p:cNvPr id="6" name="组合 5"/>
              <p:cNvGrpSpPr>
                <a:grpSpLocks noChangeAspect="1"/>
              </p:cNvGrpSpPr>
              <p:nvPr/>
            </p:nvGrpSpPr>
            <p:grpSpPr>
              <a:xfrm>
                <a:off x="660397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32" name="矩形: 单圆角 31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01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  <a:endParaRPr lang="en-US" altLang="zh-CN" sz="1200" dirty="0"/>
                </a:p>
              </p:txBody>
            </p:sp>
          </p:grpSp>
          <p:sp>
            <p:nvSpPr>
              <p:cNvPr id="7" name="矩形: 圆角 6"/>
              <p:cNvSpPr>
                <a:spLocks noChangeAspect="1"/>
              </p:cNvSpPr>
              <p:nvPr/>
            </p:nvSpPr>
            <p:spPr>
              <a:xfrm>
                <a:off x="660397" y="2111290"/>
                <a:ext cx="1922923" cy="1892930"/>
              </a:xfrm>
              <a:prstGeom prst="roundRect">
                <a:avLst/>
              </a:prstGeom>
              <a:blipFill>
                <a:blip r:embed="rId1"/>
                <a:stretch>
                  <a:fillRect l="-23987" r="-2367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3691815" y="1904555"/>
              <a:ext cx="2050928" cy="4022811"/>
              <a:chOff x="2830285" y="2111290"/>
              <a:chExt cx="2050928" cy="4022811"/>
            </a:xfrm>
          </p:grpSpPr>
          <p:grpSp>
            <p:nvGrpSpPr>
              <p:cNvPr id="8" name="组合 7"/>
              <p:cNvGrpSpPr>
                <a:grpSpLocks noChangeAspect="1"/>
              </p:cNvGrpSpPr>
              <p:nvPr/>
            </p:nvGrpSpPr>
            <p:grpSpPr>
              <a:xfrm>
                <a:off x="2830285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8" name="矩形: 单圆角 27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02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  <a:endParaRPr lang="en-US" altLang="zh-CN" sz="1200" dirty="0"/>
                </a:p>
              </p:txBody>
            </p:sp>
          </p:grpSp>
          <p:sp>
            <p:nvSpPr>
              <p:cNvPr id="9" name="矩形: 圆角 8"/>
              <p:cNvSpPr>
                <a:spLocks noChangeAspect="1"/>
              </p:cNvSpPr>
              <p:nvPr/>
            </p:nvSpPr>
            <p:spPr>
              <a:xfrm>
                <a:off x="2830288" y="2111290"/>
                <a:ext cx="1922920" cy="1892930"/>
              </a:xfrm>
              <a:prstGeom prst="roundRect">
                <a:avLst/>
              </a:prstGeom>
              <a:blipFill>
                <a:blip r:embed="rId2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6414320" y="1904555"/>
              <a:ext cx="2050928" cy="4022811"/>
              <a:chOff x="5000170" y="2111290"/>
              <a:chExt cx="2050928" cy="4022811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5000170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4" name="矩形: 单圆角 23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03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  <a:endParaRPr lang="en-US" altLang="zh-CN" sz="1200" dirty="0"/>
                </a:p>
              </p:txBody>
            </p:sp>
          </p:grpSp>
          <p:sp>
            <p:nvSpPr>
              <p:cNvPr id="11" name="矩形: 圆角 10"/>
              <p:cNvSpPr>
                <a:spLocks noChangeAspect="1"/>
              </p:cNvSpPr>
              <p:nvPr/>
            </p:nvSpPr>
            <p:spPr>
              <a:xfrm>
                <a:off x="5000173" y="2111290"/>
                <a:ext cx="1922920" cy="1892930"/>
              </a:xfrm>
              <a:prstGeom prst="roundRect">
                <a:avLst/>
              </a:prstGeom>
              <a:blipFill>
                <a:blip r:embed="rId3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9136824" y="1904555"/>
              <a:ext cx="2050928" cy="4022811"/>
              <a:chOff x="7170052" y="2111290"/>
              <a:chExt cx="2050928" cy="4022811"/>
            </a:xfrm>
          </p:grpSpPr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70052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0" name="矩形: 单圆角 19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04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  <a:endParaRPr lang="en-US" altLang="zh-CN" sz="1200" dirty="0"/>
                </a:p>
              </p:txBody>
            </p:sp>
          </p:grp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>
                <a:off x="7170055" y="2111290"/>
                <a:ext cx="1922920" cy="1892930"/>
              </a:xfrm>
              <a:prstGeom prst="roundRect">
                <a:avLst/>
              </a:prstGeom>
              <a:blipFill>
                <a:blip r:embed="rId4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imageList1-4</a:t>
            </a:r>
            <a:endParaRPr lang="en-US" sz="1050" dirty="0"/>
          </a:p>
        </p:txBody>
      </p:sp>
      <p:sp>
        <p:nvSpPr>
          <p:cNvPr id="15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 rot="0">
            <a:off x="730885" y="1364615"/>
            <a:ext cx="10730230" cy="4022725"/>
            <a:chOff x="660397" y="2111290"/>
            <a:chExt cx="10730462" cy="4022811"/>
          </a:xfrm>
        </p:grpSpPr>
        <p:grpSp>
          <p:nvGrpSpPr>
            <p:cNvPr id="4" name="组合 3"/>
            <p:cNvGrpSpPr/>
            <p:nvPr/>
          </p:nvGrpSpPr>
          <p:grpSpPr>
            <a:xfrm>
              <a:off x="660397" y="2111290"/>
              <a:ext cx="2050928" cy="4022811"/>
              <a:chOff x="660397" y="2111290"/>
              <a:chExt cx="2050928" cy="4022811"/>
            </a:xfrm>
          </p:grpSpPr>
          <p:grpSp>
            <p:nvGrpSpPr>
              <p:cNvPr id="6" name="组合 5"/>
              <p:cNvGrpSpPr>
                <a:grpSpLocks noChangeAspect="1"/>
              </p:cNvGrpSpPr>
              <p:nvPr/>
            </p:nvGrpSpPr>
            <p:grpSpPr>
              <a:xfrm>
                <a:off x="660397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32" name="矩形: 单圆角 31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01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  <a:endParaRPr lang="en-US" altLang="zh-CN" sz="1200" dirty="0"/>
                </a:p>
              </p:txBody>
            </p:sp>
          </p:grpSp>
          <p:sp>
            <p:nvSpPr>
              <p:cNvPr id="7" name="矩形: 圆角 6"/>
              <p:cNvSpPr>
                <a:spLocks noChangeAspect="1"/>
              </p:cNvSpPr>
              <p:nvPr/>
            </p:nvSpPr>
            <p:spPr>
              <a:xfrm>
                <a:off x="660397" y="2111290"/>
                <a:ext cx="1922923" cy="1892930"/>
              </a:xfrm>
              <a:prstGeom prst="roundRect">
                <a:avLst/>
              </a:prstGeom>
              <a:blipFill>
                <a:blip r:embed="rId1"/>
                <a:stretch>
                  <a:fillRect l="-23987" r="-2367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830285" y="2111290"/>
              <a:ext cx="2050928" cy="4022811"/>
              <a:chOff x="2830285" y="2111290"/>
              <a:chExt cx="2050928" cy="4022811"/>
            </a:xfrm>
          </p:grpSpPr>
          <p:grpSp>
            <p:nvGrpSpPr>
              <p:cNvPr id="8" name="组合 7"/>
              <p:cNvGrpSpPr>
                <a:grpSpLocks noChangeAspect="1"/>
              </p:cNvGrpSpPr>
              <p:nvPr/>
            </p:nvGrpSpPr>
            <p:grpSpPr>
              <a:xfrm>
                <a:off x="2830285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8" name="矩形: 单圆角 27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02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  <a:endParaRPr lang="en-US" altLang="zh-CN" sz="1200" dirty="0"/>
                </a:p>
              </p:txBody>
            </p:sp>
          </p:grpSp>
          <p:sp>
            <p:nvSpPr>
              <p:cNvPr id="9" name="矩形: 圆角 8"/>
              <p:cNvSpPr>
                <a:spLocks noChangeAspect="1"/>
              </p:cNvSpPr>
              <p:nvPr/>
            </p:nvSpPr>
            <p:spPr>
              <a:xfrm>
                <a:off x="2830288" y="2111290"/>
                <a:ext cx="1922920" cy="1892930"/>
              </a:xfrm>
              <a:prstGeom prst="roundRect">
                <a:avLst/>
              </a:prstGeom>
              <a:blipFill>
                <a:blip r:embed="rId2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5000170" y="2111290"/>
              <a:ext cx="2050928" cy="4022811"/>
              <a:chOff x="5000170" y="2111290"/>
              <a:chExt cx="2050928" cy="4022811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5000170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4" name="矩形: 单圆角 23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03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  <a:endParaRPr lang="en-US" altLang="zh-CN" sz="1200" dirty="0"/>
                </a:p>
              </p:txBody>
            </p:sp>
          </p:grpSp>
          <p:sp>
            <p:nvSpPr>
              <p:cNvPr id="11" name="矩形: 圆角 10"/>
              <p:cNvSpPr>
                <a:spLocks noChangeAspect="1"/>
              </p:cNvSpPr>
              <p:nvPr/>
            </p:nvSpPr>
            <p:spPr>
              <a:xfrm>
                <a:off x="5000173" y="2111290"/>
                <a:ext cx="1922920" cy="1892930"/>
              </a:xfrm>
              <a:prstGeom prst="roundRect">
                <a:avLst/>
              </a:prstGeom>
              <a:blipFill>
                <a:blip r:embed="rId3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7170052" y="2111290"/>
              <a:ext cx="2050928" cy="4022811"/>
              <a:chOff x="7170052" y="2111290"/>
              <a:chExt cx="2050928" cy="4022811"/>
            </a:xfrm>
          </p:grpSpPr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70052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0" name="矩形: 单圆角 19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04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  <a:endParaRPr lang="en-US" altLang="zh-CN" sz="1200" dirty="0"/>
                </a:p>
              </p:txBody>
            </p:sp>
          </p:grp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>
                <a:off x="7170055" y="2111290"/>
                <a:ext cx="1922920" cy="1892930"/>
              </a:xfrm>
              <a:prstGeom prst="roundRect">
                <a:avLst/>
              </a:prstGeom>
              <a:blipFill>
                <a:blip r:embed="rId4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9339931" y="2111290"/>
              <a:ext cx="2050928" cy="4022811"/>
              <a:chOff x="9339931" y="2111290"/>
              <a:chExt cx="2050928" cy="4022811"/>
            </a:xfrm>
          </p:grpSpPr>
          <p:grpSp>
            <p:nvGrpSpPr>
              <p:cNvPr id="14" name="组合 13"/>
              <p:cNvGrpSpPr>
                <a:grpSpLocks noChangeAspect="1"/>
              </p:cNvGrpSpPr>
              <p:nvPr/>
            </p:nvGrpSpPr>
            <p:grpSpPr>
              <a:xfrm>
                <a:off x="9339931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16" name="矩形: 单圆角 15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05</a:t>
                  </a:r>
                  <a:endParaRPr lang="de-DE" altLang="zh-CN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  <a:endParaRPr lang="en-US" altLang="zh-CN" sz="1200" dirty="0"/>
                </a:p>
              </p:txBody>
            </p:sp>
          </p:grpSp>
          <p:sp>
            <p:nvSpPr>
              <p:cNvPr id="15" name="矩形: 圆角 14"/>
              <p:cNvSpPr>
                <a:spLocks noChangeAspect="1"/>
              </p:cNvSpPr>
              <p:nvPr/>
            </p:nvSpPr>
            <p:spPr>
              <a:xfrm>
                <a:off x="9339934" y="2111290"/>
                <a:ext cx="1922920" cy="1892930"/>
              </a:xfrm>
              <a:prstGeom prst="roundRect">
                <a:avLst/>
              </a:prstGeom>
              <a:blipFill>
                <a:blip r:embed="rId5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imageList1-4</a:t>
            </a:r>
            <a:endParaRPr lang="en-US" sz="1050" dirty="0"/>
          </a:p>
        </p:txBody>
      </p:sp>
      <p:sp>
        <p:nvSpPr>
          <p:cNvPr id="43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1430" y="920099"/>
            <a:ext cx="12192000" cy="4289718"/>
            <a:chOff x="0" y="1844382"/>
            <a:chExt cx="12192000" cy="4289718"/>
          </a:xfrm>
        </p:grpSpPr>
        <p:sp>
          <p:nvSpPr>
            <p:cNvPr id="5" name="双波形 4"/>
            <p:cNvSpPr>
              <a:spLocks noChangeAspect="1"/>
            </p:cNvSpPr>
            <p:nvPr/>
          </p:nvSpPr>
          <p:spPr>
            <a:xfrm>
              <a:off x="0" y="1844382"/>
              <a:ext cx="12192000" cy="2106522"/>
            </a:xfrm>
            <a:prstGeom prst="doubleWave">
              <a:avLst/>
            </a:prstGeom>
            <a:blipFill>
              <a:blip r:embed="rId1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660399" y="4077454"/>
              <a:ext cx="3392672" cy="1881300"/>
              <a:chOff x="3595122" y="2635398"/>
              <a:chExt cx="4329677" cy="2400888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37" name="弧形 3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8" name="弧形 3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合 3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35" name="文本框 3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4" name="矩形: 圆角 3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" name="组合 6"/>
            <p:cNvGrpSpPr>
              <a:grpSpLocks noChangeAspect="1"/>
            </p:cNvGrpSpPr>
            <p:nvPr/>
          </p:nvGrpSpPr>
          <p:grpSpPr>
            <a:xfrm>
              <a:off x="4393313" y="4252800"/>
              <a:ext cx="3392672" cy="1881300"/>
              <a:chOff x="3595122" y="2635398"/>
              <a:chExt cx="4329677" cy="2400888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27" name="弧形 2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8" name="弧形 2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22" name="直接连接符 2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25" name="文本框 24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4" name="矩形: 圆角 2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8126228" y="4077454"/>
              <a:ext cx="3392672" cy="1881300"/>
              <a:chOff x="3595122" y="2635398"/>
              <a:chExt cx="4329677" cy="240088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17" name="弧形 1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8" name="弧形 1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12" name="直接连接符 1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组合 1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15" name="文本框 1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" name="矩形: 圆角 1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imageList2-3</a:t>
            </a:r>
            <a:endParaRPr lang="en-US" sz="1050" dirty="0"/>
          </a:p>
        </p:txBody>
      </p:sp>
      <p:sp>
        <p:nvSpPr>
          <p:cNvPr id="4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imageList2-4</a:t>
            </a:r>
            <a:endParaRPr lang="en-US" sz="1050" dirty="0"/>
          </a:p>
        </p:txBody>
      </p:sp>
      <p:grpSp>
        <p:nvGrpSpPr>
          <p:cNvPr id="101" name="组合 100"/>
          <p:cNvGrpSpPr/>
          <p:nvPr/>
        </p:nvGrpSpPr>
        <p:grpSpPr>
          <a:xfrm>
            <a:off x="0" y="708416"/>
            <a:ext cx="12192000" cy="5751693"/>
            <a:chOff x="0" y="708416"/>
            <a:chExt cx="12192000" cy="5751693"/>
          </a:xfrm>
        </p:grpSpPr>
        <p:sp>
          <p:nvSpPr>
            <p:cNvPr id="43" name="双波形 42"/>
            <p:cNvSpPr>
              <a:spLocks noChangeAspect="1"/>
            </p:cNvSpPr>
            <p:nvPr/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1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888410" y="4436616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6214584" y="4578809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154913" y="783169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de-DE" dirty="0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imageList2-5</a:t>
            </a:r>
            <a:endParaRPr lang="en-US" sz="1050" dirty="0"/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0" y="661264"/>
            <a:ext cx="12192000" cy="6045336"/>
            <a:chOff x="0" y="661264"/>
            <a:chExt cx="12192000" cy="6045336"/>
          </a:xfrm>
        </p:grpSpPr>
        <p:sp>
          <p:nvSpPr>
            <p:cNvPr id="43" name="双波形 42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3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660399" y="4649954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>
                  <p:custDataLst>
                    <p:tags r:id="rId9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>
                <p:custDataLst>
                  <p:tags r:id="rId11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4393313" y="4825300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6" name="组合 65"/>
            <p:cNvGrpSpPr>
              <a:grpSpLocks noChangeAspect="1"/>
            </p:cNvGrpSpPr>
            <p:nvPr/>
          </p:nvGrpSpPr>
          <p:grpSpPr>
            <a:xfrm>
              <a:off x="8126228" y="4649954"/>
              <a:ext cx="3392672" cy="1881300"/>
              <a:chOff x="3595122" y="2635398"/>
              <a:chExt cx="4329677" cy="2400888"/>
            </a:xfrm>
          </p:grpSpPr>
          <p:sp>
            <p:nvSpPr>
              <p:cNvPr id="67" name="文本框 6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{vItem.item5}</a:t>
                </a:r>
                <a:endParaRPr lang="de-DE" dirty="0"/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{vItem.item5_Desc}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75" name="弧形 7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76" name="弧形 7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70" name="直接连接符 69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1" name="组合 70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73" name="文本框 72"/>
                <p:cNvSpPr txBox="1">
                  <a:spLocks noChangeAspect="1"/>
                </p:cNvSpPr>
                <p:nvPr>
                  <p:custDataLst>
                    <p:tags r:id="rId25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74" name="任意多边形: 形状 73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72" name="矩形: 圆角 71"/>
              <p:cNvSpPr/>
              <p:nvPr>
                <p:custDataLst>
                  <p:tags r:id="rId27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05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267144" y="661264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>
                <p:custDataLst>
                  <p:tags r:id="rId32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>
                  <p:custDataLst>
                    <p:tags r:id="rId33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>
                <p:custDataLst>
                  <p:tags r:id="rId35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de-DE" dirty="0"/>
              </a:p>
            </p:txBody>
          </p:sp>
          <p:sp>
            <p:nvSpPr>
              <p:cNvPr id="92" name="文本框 91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>
                <p:custDataLst>
                  <p:tags r:id="rId40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>
                  <p:custDataLst>
                    <p:tags r:id="rId41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>
                <p:custDataLst>
                  <p:tags r:id="rId43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1282782" y="1846047"/>
            <a:ext cx="10302302" cy="4176354"/>
            <a:chOff x="938499" y="1965320"/>
            <a:chExt cx="10302302" cy="4176354"/>
          </a:xfrm>
        </p:grpSpPr>
        <p:sp>
          <p:nvSpPr>
            <p:cNvPr id="37" name="椭圆 36"/>
            <p:cNvSpPr/>
            <p:nvPr/>
          </p:nvSpPr>
          <p:spPr>
            <a:xfrm>
              <a:off x="1424383" y="2239581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38500" y="1965320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 dirty="0"/>
                <a:t>01</a:t>
              </a:r>
              <a:endParaRPr kumimoji="1" lang="zh-CN" altLang="en-US" sz="5400" b="1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938500" y="3182619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{vItem.item1_Desc}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 39"/>
            <p:cNvSpPr>
              <a:spLocks noChangeAspect="1"/>
            </p:cNvSpPr>
            <p:nvPr/>
          </p:nvSpPr>
          <p:spPr>
            <a:xfrm>
              <a:off x="938499" y="2741432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{vItem.item1}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4052825" y="2239581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566942" y="1965320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/>
                <a:t>02</a:t>
              </a:r>
              <a:endParaRPr kumimoji="1" lang="zh-CN" altLang="en-US" sz="5400" b="1" dirty="0"/>
            </a:p>
          </p:txBody>
        </p:sp>
        <p:sp>
          <p:nvSpPr>
            <p:cNvPr id="35" name="矩形 34"/>
            <p:cNvSpPr/>
            <p:nvPr/>
          </p:nvSpPr>
          <p:spPr>
            <a:xfrm>
              <a:off x="3566942" y="3182619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{vItem.item2_Desc}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>
              <a:spLocks noChangeAspect="1"/>
            </p:cNvSpPr>
            <p:nvPr/>
          </p:nvSpPr>
          <p:spPr>
            <a:xfrm>
              <a:off x="3566941" y="2741432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{vItem.item2}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681267" y="2239581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195384" y="1965320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/>
                <a:t>03</a:t>
              </a:r>
              <a:endParaRPr kumimoji="1" lang="zh-CN" altLang="en-US" sz="5400" b="1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6195384" y="3182619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{vItem.item3_Desc}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 31"/>
            <p:cNvSpPr>
              <a:spLocks noChangeAspect="1"/>
            </p:cNvSpPr>
            <p:nvPr/>
          </p:nvSpPr>
          <p:spPr>
            <a:xfrm>
              <a:off x="6195383" y="2741432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{vItem.item3}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9309709" y="2239581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823826" y="1965320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 dirty="0"/>
                <a:t>04</a:t>
              </a:r>
              <a:endParaRPr kumimoji="1" lang="zh-CN" altLang="en-US" sz="5400" b="1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8823826" y="3182619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{vItem.item4_Desc}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>
              <a:spLocks noChangeAspect="1"/>
            </p:cNvSpPr>
            <p:nvPr/>
          </p:nvSpPr>
          <p:spPr>
            <a:xfrm>
              <a:off x="8823825" y="2741432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{vItem.item4}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2738604" y="4490357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252721" y="4216096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 dirty="0"/>
                <a:t>05</a:t>
              </a:r>
              <a:endParaRPr kumimoji="1" lang="zh-CN" altLang="en-US" sz="5400" b="1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252721" y="5433395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{vItem.item5_Desc}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>
              <a:spLocks noChangeAspect="1"/>
            </p:cNvSpPr>
            <p:nvPr/>
          </p:nvSpPr>
          <p:spPr>
            <a:xfrm>
              <a:off x="2252720" y="4992208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{vItem.item5_Desc}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367046" y="4490357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881163" y="4216096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/>
                <a:t>06</a:t>
              </a:r>
              <a:endParaRPr kumimoji="1" lang="zh-CN" altLang="en-US" sz="5400" b="1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881163" y="5433395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{item6.desc}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/>
            <p:cNvSpPr>
              <a:spLocks noChangeAspect="1"/>
            </p:cNvSpPr>
            <p:nvPr/>
          </p:nvSpPr>
          <p:spPr>
            <a:xfrm>
              <a:off x="4881162" y="4992208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{item6.desc}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995488" y="4490357"/>
              <a:ext cx="441189" cy="44118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509605" y="4216096"/>
              <a:ext cx="927072" cy="77611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 anchorCtr="0">
              <a:noAutofit/>
            </a:bodyPr>
            <a:lstStyle/>
            <a:p>
              <a:pPr algn="ctr"/>
              <a:r>
                <a:rPr kumimoji="1" lang="en-US" altLang="zh-CN" sz="5400" b="1" dirty="0"/>
                <a:t>07</a:t>
              </a:r>
              <a:endParaRPr kumimoji="1" lang="zh-CN" altLang="en-US" sz="5400" b="1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509605" y="5433395"/>
              <a:ext cx="2416975" cy="708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i="0" dirty="0">
                  <a:solidFill>
                    <a:schemeClr val="tx1"/>
                  </a:solidFill>
                  <a:effectLst/>
                </a:rPr>
                <a:t>{item7.desc}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>
              <a:spLocks noChangeAspect="1"/>
            </p:cNvSpPr>
            <p:nvPr/>
          </p:nvSpPr>
          <p:spPr>
            <a:xfrm>
              <a:off x="7509604" y="4992208"/>
              <a:ext cx="2416975" cy="44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b="1" dirty="0">
                  <a:solidFill>
                    <a:schemeClr val="tx1"/>
                  </a:solidFill>
                </a:rPr>
                <a:t>{item7.desc}</a:t>
              </a:r>
              <a:endParaRPr kumimoji="1" lang="en-US" altLang="zh-CN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extra1-7</a:t>
            </a:r>
            <a:endParaRPr lang="en-US" sz="1050" dirty="0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73100" y="1221740"/>
            <a:ext cx="10845800" cy="4067175"/>
            <a:chOff x="666750" y="2079625"/>
            <a:chExt cx="10845800" cy="4067175"/>
          </a:xfrm>
        </p:grpSpPr>
        <p:grpSp>
          <p:nvGrpSpPr>
            <p:cNvPr id="4" name="组合 3"/>
            <p:cNvGrpSpPr/>
            <p:nvPr/>
          </p:nvGrpSpPr>
          <p:grpSpPr>
            <a:xfrm>
              <a:off x="666750" y="2079625"/>
              <a:ext cx="3040455" cy="4067175"/>
              <a:chOff x="666750" y="2079625"/>
              <a:chExt cx="3040455" cy="4067175"/>
            </a:xfrm>
          </p:grpSpPr>
          <p:sp>
            <p:nvSpPr>
              <p:cNvPr id="16" name="矩形: 圆角 15"/>
              <p:cNvSpPr/>
              <p:nvPr/>
            </p:nvSpPr>
            <p:spPr>
              <a:xfrm>
                <a:off x="666750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320202" y="2370137"/>
                <a:ext cx="1733550" cy="1733550"/>
              </a:xfrm>
              <a:prstGeom prst="ellipse">
                <a:avLst/>
              </a:prstGeom>
              <a:blipFill>
                <a:blip r:embed="rId1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66751" y="4394199"/>
                <a:ext cx="3040454" cy="59947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/>
                  <a:t>{vItem.item1_Desc}</a:t>
                </a:r>
                <a:endParaRPr lang="id-ID" b="1" dirty="0"/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666751" y="4993679"/>
                <a:ext cx="3040454" cy="9136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4569423" y="2079625"/>
              <a:ext cx="3040454" cy="4067175"/>
              <a:chOff x="4569423" y="2079625"/>
              <a:chExt cx="3040454" cy="4067175"/>
            </a:xfrm>
          </p:grpSpPr>
          <p:sp>
            <p:nvSpPr>
              <p:cNvPr id="12" name="矩形: 圆角 11"/>
              <p:cNvSpPr/>
              <p:nvPr/>
            </p:nvSpPr>
            <p:spPr>
              <a:xfrm>
                <a:off x="4569423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5222874" y="2370137"/>
                <a:ext cx="1733550" cy="1733550"/>
              </a:xfrm>
              <a:prstGeom prst="ellipse">
                <a:avLst/>
              </a:prstGeom>
              <a:blipFill>
                <a:blip r:embed="rId2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4569423" y="4394199"/>
                <a:ext cx="3040454" cy="59947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/>
                  <a:t>{vItem.item1_Desc}</a:t>
                </a:r>
                <a:endParaRPr lang="id-ID" b="1" dirty="0"/>
              </a:p>
            </p:txBody>
          </p:sp>
          <p:sp>
            <p:nvSpPr>
              <p:cNvPr id="15" name="矩形 14"/>
              <p:cNvSpPr/>
              <p:nvPr/>
            </p:nvSpPr>
            <p:spPr bwMode="auto">
              <a:xfrm>
                <a:off x="4569423" y="4993679"/>
                <a:ext cx="3040454" cy="9136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472095" y="2079625"/>
              <a:ext cx="3040455" cy="4067175"/>
              <a:chOff x="8472095" y="2079625"/>
              <a:chExt cx="3040455" cy="4067175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8472095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9125547" y="2370137"/>
                <a:ext cx="1733550" cy="1733550"/>
              </a:xfrm>
              <a:prstGeom prst="ellipse">
                <a:avLst/>
              </a:prstGeom>
              <a:blipFill>
                <a:blip r:embed="rId3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472096" y="4394199"/>
                <a:ext cx="3040454" cy="59947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/>
                  <a:t>{vItem.item1_Desc}</a:t>
                </a:r>
                <a:endParaRPr lang="id-ID" b="1" dirty="0"/>
              </a:p>
            </p:txBody>
          </p:sp>
          <p:sp>
            <p:nvSpPr>
              <p:cNvPr id="11" name="矩形 10"/>
              <p:cNvSpPr/>
              <p:nvPr/>
            </p:nvSpPr>
            <p:spPr bwMode="auto">
              <a:xfrm>
                <a:off x="8472096" y="4993679"/>
                <a:ext cx="3040454" cy="9136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</p:grpSp>
      <p:sp>
        <p:nvSpPr>
          <p:cNvPr id="21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443475" y="1105844"/>
            <a:ext cx="9305050" cy="3810326"/>
            <a:chOff x="1437125" y="2323774"/>
            <a:chExt cx="9305050" cy="3810326"/>
          </a:xfrm>
        </p:grpSpPr>
        <p:grpSp>
          <p:nvGrpSpPr>
            <p:cNvPr id="5" name="组合 4"/>
            <p:cNvGrpSpPr/>
            <p:nvPr/>
          </p:nvGrpSpPr>
          <p:grpSpPr>
            <a:xfrm>
              <a:off x="1437125" y="2323774"/>
              <a:ext cx="2435170" cy="3810326"/>
              <a:chOff x="665517" y="2323774"/>
              <a:chExt cx="2435170" cy="3810326"/>
            </a:xfrm>
          </p:grpSpPr>
          <p:sp>
            <p:nvSpPr>
              <p:cNvPr id="18" name="任意多边形: 形状 17"/>
              <p:cNvSpPr/>
              <p:nvPr>
                <p:custDataLst>
                  <p:tags r:id="rId2"/>
                </p:custDataLst>
              </p:nvPr>
            </p:nvSpPr>
            <p:spPr>
              <a:xfrm>
                <a:off x="1200913" y="2323774"/>
                <a:ext cx="1365084" cy="1365082"/>
              </a:xfrm>
              <a:custGeom>
                <a:avLst/>
                <a:gdLst>
                  <a:gd name="connsiteX0" fmla="*/ 0 w 2599531"/>
                  <a:gd name="connsiteY0" fmla="*/ 1299766 h 2599531"/>
                  <a:gd name="connsiteX1" fmla="*/ 1299766 w 2599531"/>
                  <a:gd name="connsiteY1" fmla="*/ 0 h 2599531"/>
                  <a:gd name="connsiteX2" fmla="*/ 2599532 w 2599531"/>
                  <a:gd name="connsiteY2" fmla="*/ 1299766 h 2599531"/>
                  <a:gd name="connsiteX3" fmla="*/ 1299766 w 2599531"/>
                  <a:gd name="connsiteY3" fmla="*/ 2599532 h 2599531"/>
                  <a:gd name="connsiteX4" fmla="*/ 0 w 2599531"/>
                  <a:gd name="connsiteY4" fmla="*/ 1299766 h 259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531" h="2599531">
                    <a:moveTo>
                      <a:pt x="0" y="1299766"/>
                    </a:moveTo>
                    <a:cubicBezTo>
                      <a:pt x="0" y="581925"/>
                      <a:pt x="581925" y="0"/>
                      <a:pt x="1299766" y="0"/>
                    </a:cubicBezTo>
                    <a:cubicBezTo>
                      <a:pt x="2017607" y="0"/>
                      <a:pt x="2599532" y="581925"/>
                      <a:pt x="2599532" y="1299766"/>
                    </a:cubicBezTo>
                    <a:cubicBezTo>
                      <a:pt x="2599532" y="2017607"/>
                      <a:pt x="2017607" y="2599532"/>
                      <a:pt x="1299766" y="2599532"/>
                    </a:cubicBezTo>
                    <a:cubicBezTo>
                      <a:pt x="581925" y="2599532"/>
                      <a:pt x="0" y="2017607"/>
                      <a:pt x="0" y="12997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4000" b="1" dirty="0">
                    <a:solidFill>
                      <a:srgbClr val="FFFFFF"/>
                    </a:solidFill>
                  </a:rPr>
                  <a:t>01</a:t>
                </a:r>
                <a:endParaRPr kumimoji="1" lang="zh-CN" altLang="en-US" sz="4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椭圆 18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1793454" y="3787791"/>
                <a:ext cx="180000" cy="1788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endParaRPr kumimoji="1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5517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cxnSp>
            <p:nvCxnSpPr>
              <p:cNvPr id="21" name="直接连接符 20"/>
              <p:cNvCxnSpPr>
                <a:stCxn id="19" idx="4"/>
                <a:endCxn id="20" idx="0"/>
              </p:cNvCxnSpPr>
              <p:nvPr>
                <p:custDataLst>
                  <p:tags r:id="rId5"/>
                </p:custDataLst>
              </p:nvPr>
            </p:nvCxnSpPr>
            <p:spPr>
              <a:xfrm flipH="1">
                <a:off x="1883102" y="3966665"/>
                <a:ext cx="352" cy="564949"/>
              </a:xfrm>
              <a:prstGeom prst="line">
                <a:avLst/>
              </a:prstGeom>
              <a:ln w="1270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5517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72065" y="2345377"/>
              <a:ext cx="2435170" cy="3788723"/>
              <a:chOff x="2419020" y="2345377"/>
              <a:chExt cx="2435170" cy="3788723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3006843" y="2345377"/>
                <a:ext cx="1259524" cy="1196906"/>
              </a:xfrm>
              <a:custGeom>
                <a:avLst/>
                <a:gdLst>
                  <a:gd name="connsiteX0" fmla="*/ 0 w 2176015"/>
                  <a:gd name="connsiteY0" fmla="*/ 1139634 h 2279268"/>
                  <a:gd name="connsiteX1" fmla="*/ 1088008 w 2176015"/>
                  <a:gd name="connsiteY1" fmla="*/ 0 h 2279268"/>
                  <a:gd name="connsiteX2" fmla="*/ 2176016 w 2176015"/>
                  <a:gd name="connsiteY2" fmla="*/ 1139634 h 2279268"/>
                  <a:gd name="connsiteX3" fmla="*/ 1088008 w 2176015"/>
                  <a:gd name="connsiteY3" fmla="*/ 2279268 h 2279268"/>
                  <a:gd name="connsiteX4" fmla="*/ 0 w 2176015"/>
                  <a:gd name="connsiteY4" fmla="*/ 1139634 h 2279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6015" h="2279268">
                    <a:moveTo>
                      <a:pt x="0" y="1139634"/>
                    </a:moveTo>
                    <a:cubicBezTo>
                      <a:pt x="0" y="510232"/>
                      <a:pt x="487118" y="0"/>
                      <a:pt x="1088008" y="0"/>
                    </a:cubicBezTo>
                    <a:cubicBezTo>
                      <a:pt x="1688898" y="0"/>
                      <a:pt x="2176016" y="510232"/>
                      <a:pt x="2176016" y="1139634"/>
                    </a:cubicBezTo>
                    <a:cubicBezTo>
                      <a:pt x="2176016" y="1769036"/>
                      <a:pt x="1688898" y="2279268"/>
                      <a:pt x="1088008" y="2279268"/>
                    </a:cubicBezTo>
                    <a:cubicBezTo>
                      <a:pt x="487118" y="2279268"/>
                      <a:pt x="0" y="1769036"/>
                      <a:pt x="0" y="11396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4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546604" y="3638675"/>
                <a:ext cx="180000" cy="178874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25000" lnSpcReduction="20000"/>
              </a:bodyPr>
              <a:lstStyle/>
              <a:p>
                <a:pPr algn="ctr"/>
                <a:endParaRPr sz="2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19020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cxnSp>
            <p:nvCxnSpPr>
              <p:cNvPr id="16" name="直接连接符 15"/>
              <p:cNvCxnSpPr>
                <a:stCxn id="14" idx="4"/>
                <a:endCxn id="15" idx="0"/>
              </p:cNvCxnSpPr>
              <p:nvPr>
                <p:custDataLst>
                  <p:tags r:id="rId10"/>
                </p:custDataLst>
              </p:nvPr>
            </p:nvCxnSpPr>
            <p:spPr>
              <a:xfrm>
                <a:off x="3636604" y="3817549"/>
                <a:ext cx="1" cy="714065"/>
              </a:xfrm>
              <a:prstGeom prst="line">
                <a:avLst/>
              </a:prstGeom>
              <a:ln w="12700" cap="rnd">
                <a:solidFill>
                  <a:schemeClr val="accent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419020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307005" y="2394954"/>
              <a:ext cx="2435170" cy="3739146"/>
              <a:chOff x="3935139" y="2394954"/>
              <a:chExt cx="2435170" cy="3739146"/>
            </a:xfrm>
          </p:grpSpPr>
          <p:sp>
            <p:nvSpPr>
              <p:cNvPr id="8" name="任意多边形: 形状 7"/>
              <p:cNvSpPr/>
              <p:nvPr>
                <p:custDataLst>
                  <p:tags r:id="rId12"/>
                </p:custDataLst>
              </p:nvPr>
            </p:nvSpPr>
            <p:spPr>
              <a:xfrm>
                <a:off x="4603848" y="2394954"/>
                <a:ext cx="1097750" cy="1097750"/>
              </a:xfrm>
              <a:custGeom>
                <a:avLst/>
                <a:gdLst>
                  <a:gd name="connsiteX0" fmla="*/ 0 w 1799993"/>
                  <a:gd name="connsiteY0" fmla="*/ 899997 h 1799993"/>
                  <a:gd name="connsiteX1" fmla="*/ 899997 w 1799993"/>
                  <a:gd name="connsiteY1" fmla="*/ 0 h 1799993"/>
                  <a:gd name="connsiteX2" fmla="*/ 1799994 w 1799993"/>
                  <a:gd name="connsiteY2" fmla="*/ 899997 h 1799993"/>
                  <a:gd name="connsiteX3" fmla="*/ 899997 w 1799993"/>
                  <a:gd name="connsiteY3" fmla="*/ 1799994 h 1799993"/>
                  <a:gd name="connsiteX4" fmla="*/ 0 w 1799993"/>
                  <a:gd name="connsiteY4" fmla="*/ 899997 h 1799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9993" h="1799993">
                    <a:moveTo>
                      <a:pt x="0" y="899997"/>
                    </a:moveTo>
                    <a:cubicBezTo>
                      <a:pt x="0" y="402942"/>
                      <a:pt x="402942" y="0"/>
                      <a:pt x="899997" y="0"/>
                    </a:cubicBezTo>
                    <a:cubicBezTo>
                      <a:pt x="1397052" y="0"/>
                      <a:pt x="1799994" y="402942"/>
                      <a:pt x="1799994" y="899997"/>
                    </a:cubicBezTo>
                    <a:cubicBezTo>
                      <a:pt x="1799994" y="1397052"/>
                      <a:pt x="1397052" y="1799994"/>
                      <a:pt x="899997" y="1799994"/>
                    </a:cubicBezTo>
                    <a:cubicBezTo>
                      <a:pt x="402942" y="1799994"/>
                      <a:pt x="0" y="1397052"/>
                      <a:pt x="0" y="89999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4000" b="1" dirty="0">
                    <a:solidFill>
                      <a:srgbClr val="FFFFFF"/>
                    </a:solidFill>
                  </a:rPr>
                  <a:t>03</a:t>
                </a:r>
                <a:endParaRPr kumimoji="1" lang="zh-CN" altLang="en-US" sz="4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5062723" y="3550759"/>
                <a:ext cx="180000" cy="1788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endParaRPr kumimoji="1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935139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cxnSp>
            <p:nvCxnSpPr>
              <p:cNvPr id="11" name="直接连接符 10"/>
              <p:cNvCxnSpPr>
                <a:stCxn id="9" idx="4"/>
                <a:endCxn id="10" idx="0"/>
              </p:cNvCxnSpPr>
              <p:nvPr>
                <p:custDataLst>
                  <p:tags r:id="rId15"/>
                </p:custDataLst>
              </p:nvPr>
            </p:nvCxnSpPr>
            <p:spPr>
              <a:xfrm>
                <a:off x="5152723" y="3729633"/>
                <a:ext cx="1" cy="801981"/>
              </a:xfrm>
              <a:prstGeom prst="line">
                <a:avLst/>
              </a:prstGeom>
              <a:ln w="1270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935139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</p:grpSp>
      <p:sp>
        <p:nvSpPr>
          <p:cNvPr id="24" name="标题 1"/>
          <p:cNvSpPr>
            <a:spLocks noGrp="1"/>
          </p:cNvSpPr>
          <p:nvPr/>
        </p:nvSpPr>
        <p:spPr>
          <a:xfrm>
            <a:off x="787400" y="255270"/>
            <a:ext cx="10858500" cy="558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6750" y="1130300"/>
            <a:ext cx="10858500" cy="5003800"/>
            <a:chOff x="660400" y="1130300"/>
            <a:chExt cx="10858500" cy="5003800"/>
          </a:xfrm>
        </p:grpSpPr>
        <p:sp>
          <p:nvSpPr>
            <p:cNvPr id="6" name="椭圆 5"/>
            <p:cNvSpPr/>
            <p:nvPr/>
          </p:nvSpPr>
          <p:spPr bwMode="auto">
            <a:xfrm>
              <a:off x="3875852" y="1459763"/>
              <a:ext cx="4466014" cy="447225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接连接符 6"/>
            <p:cNvCxnSpPr>
              <a:endCxn id="14" idx="0"/>
            </p:cNvCxnSpPr>
            <p:nvPr/>
          </p:nvCxnSpPr>
          <p:spPr>
            <a:xfrm flipH="1">
              <a:off x="6083139" y="2038416"/>
              <a:ext cx="0" cy="3536691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 flipH="1">
              <a:off x="5993986" y="1911933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5993986" y="2522462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5993986" y="3132991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5993986" y="3743520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5993986" y="4354049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5993986" y="4964578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5993986" y="5575107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928913" y="1130300"/>
              <a:ext cx="4785672" cy="8368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{vItem.item1_Desc}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60400" y="1222939"/>
              <a:ext cx="104775" cy="65485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54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451853" y="1527085"/>
              <a:ext cx="5067047" cy="943841"/>
              <a:chOff x="6451853" y="1527085"/>
              <a:chExt cx="5067047" cy="943841"/>
            </a:xfrm>
          </p:grpSpPr>
          <p:sp>
            <p:nvSpPr>
              <p:cNvPr id="48" name="对话气泡: 圆角矩形 47"/>
              <p:cNvSpPr/>
              <p:nvPr/>
            </p:nvSpPr>
            <p:spPr>
              <a:xfrm>
                <a:off x="6451853" y="1531246"/>
                <a:ext cx="5067047" cy="939680"/>
              </a:xfrm>
              <a:prstGeom prst="wedgeRoundRectCallout">
                <a:avLst>
                  <a:gd name="adj1" fmla="val -53644"/>
                  <a:gd name="adj2" fmla="val 4367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 bwMode="auto">
              <a:xfrm>
                <a:off x="7541582" y="1527085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6713741" y="1725285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01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 bwMode="auto">
              <a:xfrm>
                <a:off x="7541582" y="1911130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60400" y="2137614"/>
              <a:ext cx="5067047" cy="943841"/>
              <a:chOff x="660400" y="2137614"/>
              <a:chExt cx="5067047" cy="943841"/>
            </a:xfrm>
          </p:grpSpPr>
          <p:sp>
            <p:nvSpPr>
              <p:cNvPr id="44" name="对话气泡: 圆角矩形 43"/>
              <p:cNvSpPr/>
              <p:nvPr/>
            </p:nvSpPr>
            <p:spPr>
              <a:xfrm flipH="1">
                <a:off x="660400" y="2141775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4904257" y="2335814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02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 bwMode="auto">
              <a:xfrm flipH="1">
                <a:off x="928911" y="2137614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47" name="文本框 46"/>
              <p:cNvSpPr txBox="1"/>
              <p:nvPr/>
            </p:nvSpPr>
            <p:spPr bwMode="auto">
              <a:xfrm flipH="1">
                <a:off x="928911" y="2521659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451853" y="2748143"/>
              <a:ext cx="5067047" cy="943841"/>
              <a:chOff x="6451853" y="2748143"/>
              <a:chExt cx="5067047" cy="943841"/>
            </a:xfrm>
          </p:grpSpPr>
          <p:sp>
            <p:nvSpPr>
              <p:cNvPr id="40" name="对话气泡: 圆角矩形 39"/>
              <p:cNvSpPr/>
              <p:nvPr/>
            </p:nvSpPr>
            <p:spPr>
              <a:xfrm>
                <a:off x="6451853" y="2752304"/>
                <a:ext cx="5067047" cy="939680"/>
              </a:xfrm>
              <a:prstGeom prst="wedgeRoundRectCallout">
                <a:avLst>
                  <a:gd name="adj1" fmla="val -52941"/>
                  <a:gd name="adj2" fmla="val 4367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6713741" y="2946343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03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 bwMode="auto">
              <a:xfrm>
                <a:off x="7541582" y="2748143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43" name="文本框 42"/>
              <p:cNvSpPr txBox="1"/>
              <p:nvPr/>
            </p:nvSpPr>
            <p:spPr bwMode="auto">
              <a:xfrm>
                <a:off x="7541582" y="3132188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400" y="3358672"/>
              <a:ext cx="5067047" cy="943841"/>
              <a:chOff x="660400" y="3358672"/>
              <a:chExt cx="5067047" cy="943841"/>
            </a:xfrm>
          </p:grpSpPr>
          <p:sp>
            <p:nvSpPr>
              <p:cNvPr id="36" name="对话气泡: 圆角矩形 35"/>
              <p:cNvSpPr/>
              <p:nvPr/>
            </p:nvSpPr>
            <p:spPr>
              <a:xfrm flipH="1">
                <a:off x="660400" y="3362833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矩形: 圆角 36"/>
              <p:cNvSpPr/>
              <p:nvPr/>
            </p:nvSpPr>
            <p:spPr>
              <a:xfrm>
                <a:off x="4904257" y="3556872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04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 bwMode="auto">
              <a:xfrm flipH="1">
                <a:off x="928911" y="3742717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 bwMode="auto">
              <a:xfrm flipH="1">
                <a:off x="928911" y="3358672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451853" y="3969201"/>
              <a:ext cx="5067047" cy="943841"/>
              <a:chOff x="6451853" y="3969201"/>
              <a:chExt cx="5067047" cy="943841"/>
            </a:xfrm>
          </p:grpSpPr>
          <p:sp>
            <p:nvSpPr>
              <p:cNvPr id="32" name="对话气泡: 圆角矩形 31"/>
              <p:cNvSpPr/>
              <p:nvPr/>
            </p:nvSpPr>
            <p:spPr>
              <a:xfrm>
                <a:off x="6451853" y="3973362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 bwMode="auto">
              <a:xfrm>
                <a:off x="7541582" y="3969201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6713741" y="4167401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05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 bwMode="auto">
              <a:xfrm>
                <a:off x="7541582" y="4353246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660400" y="4579730"/>
              <a:ext cx="5067047" cy="943841"/>
              <a:chOff x="660400" y="4579730"/>
              <a:chExt cx="5067047" cy="943841"/>
            </a:xfrm>
          </p:grpSpPr>
          <p:sp>
            <p:nvSpPr>
              <p:cNvPr id="28" name="对话气泡: 圆角矩形 27"/>
              <p:cNvSpPr/>
              <p:nvPr/>
            </p:nvSpPr>
            <p:spPr>
              <a:xfrm flipH="1">
                <a:off x="660400" y="4583891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 bwMode="auto">
              <a:xfrm flipH="1">
                <a:off x="928911" y="4579730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4904257" y="4777930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06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 bwMode="auto">
              <a:xfrm flipH="1">
                <a:off x="928911" y="4963775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51853" y="5190259"/>
              <a:ext cx="5067047" cy="943841"/>
              <a:chOff x="6451853" y="5190259"/>
              <a:chExt cx="5067047" cy="943841"/>
            </a:xfrm>
          </p:grpSpPr>
          <p:sp>
            <p:nvSpPr>
              <p:cNvPr id="24" name="对话气泡: 圆角矩形 23"/>
              <p:cNvSpPr/>
              <p:nvPr/>
            </p:nvSpPr>
            <p:spPr>
              <a:xfrm>
                <a:off x="6451853" y="5194420"/>
                <a:ext cx="5067047" cy="939680"/>
              </a:xfrm>
              <a:prstGeom prst="wedgeRoundRectCallout">
                <a:avLst>
                  <a:gd name="adj1" fmla="val -53878"/>
                  <a:gd name="adj2" fmla="val 3103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 bwMode="auto">
              <a:xfrm>
                <a:off x="7541582" y="5190259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6713741" y="5388459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07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 bwMode="auto">
              <a:xfrm>
                <a:off x="7541582" y="5574304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导师见面会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1303481"/>
            <a:ext cx="11983453" cy="4618634"/>
            <a:chOff x="0" y="1303481"/>
            <a:chExt cx="11983453" cy="4618634"/>
          </a:xfrm>
        </p:grpSpPr>
        <p:sp>
          <p:nvSpPr>
            <p:cNvPr id="31" name="矩形 30"/>
            <p:cNvSpPr/>
            <p:nvPr/>
          </p:nvSpPr>
          <p:spPr>
            <a:xfrm>
              <a:off x="6855964" y="2417893"/>
              <a:ext cx="3355174" cy="46333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215401" y="2417893"/>
              <a:ext cx="3731688" cy="46333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0" y="2417893"/>
              <a:ext cx="3152240" cy="463331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4" name="箭头: 右 33"/>
            <p:cNvSpPr/>
            <p:nvPr/>
          </p:nvSpPr>
          <p:spPr>
            <a:xfrm>
              <a:off x="10496532" y="2174032"/>
              <a:ext cx="1486921" cy="941168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>
                <a:solidFill>
                  <a:srgbClr val="FFFFFF"/>
                </a:solidFill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660400" y="1303481"/>
              <a:ext cx="10858500" cy="720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{vItem.item1_Desc}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 flipH="1">
              <a:off x="660420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29796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29799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1117502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01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 flipH="1">
              <a:off x="4332796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502175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502175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4789878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02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 flipH="1">
              <a:off x="8005172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174551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174551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8462254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03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文本框 16"/>
            <p:cNvSpPr txBox="1">
              <a:spLocks noChangeAspect="1"/>
            </p:cNvSpPr>
            <p:nvPr/>
          </p:nvSpPr>
          <p:spPr>
            <a:xfrm>
              <a:off x="2732094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930008" y="2461939"/>
              <a:ext cx="285393" cy="312830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文本框 14"/>
            <p:cNvSpPr txBox="1">
              <a:spLocks noChangeAspect="1"/>
            </p:cNvSpPr>
            <p:nvPr/>
          </p:nvSpPr>
          <p:spPr>
            <a:xfrm>
              <a:off x="6372660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6570574" y="2467428"/>
              <a:ext cx="285393" cy="301856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文本框 12"/>
            <p:cNvSpPr txBox="1">
              <a:spLocks noChangeAspect="1"/>
            </p:cNvSpPr>
            <p:nvPr/>
          </p:nvSpPr>
          <p:spPr>
            <a:xfrm>
              <a:off x="10013225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11139" y="2478208"/>
              <a:ext cx="285393" cy="280294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学术沙龙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761503" y="1144812"/>
            <a:ext cx="10668994" cy="4989288"/>
            <a:chOff x="660398" y="1144812"/>
            <a:chExt cx="10668994" cy="4989288"/>
          </a:xfrm>
        </p:grpSpPr>
        <p:sp>
          <p:nvSpPr>
            <p:cNvPr id="4" name="椭圆 3"/>
            <p:cNvSpPr/>
            <p:nvPr/>
          </p:nvSpPr>
          <p:spPr>
            <a:xfrm>
              <a:off x="7436842" y="1685925"/>
              <a:ext cx="3892550" cy="3892550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36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7963176" y="2212260"/>
              <a:ext cx="2839883" cy="28398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50800" dir="2400000" sx="98000" sy="98000" algn="ctr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{vItem.item1_Desc}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660401" y="1246412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83279" y="1144812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 flipH="1">
              <a:off x="660398" y="2459000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  <a:endParaRPr lang="en-US" altLang="zh-CN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 flipH="1">
              <a:off x="660398" y="1828537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4044756" y="1246412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167634" y="1144812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 flipH="1">
              <a:off x="4044753" y="2459000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  <a:endParaRPr lang="en-US" altLang="zh-CN" sz="1200" dirty="0"/>
            </a:p>
          </p:txBody>
        </p:sp>
        <p:sp>
          <p:nvSpPr>
            <p:cNvPr id="21" name="文本框 20"/>
            <p:cNvSpPr txBox="1"/>
            <p:nvPr/>
          </p:nvSpPr>
          <p:spPr>
            <a:xfrm flipH="1">
              <a:off x="4044753" y="1828537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660401" y="3853056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783279" y="3751456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flipH="1">
              <a:off x="660398" y="5065644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  <a:endParaRPr lang="en-US" altLang="zh-CN" sz="1200" dirty="0"/>
            </a:p>
          </p:txBody>
        </p:sp>
        <p:sp>
          <p:nvSpPr>
            <p:cNvPr id="17" name="文本框 16"/>
            <p:cNvSpPr txBox="1"/>
            <p:nvPr/>
          </p:nvSpPr>
          <p:spPr>
            <a:xfrm flipH="1">
              <a:off x="660398" y="4435181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4044756" y="3853056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167634" y="3751456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4044753" y="5065644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  <a:endParaRPr lang="en-US" altLang="zh-CN" sz="1200" dirty="0"/>
            </a:p>
          </p:txBody>
        </p:sp>
        <p:sp>
          <p:nvSpPr>
            <p:cNvPr id="13" name="文本框 12"/>
            <p:cNvSpPr txBox="1"/>
            <p:nvPr/>
          </p:nvSpPr>
          <p:spPr>
            <a:xfrm flipH="1">
              <a:off x="4044753" y="4435181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职业规划指导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75205" y="1130300"/>
            <a:ext cx="10641591" cy="5035004"/>
            <a:chOff x="877308" y="1130300"/>
            <a:chExt cx="10641591" cy="5035004"/>
          </a:xfrm>
        </p:grpSpPr>
        <p:grpSp>
          <p:nvGrpSpPr>
            <p:cNvPr id="4" name="组合 3"/>
            <p:cNvGrpSpPr/>
            <p:nvPr/>
          </p:nvGrpSpPr>
          <p:grpSpPr>
            <a:xfrm>
              <a:off x="877308" y="1241591"/>
              <a:ext cx="7328911" cy="4923713"/>
              <a:chOff x="877308" y="1241591"/>
              <a:chExt cx="7328911" cy="4923713"/>
            </a:xfrm>
          </p:grpSpPr>
          <p:sp>
            <p:nvSpPr>
              <p:cNvPr id="26" name="任意多边形: 形状 25"/>
              <p:cNvSpPr/>
              <p:nvPr/>
            </p:nvSpPr>
            <p:spPr bwMode="auto">
              <a:xfrm flipH="1">
                <a:off x="2006210" y="2800840"/>
                <a:ext cx="692494" cy="447015"/>
              </a:xfrm>
              <a:custGeom>
                <a:avLst/>
                <a:gdLst/>
                <a:ahLst/>
                <a:cxnLst>
                  <a:cxn ang="0">
                    <a:pos x="474" y="335"/>
                  </a:cxn>
                  <a:cxn ang="0">
                    <a:pos x="525" y="323"/>
                  </a:cxn>
                  <a:cxn ang="0">
                    <a:pos x="512" y="270"/>
                  </a:cxn>
                  <a:cxn ang="0">
                    <a:pos x="61" y="10"/>
                  </a:cxn>
                  <a:cxn ang="0">
                    <a:pos x="11" y="22"/>
                  </a:cxn>
                  <a:cxn ang="0">
                    <a:pos x="23" y="75"/>
                  </a:cxn>
                  <a:cxn ang="0">
                    <a:pos x="474" y="335"/>
                  </a:cxn>
                </a:cxnLst>
                <a:rect l="0" t="0" r="r" b="b"/>
                <a:pathLst>
                  <a:path w="535" h="345">
                    <a:moveTo>
                      <a:pt x="474" y="335"/>
                    </a:moveTo>
                    <a:cubicBezTo>
                      <a:pt x="492" y="345"/>
                      <a:pt x="514" y="341"/>
                      <a:pt x="525" y="323"/>
                    </a:cubicBezTo>
                    <a:cubicBezTo>
                      <a:pt x="535" y="305"/>
                      <a:pt x="530" y="281"/>
                      <a:pt x="512" y="27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3" y="0"/>
                      <a:pt x="21" y="5"/>
                      <a:pt x="11" y="22"/>
                    </a:cubicBezTo>
                    <a:cubicBezTo>
                      <a:pt x="0" y="40"/>
                      <a:pt x="5" y="64"/>
                      <a:pt x="23" y="75"/>
                    </a:cubicBezTo>
                    <a:lnTo>
                      <a:pt x="474" y="335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 flipH="1">
                <a:off x="2078944" y="2925095"/>
                <a:ext cx="692494" cy="447015"/>
              </a:xfrm>
              <a:custGeom>
                <a:avLst/>
                <a:gdLst/>
                <a:ahLst/>
                <a:cxnLst>
                  <a:cxn ang="0">
                    <a:pos x="24" y="76"/>
                  </a:cxn>
                  <a:cxn ang="0">
                    <a:pos x="474" y="336"/>
                  </a:cxn>
                  <a:cxn ang="0">
                    <a:pos x="525" y="323"/>
                  </a:cxn>
                  <a:cxn ang="0">
                    <a:pos x="512" y="271"/>
                  </a:cxn>
                  <a:cxn ang="0">
                    <a:pos x="61" y="11"/>
                  </a:cxn>
                  <a:cxn ang="0">
                    <a:pos x="11" y="23"/>
                  </a:cxn>
                  <a:cxn ang="0">
                    <a:pos x="24" y="76"/>
                  </a:cxn>
                </a:cxnLst>
                <a:rect l="0" t="0" r="r" b="b"/>
                <a:pathLst>
                  <a:path w="535" h="346">
                    <a:moveTo>
                      <a:pt x="24" y="76"/>
                    </a:moveTo>
                    <a:cubicBezTo>
                      <a:pt x="474" y="336"/>
                      <a:pt x="474" y="336"/>
                      <a:pt x="474" y="336"/>
                    </a:cubicBezTo>
                    <a:cubicBezTo>
                      <a:pt x="492" y="346"/>
                      <a:pt x="514" y="341"/>
                      <a:pt x="525" y="323"/>
                    </a:cubicBezTo>
                    <a:cubicBezTo>
                      <a:pt x="535" y="306"/>
                      <a:pt x="530" y="281"/>
                      <a:pt x="512" y="271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43" y="0"/>
                      <a:pt x="21" y="5"/>
                      <a:pt x="11" y="23"/>
                    </a:cubicBezTo>
                    <a:cubicBezTo>
                      <a:pt x="0" y="41"/>
                      <a:pt x="6" y="65"/>
                      <a:pt x="24" y="76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28" name="任意多边形: 形状 27"/>
              <p:cNvSpPr/>
              <p:nvPr/>
            </p:nvSpPr>
            <p:spPr bwMode="auto">
              <a:xfrm flipH="1">
                <a:off x="2139557" y="3050865"/>
                <a:ext cx="1384988" cy="1962320"/>
              </a:xfrm>
              <a:custGeom>
                <a:avLst/>
                <a:gdLst/>
                <a:ahLst/>
                <a:cxnLst>
                  <a:cxn ang="0">
                    <a:pos x="1068" y="298"/>
                  </a:cxn>
                  <a:cxn ang="0">
                    <a:pos x="1058" y="284"/>
                  </a:cxn>
                  <a:cxn ang="0">
                    <a:pos x="1038" y="271"/>
                  </a:cxn>
                  <a:cxn ang="0">
                    <a:pos x="587" y="11"/>
                  </a:cxn>
                  <a:cxn ang="0">
                    <a:pos x="567" y="3"/>
                  </a:cxn>
                  <a:cxn ang="0">
                    <a:pos x="536" y="17"/>
                  </a:cxn>
                  <a:cxn ang="0">
                    <a:pos x="24" y="903"/>
                  </a:cxn>
                  <a:cxn ang="0">
                    <a:pos x="24" y="903"/>
                  </a:cxn>
                  <a:cxn ang="0">
                    <a:pos x="1" y="1456"/>
                  </a:cxn>
                  <a:cxn ang="0">
                    <a:pos x="29" y="1507"/>
                  </a:cxn>
                  <a:cxn ang="0">
                    <a:pos x="87" y="1506"/>
                  </a:cxn>
                  <a:cxn ang="0">
                    <a:pos x="554" y="1209"/>
                  </a:cxn>
                  <a:cxn ang="0">
                    <a:pos x="554" y="1209"/>
                  </a:cxn>
                  <a:cxn ang="0">
                    <a:pos x="1066" y="323"/>
                  </a:cxn>
                  <a:cxn ang="0">
                    <a:pos x="1069" y="304"/>
                  </a:cxn>
                  <a:cxn ang="0">
                    <a:pos x="1068" y="298"/>
                  </a:cxn>
                  <a:cxn ang="0">
                    <a:pos x="509" y="1167"/>
                  </a:cxn>
                  <a:cxn ang="0">
                    <a:pos x="509" y="1167"/>
                  </a:cxn>
                  <a:cxn ang="0">
                    <a:pos x="195" y="1367"/>
                  </a:cxn>
                  <a:cxn ang="0">
                    <a:pos x="194" y="1366"/>
                  </a:cxn>
                  <a:cxn ang="0">
                    <a:pos x="142" y="1310"/>
                  </a:cxn>
                  <a:cxn ang="0">
                    <a:pos x="68" y="1289"/>
                  </a:cxn>
                  <a:cxn ang="0">
                    <a:pos x="68" y="1289"/>
                  </a:cxn>
                  <a:cxn ang="0">
                    <a:pos x="83" y="921"/>
                  </a:cxn>
                  <a:cxn ang="0">
                    <a:pos x="83" y="921"/>
                  </a:cxn>
                  <a:cxn ang="0">
                    <a:pos x="87" y="914"/>
                  </a:cxn>
                  <a:cxn ang="0">
                    <a:pos x="87" y="914"/>
                  </a:cxn>
                  <a:cxn ang="0">
                    <a:pos x="229" y="896"/>
                  </a:cxn>
                  <a:cxn ang="0">
                    <a:pos x="237" y="898"/>
                  </a:cxn>
                  <a:cxn ang="0">
                    <a:pos x="241" y="905"/>
                  </a:cxn>
                  <a:cxn ang="0">
                    <a:pos x="255" y="1023"/>
                  </a:cxn>
                  <a:cxn ang="0">
                    <a:pos x="281" y="1063"/>
                  </a:cxn>
                  <a:cxn ang="0">
                    <a:pos x="281" y="1063"/>
                  </a:cxn>
                  <a:cxn ang="0">
                    <a:pos x="328" y="1067"/>
                  </a:cxn>
                  <a:cxn ang="0">
                    <a:pos x="446" y="1021"/>
                  </a:cxn>
                  <a:cxn ang="0">
                    <a:pos x="457" y="1025"/>
                  </a:cxn>
                  <a:cxn ang="0">
                    <a:pos x="513" y="1161"/>
                  </a:cxn>
                  <a:cxn ang="0">
                    <a:pos x="513" y="1161"/>
                  </a:cxn>
                  <a:cxn ang="0">
                    <a:pos x="509" y="1167"/>
                  </a:cxn>
                  <a:cxn ang="0">
                    <a:pos x="538" y="1117"/>
                  </a:cxn>
                  <a:cxn ang="0">
                    <a:pos x="538" y="1117"/>
                  </a:cxn>
                  <a:cxn ang="0">
                    <a:pos x="494" y="1010"/>
                  </a:cxn>
                  <a:cxn ang="0">
                    <a:pos x="432" y="984"/>
                  </a:cxn>
                  <a:cxn ang="0">
                    <a:pos x="314" y="1030"/>
                  </a:cxn>
                  <a:cxn ang="0">
                    <a:pos x="301" y="1029"/>
                  </a:cxn>
                  <a:cxn ang="0">
                    <a:pos x="294" y="1018"/>
                  </a:cxn>
                  <a:cxn ang="0">
                    <a:pos x="280" y="901"/>
                  </a:cxn>
                  <a:cxn ang="0">
                    <a:pos x="267" y="872"/>
                  </a:cxn>
                  <a:cxn ang="0">
                    <a:pos x="224" y="856"/>
                  </a:cxn>
                  <a:cxn ang="0">
                    <a:pos x="113" y="871"/>
                  </a:cxn>
                  <a:cxn ang="0">
                    <a:pos x="112" y="870"/>
                  </a:cxn>
                  <a:cxn ang="0">
                    <a:pos x="566" y="85"/>
                  </a:cxn>
                  <a:cxn ang="0">
                    <a:pos x="566" y="85"/>
                  </a:cxn>
                  <a:cxn ang="0">
                    <a:pos x="992" y="331"/>
                  </a:cxn>
                  <a:cxn ang="0">
                    <a:pos x="992" y="331"/>
                  </a:cxn>
                  <a:cxn ang="0">
                    <a:pos x="538" y="1117"/>
                  </a:cxn>
                </a:cxnLst>
                <a:rect l="0" t="0" r="r" b="b"/>
                <a:pathLst>
                  <a:path w="1070" h="1517">
                    <a:moveTo>
                      <a:pt x="1068" y="298"/>
                    </a:moveTo>
                    <a:cubicBezTo>
                      <a:pt x="1066" y="293"/>
                      <a:pt x="1063" y="288"/>
                      <a:pt x="1058" y="284"/>
                    </a:cubicBezTo>
                    <a:cubicBezTo>
                      <a:pt x="1053" y="280"/>
                      <a:pt x="1046" y="275"/>
                      <a:pt x="1038" y="271"/>
                    </a:cubicBezTo>
                    <a:cubicBezTo>
                      <a:pt x="587" y="11"/>
                      <a:pt x="587" y="11"/>
                      <a:pt x="587" y="11"/>
                    </a:cubicBezTo>
                    <a:cubicBezTo>
                      <a:pt x="580" y="6"/>
                      <a:pt x="573" y="4"/>
                      <a:pt x="567" y="3"/>
                    </a:cubicBezTo>
                    <a:cubicBezTo>
                      <a:pt x="555" y="0"/>
                      <a:pt x="542" y="6"/>
                      <a:pt x="536" y="17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1" y="1456"/>
                      <a:pt x="1" y="1456"/>
                      <a:pt x="1" y="1456"/>
                    </a:cubicBezTo>
                    <a:cubicBezTo>
                      <a:pt x="0" y="1477"/>
                      <a:pt x="11" y="1496"/>
                      <a:pt x="29" y="1507"/>
                    </a:cubicBezTo>
                    <a:cubicBezTo>
                      <a:pt x="47" y="1517"/>
                      <a:pt x="70" y="1517"/>
                      <a:pt x="87" y="1506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1066" y="323"/>
                      <a:pt x="1066" y="323"/>
                      <a:pt x="1066" y="323"/>
                    </a:cubicBezTo>
                    <a:cubicBezTo>
                      <a:pt x="1069" y="317"/>
                      <a:pt x="1070" y="311"/>
                      <a:pt x="1069" y="304"/>
                    </a:cubicBezTo>
                    <a:cubicBezTo>
                      <a:pt x="1069" y="302"/>
                      <a:pt x="1069" y="300"/>
                      <a:pt x="1068" y="298"/>
                    </a:cubicBezTo>
                    <a:close/>
                    <a:moveTo>
                      <a:pt x="509" y="1167"/>
                    </a:moveTo>
                    <a:cubicBezTo>
                      <a:pt x="509" y="1167"/>
                      <a:pt x="509" y="1167"/>
                      <a:pt x="509" y="1167"/>
                    </a:cubicBezTo>
                    <a:cubicBezTo>
                      <a:pt x="195" y="1367"/>
                      <a:pt x="195" y="1367"/>
                      <a:pt x="195" y="1367"/>
                    </a:cubicBezTo>
                    <a:cubicBezTo>
                      <a:pt x="194" y="1366"/>
                      <a:pt x="194" y="1366"/>
                      <a:pt x="194" y="1366"/>
                    </a:cubicBezTo>
                    <a:cubicBezTo>
                      <a:pt x="179" y="1342"/>
                      <a:pt x="158" y="1320"/>
                      <a:pt x="142" y="1310"/>
                    </a:cubicBezTo>
                    <a:cubicBezTo>
                      <a:pt x="124" y="1300"/>
                      <a:pt x="95" y="1292"/>
                      <a:pt x="68" y="1289"/>
                    </a:cubicBezTo>
                    <a:cubicBezTo>
                      <a:pt x="68" y="1289"/>
                      <a:pt x="68" y="1289"/>
                      <a:pt x="68" y="1289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229" y="896"/>
                      <a:pt x="229" y="896"/>
                      <a:pt x="229" y="896"/>
                    </a:cubicBezTo>
                    <a:cubicBezTo>
                      <a:pt x="233" y="896"/>
                      <a:pt x="235" y="897"/>
                      <a:pt x="237" y="898"/>
                    </a:cubicBezTo>
                    <a:cubicBezTo>
                      <a:pt x="238" y="899"/>
                      <a:pt x="240" y="901"/>
                      <a:pt x="241" y="905"/>
                    </a:cubicBezTo>
                    <a:cubicBezTo>
                      <a:pt x="255" y="1023"/>
                      <a:pt x="255" y="1023"/>
                      <a:pt x="255" y="1023"/>
                    </a:cubicBezTo>
                    <a:cubicBezTo>
                      <a:pt x="257" y="1040"/>
                      <a:pt x="266" y="1054"/>
                      <a:pt x="281" y="1063"/>
                    </a:cubicBezTo>
                    <a:cubicBezTo>
                      <a:pt x="281" y="1063"/>
                      <a:pt x="281" y="1063"/>
                      <a:pt x="281" y="1063"/>
                    </a:cubicBezTo>
                    <a:cubicBezTo>
                      <a:pt x="296" y="1072"/>
                      <a:pt x="313" y="1073"/>
                      <a:pt x="328" y="1067"/>
                    </a:cubicBezTo>
                    <a:cubicBezTo>
                      <a:pt x="446" y="1021"/>
                      <a:pt x="446" y="1021"/>
                      <a:pt x="446" y="1021"/>
                    </a:cubicBezTo>
                    <a:cubicBezTo>
                      <a:pt x="450" y="1019"/>
                      <a:pt x="455" y="1021"/>
                      <a:pt x="457" y="1025"/>
                    </a:cubicBezTo>
                    <a:cubicBezTo>
                      <a:pt x="513" y="1161"/>
                      <a:pt x="513" y="1161"/>
                      <a:pt x="513" y="1161"/>
                    </a:cubicBezTo>
                    <a:cubicBezTo>
                      <a:pt x="513" y="1161"/>
                      <a:pt x="513" y="1161"/>
                      <a:pt x="513" y="1161"/>
                    </a:cubicBezTo>
                    <a:lnTo>
                      <a:pt x="509" y="1167"/>
                    </a:lnTo>
                    <a:close/>
                    <a:moveTo>
                      <a:pt x="538" y="1117"/>
                    </a:moveTo>
                    <a:cubicBezTo>
                      <a:pt x="538" y="1117"/>
                      <a:pt x="538" y="1117"/>
                      <a:pt x="538" y="1117"/>
                    </a:cubicBezTo>
                    <a:cubicBezTo>
                      <a:pt x="494" y="1010"/>
                      <a:pt x="494" y="1010"/>
                      <a:pt x="494" y="1010"/>
                    </a:cubicBezTo>
                    <a:cubicBezTo>
                      <a:pt x="484" y="986"/>
                      <a:pt x="456" y="974"/>
                      <a:pt x="432" y="984"/>
                    </a:cubicBezTo>
                    <a:cubicBezTo>
                      <a:pt x="314" y="1030"/>
                      <a:pt x="314" y="1030"/>
                      <a:pt x="314" y="1030"/>
                    </a:cubicBezTo>
                    <a:cubicBezTo>
                      <a:pt x="308" y="1032"/>
                      <a:pt x="303" y="1030"/>
                      <a:pt x="301" y="1029"/>
                    </a:cubicBezTo>
                    <a:cubicBezTo>
                      <a:pt x="299" y="1027"/>
                      <a:pt x="295" y="1024"/>
                      <a:pt x="294" y="1018"/>
                    </a:cubicBezTo>
                    <a:cubicBezTo>
                      <a:pt x="280" y="901"/>
                      <a:pt x="280" y="901"/>
                      <a:pt x="280" y="901"/>
                    </a:cubicBezTo>
                    <a:cubicBezTo>
                      <a:pt x="279" y="891"/>
                      <a:pt x="275" y="880"/>
                      <a:pt x="267" y="872"/>
                    </a:cubicBezTo>
                    <a:cubicBezTo>
                      <a:pt x="256" y="860"/>
                      <a:pt x="240" y="854"/>
                      <a:pt x="224" y="856"/>
                    </a:cubicBezTo>
                    <a:cubicBezTo>
                      <a:pt x="113" y="871"/>
                      <a:pt x="113" y="871"/>
                      <a:pt x="113" y="871"/>
                    </a:cubicBezTo>
                    <a:cubicBezTo>
                      <a:pt x="112" y="871"/>
                      <a:pt x="112" y="871"/>
                      <a:pt x="112" y="870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992" y="331"/>
                      <a:pt x="992" y="331"/>
                      <a:pt x="992" y="331"/>
                    </a:cubicBezTo>
                    <a:cubicBezTo>
                      <a:pt x="992" y="331"/>
                      <a:pt x="992" y="331"/>
                      <a:pt x="992" y="331"/>
                    </a:cubicBezTo>
                    <a:lnTo>
                      <a:pt x="538" y="1117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29" name="任意多边形: 形状 28"/>
              <p:cNvSpPr/>
              <p:nvPr/>
            </p:nvSpPr>
            <p:spPr bwMode="auto">
              <a:xfrm flipH="1">
                <a:off x="877308" y="1956815"/>
                <a:ext cx="245479" cy="133347"/>
              </a:xfrm>
              <a:custGeom>
                <a:avLst/>
                <a:gdLst/>
                <a:ahLst/>
                <a:cxnLst>
                  <a:cxn ang="0">
                    <a:pos x="33" y="33"/>
                  </a:cxn>
                  <a:cxn ang="0">
                    <a:pos x="5" y="76"/>
                  </a:cxn>
                  <a:cxn ang="0">
                    <a:pos x="51" y="99"/>
                  </a:cxn>
                  <a:cxn ang="0">
                    <a:pos x="155" y="71"/>
                  </a:cxn>
                  <a:cxn ang="0">
                    <a:pos x="184" y="28"/>
                  </a:cxn>
                  <a:cxn ang="0">
                    <a:pos x="138" y="5"/>
                  </a:cxn>
                  <a:cxn ang="0">
                    <a:pos x="33" y="33"/>
                  </a:cxn>
                </a:cxnLst>
                <a:rect l="0" t="0" r="r" b="b"/>
                <a:pathLst>
                  <a:path w="189" h="104">
                    <a:moveTo>
                      <a:pt x="33" y="33"/>
                    </a:moveTo>
                    <a:cubicBezTo>
                      <a:pt x="13" y="39"/>
                      <a:pt x="0" y="58"/>
                      <a:pt x="5" y="76"/>
                    </a:cubicBezTo>
                    <a:cubicBezTo>
                      <a:pt x="10" y="94"/>
                      <a:pt x="31" y="104"/>
                      <a:pt x="51" y="99"/>
                    </a:cubicBezTo>
                    <a:cubicBezTo>
                      <a:pt x="155" y="71"/>
                      <a:pt x="155" y="71"/>
                      <a:pt x="155" y="71"/>
                    </a:cubicBezTo>
                    <a:cubicBezTo>
                      <a:pt x="176" y="65"/>
                      <a:pt x="189" y="46"/>
                      <a:pt x="184" y="28"/>
                    </a:cubicBezTo>
                    <a:cubicBezTo>
                      <a:pt x="179" y="10"/>
                      <a:pt x="158" y="0"/>
                      <a:pt x="138" y="5"/>
                    </a:cubicBezTo>
                    <a:lnTo>
                      <a:pt x="33" y="33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id="30" name="任意多边形: 形状 29"/>
              <p:cNvSpPr/>
              <p:nvPr/>
            </p:nvSpPr>
            <p:spPr bwMode="auto">
              <a:xfrm flipH="1">
                <a:off x="2077429" y="1241591"/>
                <a:ext cx="134862" cy="243964"/>
              </a:xfrm>
              <a:custGeom>
                <a:avLst/>
                <a:gdLst/>
                <a:ahLst/>
                <a:cxnLst>
                  <a:cxn ang="0">
                    <a:pos x="99" y="138"/>
                  </a:cxn>
                  <a:cxn ang="0">
                    <a:pos x="76" y="184"/>
                  </a:cxn>
                  <a:cxn ang="0">
                    <a:pos x="33" y="155"/>
                  </a:cxn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8"/>
                  </a:cxn>
                </a:cxnLst>
                <a:rect l="0" t="0" r="r" b="b"/>
                <a:pathLst>
                  <a:path w="104" h="189">
                    <a:moveTo>
                      <a:pt x="99" y="138"/>
                    </a:moveTo>
                    <a:cubicBezTo>
                      <a:pt x="104" y="158"/>
                      <a:pt x="94" y="179"/>
                      <a:pt x="76" y="184"/>
                    </a:cubicBezTo>
                    <a:cubicBezTo>
                      <a:pt x="58" y="189"/>
                      <a:pt x="39" y="176"/>
                      <a:pt x="33" y="155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0" y="31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lnTo>
                      <a:pt x="99" y="138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 flipH="1">
                <a:off x="1616777" y="3026620"/>
                <a:ext cx="134862" cy="243964"/>
              </a:xfrm>
              <a:custGeom>
                <a:avLst/>
                <a:gdLst/>
                <a:ahLst/>
                <a:cxnLst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7"/>
                  </a:cxn>
                  <a:cxn ang="0">
                    <a:pos x="76" y="183"/>
                  </a:cxn>
                  <a:cxn ang="0">
                    <a:pos x="33" y="155"/>
                  </a:cxn>
                  <a:cxn ang="0">
                    <a:pos x="5" y="51"/>
                  </a:cxn>
                </a:cxnLst>
                <a:rect l="0" t="0" r="r" b="b"/>
                <a:pathLst>
                  <a:path w="104" h="188">
                    <a:moveTo>
                      <a:pt x="5" y="51"/>
                    </a:moveTo>
                    <a:cubicBezTo>
                      <a:pt x="0" y="30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cubicBezTo>
                      <a:pt x="99" y="137"/>
                      <a:pt x="99" y="137"/>
                      <a:pt x="99" y="137"/>
                    </a:cubicBezTo>
                    <a:cubicBezTo>
                      <a:pt x="104" y="158"/>
                      <a:pt x="94" y="179"/>
                      <a:pt x="76" y="183"/>
                    </a:cubicBezTo>
                    <a:cubicBezTo>
                      <a:pt x="58" y="188"/>
                      <a:pt x="39" y="175"/>
                      <a:pt x="33" y="155"/>
                    </a:cubicBezTo>
                    <a:lnTo>
                      <a:pt x="5" y="51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</a:p>
            </p:txBody>
          </p:sp>
          <p:sp>
            <p:nvSpPr>
              <p:cNvPr id="32" name="任意多边形: 形状 31"/>
              <p:cNvSpPr/>
              <p:nvPr/>
            </p:nvSpPr>
            <p:spPr bwMode="auto">
              <a:xfrm flipH="1">
                <a:off x="2660821" y="2446258"/>
                <a:ext cx="245479" cy="136377"/>
              </a:xfrm>
              <a:custGeom>
                <a:avLst/>
                <a:gdLst/>
                <a:ahLst/>
                <a:cxnLst>
                  <a:cxn ang="0">
                    <a:pos x="155" y="72"/>
                  </a:cxn>
                  <a:cxn ang="0">
                    <a:pos x="184" y="29"/>
                  </a:cxn>
                  <a:cxn ang="0">
                    <a:pos x="138" y="6"/>
                  </a:cxn>
                  <a:cxn ang="0">
                    <a:pos x="34" y="34"/>
                  </a:cxn>
                  <a:cxn ang="0">
                    <a:pos x="5" y="77"/>
                  </a:cxn>
                  <a:cxn ang="0">
                    <a:pos x="51" y="99"/>
                  </a:cxn>
                  <a:cxn ang="0">
                    <a:pos x="155" y="72"/>
                  </a:cxn>
                </a:cxnLst>
                <a:rect l="0" t="0" r="r" b="b"/>
                <a:pathLst>
                  <a:path w="189" h="105">
                    <a:moveTo>
                      <a:pt x="155" y="72"/>
                    </a:moveTo>
                    <a:cubicBezTo>
                      <a:pt x="176" y="66"/>
                      <a:pt x="189" y="47"/>
                      <a:pt x="184" y="29"/>
                    </a:cubicBezTo>
                    <a:cubicBezTo>
                      <a:pt x="179" y="11"/>
                      <a:pt x="158" y="0"/>
                      <a:pt x="138" y="6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3" y="39"/>
                      <a:pt x="0" y="59"/>
                      <a:pt x="5" y="77"/>
                    </a:cubicBezTo>
                    <a:cubicBezTo>
                      <a:pt x="10" y="95"/>
                      <a:pt x="31" y="105"/>
                      <a:pt x="51" y="99"/>
                    </a:cubicBezTo>
                    <a:lnTo>
                      <a:pt x="155" y="72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id="33" name="任意多边形: 形状 32"/>
              <p:cNvSpPr/>
              <p:nvPr/>
            </p:nvSpPr>
            <p:spPr bwMode="auto">
              <a:xfrm flipH="1">
                <a:off x="1328869" y="1318872"/>
                <a:ext cx="174260" cy="231842"/>
              </a:xfrm>
              <a:custGeom>
                <a:avLst/>
                <a:gdLst/>
                <a:ahLst/>
                <a:cxnLst>
                  <a:cxn ang="0">
                    <a:pos x="10" y="119"/>
                  </a:cxn>
                  <a:cxn ang="0">
                    <a:pos x="21" y="170"/>
                  </a:cxn>
                  <a:cxn ang="0">
                    <a:pos x="69" y="153"/>
                  </a:cxn>
                  <a:cxn ang="0">
                    <a:pos x="123" y="60"/>
                  </a:cxn>
                  <a:cxn ang="0">
                    <a:pos x="113" y="9"/>
                  </a:cxn>
                  <a:cxn ang="0">
                    <a:pos x="64" y="26"/>
                  </a:cxn>
                  <a:cxn ang="0">
                    <a:pos x="10" y="119"/>
                  </a:cxn>
                </a:cxnLst>
                <a:rect l="0" t="0" r="r" b="b"/>
                <a:pathLst>
                  <a:path w="134" h="179">
                    <a:moveTo>
                      <a:pt x="10" y="119"/>
                    </a:moveTo>
                    <a:cubicBezTo>
                      <a:pt x="0" y="138"/>
                      <a:pt x="4" y="160"/>
                      <a:pt x="21" y="170"/>
                    </a:cubicBezTo>
                    <a:cubicBezTo>
                      <a:pt x="37" y="179"/>
                      <a:pt x="59" y="171"/>
                      <a:pt x="69" y="153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4" y="41"/>
                      <a:pt x="129" y="19"/>
                      <a:pt x="113" y="9"/>
                    </a:cubicBezTo>
                    <a:cubicBezTo>
                      <a:pt x="97" y="0"/>
                      <a:pt x="75" y="7"/>
                      <a:pt x="64" y="26"/>
                    </a:cubicBezTo>
                    <a:lnTo>
                      <a:pt x="10" y="119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</a:p>
            </p:txBody>
          </p:sp>
          <p:sp>
            <p:nvSpPr>
              <p:cNvPr id="34" name="任意多边形: 形状 33"/>
              <p:cNvSpPr/>
              <p:nvPr/>
            </p:nvSpPr>
            <p:spPr bwMode="auto">
              <a:xfrm flipH="1">
                <a:off x="2592633" y="1776494"/>
                <a:ext cx="231842" cy="172745"/>
              </a:xfrm>
              <a:custGeom>
                <a:avLst/>
                <a:gdLst/>
                <a:ahLst/>
                <a:cxnLst>
                  <a:cxn ang="0">
                    <a:pos x="59" y="11"/>
                  </a:cxn>
                  <a:cxn ang="0">
                    <a:pos x="9" y="21"/>
                  </a:cxn>
                  <a:cxn ang="0">
                    <a:pos x="25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5"/>
                  </a:cxn>
                  <a:cxn ang="0">
                    <a:pos x="59" y="11"/>
                  </a:cxn>
                </a:cxnLst>
                <a:rect l="0" t="0" r="r" b="b"/>
                <a:pathLst>
                  <a:path w="179" h="134">
                    <a:moveTo>
                      <a:pt x="59" y="11"/>
                    </a:moveTo>
                    <a:cubicBezTo>
                      <a:pt x="41" y="0"/>
                      <a:pt x="18" y="5"/>
                      <a:pt x="9" y="21"/>
                    </a:cubicBezTo>
                    <a:cubicBezTo>
                      <a:pt x="0" y="37"/>
                      <a:pt x="7" y="59"/>
                      <a:pt x="25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5"/>
                    </a:cubicBezTo>
                    <a:lnTo>
                      <a:pt x="59" y="11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</a:p>
            </p:txBody>
          </p:sp>
          <p:sp>
            <p:nvSpPr>
              <p:cNvPr id="35" name="任意多边形: 形状 34"/>
              <p:cNvSpPr/>
              <p:nvPr/>
            </p:nvSpPr>
            <p:spPr bwMode="auto">
              <a:xfrm flipH="1">
                <a:off x="1042476" y="2672039"/>
                <a:ext cx="231842" cy="172745"/>
              </a:xfrm>
              <a:custGeom>
                <a:avLst/>
                <a:gdLst/>
                <a:ahLst/>
                <a:cxnLst>
                  <a:cxn ang="0">
                    <a:pos x="60" y="10"/>
                  </a:cxn>
                  <a:cxn ang="0">
                    <a:pos x="9" y="21"/>
                  </a:cxn>
                  <a:cxn ang="0">
                    <a:pos x="26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4"/>
                  </a:cxn>
                  <a:cxn ang="0">
                    <a:pos x="60" y="10"/>
                  </a:cxn>
                </a:cxnLst>
                <a:rect l="0" t="0" r="r" b="b"/>
                <a:pathLst>
                  <a:path w="179" h="134">
                    <a:moveTo>
                      <a:pt x="60" y="10"/>
                    </a:moveTo>
                    <a:cubicBezTo>
                      <a:pt x="41" y="0"/>
                      <a:pt x="19" y="4"/>
                      <a:pt x="9" y="21"/>
                    </a:cubicBezTo>
                    <a:cubicBezTo>
                      <a:pt x="0" y="37"/>
                      <a:pt x="7" y="59"/>
                      <a:pt x="26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4"/>
                    </a:cubicBezTo>
                    <a:lnTo>
                      <a:pt x="60" y="10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 flipH="1">
                <a:off x="1142486" y="1515861"/>
                <a:ext cx="1489544" cy="1624407"/>
              </a:xfrm>
              <a:custGeom>
                <a:avLst/>
                <a:gdLst/>
                <a:ahLst/>
                <a:cxnLst>
                  <a:cxn ang="0">
                    <a:pos x="510" y="1256"/>
                  </a:cxn>
                  <a:cxn ang="0">
                    <a:pos x="0" y="961"/>
                  </a:cxn>
                  <a:cxn ang="0">
                    <a:pos x="13" y="937"/>
                  </a:cxn>
                  <a:cxn ang="0">
                    <a:pos x="32" y="713"/>
                  </a:cxn>
                  <a:cxn ang="0">
                    <a:pos x="73" y="317"/>
                  </a:cxn>
                  <a:cxn ang="0">
                    <a:pos x="373" y="37"/>
                  </a:cxn>
                  <a:cxn ang="0">
                    <a:pos x="616" y="7"/>
                  </a:cxn>
                  <a:cxn ang="0">
                    <a:pos x="848" y="77"/>
                  </a:cxn>
                  <a:cxn ang="0">
                    <a:pos x="852" y="80"/>
                  </a:cxn>
                  <a:cxn ang="0">
                    <a:pos x="853" y="80"/>
                  </a:cxn>
                  <a:cxn ang="0">
                    <a:pos x="1029" y="245"/>
                  </a:cxn>
                  <a:cxn ang="0">
                    <a:pos x="1125" y="470"/>
                  </a:cxn>
                  <a:cxn ang="0">
                    <a:pos x="1032" y="870"/>
                  </a:cxn>
                  <a:cxn ang="0">
                    <a:pos x="710" y="1104"/>
                  </a:cxn>
                  <a:cxn ang="0">
                    <a:pos x="524" y="1232"/>
                  </a:cxn>
                  <a:cxn ang="0">
                    <a:pos x="510" y="1256"/>
                  </a:cxn>
                  <a:cxn ang="0">
                    <a:pos x="75" y="939"/>
                  </a:cxn>
                  <a:cxn ang="0">
                    <a:pos x="492" y="1180"/>
                  </a:cxn>
                  <a:cxn ang="0">
                    <a:pos x="686" y="1053"/>
                  </a:cxn>
                  <a:cxn ang="0">
                    <a:pos x="987" y="836"/>
                  </a:cxn>
                  <a:cxn ang="0">
                    <a:pos x="1069" y="481"/>
                  </a:cxn>
                  <a:cxn ang="0">
                    <a:pos x="824" y="128"/>
                  </a:cxn>
                  <a:cxn ang="0">
                    <a:pos x="820" y="126"/>
                  </a:cxn>
                  <a:cxn ang="0">
                    <a:pos x="392" y="90"/>
                  </a:cxn>
                  <a:cxn ang="0">
                    <a:pos x="125" y="339"/>
                  </a:cxn>
                  <a:cxn ang="0">
                    <a:pos x="88" y="708"/>
                  </a:cxn>
                  <a:cxn ang="0">
                    <a:pos x="75" y="939"/>
                  </a:cxn>
                </a:cxnLst>
                <a:rect l="0" t="0" r="r" b="b"/>
                <a:pathLst>
                  <a:path w="1152" h="1256">
                    <a:moveTo>
                      <a:pt x="510" y="1256"/>
                    </a:moveTo>
                    <a:cubicBezTo>
                      <a:pt x="0" y="961"/>
                      <a:pt x="0" y="961"/>
                      <a:pt x="0" y="961"/>
                    </a:cubicBezTo>
                    <a:cubicBezTo>
                      <a:pt x="13" y="937"/>
                      <a:pt x="13" y="937"/>
                      <a:pt x="13" y="937"/>
                    </a:cubicBezTo>
                    <a:cubicBezTo>
                      <a:pt x="46" y="877"/>
                      <a:pt x="40" y="801"/>
                      <a:pt x="32" y="713"/>
                    </a:cubicBezTo>
                    <a:cubicBezTo>
                      <a:pt x="23" y="604"/>
                      <a:pt x="11" y="468"/>
                      <a:pt x="73" y="317"/>
                    </a:cubicBezTo>
                    <a:cubicBezTo>
                      <a:pt x="128" y="184"/>
                      <a:pt x="234" y="85"/>
                      <a:pt x="373" y="37"/>
                    </a:cubicBezTo>
                    <a:cubicBezTo>
                      <a:pt x="449" y="10"/>
                      <a:pt x="533" y="0"/>
                      <a:pt x="616" y="7"/>
                    </a:cubicBezTo>
                    <a:cubicBezTo>
                      <a:pt x="699" y="14"/>
                      <a:pt x="779" y="38"/>
                      <a:pt x="848" y="77"/>
                    </a:cubicBezTo>
                    <a:cubicBezTo>
                      <a:pt x="852" y="80"/>
                      <a:pt x="852" y="80"/>
                      <a:pt x="852" y="80"/>
                    </a:cubicBezTo>
                    <a:cubicBezTo>
                      <a:pt x="853" y="80"/>
                      <a:pt x="853" y="80"/>
                      <a:pt x="853" y="80"/>
                    </a:cubicBezTo>
                    <a:cubicBezTo>
                      <a:pt x="920" y="120"/>
                      <a:pt x="981" y="177"/>
                      <a:pt x="1029" y="245"/>
                    </a:cubicBezTo>
                    <a:cubicBezTo>
                      <a:pt x="1076" y="313"/>
                      <a:pt x="1109" y="391"/>
                      <a:pt x="1125" y="470"/>
                    </a:cubicBezTo>
                    <a:cubicBezTo>
                      <a:pt x="1152" y="615"/>
                      <a:pt x="1119" y="757"/>
                      <a:pt x="1032" y="870"/>
                    </a:cubicBezTo>
                    <a:cubicBezTo>
                      <a:pt x="932" y="1000"/>
                      <a:pt x="809" y="1057"/>
                      <a:pt x="710" y="1104"/>
                    </a:cubicBezTo>
                    <a:cubicBezTo>
                      <a:pt x="629" y="1141"/>
                      <a:pt x="560" y="1174"/>
                      <a:pt x="524" y="1232"/>
                    </a:cubicBezTo>
                    <a:lnTo>
                      <a:pt x="510" y="1256"/>
                    </a:lnTo>
                    <a:close/>
                    <a:moveTo>
                      <a:pt x="75" y="939"/>
                    </a:moveTo>
                    <a:cubicBezTo>
                      <a:pt x="492" y="1180"/>
                      <a:pt x="492" y="1180"/>
                      <a:pt x="492" y="1180"/>
                    </a:cubicBezTo>
                    <a:cubicBezTo>
                      <a:pt x="538" y="1122"/>
                      <a:pt x="607" y="1090"/>
                      <a:pt x="686" y="1053"/>
                    </a:cubicBezTo>
                    <a:cubicBezTo>
                      <a:pt x="784" y="1007"/>
                      <a:pt x="896" y="955"/>
                      <a:pt x="987" y="836"/>
                    </a:cubicBezTo>
                    <a:cubicBezTo>
                      <a:pt x="1087" y="707"/>
                      <a:pt x="1087" y="572"/>
                      <a:pt x="1069" y="481"/>
                    </a:cubicBezTo>
                    <a:cubicBezTo>
                      <a:pt x="1042" y="337"/>
                      <a:pt x="948" y="201"/>
                      <a:pt x="824" y="128"/>
                    </a:cubicBezTo>
                    <a:cubicBezTo>
                      <a:pt x="820" y="126"/>
                      <a:pt x="820" y="126"/>
                      <a:pt x="820" y="126"/>
                    </a:cubicBezTo>
                    <a:cubicBezTo>
                      <a:pt x="695" y="55"/>
                      <a:pt x="530" y="41"/>
                      <a:pt x="392" y="90"/>
                    </a:cubicBezTo>
                    <a:cubicBezTo>
                      <a:pt x="304" y="120"/>
                      <a:pt x="187" y="188"/>
                      <a:pt x="125" y="339"/>
                    </a:cubicBezTo>
                    <a:cubicBezTo>
                      <a:pt x="68" y="477"/>
                      <a:pt x="79" y="600"/>
                      <a:pt x="88" y="708"/>
                    </a:cubicBezTo>
                    <a:cubicBezTo>
                      <a:pt x="96" y="795"/>
                      <a:pt x="102" y="871"/>
                      <a:pt x="75" y="93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7" name="任意多边形: 形状 36"/>
              <p:cNvSpPr/>
              <p:nvPr/>
            </p:nvSpPr>
            <p:spPr bwMode="auto">
              <a:xfrm flipH="1">
                <a:off x="1286440" y="1799223"/>
                <a:ext cx="481867" cy="553086"/>
              </a:xfrm>
              <a:custGeom>
                <a:avLst/>
                <a:gdLst/>
                <a:ahLst/>
                <a:cxnLst>
                  <a:cxn ang="0">
                    <a:pos x="90" y="42"/>
                  </a:cxn>
                  <a:cxn ang="0">
                    <a:pos x="16" y="171"/>
                  </a:cxn>
                  <a:cxn ang="0">
                    <a:pos x="15" y="174"/>
                  </a:cxn>
                  <a:cxn ang="0">
                    <a:pos x="4" y="267"/>
                  </a:cxn>
                  <a:cxn ang="0">
                    <a:pos x="40" y="375"/>
                  </a:cxn>
                  <a:cxn ang="0">
                    <a:pos x="44" y="375"/>
                  </a:cxn>
                  <a:cxn ang="0">
                    <a:pos x="112" y="379"/>
                  </a:cxn>
                  <a:cxn ang="0">
                    <a:pos x="149" y="332"/>
                  </a:cxn>
                  <a:cxn ang="0">
                    <a:pos x="149" y="331"/>
                  </a:cxn>
                  <a:cxn ang="0">
                    <a:pos x="148" y="330"/>
                  </a:cxn>
                  <a:cxn ang="0">
                    <a:pos x="131" y="312"/>
                  </a:cxn>
                  <a:cxn ang="0">
                    <a:pos x="134" y="301"/>
                  </a:cxn>
                  <a:cxn ang="0">
                    <a:pos x="145" y="304"/>
                  </a:cxn>
                  <a:cxn ang="0">
                    <a:pos x="192" y="323"/>
                  </a:cxn>
                  <a:cxn ang="0">
                    <a:pos x="202" y="327"/>
                  </a:cxn>
                  <a:cxn ang="0">
                    <a:pos x="197" y="337"/>
                  </a:cxn>
                  <a:cxn ang="0">
                    <a:pos x="171" y="340"/>
                  </a:cxn>
                  <a:cxn ang="0">
                    <a:pos x="137" y="391"/>
                  </a:cxn>
                  <a:cxn ang="0">
                    <a:pos x="254" y="416"/>
                  </a:cxn>
                  <a:cxn ang="0">
                    <a:pos x="319" y="366"/>
                  </a:cxn>
                  <a:cxn ang="0">
                    <a:pos x="320" y="365"/>
                  </a:cxn>
                  <a:cxn ang="0">
                    <a:pos x="312" y="237"/>
                  </a:cxn>
                  <a:cxn ang="0">
                    <a:pos x="306" y="232"/>
                  </a:cxn>
                  <a:cxn ang="0">
                    <a:pos x="307" y="226"/>
                  </a:cxn>
                  <a:cxn ang="0">
                    <a:pos x="247" y="115"/>
                  </a:cxn>
                  <a:cxn ang="0">
                    <a:pos x="227" y="149"/>
                  </a:cxn>
                  <a:cxn ang="0">
                    <a:pos x="180" y="179"/>
                  </a:cxn>
                  <a:cxn ang="0">
                    <a:pos x="108" y="171"/>
                  </a:cxn>
                  <a:cxn ang="0">
                    <a:pos x="106" y="171"/>
                  </a:cxn>
                  <a:cxn ang="0">
                    <a:pos x="104" y="169"/>
                  </a:cxn>
                  <a:cxn ang="0">
                    <a:pos x="85" y="182"/>
                  </a:cxn>
                  <a:cxn ang="0">
                    <a:pos x="78" y="181"/>
                  </a:cxn>
                  <a:cxn ang="0">
                    <a:pos x="75" y="178"/>
                  </a:cxn>
                  <a:cxn ang="0">
                    <a:pos x="79" y="168"/>
                  </a:cxn>
                  <a:cxn ang="0">
                    <a:pos x="106" y="126"/>
                  </a:cxn>
                  <a:cxn ang="0">
                    <a:pos x="114" y="118"/>
                  </a:cxn>
                  <a:cxn ang="0">
                    <a:pos x="122" y="125"/>
                  </a:cxn>
                  <a:cxn ang="0">
                    <a:pos x="118" y="150"/>
                  </a:cxn>
                  <a:cxn ang="0">
                    <a:pos x="210" y="134"/>
                  </a:cxn>
                  <a:cxn ang="0">
                    <a:pos x="229" y="96"/>
                  </a:cxn>
                  <a:cxn ang="0">
                    <a:pos x="192" y="14"/>
                  </a:cxn>
                  <a:cxn ang="0">
                    <a:pos x="164" y="4"/>
                  </a:cxn>
                  <a:cxn ang="0">
                    <a:pos x="110" y="18"/>
                  </a:cxn>
                  <a:cxn ang="0">
                    <a:pos x="90" y="42"/>
                  </a:cxn>
                </a:cxnLst>
                <a:rect l="0" t="0" r="r" b="b"/>
                <a:pathLst>
                  <a:path w="372" h="428">
                    <a:moveTo>
                      <a:pt x="90" y="42"/>
                    </a:moveTo>
                    <a:cubicBezTo>
                      <a:pt x="16" y="171"/>
                      <a:pt x="16" y="171"/>
                      <a:pt x="16" y="171"/>
                    </a:cubicBezTo>
                    <a:cubicBezTo>
                      <a:pt x="16" y="172"/>
                      <a:pt x="16" y="173"/>
                      <a:pt x="15" y="174"/>
                    </a:cubicBezTo>
                    <a:cubicBezTo>
                      <a:pt x="15" y="175"/>
                      <a:pt x="0" y="215"/>
                      <a:pt x="4" y="267"/>
                    </a:cubicBezTo>
                    <a:cubicBezTo>
                      <a:pt x="6" y="307"/>
                      <a:pt x="19" y="343"/>
                      <a:pt x="40" y="375"/>
                    </a:cubicBezTo>
                    <a:cubicBezTo>
                      <a:pt x="42" y="375"/>
                      <a:pt x="43" y="375"/>
                      <a:pt x="44" y="375"/>
                    </a:cubicBezTo>
                    <a:cubicBezTo>
                      <a:pt x="71" y="387"/>
                      <a:pt x="93" y="388"/>
                      <a:pt x="112" y="379"/>
                    </a:cubicBezTo>
                    <a:cubicBezTo>
                      <a:pt x="139" y="366"/>
                      <a:pt x="149" y="333"/>
                      <a:pt x="149" y="332"/>
                    </a:cubicBezTo>
                    <a:cubicBezTo>
                      <a:pt x="149" y="332"/>
                      <a:pt x="149" y="332"/>
                      <a:pt x="149" y="331"/>
                    </a:cubicBezTo>
                    <a:cubicBezTo>
                      <a:pt x="149" y="331"/>
                      <a:pt x="148" y="331"/>
                      <a:pt x="148" y="330"/>
                    </a:cubicBezTo>
                    <a:cubicBezTo>
                      <a:pt x="137" y="322"/>
                      <a:pt x="131" y="312"/>
                      <a:pt x="131" y="312"/>
                    </a:cubicBezTo>
                    <a:cubicBezTo>
                      <a:pt x="129" y="308"/>
                      <a:pt x="130" y="303"/>
                      <a:pt x="134" y="301"/>
                    </a:cubicBezTo>
                    <a:cubicBezTo>
                      <a:pt x="138" y="299"/>
                      <a:pt x="142" y="300"/>
                      <a:pt x="145" y="304"/>
                    </a:cubicBezTo>
                    <a:cubicBezTo>
                      <a:pt x="145" y="305"/>
                      <a:pt x="162" y="334"/>
                      <a:pt x="192" y="323"/>
                    </a:cubicBezTo>
                    <a:cubicBezTo>
                      <a:pt x="196" y="321"/>
                      <a:pt x="200" y="323"/>
                      <a:pt x="202" y="327"/>
                    </a:cubicBezTo>
                    <a:cubicBezTo>
                      <a:pt x="203" y="331"/>
                      <a:pt x="201" y="336"/>
                      <a:pt x="197" y="337"/>
                    </a:cubicBezTo>
                    <a:cubicBezTo>
                      <a:pt x="188" y="341"/>
                      <a:pt x="179" y="342"/>
                      <a:pt x="171" y="340"/>
                    </a:cubicBezTo>
                    <a:cubicBezTo>
                      <a:pt x="168" y="348"/>
                      <a:pt x="159" y="373"/>
                      <a:pt x="137" y="391"/>
                    </a:cubicBezTo>
                    <a:cubicBezTo>
                      <a:pt x="171" y="421"/>
                      <a:pt x="223" y="428"/>
                      <a:pt x="254" y="416"/>
                    </a:cubicBezTo>
                    <a:cubicBezTo>
                      <a:pt x="298" y="400"/>
                      <a:pt x="319" y="366"/>
                      <a:pt x="319" y="366"/>
                    </a:cubicBezTo>
                    <a:cubicBezTo>
                      <a:pt x="320" y="365"/>
                      <a:pt x="320" y="365"/>
                      <a:pt x="320" y="365"/>
                    </a:cubicBezTo>
                    <a:cubicBezTo>
                      <a:pt x="372" y="283"/>
                      <a:pt x="314" y="238"/>
                      <a:pt x="312" y="237"/>
                    </a:cubicBezTo>
                    <a:cubicBezTo>
                      <a:pt x="306" y="232"/>
                      <a:pt x="306" y="232"/>
                      <a:pt x="306" y="232"/>
                    </a:cubicBezTo>
                    <a:cubicBezTo>
                      <a:pt x="307" y="226"/>
                      <a:pt x="307" y="226"/>
                      <a:pt x="307" y="226"/>
                    </a:cubicBezTo>
                    <a:cubicBezTo>
                      <a:pt x="316" y="167"/>
                      <a:pt x="272" y="131"/>
                      <a:pt x="247" y="115"/>
                    </a:cubicBezTo>
                    <a:cubicBezTo>
                      <a:pt x="244" y="125"/>
                      <a:pt x="237" y="137"/>
                      <a:pt x="227" y="149"/>
                    </a:cubicBezTo>
                    <a:cubicBezTo>
                      <a:pt x="214" y="164"/>
                      <a:pt x="198" y="174"/>
                      <a:pt x="180" y="179"/>
                    </a:cubicBezTo>
                    <a:cubicBezTo>
                      <a:pt x="158" y="185"/>
                      <a:pt x="133" y="182"/>
                      <a:pt x="108" y="171"/>
                    </a:cubicBezTo>
                    <a:cubicBezTo>
                      <a:pt x="107" y="171"/>
                      <a:pt x="107" y="171"/>
                      <a:pt x="106" y="171"/>
                    </a:cubicBezTo>
                    <a:cubicBezTo>
                      <a:pt x="106" y="170"/>
                      <a:pt x="105" y="170"/>
                      <a:pt x="104" y="169"/>
                    </a:cubicBezTo>
                    <a:cubicBezTo>
                      <a:pt x="95" y="178"/>
                      <a:pt x="86" y="182"/>
                      <a:pt x="85" y="182"/>
                    </a:cubicBezTo>
                    <a:cubicBezTo>
                      <a:pt x="83" y="183"/>
                      <a:pt x="81" y="183"/>
                      <a:pt x="78" y="181"/>
                    </a:cubicBezTo>
                    <a:cubicBezTo>
                      <a:pt x="77" y="181"/>
                      <a:pt x="76" y="179"/>
                      <a:pt x="75" y="178"/>
                    </a:cubicBezTo>
                    <a:cubicBezTo>
                      <a:pt x="74" y="174"/>
                      <a:pt x="75" y="169"/>
                      <a:pt x="79" y="168"/>
                    </a:cubicBezTo>
                    <a:cubicBezTo>
                      <a:pt x="81" y="167"/>
                      <a:pt x="108" y="155"/>
                      <a:pt x="106" y="126"/>
                    </a:cubicBezTo>
                    <a:cubicBezTo>
                      <a:pt x="106" y="122"/>
                      <a:pt x="109" y="118"/>
                      <a:pt x="114" y="118"/>
                    </a:cubicBezTo>
                    <a:cubicBezTo>
                      <a:pt x="118" y="118"/>
                      <a:pt x="122" y="121"/>
                      <a:pt x="122" y="125"/>
                    </a:cubicBezTo>
                    <a:cubicBezTo>
                      <a:pt x="123" y="135"/>
                      <a:pt x="121" y="143"/>
                      <a:pt x="118" y="150"/>
                    </a:cubicBezTo>
                    <a:cubicBezTo>
                      <a:pt x="167" y="171"/>
                      <a:pt x="196" y="149"/>
                      <a:pt x="210" y="134"/>
                    </a:cubicBezTo>
                    <a:cubicBezTo>
                      <a:pt x="224" y="117"/>
                      <a:pt x="229" y="97"/>
                      <a:pt x="229" y="96"/>
                    </a:cubicBezTo>
                    <a:cubicBezTo>
                      <a:pt x="236" y="63"/>
                      <a:pt x="221" y="31"/>
                      <a:pt x="192" y="14"/>
                    </a:cubicBezTo>
                    <a:cubicBezTo>
                      <a:pt x="183" y="10"/>
                      <a:pt x="174" y="6"/>
                      <a:pt x="164" y="4"/>
                    </a:cubicBezTo>
                    <a:cubicBezTo>
                      <a:pt x="145" y="0"/>
                      <a:pt x="127" y="5"/>
                      <a:pt x="110" y="18"/>
                    </a:cubicBezTo>
                    <a:cubicBezTo>
                      <a:pt x="97" y="29"/>
                      <a:pt x="90" y="42"/>
                      <a:pt x="90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8" name="任意多边形: 形状 37"/>
              <p:cNvSpPr/>
              <p:nvPr/>
            </p:nvSpPr>
            <p:spPr bwMode="auto">
              <a:xfrm flipH="1">
                <a:off x="1337961" y="2099254"/>
                <a:ext cx="722800" cy="666734"/>
              </a:xfrm>
              <a:custGeom>
                <a:avLst/>
                <a:gdLst/>
                <a:ahLst/>
                <a:cxnLst>
                  <a:cxn ang="0">
                    <a:pos x="362" y="381"/>
                  </a:cxn>
                  <a:cxn ang="0">
                    <a:pos x="272" y="324"/>
                  </a:cxn>
                  <a:cxn ang="0">
                    <a:pos x="187" y="270"/>
                  </a:cxn>
                  <a:cxn ang="0">
                    <a:pos x="206" y="257"/>
                  </a:cxn>
                  <a:cxn ang="0">
                    <a:pos x="310" y="296"/>
                  </a:cxn>
                  <a:cxn ang="0">
                    <a:pos x="325" y="302"/>
                  </a:cxn>
                  <a:cxn ang="0">
                    <a:pos x="409" y="373"/>
                  </a:cxn>
                  <a:cxn ang="0">
                    <a:pos x="464" y="367"/>
                  </a:cxn>
                  <a:cxn ang="0">
                    <a:pos x="513" y="267"/>
                  </a:cxn>
                  <a:cxn ang="0">
                    <a:pos x="518" y="254"/>
                  </a:cxn>
                  <a:cxn ang="0">
                    <a:pos x="488" y="206"/>
                  </a:cxn>
                  <a:cxn ang="0">
                    <a:pos x="370" y="192"/>
                  </a:cxn>
                  <a:cxn ang="0">
                    <a:pos x="294" y="175"/>
                  </a:cxn>
                  <a:cxn ang="0">
                    <a:pos x="330" y="218"/>
                  </a:cxn>
                  <a:cxn ang="0">
                    <a:pos x="313" y="221"/>
                  </a:cxn>
                  <a:cxn ang="0">
                    <a:pos x="206" y="36"/>
                  </a:cxn>
                  <a:cxn ang="0">
                    <a:pos x="34" y="300"/>
                  </a:cxn>
                  <a:cxn ang="0">
                    <a:pos x="24" y="452"/>
                  </a:cxn>
                  <a:cxn ang="0">
                    <a:pos x="67" y="488"/>
                  </a:cxn>
                  <a:cxn ang="0">
                    <a:pos x="182" y="495"/>
                  </a:cxn>
                  <a:cxn ang="0">
                    <a:pos x="188" y="492"/>
                  </a:cxn>
                  <a:cxn ang="0">
                    <a:pos x="251" y="369"/>
                  </a:cxn>
                  <a:cxn ang="0">
                    <a:pos x="208" y="383"/>
                  </a:cxn>
                  <a:cxn ang="0">
                    <a:pos x="202" y="374"/>
                  </a:cxn>
                  <a:cxn ang="0">
                    <a:pos x="227" y="366"/>
                  </a:cxn>
                  <a:cxn ang="0">
                    <a:pos x="258" y="336"/>
                  </a:cxn>
                  <a:cxn ang="0">
                    <a:pos x="270" y="346"/>
                  </a:cxn>
                  <a:cxn ang="0">
                    <a:pos x="215" y="502"/>
                  </a:cxn>
                  <a:cxn ang="0">
                    <a:pos x="345" y="463"/>
                  </a:cxn>
                  <a:cxn ang="0">
                    <a:pos x="365" y="414"/>
                  </a:cxn>
                  <a:cxn ang="0">
                    <a:pos x="388" y="414"/>
                  </a:cxn>
                  <a:cxn ang="0">
                    <a:pos x="426" y="416"/>
                  </a:cxn>
                  <a:cxn ang="0">
                    <a:pos x="406" y="396"/>
                  </a:cxn>
                </a:cxnLst>
                <a:rect l="0" t="0" r="r" b="b"/>
                <a:pathLst>
                  <a:path w="559" h="516">
                    <a:moveTo>
                      <a:pt x="406" y="396"/>
                    </a:moveTo>
                    <a:cubicBezTo>
                      <a:pt x="393" y="394"/>
                      <a:pt x="377" y="390"/>
                      <a:pt x="362" y="381"/>
                    </a:cubicBezTo>
                    <a:cubicBezTo>
                      <a:pt x="342" y="370"/>
                      <a:pt x="323" y="351"/>
                      <a:pt x="308" y="321"/>
                    </a:cubicBezTo>
                    <a:cubicBezTo>
                      <a:pt x="300" y="323"/>
                      <a:pt x="287" y="325"/>
                      <a:pt x="272" y="324"/>
                    </a:cubicBezTo>
                    <a:cubicBezTo>
                      <a:pt x="260" y="323"/>
                      <a:pt x="244" y="320"/>
                      <a:pt x="228" y="311"/>
                    </a:cubicBezTo>
                    <a:cubicBezTo>
                      <a:pt x="214" y="303"/>
                      <a:pt x="199" y="290"/>
                      <a:pt x="187" y="270"/>
                    </a:cubicBezTo>
                    <a:cubicBezTo>
                      <a:pt x="183" y="264"/>
                      <a:pt x="185" y="257"/>
                      <a:pt x="190" y="254"/>
                    </a:cubicBezTo>
                    <a:cubicBezTo>
                      <a:pt x="196" y="250"/>
                      <a:pt x="203" y="252"/>
                      <a:pt x="206" y="257"/>
                    </a:cubicBezTo>
                    <a:cubicBezTo>
                      <a:pt x="243" y="315"/>
                      <a:pt x="295" y="301"/>
                      <a:pt x="308" y="297"/>
                    </a:cubicBezTo>
                    <a:cubicBezTo>
                      <a:pt x="308" y="296"/>
                      <a:pt x="309" y="296"/>
                      <a:pt x="310" y="296"/>
                    </a:cubicBezTo>
                    <a:cubicBezTo>
                      <a:pt x="313" y="294"/>
                      <a:pt x="316" y="294"/>
                      <a:pt x="319" y="296"/>
                    </a:cubicBezTo>
                    <a:cubicBezTo>
                      <a:pt x="322" y="297"/>
                      <a:pt x="324" y="299"/>
                      <a:pt x="325" y="302"/>
                    </a:cubicBezTo>
                    <a:cubicBezTo>
                      <a:pt x="326" y="303"/>
                      <a:pt x="326" y="303"/>
                      <a:pt x="326" y="304"/>
                    </a:cubicBezTo>
                    <a:cubicBezTo>
                      <a:pt x="344" y="345"/>
                      <a:pt x="372" y="368"/>
                      <a:pt x="409" y="373"/>
                    </a:cubicBezTo>
                    <a:cubicBezTo>
                      <a:pt x="438" y="376"/>
                      <a:pt x="461" y="368"/>
                      <a:pt x="462" y="368"/>
                    </a:cubicBezTo>
                    <a:cubicBezTo>
                      <a:pt x="462" y="367"/>
                      <a:pt x="463" y="367"/>
                      <a:pt x="464" y="367"/>
                    </a:cubicBezTo>
                    <a:cubicBezTo>
                      <a:pt x="490" y="353"/>
                      <a:pt x="506" y="333"/>
                      <a:pt x="512" y="308"/>
                    </a:cubicBezTo>
                    <a:cubicBezTo>
                      <a:pt x="517" y="285"/>
                      <a:pt x="513" y="267"/>
                      <a:pt x="513" y="267"/>
                    </a:cubicBezTo>
                    <a:cubicBezTo>
                      <a:pt x="511" y="259"/>
                      <a:pt x="511" y="259"/>
                      <a:pt x="511" y="259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59" y="224"/>
                      <a:pt x="557" y="186"/>
                      <a:pt x="551" y="163"/>
                    </a:cubicBezTo>
                    <a:cubicBezTo>
                      <a:pt x="539" y="177"/>
                      <a:pt x="518" y="195"/>
                      <a:pt x="488" y="206"/>
                    </a:cubicBezTo>
                    <a:cubicBezTo>
                      <a:pt x="465" y="214"/>
                      <a:pt x="438" y="215"/>
                      <a:pt x="410" y="208"/>
                    </a:cubicBezTo>
                    <a:cubicBezTo>
                      <a:pt x="396" y="205"/>
                      <a:pt x="382" y="199"/>
                      <a:pt x="370" y="192"/>
                    </a:cubicBezTo>
                    <a:cubicBezTo>
                      <a:pt x="359" y="186"/>
                      <a:pt x="350" y="179"/>
                      <a:pt x="342" y="171"/>
                    </a:cubicBezTo>
                    <a:cubicBezTo>
                      <a:pt x="327" y="176"/>
                      <a:pt x="311" y="178"/>
                      <a:pt x="294" y="175"/>
                    </a:cubicBezTo>
                    <a:cubicBezTo>
                      <a:pt x="304" y="184"/>
                      <a:pt x="315" y="193"/>
                      <a:pt x="327" y="202"/>
                    </a:cubicBezTo>
                    <a:cubicBezTo>
                      <a:pt x="332" y="205"/>
                      <a:pt x="333" y="213"/>
                      <a:pt x="330" y="218"/>
                    </a:cubicBezTo>
                    <a:cubicBezTo>
                      <a:pt x="326" y="223"/>
                      <a:pt x="319" y="224"/>
                      <a:pt x="314" y="221"/>
                    </a:cubicBezTo>
                    <a:cubicBezTo>
                      <a:pt x="314" y="221"/>
                      <a:pt x="314" y="221"/>
                      <a:pt x="313" y="221"/>
                    </a:cubicBezTo>
                    <a:cubicBezTo>
                      <a:pt x="277" y="195"/>
                      <a:pt x="249" y="165"/>
                      <a:pt x="231" y="129"/>
                    </a:cubicBezTo>
                    <a:cubicBezTo>
                      <a:pt x="217" y="101"/>
                      <a:pt x="209" y="69"/>
                      <a:pt x="206" y="36"/>
                    </a:cubicBezTo>
                    <a:cubicBezTo>
                      <a:pt x="206" y="23"/>
                      <a:pt x="206" y="11"/>
                      <a:pt x="207" y="0"/>
                    </a:cubicBezTo>
                    <a:cubicBezTo>
                      <a:pt x="34" y="300"/>
                      <a:pt x="34" y="300"/>
                      <a:pt x="34" y="300"/>
                    </a:cubicBezTo>
                    <a:cubicBezTo>
                      <a:pt x="17" y="329"/>
                      <a:pt x="2" y="357"/>
                      <a:pt x="1" y="389"/>
                    </a:cubicBezTo>
                    <a:cubicBezTo>
                      <a:pt x="0" y="427"/>
                      <a:pt x="24" y="452"/>
                      <a:pt x="24" y="452"/>
                    </a:cubicBezTo>
                    <a:cubicBezTo>
                      <a:pt x="24" y="453"/>
                      <a:pt x="24" y="453"/>
                      <a:pt x="24" y="453"/>
                    </a:cubicBezTo>
                    <a:cubicBezTo>
                      <a:pt x="38" y="467"/>
                      <a:pt x="52" y="479"/>
                      <a:pt x="67" y="488"/>
                    </a:cubicBezTo>
                    <a:cubicBezTo>
                      <a:pt x="93" y="502"/>
                      <a:pt x="120" y="508"/>
                      <a:pt x="148" y="505"/>
                    </a:cubicBezTo>
                    <a:cubicBezTo>
                      <a:pt x="169" y="502"/>
                      <a:pt x="182" y="495"/>
                      <a:pt x="182" y="495"/>
                    </a:cubicBezTo>
                    <a:cubicBezTo>
                      <a:pt x="187" y="492"/>
                      <a:pt x="187" y="492"/>
                      <a:pt x="187" y="492"/>
                    </a:cubicBezTo>
                    <a:cubicBezTo>
                      <a:pt x="188" y="492"/>
                      <a:pt x="188" y="492"/>
                      <a:pt x="188" y="492"/>
                    </a:cubicBezTo>
                    <a:cubicBezTo>
                      <a:pt x="193" y="489"/>
                      <a:pt x="202" y="484"/>
                      <a:pt x="210" y="476"/>
                    </a:cubicBezTo>
                    <a:cubicBezTo>
                      <a:pt x="225" y="462"/>
                      <a:pt x="257" y="424"/>
                      <a:pt x="251" y="369"/>
                    </a:cubicBezTo>
                    <a:cubicBezTo>
                      <a:pt x="244" y="375"/>
                      <a:pt x="237" y="379"/>
                      <a:pt x="231" y="381"/>
                    </a:cubicBezTo>
                    <a:cubicBezTo>
                      <a:pt x="219" y="384"/>
                      <a:pt x="209" y="383"/>
                      <a:pt x="208" y="383"/>
                    </a:cubicBezTo>
                    <a:cubicBezTo>
                      <a:pt x="207" y="382"/>
                      <a:pt x="206" y="382"/>
                      <a:pt x="205" y="382"/>
                    </a:cubicBezTo>
                    <a:cubicBezTo>
                      <a:pt x="203" y="380"/>
                      <a:pt x="201" y="377"/>
                      <a:pt x="202" y="374"/>
                    </a:cubicBezTo>
                    <a:cubicBezTo>
                      <a:pt x="202" y="369"/>
                      <a:pt x="206" y="367"/>
                      <a:pt x="211" y="367"/>
                    </a:cubicBezTo>
                    <a:cubicBezTo>
                      <a:pt x="211" y="367"/>
                      <a:pt x="218" y="368"/>
                      <a:pt x="227" y="366"/>
                    </a:cubicBezTo>
                    <a:cubicBezTo>
                      <a:pt x="237" y="362"/>
                      <a:pt x="245" y="354"/>
                      <a:pt x="248" y="341"/>
                    </a:cubicBezTo>
                    <a:cubicBezTo>
                      <a:pt x="249" y="337"/>
                      <a:pt x="254" y="335"/>
                      <a:pt x="258" y="336"/>
                    </a:cubicBezTo>
                    <a:cubicBezTo>
                      <a:pt x="259" y="336"/>
                      <a:pt x="259" y="337"/>
                      <a:pt x="260" y="337"/>
                    </a:cubicBezTo>
                    <a:cubicBezTo>
                      <a:pt x="265" y="338"/>
                      <a:pt x="269" y="341"/>
                      <a:pt x="270" y="346"/>
                    </a:cubicBezTo>
                    <a:cubicBezTo>
                      <a:pt x="289" y="422"/>
                      <a:pt x="246" y="474"/>
                      <a:pt x="226" y="493"/>
                    </a:cubicBezTo>
                    <a:cubicBezTo>
                      <a:pt x="222" y="497"/>
                      <a:pt x="218" y="500"/>
                      <a:pt x="215" y="502"/>
                    </a:cubicBezTo>
                    <a:cubicBezTo>
                      <a:pt x="262" y="516"/>
                      <a:pt x="306" y="503"/>
                      <a:pt x="343" y="465"/>
                    </a:cubicBezTo>
                    <a:cubicBezTo>
                      <a:pt x="343" y="464"/>
                      <a:pt x="344" y="463"/>
                      <a:pt x="345" y="463"/>
                    </a:cubicBezTo>
                    <a:cubicBezTo>
                      <a:pt x="345" y="462"/>
                      <a:pt x="346" y="461"/>
                      <a:pt x="346" y="461"/>
                    </a:cubicBezTo>
                    <a:cubicBezTo>
                      <a:pt x="351" y="456"/>
                      <a:pt x="365" y="436"/>
                      <a:pt x="365" y="414"/>
                    </a:cubicBezTo>
                    <a:cubicBezTo>
                      <a:pt x="365" y="408"/>
                      <a:pt x="370" y="403"/>
                      <a:pt x="377" y="403"/>
                    </a:cubicBezTo>
                    <a:cubicBezTo>
                      <a:pt x="383" y="402"/>
                      <a:pt x="388" y="408"/>
                      <a:pt x="388" y="414"/>
                    </a:cubicBezTo>
                    <a:cubicBezTo>
                      <a:pt x="389" y="428"/>
                      <a:pt x="385" y="441"/>
                      <a:pt x="380" y="451"/>
                    </a:cubicBezTo>
                    <a:cubicBezTo>
                      <a:pt x="398" y="444"/>
                      <a:pt x="413" y="433"/>
                      <a:pt x="426" y="416"/>
                    </a:cubicBezTo>
                    <a:cubicBezTo>
                      <a:pt x="432" y="409"/>
                      <a:pt x="436" y="402"/>
                      <a:pt x="439" y="396"/>
                    </a:cubicBezTo>
                    <a:cubicBezTo>
                      <a:pt x="430" y="397"/>
                      <a:pt x="418" y="397"/>
                      <a:pt x="406" y="3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9" name="任意多边形: 形状 38"/>
              <p:cNvSpPr/>
              <p:nvPr/>
            </p:nvSpPr>
            <p:spPr bwMode="auto">
              <a:xfrm flipH="1">
                <a:off x="1662236" y="1684060"/>
                <a:ext cx="775836" cy="897061"/>
              </a:xfrm>
              <a:custGeom>
                <a:avLst/>
                <a:gdLst/>
                <a:ahLst/>
                <a:cxnLst>
                  <a:cxn ang="0">
                    <a:pos x="234" y="325"/>
                  </a:cxn>
                  <a:cxn ang="0">
                    <a:pos x="132" y="258"/>
                  </a:cxn>
                  <a:cxn ang="0">
                    <a:pos x="171" y="259"/>
                  </a:cxn>
                  <a:cxn ang="0">
                    <a:pos x="457" y="297"/>
                  </a:cxn>
                  <a:cxn ang="0">
                    <a:pos x="511" y="248"/>
                  </a:cxn>
                  <a:cxn ang="0">
                    <a:pos x="588" y="117"/>
                  </a:cxn>
                  <a:cxn ang="0">
                    <a:pos x="593" y="106"/>
                  </a:cxn>
                  <a:cxn ang="0">
                    <a:pos x="562" y="16"/>
                  </a:cxn>
                  <a:cxn ang="0">
                    <a:pos x="471" y="25"/>
                  </a:cxn>
                  <a:cxn ang="0">
                    <a:pos x="449" y="107"/>
                  </a:cxn>
                  <a:cxn ang="0">
                    <a:pos x="509" y="138"/>
                  </a:cxn>
                  <a:cxn ang="0">
                    <a:pos x="485" y="180"/>
                  </a:cxn>
                  <a:cxn ang="0">
                    <a:pos x="470" y="191"/>
                  </a:cxn>
                  <a:cxn ang="0">
                    <a:pos x="423" y="100"/>
                  </a:cxn>
                  <a:cxn ang="0">
                    <a:pos x="431" y="10"/>
                  </a:cxn>
                  <a:cxn ang="0">
                    <a:pos x="316" y="25"/>
                  </a:cxn>
                  <a:cxn ang="0">
                    <a:pos x="310" y="23"/>
                  </a:cxn>
                  <a:cxn ang="0">
                    <a:pos x="260" y="21"/>
                  </a:cxn>
                  <a:cxn ang="0">
                    <a:pos x="196" y="83"/>
                  </a:cxn>
                  <a:cxn ang="0">
                    <a:pos x="224" y="164"/>
                  </a:cxn>
                  <a:cxn ang="0">
                    <a:pos x="301" y="139"/>
                  </a:cxn>
                  <a:cxn ang="0">
                    <a:pos x="308" y="109"/>
                  </a:cxn>
                  <a:cxn ang="0">
                    <a:pos x="350" y="139"/>
                  </a:cxn>
                  <a:cxn ang="0">
                    <a:pos x="324" y="149"/>
                  </a:cxn>
                  <a:cxn ang="0">
                    <a:pos x="322" y="151"/>
                  </a:cxn>
                  <a:cxn ang="0">
                    <a:pos x="302" y="213"/>
                  </a:cxn>
                  <a:cxn ang="0">
                    <a:pos x="294" y="251"/>
                  </a:cxn>
                  <a:cxn ang="0">
                    <a:pos x="175" y="131"/>
                  </a:cxn>
                  <a:cxn ang="0">
                    <a:pos x="113" y="134"/>
                  </a:cxn>
                  <a:cxn ang="0">
                    <a:pos x="95" y="175"/>
                  </a:cxn>
                  <a:cxn ang="0">
                    <a:pos x="92" y="176"/>
                  </a:cxn>
                  <a:cxn ang="0">
                    <a:pos x="32" y="268"/>
                  </a:cxn>
                  <a:cxn ang="0">
                    <a:pos x="33" y="274"/>
                  </a:cxn>
                  <a:cxn ang="0">
                    <a:pos x="108" y="350"/>
                  </a:cxn>
                  <a:cxn ang="0">
                    <a:pos x="185" y="332"/>
                  </a:cxn>
                  <a:cxn ang="0">
                    <a:pos x="181" y="386"/>
                  </a:cxn>
                  <a:cxn ang="0">
                    <a:pos x="180" y="400"/>
                  </a:cxn>
                  <a:cxn ang="0">
                    <a:pos x="103" y="373"/>
                  </a:cxn>
                  <a:cxn ang="0">
                    <a:pos x="1" y="357"/>
                  </a:cxn>
                  <a:cxn ang="0">
                    <a:pos x="45" y="361"/>
                  </a:cxn>
                  <a:cxn ang="0">
                    <a:pos x="10" y="417"/>
                  </a:cxn>
                  <a:cxn ang="0">
                    <a:pos x="8" y="421"/>
                  </a:cxn>
                  <a:cxn ang="0">
                    <a:pos x="39" y="551"/>
                  </a:cxn>
                  <a:cxn ang="0">
                    <a:pos x="147" y="425"/>
                  </a:cxn>
                  <a:cxn ang="0">
                    <a:pos x="220" y="424"/>
                  </a:cxn>
                  <a:cxn ang="0">
                    <a:pos x="289" y="498"/>
                  </a:cxn>
                  <a:cxn ang="0">
                    <a:pos x="154" y="448"/>
                  </a:cxn>
                  <a:cxn ang="0">
                    <a:pos x="79" y="505"/>
                  </a:cxn>
                  <a:cxn ang="0">
                    <a:pos x="62" y="576"/>
                  </a:cxn>
                  <a:cxn ang="0">
                    <a:pos x="62" y="576"/>
                  </a:cxn>
                  <a:cxn ang="0">
                    <a:pos x="63" y="578"/>
                  </a:cxn>
                  <a:cxn ang="0">
                    <a:pos x="177" y="692"/>
                  </a:cxn>
                  <a:cxn ang="0">
                    <a:pos x="241" y="681"/>
                  </a:cxn>
                  <a:cxn ang="0">
                    <a:pos x="306" y="607"/>
                  </a:cxn>
                </a:cxnLst>
                <a:rect l="0" t="0" r="r" b="b"/>
                <a:pathLst>
                  <a:path w="600" h="693">
                    <a:moveTo>
                      <a:pt x="475" y="312"/>
                    </a:moveTo>
                    <a:cubicBezTo>
                      <a:pt x="469" y="317"/>
                      <a:pt x="462" y="321"/>
                      <a:pt x="455" y="325"/>
                    </a:cubicBezTo>
                    <a:cubicBezTo>
                      <a:pt x="439" y="334"/>
                      <a:pt x="420" y="341"/>
                      <a:pt x="398" y="346"/>
                    </a:cubicBezTo>
                    <a:cubicBezTo>
                      <a:pt x="370" y="353"/>
                      <a:pt x="337" y="354"/>
                      <a:pt x="300" y="347"/>
                    </a:cubicBezTo>
                    <a:cubicBezTo>
                      <a:pt x="279" y="343"/>
                      <a:pt x="257" y="336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22" y="319"/>
                      <a:pt x="206" y="310"/>
                    </a:cubicBezTo>
                    <a:cubicBezTo>
                      <a:pt x="195" y="304"/>
                      <a:pt x="183" y="296"/>
                      <a:pt x="170" y="287"/>
                    </a:cubicBezTo>
                    <a:cubicBezTo>
                      <a:pt x="157" y="279"/>
                      <a:pt x="144" y="269"/>
                      <a:pt x="132" y="258"/>
                    </a:cubicBezTo>
                    <a:cubicBezTo>
                      <a:pt x="124" y="251"/>
                      <a:pt x="116" y="244"/>
                      <a:pt x="110" y="237"/>
                    </a:cubicBezTo>
                    <a:cubicBezTo>
                      <a:pt x="106" y="232"/>
                      <a:pt x="107" y="224"/>
                      <a:pt x="111" y="220"/>
                    </a:cubicBezTo>
                    <a:cubicBezTo>
                      <a:pt x="116" y="216"/>
                      <a:pt x="124" y="217"/>
                      <a:pt x="128" y="222"/>
                    </a:cubicBezTo>
                    <a:cubicBezTo>
                      <a:pt x="133" y="228"/>
                      <a:pt x="140" y="235"/>
                      <a:pt x="147" y="241"/>
                    </a:cubicBezTo>
                    <a:cubicBezTo>
                      <a:pt x="154" y="247"/>
                      <a:pt x="162" y="254"/>
                      <a:pt x="171" y="259"/>
                    </a:cubicBezTo>
                    <a:cubicBezTo>
                      <a:pt x="187" y="271"/>
                      <a:pt x="204" y="282"/>
                      <a:pt x="217" y="290"/>
                    </a:cubicBezTo>
                    <a:cubicBezTo>
                      <a:pt x="232" y="298"/>
                      <a:pt x="243" y="303"/>
                      <a:pt x="244" y="304"/>
                    </a:cubicBezTo>
                    <a:cubicBezTo>
                      <a:pt x="280" y="321"/>
                      <a:pt x="313" y="328"/>
                      <a:pt x="342" y="328"/>
                    </a:cubicBezTo>
                    <a:cubicBezTo>
                      <a:pt x="371" y="329"/>
                      <a:pt x="396" y="324"/>
                      <a:pt x="418" y="316"/>
                    </a:cubicBezTo>
                    <a:cubicBezTo>
                      <a:pt x="432" y="311"/>
                      <a:pt x="445" y="304"/>
                      <a:pt x="457" y="297"/>
                    </a:cubicBezTo>
                    <a:cubicBezTo>
                      <a:pt x="472" y="287"/>
                      <a:pt x="484" y="277"/>
                      <a:pt x="493" y="269"/>
                    </a:cubicBezTo>
                    <a:cubicBezTo>
                      <a:pt x="505" y="257"/>
                      <a:pt x="511" y="249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2" y="247"/>
                      <a:pt x="513" y="247"/>
                      <a:pt x="514" y="246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9" y="115"/>
                      <a:pt x="591" y="112"/>
                      <a:pt x="593" y="106"/>
                    </a:cubicBezTo>
                    <a:cubicBezTo>
                      <a:pt x="596" y="101"/>
                      <a:pt x="598" y="94"/>
                      <a:pt x="599" y="86"/>
                    </a:cubicBezTo>
                    <a:cubicBezTo>
                      <a:pt x="600" y="81"/>
                      <a:pt x="600" y="75"/>
                      <a:pt x="600" y="70"/>
                    </a:cubicBezTo>
                    <a:cubicBezTo>
                      <a:pt x="599" y="62"/>
                      <a:pt x="597" y="55"/>
                      <a:pt x="593" y="47"/>
                    </a:cubicBezTo>
                    <a:cubicBezTo>
                      <a:pt x="591" y="43"/>
                      <a:pt x="588" y="38"/>
                      <a:pt x="584" y="34"/>
                    </a:cubicBezTo>
                    <a:cubicBezTo>
                      <a:pt x="577" y="26"/>
                      <a:pt x="570" y="20"/>
                      <a:pt x="562" y="16"/>
                    </a:cubicBezTo>
                    <a:cubicBezTo>
                      <a:pt x="551" y="9"/>
                      <a:pt x="539" y="6"/>
                      <a:pt x="527" y="5"/>
                    </a:cubicBezTo>
                    <a:cubicBezTo>
                      <a:pt x="515" y="4"/>
                      <a:pt x="504" y="6"/>
                      <a:pt x="493" y="11"/>
                    </a:cubicBezTo>
                    <a:cubicBezTo>
                      <a:pt x="486" y="14"/>
                      <a:pt x="479" y="18"/>
                      <a:pt x="472" y="24"/>
                    </a:cubicBezTo>
                    <a:cubicBezTo>
                      <a:pt x="472" y="24"/>
                      <a:pt x="472" y="24"/>
                      <a:pt x="472" y="24"/>
                    </a:cubicBezTo>
                    <a:cubicBezTo>
                      <a:pt x="472" y="24"/>
                      <a:pt x="472" y="24"/>
                      <a:pt x="471" y="25"/>
                    </a:cubicBezTo>
                    <a:cubicBezTo>
                      <a:pt x="470" y="26"/>
                      <a:pt x="469" y="27"/>
                      <a:pt x="467" y="29"/>
                    </a:cubicBezTo>
                    <a:cubicBezTo>
                      <a:pt x="464" y="32"/>
                      <a:pt x="460" y="37"/>
                      <a:pt x="456" y="44"/>
                    </a:cubicBezTo>
                    <a:cubicBezTo>
                      <a:pt x="454" y="49"/>
                      <a:pt x="451" y="54"/>
                      <a:pt x="449" y="60"/>
                    </a:cubicBezTo>
                    <a:cubicBezTo>
                      <a:pt x="447" y="67"/>
                      <a:pt x="445" y="74"/>
                      <a:pt x="445" y="82"/>
                    </a:cubicBezTo>
                    <a:cubicBezTo>
                      <a:pt x="445" y="90"/>
                      <a:pt x="446" y="99"/>
                      <a:pt x="449" y="107"/>
                    </a:cubicBezTo>
                    <a:cubicBezTo>
                      <a:pt x="452" y="113"/>
                      <a:pt x="454" y="119"/>
                      <a:pt x="459" y="125"/>
                    </a:cubicBezTo>
                    <a:cubicBezTo>
                      <a:pt x="464" y="132"/>
                      <a:pt x="471" y="140"/>
                      <a:pt x="481" y="148"/>
                    </a:cubicBezTo>
                    <a:cubicBezTo>
                      <a:pt x="482" y="146"/>
                      <a:pt x="484" y="144"/>
                      <a:pt x="486" y="143"/>
                    </a:cubicBezTo>
                    <a:cubicBezTo>
                      <a:pt x="489" y="139"/>
                      <a:pt x="494" y="136"/>
                      <a:pt x="499" y="134"/>
                    </a:cubicBezTo>
                    <a:cubicBezTo>
                      <a:pt x="503" y="132"/>
                      <a:pt x="508" y="134"/>
                      <a:pt x="509" y="138"/>
                    </a:cubicBezTo>
                    <a:cubicBezTo>
                      <a:pt x="511" y="142"/>
                      <a:pt x="509" y="146"/>
                      <a:pt x="505" y="148"/>
                    </a:cubicBezTo>
                    <a:cubicBezTo>
                      <a:pt x="502" y="150"/>
                      <a:pt x="499" y="152"/>
                      <a:pt x="496" y="154"/>
                    </a:cubicBezTo>
                    <a:cubicBezTo>
                      <a:pt x="494" y="156"/>
                      <a:pt x="492" y="159"/>
                      <a:pt x="490" y="161"/>
                    </a:cubicBezTo>
                    <a:cubicBezTo>
                      <a:pt x="489" y="164"/>
                      <a:pt x="487" y="168"/>
                      <a:pt x="486" y="171"/>
                    </a:cubicBezTo>
                    <a:cubicBezTo>
                      <a:pt x="486" y="174"/>
                      <a:pt x="485" y="177"/>
                      <a:pt x="485" y="180"/>
                    </a:cubicBezTo>
                    <a:cubicBezTo>
                      <a:pt x="484" y="185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6" y="194"/>
                      <a:pt x="483" y="197"/>
                      <a:pt x="478" y="198"/>
                    </a:cubicBezTo>
                    <a:cubicBezTo>
                      <a:pt x="474" y="199"/>
                      <a:pt x="470" y="196"/>
                      <a:pt x="470" y="191"/>
                    </a:cubicBezTo>
                    <a:cubicBezTo>
                      <a:pt x="470" y="191"/>
                      <a:pt x="469" y="188"/>
                      <a:pt x="469" y="184"/>
                    </a:cubicBezTo>
                    <a:cubicBezTo>
                      <a:pt x="469" y="180"/>
                      <a:pt x="470" y="174"/>
                      <a:pt x="471" y="169"/>
                    </a:cubicBezTo>
                    <a:cubicBezTo>
                      <a:pt x="470" y="168"/>
                      <a:pt x="469" y="168"/>
                      <a:pt x="468" y="167"/>
                    </a:cubicBezTo>
                    <a:cubicBezTo>
                      <a:pt x="454" y="157"/>
                      <a:pt x="444" y="146"/>
                      <a:pt x="437" y="135"/>
                    </a:cubicBezTo>
                    <a:cubicBezTo>
                      <a:pt x="430" y="123"/>
                      <a:pt x="425" y="112"/>
                      <a:pt x="423" y="100"/>
                    </a:cubicBezTo>
                    <a:cubicBezTo>
                      <a:pt x="422" y="93"/>
                      <a:pt x="422" y="85"/>
                      <a:pt x="422" y="78"/>
                    </a:cubicBezTo>
                    <a:cubicBezTo>
                      <a:pt x="423" y="69"/>
                      <a:pt x="425" y="60"/>
                      <a:pt x="427" y="52"/>
                    </a:cubicBezTo>
                    <a:cubicBezTo>
                      <a:pt x="430" y="45"/>
                      <a:pt x="433" y="38"/>
                      <a:pt x="436" y="32"/>
                    </a:cubicBezTo>
                    <a:cubicBezTo>
                      <a:pt x="440" y="27"/>
                      <a:pt x="443" y="22"/>
                      <a:pt x="446" y="18"/>
                    </a:cubicBezTo>
                    <a:cubicBezTo>
                      <a:pt x="442" y="15"/>
                      <a:pt x="437" y="13"/>
                      <a:pt x="431" y="10"/>
                    </a:cubicBezTo>
                    <a:cubicBezTo>
                      <a:pt x="421" y="7"/>
                      <a:pt x="410" y="3"/>
                      <a:pt x="399" y="2"/>
                    </a:cubicBezTo>
                    <a:cubicBezTo>
                      <a:pt x="391" y="0"/>
                      <a:pt x="383" y="0"/>
                      <a:pt x="374" y="1"/>
                    </a:cubicBezTo>
                    <a:cubicBezTo>
                      <a:pt x="363" y="1"/>
                      <a:pt x="352" y="4"/>
                      <a:pt x="340" y="9"/>
                    </a:cubicBezTo>
                    <a:cubicBezTo>
                      <a:pt x="334" y="12"/>
                      <a:pt x="327" y="16"/>
                      <a:pt x="321" y="21"/>
                    </a:cubicBezTo>
                    <a:cubicBezTo>
                      <a:pt x="316" y="25"/>
                      <a:pt x="316" y="25"/>
                      <a:pt x="316" y="25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09" y="23"/>
                      <a:pt x="308" y="23"/>
                    </a:cubicBezTo>
                    <a:cubicBezTo>
                      <a:pt x="307" y="22"/>
                      <a:pt x="305" y="22"/>
                      <a:pt x="302" y="21"/>
                    </a:cubicBezTo>
                    <a:cubicBezTo>
                      <a:pt x="296" y="20"/>
                      <a:pt x="288" y="19"/>
                      <a:pt x="279" y="19"/>
                    </a:cubicBezTo>
                    <a:cubicBezTo>
                      <a:pt x="273" y="19"/>
                      <a:pt x="267" y="20"/>
                      <a:pt x="260" y="21"/>
                    </a:cubicBezTo>
                    <a:cubicBezTo>
                      <a:pt x="252" y="22"/>
                      <a:pt x="243" y="25"/>
                      <a:pt x="235" y="30"/>
                    </a:cubicBezTo>
                    <a:cubicBezTo>
                      <a:pt x="230" y="33"/>
                      <a:pt x="225" y="36"/>
                      <a:pt x="221" y="41"/>
                    </a:cubicBezTo>
                    <a:cubicBezTo>
                      <a:pt x="216" y="45"/>
                      <a:pt x="211" y="51"/>
                      <a:pt x="207" y="59"/>
                    </a:cubicBezTo>
                    <a:cubicBezTo>
                      <a:pt x="203" y="65"/>
                      <a:pt x="200" y="72"/>
                      <a:pt x="197" y="81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5"/>
                      <a:pt x="195" y="87"/>
                      <a:pt x="195" y="90"/>
                    </a:cubicBezTo>
                    <a:cubicBezTo>
                      <a:pt x="194" y="96"/>
                      <a:pt x="193" y="104"/>
                      <a:pt x="195" y="114"/>
                    </a:cubicBezTo>
                    <a:cubicBezTo>
                      <a:pt x="196" y="120"/>
                      <a:pt x="198" y="127"/>
                      <a:pt x="201" y="134"/>
                    </a:cubicBezTo>
                    <a:cubicBezTo>
                      <a:pt x="206" y="144"/>
                      <a:pt x="213" y="154"/>
                      <a:pt x="224" y="164"/>
                    </a:cubicBezTo>
                    <a:cubicBezTo>
                      <a:pt x="231" y="169"/>
                      <a:pt x="238" y="175"/>
                      <a:pt x="248" y="181"/>
                    </a:cubicBezTo>
                    <a:cubicBezTo>
                      <a:pt x="256" y="185"/>
                      <a:pt x="266" y="190"/>
                      <a:pt x="278" y="195"/>
                    </a:cubicBezTo>
                    <a:cubicBezTo>
                      <a:pt x="278" y="189"/>
                      <a:pt x="279" y="183"/>
                      <a:pt x="280" y="178"/>
                    </a:cubicBezTo>
                    <a:cubicBezTo>
                      <a:pt x="283" y="169"/>
                      <a:pt x="287" y="161"/>
                      <a:pt x="291" y="154"/>
                    </a:cubicBezTo>
                    <a:cubicBezTo>
                      <a:pt x="294" y="148"/>
                      <a:pt x="298" y="143"/>
                      <a:pt x="301" y="139"/>
                    </a:cubicBezTo>
                    <a:cubicBezTo>
                      <a:pt x="302" y="137"/>
                      <a:pt x="304" y="136"/>
                      <a:pt x="304" y="135"/>
                    </a:cubicBezTo>
                    <a:cubicBezTo>
                      <a:pt x="304" y="134"/>
                      <a:pt x="303" y="134"/>
                      <a:pt x="303" y="133"/>
                    </a:cubicBezTo>
                    <a:cubicBezTo>
                      <a:pt x="298" y="128"/>
                      <a:pt x="295" y="121"/>
                      <a:pt x="293" y="113"/>
                    </a:cubicBezTo>
                    <a:cubicBezTo>
                      <a:pt x="292" y="109"/>
                      <a:pt x="295" y="104"/>
                      <a:pt x="299" y="103"/>
                    </a:cubicBezTo>
                    <a:cubicBezTo>
                      <a:pt x="303" y="103"/>
                      <a:pt x="307" y="105"/>
                      <a:pt x="308" y="109"/>
                    </a:cubicBezTo>
                    <a:cubicBezTo>
                      <a:pt x="310" y="115"/>
                      <a:pt x="312" y="120"/>
                      <a:pt x="315" y="123"/>
                    </a:cubicBezTo>
                    <a:cubicBezTo>
                      <a:pt x="318" y="127"/>
                      <a:pt x="321" y="130"/>
                      <a:pt x="325" y="132"/>
                    </a:cubicBezTo>
                    <a:cubicBezTo>
                      <a:pt x="331" y="135"/>
                      <a:pt x="337" y="137"/>
                      <a:pt x="342" y="138"/>
                    </a:cubicBezTo>
                    <a:cubicBezTo>
                      <a:pt x="346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4" y="139"/>
                      <a:pt x="357" y="143"/>
                      <a:pt x="357" y="147"/>
                    </a:cubicBezTo>
                    <a:cubicBezTo>
                      <a:pt x="357" y="151"/>
                      <a:pt x="354" y="155"/>
                      <a:pt x="349" y="155"/>
                    </a:cubicBezTo>
                    <a:cubicBezTo>
                      <a:pt x="349" y="155"/>
                      <a:pt x="345" y="154"/>
                      <a:pt x="339" y="153"/>
                    </a:cubicBezTo>
                    <a:cubicBezTo>
                      <a:pt x="335" y="152"/>
                      <a:pt x="329" y="151"/>
                      <a:pt x="324" y="149"/>
                    </a:cubicBezTo>
                    <a:cubicBezTo>
                      <a:pt x="323" y="149"/>
                      <a:pt x="323" y="149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2" y="150"/>
                    </a:cubicBezTo>
                    <a:cubicBezTo>
                      <a:pt x="322" y="150"/>
                      <a:pt x="322" y="150"/>
                      <a:pt x="322" y="151"/>
                    </a:cubicBezTo>
                    <a:cubicBezTo>
                      <a:pt x="321" y="151"/>
                      <a:pt x="320" y="152"/>
                      <a:pt x="319" y="154"/>
                    </a:cubicBezTo>
                    <a:cubicBezTo>
                      <a:pt x="317" y="156"/>
                      <a:pt x="314" y="161"/>
                      <a:pt x="311" y="166"/>
                    </a:cubicBezTo>
                    <a:cubicBezTo>
                      <a:pt x="308" y="170"/>
                      <a:pt x="306" y="175"/>
                      <a:pt x="304" y="181"/>
                    </a:cubicBezTo>
                    <a:cubicBezTo>
                      <a:pt x="302" y="187"/>
                      <a:pt x="301" y="193"/>
                      <a:pt x="301" y="200"/>
                    </a:cubicBezTo>
                    <a:cubicBezTo>
                      <a:pt x="301" y="204"/>
                      <a:pt x="301" y="209"/>
                      <a:pt x="302" y="213"/>
                    </a:cubicBezTo>
                    <a:cubicBezTo>
                      <a:pt x="303" y="220"/>
                      <a:pt x="306" y="226"/>
                      <a:pt x="310" y="233"/>
                    </a:cubicBezTo>
                    <a:cubicBezTo>
                      <a:pt x="316" y="242"/>
                      <a:pt x="325" y="252"/>
                      <a:pt x="338" y="262"/>
                    </a:cubicBezTo>
                    <a:cubicBezTo>
                      <a:pt x="343" y="266"/>
                      <a:pt x="344" y="273"/>
                      <a:pt x="340" y="278"/>
                    </a:cubicBezTo>
                    <a:cubicBezTo>
                      <a:pt x="336" y="283"/>
                      <a:pt x="329" y="284"/>
                      <a:pt x="324" y="280"/>
                    </a:cubicBezTo>
                    <a:cubicBezTo>
                      <a:pt x="311" y="271"/>
                      <a:pt x="301" y="261"/>
                      <a:pt x="294" y="251"/>
                    </a:cubicBezTo>
                    <a:cubicBezTo>
                      <a:pt x="287" y="241"/>
                      <a:pt x="282" y="231"/>
                      <a:pt x="280" y="221"/>
                    </a:cubicBezTo>
                    <a:cubicBezTo>
                      <a:pt x="280" y="221"/>
                      <a:pt x="280" y="220"/>
                      <a:pt x="280" y="220"/>
                    </a:cubicBezTo>
                    <a:cubicBezTo>
                      <a:pt x="263" y="214"/>
                      <a:pt x="248" y="208"/>
                      <a:pt x="236" y="201"/>
                    </a:cubicBezTo>
                    <a:cubicBezTo>
                      <a:pt x="218" y="190"/>
                      <a:pt x="205" y="179"/>
                      <a:pt x="195" y="167"/>
                    </a:cubicBezTo>
                    <a:cubicBezTo>
                      <a:pt x="185" y="155"/>
                      <a:pt x="179" y="142"/>
                      <a:pt x="175" y="131"/>
                    </a:cubicBezTo>
                    <a:cubicBezTo>
                      <a:pt x="173" y="123"/>
                      <a:pt x="172" y="116"/>
                      <a:pt x="171" y="109"/>
                    </a:cubicBezTo>
                    <a:cubicBezTo>
                      <a:pt x="171" y="103"/>
                      <a:pt x="171" y="97"/>
                      <a:pt x="171" y="92"/>
                    </a:cubicBezTo>
                    <a:cubicBezTo>
                      <a:pt x="166" y="94"/>
                      <a:pt x="159" y="96"/>
                      <a:pt x="153" y="99"/>
                    </a:cubicBezTo>
                    <a:cubicBezTo>
                      <a:pt x="146" y="102"/>
                      <a:pt x="140" y="106"/>
                      <a:pt x="134" y="110"/>
                    </a:cubicBezTo>
                    <a:cubicBezTo>
                      <a:pt x="126" y="117"/>
                      <a:pt x="119" y="124"/>
                      <a:pt x="113" y="134"/>
                    </a:cubicBezTo>
                    <a:cubicBezTo>
                      <a:pt x="108" y="143"/>
                      <a:pt x="104" y="153"/>
                      <a:pt x="103" y="165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3" y="176"/>
                      <a:pt x="92" y="176"/>
                    </a:cubicBezTo>
                    <a:cubicBezTo>
                      <a:pt x="90" y="177"/>
                      <a:pt x="87" y="178"/>
                      <a:pt x="84" y="180"/>
                    </a:cubicBezTo>
                    <a:cubicBezTo>
                      <a:pt x="77" y="183"/>
                      <a:pt x="68" y="188"/>
                      <a:pt x="59" y="196"/>
                    </a:cubicBezTo>
                    <a:cubicBezTo>
                      <a:pt x="54" y="202"/>
                      <a:pt x="48" y="208"/>
                      <a:pt x="44" y="216"/>
                    </a:cubicBezTo>
                    <a:cubicBezTo>
                      <a:pt x="39" y="224"/>
                      <a:pt x="36" y="232"/>
                      <a:pt x="34" y="243"/>
                    </a:cubicBezTo>
                    <a:cubicBezTo>
                      <a:pt x="32" y="250"/>
                      <a:pt x="32" y="258"/>
                      <a:pt x="32" y="268"/>
                    </a:cubicBezTo>
                    <a:cubicBezTo>
                      <a:pt x="33" y="269"/>
                      <a:pt x="33" y="271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3"/>
                      <a:pt x="33" y="273"/>
                    </a:cubicBezTo>
                    <a:cubicBezTo>
                      <a:pt x="33" y="273"/>
                      <a:pt x="33" y="273"/>
                      <a:pt x="33" y="274"/>
                    </a:cubicBezTo>
                    <a:cubicBezTo>
                      <a:pt x="33" y="275"/>
                      <a:pt x="33" y="277"/>
                      <a:pt x="33" y="280"/>
                    </a:cubicBezTo>
                    <a:cubicBezTo>
                      <a:pt x="34" y="285"/>
                      <a:pt x="36" y="292"/>
                      <a:pt x="39" y="300"/>
                    </a:cubicBezTo>
                    <a:cubicBezTo>
                      <a:pt x="42" y="305"/>
                      <a:pt x="45" y="311"/>
                      <a:pt x="49" y="316"/>
                    </a:cubicBezTo>
                    <a:cubicBezTo>
                      <a:pt x="55" y="323"/>
                      <a:pt x="62" y="330"/>
                      <a:pt x="73" y="337"/>
                    </a:cubicBezTo>
                    <a:cubicBezTo>
                      <a:pt x="82" y="342"/>
                      <a:pt x="94" y="347"/>
                      <a:pt x="108" y="350"/>
                    </a:cubicBezTo>
                    <a:cubicBezTo>
                      <a:pt x="122" y="353"/>
                      <a:pt x="139" y="355"/>
                      <a:pt x="160" y="355"/>
                    </a:cubicBezTo>
                    <a:cubicBezTo>
                      <a:pt x="161" y="355"/>
                      <a:pt x="162" y="356"/>
                      <a:pt x="163" y="356"/>
                    </a:cubicBezTo>
                    <a:cubicBezTo>
                      <a:pt x="164" y="351"/>
                      <a:pt x="166" y="346"/>
                      <a:pt x="168" y="341"/>
                    </a:cubicBezTo>
                    <a:cubicBezTo>
                      <a:pt x="170" y="338"/>
                      <a:pt x="172" y="336"/>
                      <a:pt x="174" y="333"/>
                    </a:cubicBezTo>
                    <a:cubicBezTo>
                      <a:pt x="177" y="330"/>
                      <a:pt x="182" y="329"/>
                      <a:pt x="185" y="332"/>
                    </a:cubicBezTo>
                    <a:cubicBezTo>
                      <a:pt x="188" y="335"/>
                      <a:pt x="189" y="340"/>
                      <a:pt x="186" y="343"/>
                    </a:cubicBezTo>
                    <a:cubicBezTo>
                      <a:pt x="184" y="345"/>
                      <a:pt x="183" y="347"/>
                      <a:pt x="182" y="349"/>
                    </a:cubicBezTo>
                    <a:cubicBezTo>
                      <a:pt x="180" y="353"/>
                      <a:pt x="178" y="356"/>
                      <a:pt x="178" y="360"/>
                    </a:cubicBezTo>
                    <a:cubicBezTo>
                      <a:pt x="177" y="363"/>
                      <a:pt x="177" y="367"/>
                      <a:pt x="177" y="370"/>
                    </a:cubicBezTo>
                    <a:cubicBezTo>
                      <a:pt x="177" y="377"/>
                      <a:pt x="179" y="382"/>
                      <a:pt x="181" y="386"/>
                    </a:cubicBezTo>
                    <a:cubicBezTo>
                      <a:pt x="182" y="388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5" y="393"/>
                      <a:pt x="184" y="398"/>
                      <a:pt x="180" y="400"/>
                    </a:cubicBezTo>
                    <a:cubicBezTo>
                      <a:pt x="177" y="403"/>
                      <a:pt x="172" y="402"/>
                      <a:pt x="170" y="398"/>
                    </a:cubicBezTo>
                    <a:cubicBezTo>
                      <a:pt x="169" y="398"/>
                      <a:pt x="168" y="395"/>
                      <a:pt x="166" y="392"/>
                    </a:cubicBezTo>
                    <a:cubicBezTo>
                      <a:pt x="165" y="388"/>
                      <a:pt x="163" y="384"/>
                      <a:pt x="162" y="378"/>
                    </a:cubicBezTo>
                    <a:cubicBezTo>
                      <a:pt x="162" y="379"/>
                      <a:pt x="161" y="379"/>
                      <a:pt x="160" y="379"/>
                    </a:cubicBezTo>
                    <a:cubicBezTo>
                      <a:pt x="138" y="379"/>
                      <a:pt x="119" y="376"/>
                      <a:pt x="103" y="373"/>
                    </a:cubicBezTo>
                    <a:cubicBezTo>
                      <a:pt x="86" y="369"/>
                      <a:pt x="73" y="363"/>
                      <a:pt x="62" y="357"/>
                    </a:cubicBezTo>
                    <a:cubicBezTo>
                      <a:pt x="47" y="348"/>
                      <a:pt x="36" y="338"/>
                      <a:pt x="28" y="327"/>
                    </a:cubicBezTo>
                    <a:cubicBezTo>
                      <a:pt x="23" y="320"/>
                      <a:pt x="20" y="314"/>
                      <a:pt x="17" y="307"/>
                    </a:cubicBezTo>
                    <a:cubicBezTo>
                      <a:pt x="14" y="313"/>
                      <a:pt x="10" y="321"/>
                      <a:pt x="7" y="329"/>
                    </a:cubicBezTo>
                    <a:cubicBezTo>
                      <a:pt x="4" y="337"/>
                      <a:pt x="2" y="347"/>
                      <a:pt x="1" y="357"/>
                    </a:cubicBezTo>
                    <a:cubicBezTo>
                      <a:pt x="0" y="363"/>
                      <a:pt x="0" y="370"/>
                      <a:pt x="1" y="377"/>
                    </a:cubicBezTo>
                    <a:cubicBezTo>
                      <a:pt x="1" y="379"/>
                      <a:pt x="1" y="380"/>
                      <a:pt x="1" y="382"/>
                    </a:cubicBezTo>
                    <a:cubicBezTo>
                      <a:pt x="4" y="379"/>
                      <a:pt x="6" y="376"/>
                      <a:pt x="9" y="373"/>
                    </a:cubicBezTo>
                    <a:cubicBezTo>
                      <a:pt x="14" y="367"/>
                      <a:pt x="21" y="361"/>
                      <a:pt x="29" y="357"/>
                    </a:cubicBezTo>
                    <a:cubicBezTo>
                      <a:pt x="35" y="354"/>
                      <a:pt x="42" y="356"/>
                      <a:pt x="45" y="361"/>
                    </a:cubicBezTo>
                    <a:cubicBezTo>
                      <a:pt x="48" y="367"/>
                      <a:pt x="46" y="374"/>
                      <a:pt x="41" y="377"/>
                    </a:cubicBezTo>
                    <a:cubicBezTo>
                      <a:pt x="35" y="380"/>
                      <a:pt x="30" y="384"/>
                      <a:pt x="26" y="389"/>
                    </a:cubicBezTo>
                    <a:cubicBezTo>
                      <a:pt x="22" y="393"/>
                      <a:pt x="19" y="398"/>
                      <a:pt x="16" y="402"/>
                    </a:cubicBezTo>
                    <a:cubicBezTo>
                      <a:pt x="13" y="407"/>
                      <a:pt x="11" y="412"/>
                      <a:pt x="10" y="415"/>
                    </a:cubicBezTo>
                    <a:cubicBezTo>
                      <a:pt x="10" y="416"/>
                      <a:pt x="10" y="416"/>
                      <a:pt x="10" y="417"/>
                    </a:cubicBezTo>
                    <a:cubicBezTo>
                      <a:pt x="9" y="418"/>
                      <a:pt x="9" y="418"/>
                      <a:pt x="9" y="419"/>
                    </a:cubicBezTo>
                    <a:cubicBezTo>
                      <a:pt x="9" y="419"/>
                      <a:pt x="9" y="419"/>
                      <a:pt x="9" y="419"/>
                    </a:cubicBezTo>
                    <a:cubicBezTo>
                      <a:pt x="9" y="420"/>
                      <a:pt x="9" y="420"/>
                      <a:pt x="8" y="420"/>
                    </a:cubicBezTo>
                    <a:cubicBezTo>
                      <a:pt x="8" y="420"/>
                      <a:pt x="8" y="420"/>
                      <a:pt x="8" y="421"/>
                    </a:cubicBezTo>
                    <a:cubicBezTo>
                      <a:pt x="8" y="421"/>
                      <a:pt x="8" y="421"/>
                      <a:pt x="8" y="421"/>
                    </a:cubicBezTo>
                    <a:cubicBezTo>
                      <a:pt x="7" y="425"/>
                      <a:pt x="5" y="430"/>
                      <a:pt x="4" y="436"/>
                    </a:cubicBezTo>
                    <a:cubicBezTo>
                      <a:pt x="2" y="448"/>
                      <a:pt x="0" y="465"/>
                      <a:pt x="3" y="483"/>
                    </a:cubicBezTo>
                    <a:cubicBezTo>
                      <a:pt x="5" y="495"/>
                      <a:pt x="9" y="508"/>
                      <a:pt x="16" y="520"/>
                    </a:cubicBezTo>
                    <a:cubicBezTo>
                      <a:pt x="19" y="528"/>
                      <a:pt x="24" y="535"/>
                      <a:pt x="31" y="542"/>
                    </a:cubicBezTo>
                    <a:cubicBezTo>
                      <a:pt x="33" y="545"/>
                      <a:pt x="36" y="548"/>
                      <a:pt x="39" y="551"/>
                    </a:cubicBezTo>
                    <a:cubicBezTo>
                      <a:pt x="40" y="547"/>
                      <a:pt x="41" y="542"/>
                      <a:pt x="42" y="537"/>
                    </a:cubicBezTo>
                    <a:cubicBezTo>
                      <a:pt x="45" y="524"/>
                      <a:pt x="51" y="508"/>
                      <a:pt x="59" y="493"/>
                    </a:cubicBezTo>
                    <a:cubicBezTo>
                      <a:pt x="67" y="479"/>
                      <a:pt x="78" y="465"/>
                      <a:pt x="93" y="453"/>
                    </a:cubicBezTo>
                    <a:cubicBezTo>
                      <a:pt x="107" y="441"/>
                      <a:pt x="125" y="431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9" y="425"/>
                      <a:pt x="157" y="423"/>
                      <a:pt x="169" y="421"/>
                    </a:cubicBezTo>
                    <a:cubicBezTo>
                      <a:pt x="182" y="420"/>
                      <a:pt x="200" y="420"/>
                      <a:pt x="220" y="424"/>
                    </a:cubicBezTo>
                    <a:cubicBezTo>
                      <a:pt x="233" y="426"/>
                      <a:pt x="247" y="431"/>
                      <a:pt x="260" y="439"/>
                    </a:cubicBezTo>
                    <a:cubicBezTo>
                      <a:pt x="269" y="444"/>
                      <a:pt x="278" y="450"/>
                      <a:pt x="286" y="458"/>
                    </a:cubicBezTo>
                    <a:cubicBezTo>
                      <a:pt x="294" y="466"/>
                      <a:pt x="301" y="475"/>
                      <a:pt x="308" y="486"/>
                    </a:cubicBezTo>
                    <a:cubicBezTo>
                      <a:pt x="312" y="491"/>
                      <a:pt x="310" y="499"/>
                      <a:pt x="305" y="502"/>
                    </a:cubicBezTo>
                    <a:cubicBezTo>
                      <a:pt x="299" y="505"/>
                      <a:pt x="292" y="504"/>
                      <a:pt x="289" y="498"/>
                    </a:cubicBezTo>
                    <a:cubicBezTo>
                      <a:pt x="283" y="489"/>
                      <a:pt x="276" y="481"/>
                      <a:pt x="270" y="475"/>
                    </a:cubicBezTo>
                    <a:cubicBezTo>
                      <a:pt x="263" y="468"/>
                      <a:pt x="256" y="463"/>
                      <a:pt x="249" y="459"/>
                    </a:cubicBezTo>
                    <a:cubicBezTo>
                      <a:pt x="238" y="453"/>
                      <a:pt x="226" y="449"/>
                      <a:pt x="215" y="447"/>
                    </a:cubicBezTo>
                    <a:cubicBezTo>
                      <a:pt x="205" y="444"/>
                      <a:pt x="194" y="444"/>
                      <a:pt x="185" y="444"/>
                    </a:cubicBezTo>
                    <a:cubicBezTo>
                      <a:pt x="167" y="444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35" y="453"/>
                      <a:pt x="120" y="461"/>
                      <a:pt x="108" y="471"/>
                    </a:cubicBezTo>
                    <a:cubicBezTo>
                      <a:pt x="96" y="481"/>
                      <a:pt x="86" y="493"/>
                      <a:pt x="79" y="505"/>
                    </a:cubicBezTo>
                    <a:cubicBezTo>
                      <a:pt x="72" y="518"/>
                      <a:pt x="67" y="531"/>
                      <a:pt x="65" y="542"/>
                    </a:cubicBezTo>
                    <a:cubicBezTo>
                      <a:pt x="62" y="551"/>
                      <a:pt x="62" y="559"/>
                      <a:pt x="62" y="565"/>
                    </a:cubicBezTo>
                    <a:cubicBezTo>
                      <a:pt x="62" y="566"/>
                      <a:pt x="62" y="568"/>
                      <a:pt x="62" y="569"/>
                    </a:cubicBezTo>
                    <a:cubicBezTo>
                      <a:pt x="62" y="570"/>
                      <a:pt x="62" y="570"/>
                      <a:pt x="62" y="570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7"/>
                      <a:pt x="63" y="577"/>
                      <a:pt x="63" y="578"/>
                    </a:cubicBezTo>
                    <a:cubicBezTo>
                      <a:pt x="63" y="581"/>
                      <a:pt x="63" y="584"/>
                      <a:pt x="64" y="588"/>
                    </a:cubicBezTo>
                    <a:cubicBezTo>
                      <a:pt x="65" y="595"/>
                      <a:pt x="68" y="606"/>
                      <a:pt x="74" y="618"/>
                    </a:cubicBezTo>
                    <a:cubicBezTo>
                      <a:pt x="78" y="626"/>
                      <a:pt x="83" y="634"/>
                      <a:pt x="89" y="642"/>
                    </a:cubicBezTo>
                    <a:cubicBezTo>
                      <a:pt x="98" y="653"/>
                      <a:pt x="110" y="664"/>
                      <a:pt x="126" y="673"/>
                    </a:cubicBezTo>
                    <a:cubicBezTo>
                      <a:pt x="139" y="681"/>
                      <a:pt x="156" y="688"/>
                      <a:pt x="177" y="692"/>
                    </a:cubicBezTo>
                    <a:cubicBezTo>
                      <a:pt x="177" y="692"/>
                      <a:pt x="177" y="692"/>
                      <a:pt x="177" y="692"/>
                    </a:cubicBezTo>
                    <a:cubicBezTo>
                      <a:pt x="178" y="692"/>
                      <a:pt x="178" y="693"/>
                      <a:pt x="180" y="693"/>
                    </a:cubicBezTo>
                    <a:cubicBezTo>
                      <a:pt x="182" y="693"/>
                      <a:pt x="185" y="693"/>
                      <a:pt x="189" y="693"/>
                    </a:cubicBezTo>
                    <a:cubicBezTo>
                      <a:pt x="197" y="693"/>
                      <a:pt x="208" y="693"/>
                      <a:pt x="219" y="690"/>
                    </a:cubicBezTo>
                    <a:cubicBezTo>
                      <a:pt x="227" y="688"/>
                      <a:pt x="234" y="685"/>
                      <a:pt x="241" y="681"/>
                    </a:cubicBezTo>
                    <a:cubicBezTo>
                      <a:pt x="247" y="678"/>
                      <a:pt x="252" y="675"/>
                      <a:pt x="256" y="672"/>
                    </a:cubicBezTo>
                    <a:cubicBezTo>
                      <a:pt x="260" y="669"/>
                      <a:pt x="263" y="666"/>
                      <a:pt x="267" y="662"/>
                    </a:cubicBezTo>
                    <a:cubicBezTo>
                      <a:pt x="270" y="660"/>
                      <a:pt x="272" y="657"/>
                      <a:pt x="275" y="654"/>
                    </a:cubicBezTo>
                    <a:cubicBezTo>
                      <a:pt x="278" y="650"/>
                      <a:pt x="282" y="645"/>
                      <a:pt x="286" y="638"/>
                    </a:cubicBezTo>
                    <a:cubicBezTo>
                      <a:pt x="292" y="630"/>
                      <a:pt x="298" y="620"/>
                      <a:pt x="306" y="607"/>
                    </a:cubicBezTo>
                    <a:cubicBezTo>
                      <a:pt x="306" y="607"/>
                      <a:pt x="306" y="607"/>
                      <a:pt x="306" y="607"/>
                    </a:cubicBezTo>
                    <a:lnTo>
                      <a:pt x="475" y="31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 flipH="1">
                <a:off x="2228960" y="2559906"/>
                <a:ext cx="145469" cy="263663"/>
              </a:xfrm>
              <a:custGeom>
                <a:avLst/>
                <a:gdLst/>
                <a:ahLst/>
                <a:cxnLst>
                  <a:cxn ang="0">
                    <a:pos x="18" y="197"/>
                  </a:cxn>
                  <a:cxn ang="0">
                    <a:pos x="14" y="195"/>
                  </a:cxn>
                  <a:cxn ang="0">
                    <a:pos x="9" y="156"/>
                  </a:cxn>
                  <a:cxn ang="0">
                    <a:pos x="44" y="35"/>
                  </a:cxn>
                  <a:cxn ang="0">
                    <a:pos x="67" y="3"/>
                  </a:cxn>
                  <a:cxn ang="0">
                    <a:pos x="99" y="26"/>
                  </a:cxn>
                  <a:cxn ang="0">
                    <a:pos x="54" y="190"/>
                  </a:cxn>
                  <a:cxn ang="0">
                    <a:pos x="18" y="197"/>
                  </a:cxn>
                </a:cxnLst>
                <a:rect l="0" t="0" r="r" b="b"/>
                <a:pathLst>
                  <a:path w="113" h="204">
                    <a:moveTo>
                      <a:pt x="18" y="197"/>
                    </a:moveTo>
                    <a:cubicBezTo>
                      <a:pt x="17" y="197"/>
                      <a:pt x="16" y="196"/>
                      <a:pt x="14" y="195"/>
                    </a:cubicBezTo>
                    <a:cubicBezTo>
                      <a:pt x="2" y="186"/>
                      <a:pt x="0" y="168"/>
                      <a:pt x="9" y="156"/>
                    </a:cubicBezTo>
                    <a:cubicBezTo>
                      <a:pt x="10" y="155"/>
                      <a:pt x="54" y="97"/>
                      <a:pt x="44" y="35"/>
                    </a:cubicBezTo>
                    <a:cubicBezTo>
                      <a:pt x="41" y="20"/>
                      <a:pt x="52" y="5"/>
                      <a:pt x="67" y="3"/>
                    </a:cubicBezTo>
                    <a:cubicBezTo>
                      <a:pt x="83" y="0"/>
                      <a:pt x="97" y="11"/>
                      <a:pt x="99" y="26"/>
                    </a:cubicBezTo>
                    <a:cubicBezTo>
                      <a:pt x="113" y="112"/>
                      <a:pt x="56" y="187"/>
                      <a:pt x="54" y="190"/>
                    </a:cubicBezTo>
                    <a:cubicBezTo>
                      <a:pt x="45" y="202"/>
                      <a:pt x="30" y="204"/>
                      <a:pt x="18" y="1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</a:p>
            </p:txBody>
          </p:sp>
          <p:sp>
            <p:nvSpPr>
              <p:cNvPr id="41" name="任意多边形: 形状 40"/>
              <p:cNvSpPr/>
              <p:nvPr/>
            </p:nvSpPr>
            <p:spPr bwMode="auto">
              <a:xfrm flipH="1">
                <a:off x="1968327" y="2715983"/>
                <a:ext cx="216689" cy="219719"/>
              </a:xfrm>
              <a:custGeom>
                <a:avLst/>
                <a:gdLst/>
                <a:ahLst/>
                <a:cxnLst>
                  <a:cxn ang="0">
                    <a:pos x="18" y="162"/>
                  </a:cxn>
                  <a:cxn ang="0">
                    <a:pos x="6" y="127"/>
                  </a:cxn>
                  <a:cxn ang="0">
                    <a:pos x="125" y="6"/>
                  </a:cxn>
                  <a:cxn ang="0">
                    <a:pos x="161" y="22"/>
                  </a:cxn>
                  <a:cxn ang="0">
                    <a:pos x="145" y="58"/>
                  </a:cxn>
                  <a:cxn ang="0">
                    <a:pos x="58" y="149"/>
                  </a:cxn>
                  <a:cxn ang="0">
                    <a:pos x="21" y="164"/>
                  </a:cxn>
                  <a:cxn ang="0">
                    <a:pos x="18" y="162"/>
                  </a:cxn>
                </a:cxnLst>
                <a:rect l="0" t="0" r="r" b="b"/>
                <a:pathLst>
                  <a:path w="167" h="170">
                    <a:moveTo>
                      <a:pt x="18" y="162"/>
                    </a:moveTo>
                    <a:cubicBezTo>
                      <a:pt x="6" y="155"/>
                      <a:pt x="0" y="140"/>
                      <a:pt x="6" y="127"/>
                    </a:cubicBezTo>
                    <a:cubicBezTo>
                      <a:pt x="7" y="124"/>
                      <a:pt x="44" y="37"/>
                      <a:pt x="125" y="6"/>
                    </a:cubicBezTo>
                    <a:cubicBezTo>
                      <a:pt x="140" y="0"/>
                      <a:pt x="156" y="8"/>
                      <a:pt x="161" y="22"/>
                    </a:cubicBezTo>
                    <a:cubicBezTo>
                      <a:pt x="167" y="37"/>
                      <a:pt x="160" y="53"/>
                      <a:pt x="145" y="58"/>
                    </a:cubicBezTo>
                    <a:cubicBezTo>
                      <a:pt x="87" y="81"/>
                      <a:pt x="58" y="148"/>
                      <a:pt x="58" y="149"/>
                    </a:cubicBezTo>
                    <a:cubicBezTo>
                      <a:pt x="52" y="163"/>
                      <a:pt x="35" y="170"/>
                      <a:pt x="21" y="164"/>
                    </a:cubicBezTo>
                    <a:cubicBezTo>
                      <a:pt x="20" y="163"/>
                      <a:pt x="19" y="163"/>
                      <a:pt x="18" y="1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</a:p>
            </p:txBody>
          </p:sp>
          <p:sp>
            <p:nvSpPr>
              <p:cNvPr id="42" name="任意多边形: 形状 41"/>
              <p:cNvSpPr/>
              <p:nvPr/>
            </p:nvSpPr>
            <p:spPr bwMode="auto">
              <a:xfrm flipH="1">
                <a:off x="3541755" y="4995913"/>
                <a:ext cx="4664464" cy="1169391"/>
              </a:xfrm>
              <a:custGeom>
                <a:avLst/>
                <a:gdLst>
                  <a:gd name="T0" fmla="*/ 229 w 695"/>
                  <a:gd name="T1" fmla="*/ 157 h 174"/>
                  <a:gd name="T2" fmla="*/ 338 w 695"/>
                  <a:gd name="T3" fmla="*/ 173 h 174"/>
                  <a:gd name="T4" fmla="*/ 395 w 695"/>
                  <a:gd name="T5" fmla="*/ 157 h 174"/>
                  <a:gd name="T6" fmla="*/ 273 w 695"/>
                  <a:gd name="T7" fmla="*/ 86 h 174"/>
                  <a:gd name="T8" fmla="*/ 273 w 695"/>
                  <a:gd name="T9" fmla="*/ 72 h 174"/>
                  <a:gd name="T10" fmla="*/ 355 w 695"/>
                  <a:gd name="T11" fmla="*/ 82 h 174"/>
                  <a:gd name="T12" fmla="*/ 493 w 695"/>
                  <a:gd name="T13" fmla="*/ 99 h 174"/>
                  <a:gd name="T14" fmla="*/ 563 w 695"/>
                  <a:gd name="T15" fmla="*/ 86 h 174"/>
                  <a:gd name="T16" fmla="*/ 534 w 695"/>
                  <a:gd name="T17" fmla="*/ 47 h 174"/>
                  <a:gd name="T18" fmla="*/ 569 w 695"/>
                  <a:gd name="T19" fmla="*/ 32 h 174"/>
                  <a:gd name="T20" fmla="*/ 656 w 695"/>
                  <a:gd name="T21" fmla="*/ 39 h 174"/>
                  <a:gd name="T22" fmla="*/ 653 w 695"/>
                  <a:gd name="T23" fmla="*/ 8 h 174"/>
                  <a:gd name="T24" fmla="*/ 656 w 695"/>
                  <a:gd name="T25" fmla="*/ 4 h 174"/>
                  <a:gd name="T26" fmla="*/ 677 w 695"/>
                  <a:gd name="T27" fmla="*/ 3 h 174"/>
                  <a:gd name="T28" fmla="*/ 689 w 695"/>
                  <a:gd name="T29" fmla="*/ 2 h 174"/>
                  <a:gd name="T30" fmla="*/ 656 w 695"/>
                  <a:gd name="T31" fmla="*/ 1 h 174"/>
                  <a:gd name="T32" fmla="*/ 645 w 695"/>
                  <a:gd name="T33" fmla="*/ 8 h 174"/>
                  <a:gd name="T34" fmla="*/ 652 w 695"/>
                  <a:gd name="T35" fmla="*/ 28 h 174"/>
                  <a:gd name="T36" fmla="*/ 633 w 695"/>
                  <a:gd name="T37" fmla="*/ 32 h 174"/>
                  <a:gd name="T38" fmla="*/ 631 w 695"/>
                  <a:gd name="T39" fmla="*/ 31 h 174"/>
                  <a:gd name="T40" fmla="*/ 623 w 695"/>
                  <a:gd name="T41" fmla="*/ 29 h 174"/>
                  <a:gd name="T42" fmla="*/ 588 w 695"/>
                  <a:gd name="T43" fmla="*/ 27 h 174"/>
                  <a:gd name="T44" fmla="*/ 573 w 695"/>
                  <a:gd name="T45" fmla="*/ 24 h 174"/>
                  <a:gd name="T46" fmla="*/ 562 w 695"/>
                  <a:gd name="T47" fmla="*/ 22 h 174"/>
                  <a:gd name="T48" fmla="*/ 532 w 695"/>
                  <a:gd name="T49" fmla="*/ 21 h 174"/>
                  <a:gd name="T50" fmla="*/ 498 w 695"/>
                  <a:gd name="T51" fmla="*/ 36 h 174"/>
                  <a:gd name="T52" fmla="*/ 500 w 695"/>
                  <a:gd name="T53" fmla="*/ 43 h 174"/>
                  <a:gd name="T54" fmla="*/ 516 w 695"/>
                  <a:gd name="T55" fmla="*/ 47 h 174"/>
                  <a:gd name="T56" fmla="*/ 509 w 695"/>
                  <a:gd name="T57" fmla="*/ 51 h 174"/>
                  <a:gd name="T58" fmla="*/ 529 w 695"/>
                  <a:gd name="T59" fmla="*/ 74 h 174"/>
                  <a:gd name="T60" fmla="*/ 535 w 695"/>
                  <a:gd name="T61" fmla="*/ 83 h 174"/>
                  <a:gd name="T62" fmla="*/ 515 w 695"/>
                  <a:gd name="T63" fmla="*/ 91 h 174"/>
                  <a:gd name="T64" fmla="*/ 466 w 695"/>
                  <a:gd name="T65" fmla="*/ 86 h 174"/>
                  <a:gd name="T66" fmla="*/ 444 w 695"/>
                  <a:gd name="T67" fmla="*/ 84 h 174"/>
                  <a:gd name="T68" fmla="*/ 435 w 695"/>
                  <a:gd name="T69" fmla="*/ 82 h 174"/>
                  <a:gd name="T70" fmla="*/ 418 w 695"/>
                  <a:gd name="T71" fmla="*/ 82 h 174"/>
                  <a:gd name="T72" fmla="*/ 383 w 695"/>
                  <a:gd name="T73" fmla="*/ 77 h 174"/>
                  <a:gd name="T74" fmla="*/ 346 w 695"/>
                  <a:gd name="T75" fmla="*/ 71 h 174"/>
                  <a:gd name="T76" fmla="*/ 307 w 695"/>
                  <a:gd name="T77" fmla="*/ 68 h 174"/>
                  <a:gd name="T78" fmla="*/ 240 w 695"/>
                  <a:gd name="T79" fmla="*/ 69 h 174"/>
                  <a:gd name="T80" fmla="*/ 241 w 695"/>
                  <a:gd name="T81" fmla="*/ 78 h 174"/>
                  <a:gd name="T82" fmla="*/ 247 w 695"/>
                  <a:gd name="T83" fmla="*/ 84 h 174"/>
                  <a:gd name="T84" fmla="*/ 245 w 695"/>
                  <a:gd name="T85" fmla="*/ 86 h 174"/>
                  <a:gd name="T86" fmla="*/ 269 w 695"/>
                  <a:gd name="T87" fmla="*/ 98 h 174"/>
                  <a:gd name="T88" fmla="*/ 293 w 695"/>
                  <a:gd name="T89" fmla="*/ 111 h 174"/>
                  <a:gd name="T90" fmla="*/ 308 w 695"/>
                  <a:gd name="T91" fmla="*/ 118 h 174"/>
                  <a:gd name="T92" fmla="*/ 332 w 695"/>
                  <a:gd name="T93" fmla="*/ 128 h 174"/>
                  <a:gd name="T94" fmla="*/ 352 w 695"/>
                  <a:gd name="T95" fmla="*/ 144 h 174"/>
                  <a:gd name="T96" fmla="*/ 371 w 695"/>
                  <a:gd name="T97" fmla="*/ 156 h 174"/>
                  <a:gd name="T98" fmla="*/ 370 w 695"/>
                  <a:gd name="T99" fmla="*/ 167 h 174"/>
                  <a:gd name="T100" fmla="*/ 281 w 695"/>
                  <a:gd name="T101" fmla="*/ 157 h 174"/>
                  <a:gd name="T102" fmla="*/ 249 w 695"/>
                  <a:gd name="T103" fmla="*/ 152 h 174"/>
                  <a:gd name="T104" fmla="*/ 160 w 695"/>
                  <a:gd name="T105" fmla="*/ 140 h 174"/>
                  <a:gd name="T106" fmla="*/ 79 w 695"/>
                  <a:gd name="T107" fmla="*/ 123 h 174"/>
                  <a:gd name="T108" fmla="*/ 656 w 695"/>
                  <a:gd name="T109" fmla="*/ 33 h 174"/>
                  <a:gd name="T110" fmla="*/ 648 w 695"/>
                  <a:gd name="T111" fmla="*/ 5 h 174"/>
                  <a:gd name="T112" fmla="*/ 655 w 695"/>
                  <a:gd name="T113" fmla="*/ 33 h 174"/>
                  <a:gd name="T114" fmla="*/ 648 w 695"/>
                  <a:gd name="T115" fmla="*/ 37 h 174"/>
                  <a:gd name="T116" fmla="*/ 535 w 695"/>
                  <a:gd name="T117" fmla="*/ 92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95" h="174">
                    <a:moveTo>
                      <a:pt x="78" y="130"/>
                    </a:moveTo>
                    <a:cubicBezTo>
                      <a:pt x="88" y="132"/>
                      <a:pt x="101" y="134"/>
                      <a:pt x="109" y="136"/>
                    </a:cubicBezTo>
                    <a:cubicBezTo>
                      <a:pt x="147" y="143"/>
                      <a:pt x="179" y="151"/>
                      <a:pt x="220" y="157"/>
                    </a:cubicBezTo>
                    <a:cubicBezTo>
                      <a:pt x="219" y="157"/>
                      <a:pt x="222" y="157"/>
                      <a:pt x="225" y="157"/>
                    </a:cubicBezTo>
                    <a:cubicBezTo>
                      <a:pt x="224" y="157"/>
                      <a:pt x="224" y="157"/>
                      <a:pt x="224" y="157"/>
                    </a:cubicBezTo>
                    <a:cubicBezTo>
                      <a:pt x="229" y="157"/>
                      <a:pt x="229" y="157"/>
                      <a:pt x="229" y="157"/>
                    </a:cubicBezTo>
                    <a:cubicBezTo>
                      <a:pt x="232" y="157"/>
                      <a:pt x="229" y="158"/>
                      <a:pt x="226" y="158"/>
                    </a:cubicBezTo>
                    <a:cubicBezTo>
                      <a:pt x="242" y="160"/>
                      <a:pt x="257" y="162"/>
                      <a:pt x="272" y="165"/>
                    </a:cubicBezTo>
                    <a:cubicBezTo>
                      <a:pt x="275" y="164"/>
                      <a:pt x="280" y="166"/>
                      <a:pt x="283" y="165"/>
                    </a:cubicBezTo>
                    <a:cubicBezTo>
                      <a:pt x="283" y="166"/>
                      <a:pt x="283" y="166"/>
                      <a:pt x="282" y="166"/>
                    </a:cubicBezTo>
                    <a:cubicBezTo>
                      <a:pt x="294" y="167"/>
                      <a:pt x="295" y="167"/>
                      <a:pt x="303" y="169"/>
                    </a:cubicBezTo>
                    <a:cubicBezTo>
                      <a:pt x="314" y="171"/>
                      <a:pt x="325" y="172"/>
                      <a:pt x="338" y="173"/>
                    </a:cubicBezTo>
                    <a:cubicBezTo>
                      <a:pt x="346" y="174"/>
                      <a:pt x="351" y="174"/>
                      <a:pt x="366" y="173"/>
                    </a:cubicBezTo>
                    <a:cubicBezTo>
                      <a:pt x="367" y="173"/>
                      <a:pt x="372" y="173"/>
                      <a:pt x="375" y="172"/>
                    </a:cubicBezTo>
                    <a:cubicBezTo>
                      <a:pt x="379" y="171"/>
                      <a:pt x="379" y="171"/>
                      <a:pt x="379" y="171"/>
                    </a:cubicBezTo>
                    <a:cubicBezTo>
                      <a:pt x="396" y="166"/>
                      <a:pt x="387" y="169"/>
                      <a:pt x="391" y="167"/>
                    </a:cubicBezTo>
                    <a:cubicBezTo>
                      <a:pt x="398" y="163"/>
                      <a:pt x="396" y="163"/>
                      <a:pt x="397" y="161"/>
                    </a:cubicBezTo>
                    <a:cubicBezTo>
                      <a:pt x="397" y="160"/>
                      <a:pt x="396" y="158"/>
                      <a:pt x="395" y="157"/>
                    </a:cubicBezTo>
                    <a:cubicBezTo>
                      <a:pt x="389" y="149"/>
                      <a:pt x="378" y="143"/>
                      <a:pt x="368" y="136"/>
                    </a:cubicBezTo>
                    <a:cubicBezTo>
                      <a:pt x="347" y="123"/>
                      <a:pt x="322" y="111"/>
                      <a:pt x="300" y="97"/>
                    </a:cubicBezTo>
                    <a:cubicBezTo>
                      <a:pt x="292" y="96"/>
                      <a:pt x="289" y="93"/>
                      <a:pt x="282" y="92"/>
                    </a:cubicBezTo>
                    <a:cubicBezTo>
                      <a:pt x="283" y="91"/>
                      <a:pt x="283" y="91"/>
                      <a:pt x="283" y="91"/>
                    </a:cubicBezTo>
                    <a:cubicBezTo>
                      <a:pt x="278" y="90"/>
                      <a:pt x="279" y="89"/>
                      <a:pt x="277" y="86"/>
                    </a:cubicBezTo>
                    <a:cubicBezTo>
                      <a:pt x="276" y="86"/>
                      <a:pt x="275" y="85"/>
                      <a:pt x="273" y="86"/>
                    </a:cubicBezTo>
                    <a:cubicBezTo>
                      <a:pt x="270" y="85"/>
                      <a:pt x="274" y="83"/>
                      <a:pt x="271" y="82"/>
                    </a:cubicBezTo>
                    <a:cubicBezTo>
                      <a:pt x="272" y="82"/>
                      <a:pt x="270" y="83"/>
                      <a:pt x="270" y="82"/>
                    </a:cubicBezTo>
                    <a:cubicBezTo>
                      <a:pt x="262" y="79"/>
                      <a:pt x="272" y="82"/>
                      <a:pt x="269" y="77"/>
                    </a:cubicBezTo>
                    <a:cubicBezTo>
                      <a:pt x="267" y="76"/>
                      <a:pt x="264" y="74"/>
                      <a:pt x="262" y="72"/>
                    </a:cubicBezTo>
                    <a:cubicBezTo>
                      <a:pt x="265" y="72"/>
                      <a:pt x="269" y="72"/>
                      <a:pt x="272" y="73"/>
                    </a:cubicBezTo>
                    <a:cubicBezTo>
                      <a:pt x="270" y="73"/>
                      <a:pt x="271" y="72"/>
                      <a:pt x="273" y="72"/>
                    </a:cubicBezTo>
                    <a:cubicBezTo>
                      <a:pt x="273" y="74"/>
                      <a:pt x="281" y="72"/>
                      <a:pt x="284" y="73"/>
                    </a:cubicBezTo>
                    <a:cubicBezTo>
                      <a:pt x="283" y="73"/>
                      <a:pt x="281" y="73"/>
                      <a:pt x="280" y="73"/>
                    </a:cubicBezTo>
                    <a:cubicBezTo>
                      <a:pt x="288" y="75"/>
                      <a:pt x="297" y="75"/>
                      <a:pt x="304" y="76"/>
                    </a:cubicBezTo>
                    <a:cubicBezTo>
                      <a:pt x="314" y="76"/>
                      <a:pt x="320" y="79"/>
                      <a:pt x="327" y="78"/>
                    </a:cubicBezTo>
                    <a:cubicBezTo>
                      <a:pt x="325" y="79"/>
                      <a:pt x="330" y="79"/>
                      <a:pt x="331" y="80"/>
                    </a:cubicBezTo>
                    <a:cubicBezTo>
                      <a:pt x="341" y="79"/>
                      <a:pt x="345" y="82"/>
                      <a:pt x="355" y="82"/>
                    </a:cubicBezTo>
                    <a:cubicBezTo>
                      <a:pt x="354" y="82"/>
                      <a:pt x="354" y="82"/>
                      <a:pt x="354" y="82"/>
                    </a:cubicBezTo>
                    <a:cubicBezTo>
                      <a:pt x="376" y="85"/>
                      <a:pt x="398" y="88"/>
                      <a:pt x="422" y="90"/>
                    </a:cubicBezTo>
                    <a:cubicBezTo>
                      <a:pt x="436" y="92"/>
                      <a:pt x="446" y="95"/>
                      <a:pt x="463" y="96"/>
                    </a:cubicBezTo>
                    <a:cubicBezTo>
                      <a:pt x="466" y="96"/>
                      <a:pt x="464" y="96"/>
                      <a:pt x="467" y="96"/>
                    </a:cubicBezTo>
                    <a:cubicBezTo>
                      <a:pt x="470" y="96"/>
                      <a:pt x="466" y="96"/>
                      <a:pt x="467" y="96"/>
                    </a:cubicBezTo>
                    <a:cubicBezTo>
                      <a:pt x="475" y="97"/>
                      <a:pt x="483" y="98"/>
                      <a:pt x="493" y="99"/>
                    </a:cubicBezTo>
                    <a:cubicBezTo>
                      <a:pt x="494" y="99"/>
                      <a:pt x="497" y="99"/>
                      <a:pt x="497" y="99"/>
                    </a:cubicBezTo>
                    <a:cubicBezTo>
                      <a:pt x="501" y="100"/>
                      <a:pt x="508" y="100"/>
                      <a:pt x="516" y="100"/>
                    </a:cubicBezTo>
                    <a:cubicBezTo>
                      <a:pt x="520" y="100"/>
                      <a:pt x="524" y="100"/>
                      <a:pt x="530" y="100"/>
                    </a:cubicBezTo>
                    <a:cubicBezTo>
                      <a:pt x="534" y="101"/>
                      <a:pt x="558" y="94"/>
                      <a:pt x="557" y="93"/>
                    </a:cubicBezTo>
                    <a:cubicBezTo>
                      <a:pt x="549" y="96"/>
                      <a:pt x="562" y="89"/>
                      <a:pt x="560" y="87"/>
                    </a:cubicBezTo>
                    <a:cubicBezTo>
                      <a:pt x="561" y="86"/>
                      <a:pt x="562" y="86"/>
                      <a:pt x="563" y="86"/>
                    </a:cubicBezTo>
                    <a:cubicBezTo>
                      <a:pt x="564" y="83"/>
                      <a:pt x="563" y="81"/>
                      <a:pt x="563" y="77"/>
                    </a:cubicBezTo>
                    <a:cubicBezTo>
                      <a:pt x="562" y="76"/>
                      <a:pt x="559" y="76"/>
                      <a:pt x="559" y="74"/>
                    </a:cubicBezTo>
                    <a:cubicBezTo>
                      <a:pt x="561" y="72"/>
                      <a:pt x="557" y="70"/>
                      <a:pt x="557" y="68"/>
                    </a:cubicBezTo>
                    <a:cubicBezTo>
                      <a:pt x="554" y="69"/>
                      <a:pt x="551" y="68"/>
                      <a:pt x="550" y="66"/>
                    </a:cubicBezTo>
                    <a:cubicBezTo>
                      <a:pt x="554" y="65"/>
                      <a:pt x="554" y="65"/>
                      <a:pt x="554" y="65"/>
                    </a:cubicBezTo>
                    <a:cubicBezTo>
                      <a:pt x="548" y="61"/>
                      <a:pt x="545" y="52"/>
                      <a:pt x="534" y="47"/>
                    </a:cubicBezTo>
                    <a:cubicBezTo>
                      <a:pt x="536" y="46"/>
                      <a:pt x="536" y="46"/>
                      <a:pt x="536" y="46"/>
                    </a:cubicBezTo>
                    <a:cubicBezTo>
                      <a:pt x="528" y="41"/>
                      <a:pt x="524" y="34"/>
                      <a:pt x="521" y="29"/>
                    </a:cubicBezTo>
                    <a:cubicBezTo>
                      <a:pt x="521" y="29"/>
                      <a:pt x="520" y="30"/>
                      <a:pt x="527" y="30"/>
                    </a:cubicBezTo>
                    <a:cubicBezTo>
                      <a:pt x="534" y="29"/>
                      <a:pt x="537" y="29"/>
                      <a:pt x="543" y="29"/>
                    </a:cubicBezTo>
                    <a:cubicBezTo>
                      <a:pt x="546" y="29"/>
                      <a:pt x="546" y="30"/>
                      <a:pt x="547" y="30"/>
                    </a:cubicBezTo>
                    <a:cubicBezTo>
                      <a:pt x="555" y="31"/>
                      <a:pt x="560" y="33"/>
                      <a:pt x="569" y="32"/>
                    </a:cubicBezTo>
                    <a:cubicBezTo>
                      <a:pt x="568" y="33"/>
                      <a:pt x="568" y="33"/>
                      <a:pt x="568" y="33"/>
                    </a:cubicBezTo>
                    <a:cubicBezTo>
                      <a:pt x="575" y="33"/>
                      <a:pt x="586" y="34"/>
                      <a:pt x="592" y="35"/>
                    </a:cubicBezTo>
                    <a:cubicBezTo>
                      <a:pt x="595" y="35"/>
                      <a:pt x="603" y="36"/>
                      <a:pt x="601" y="35"/>
                    </a:cubicBezTo>
                    <a:cubicBezTo>
                      <a:pt x="604" y="35"/>
                      <a:pt x="600" y="36"/>
                      <a:pt x="605" y="36"/>
                    </a:cubicBezTo>
                    <a:cubicBezTo>
                      <a:pt x="600" y="36"/>
                      <a:pt x="600" y="36"/>
                      <a:pt x="600" y="36"/>
                    </a:cubicBezTo>
                    <a:cubicBezTo>
                      <a:pt x="618" y="38"/>
                      <a:pt x="625" y="42"/>
                      <a:pt x="656" y="39"/>
                    </a:cubicBezTo>
                    <a:cubicBezTo>
                      <a:pt x="672" y="35"/>
                      <a:pt x="667" y="30"/>
                      <a:pt x="667" y="26"/>
                    </a:cubicBezTo>
                    <a:cubicBezTo>
                      <a:pt x="665" y="25"/>
                      <a:pt x="664" y="21"/>
                      <a:pt x="659" y="21"/>
                    </a:cubicBezTo>
                    <a:cubicBezTo>
                      <a:pt x="661" y="20"/>
                      <a:pt x="661" y="20"/>
                      <a:pt x="661" y="20"/>
                    </a:cubicBezTo>
                    <a:cubicBezTo>
                      <a:pt x="659" y="18"/>
                      <a:pt x="657" y="14"/>
                      <a:pt x="655" y="11"/>
                    </a:cubicBezTo>
                    <a:cubicBezTo>
                      <a:pt x="655" y="9"/>
                      <a:pt x="653" y="10"/>
                      <a:pt x="651" y="8"/>
                    </a:cubicBezTo>
                    <a:cubicBezTo>
                      <a:pt x="653" y="8"/>
                      <a:pt x="653" y="8"/>
                      <a:pt x="653" y="8"/>
                    </a:cubicBezTo>
                    <a:cubicBezTo>
                      <a:pt x="651" y="6"/>
                      <a:pt x="649" y="6"/>
                      <a:pt x="647" y="6"/>
                    </a:cubicBezTo>
                    <a:cubicBezTo>
                      <a:pt x="648" y="5"/>
                      <a:pt x="648" y="5"/>
                      <a:pt x="648" y="5"/>
                    </a:cubicBezTo>
                    <a:cubicBezTo>
                      <a:pt x="649" y="5"/>
                      <a:pt x="650" y="4"/>
                      <a:pt x="651" y="4"/>
                    </a:cubicBezTo>
                    <a:cubicBezTo>
                      <a:pt x="652" y="5"/>
                      <a:pt x="653" y="5"/>
                      <a:pt x="654" y="5"/>
                    </a:cubicBezTo>
                    <a:cubicBezTo>
                      <a:pt x="653" y="5"/>
                      <a:pt x="654" y="5"/>
                      <a:pt x="654" y="4"/>
                    </a:cubicBezTo>
                    <a:cubicBezTo>
                      <a:pt x="655" y="4"/>
                      <a:pt x="655" y="4"/>
                      <a:pt x="656" y="4"/>
                    </a:cubicBezTo>
                    <a:cubicBezTo>
                      <a:pt x="662" y="4"/>
                      <a:pt x="666" y="4"/>
                      <a:pt x="668" y="3"/>
                    </a:cubicBezTo>
                    <a:cubicBezTo>
                      <a:pt x="666" y="4"/>
                      <a:pt x="671" y="4"/>
                      <a:pt x="667" y="4"/>
                    </a:cubicBezTo>
                    <a:cubicBezTo>
                      <a:pt x="671" y="4"/>
                      <a:pt x="674" y="4"/>
                      <a:pt x="677" y="4"/>
                    </a:cubicBezTo>
                    <a:cubicBezTo>
                      <a:pt x="676" y="4"/>
                      <a:pt x="675" y="4"/>
                      <a:pt x="674" y="4"/>
                    </a:cubicBezTo>
                    <a:cubicBezTo>
                      <a:pt x="678" y="3"/>
                      <a:pt x="682" y="3"/>
                      <a:pt x="682" y="3"/>
                    </a:cubicBezTo>
                    <a:cubicBezTo>
                      <a:pt x="680" y="3"/>
                      <a:pt x="679" y="3"/>
                      <a:pt x="677" y="3"/>
                    </a:cubicBezTo>
                    <a:cubicBezTo>
                      <a:pt x="679" y="2"/>
                      <a:pt x="687" y="2"/>
                      <a:pt x="687" y="3"/>
                    </a:cubicBezTo>
                    <a:cubicBezTo>
                      <a:pt x="687" y="4"/>
                      <a:pt x="681" y="4"/>
                      <a:pt x="683" y="4"/>
                    </a:cubicBezTo>
                    <a:cubicBezTo>
                      <a:pt x="695" y="4"/>
                      <a:pt x="695" y="4"/>
                      <a:pt x="695" y="4"/>
                    </a:cubicBezTo>
                    <a:cubicBezTo>
                      <a:pt x="692" y="4"/>
                      <a:pt x="691" y="3"/>
                      <a:pt x="693" y="3"/>
                    </a:cubicBezTo>
                    <a:cubicBezTo>
                      <a:pt x="688" y="3"/>
                      <a:pt x="688" y="3"/>
                      <a:pt x="688" y="3"/>
                    </a:cubicBezTo>
                    <a:cubicBezTo>
                      <a:pt x="689" y="2"/>
                      <a:pt x="689" y="2"/>
                      <a:pt x="689" y="2"/>
                    </a:cubicBezTo>
                    <a:cubicBezTo>
                      <a:pt x="682" y="2"/>
                      <a:pt x="677" y="1"/>
                      <a:pt x="668" y="1"/>
                    </a:cubicBezTo>
                    <a:cubicBezTo>
                      <a:pt x="670" y="2"/>
                      <a:pt x="670" y="2"/>
                      <a:pt x="670" y="2"/>
                    </a:cubicBezTo>
                    <a:cubicBezTo>
                      <a:pt x="665" y="2"/>
                      <a:pt x="659" y="3"/>
                      <a:pt x="655" y="3"/>
                    </a:cubicBezTo>
                    <a:cubicBezTo>
                      <a:pt x="658" y="2"/>
                      <a:pt x="656" y="2"/>
                      <a:pt x="657" y="2"/>
                    </a:cubicBezTo>
                    <a:cubicBezTo>
                      <a:pt x="655" y="2"/>
                      <a:pt x="654" y="2"/>
                      <a:pt x="652" y="2"/>
                    </a:cubicBezTo>
                    <a:cubicBezTo>
                      <a:pt x="656" y="1"/>
                      <a:pt x="656" y="1"/>
                      <a:pt x="656" y="1"/>
                    </a:cubicBezTo>
                    <a:cubicBezTo>
                      <a:pt x="655" y="1"/>
                      <a:pt x="654" y="2"/>
                      <a:pt x="652" y="2"/>
                    </a:cubicBezTo>
                    <a:cubicBezTo>
                      <a:pt x="649" y="3"/>
                      <a:pt x="655" y="0"/>
                      <a:pt x="645" y="4"/>
                    </a:cubicBezTo>
                    <a:cubicBezTo>
                      <a:pt x="644" y="4"/>
                      <a:pt x="644" y="4"/>
                      <a:pt x="644" y="4"/>
                    </a:cubicBezTo>
                    <a:cubicBezTo>
                      <a:pt x="644" y="6"/>
                      <a:pt x="643" y="7"/>
                      <a:pt x="643" y="7"/>
                    </a:cubicBezTo>
                    <a:cubicBezTo>
                      <a:pt x="643" y="7"/>
                      <a:pt x="643" y="7"/>
                      <a:pt x="643" y="7"/>
                    </a:cubicBezTo>
                    <a:cubicBezTo>
                      <a:pt x="641" y="10"/>
                      <a:pt x="645" y="6"/>
                      <a:pt x="645" y="8"/>
                    </a:cubicBezTo>
                    <a:cubicBezTo>
                      <a:pt x="644" y="9"/>
                      <a:pt x="641" y="9"/>
                      <a:pt x="640" y="11"/>
                    </a:cubicBezTo>
                    <a:cubicBezTo>
                      <a:pt x="640" y="13"/>
                      <a:pt x="645" y="16"/>
                      <a:pt x="644" y="19"/>
                    </a:cubicBezTo>
                    <a:cubicBezTo>
                      <a:pt x="647" y="21"/>
                      <a:pt x="650" y="23"/>
                      <a:pt x="653" y="24"/>
                    </a:cubicBezTo>
                    <a:cubicBezTo>
                      <a:pt x="654" y="25"/>
                      <a:pt x="649" y="25"/>
                      <a:pt x="652" y="26"/>
                    </a:cubicBezTo>
                    <a:cubicBezTo>
                      <a:pt x="650" y="26"/>
                      <a:pt x="649" y="26"/>
                      <a:pt x="648" y="27"/>
                    </a:cubicBezTo>
                    <a:cubicBezTo>
                      <a:pt x="650" y="27"/>
                      <a:pt x="650" y="30"/>
                      <a:pt x="652" y="28"/>
                    </a:cubicBezTo>
                    <a:cubicBezTo>
                      <a:pt x="653" y="30"/>
                      <a:pt x="654" y="32"/>
                      <a:pt x="653" y="33"/>
                    </a:cubicBezTo>
                    <a:cubicBezTo>
                      <a:pt x="652" y="33"/>
                      <a:pt x="650" y="33"/>
                      <a:pt x="649" y="33"/>
                    </a:cubicBezTo>
                    <a:cubicBezTo>
                      <a:pt x="648" y="34"/>
                      <a:pt x="650" y="34"/>
                      <a:pt x="646" y="34"/>
                    </a:cubicBezTo>
                    <a:cubicBezTo>
                      <a:pt x="638" y="35"/>
                      <a:pt x="640" y="33"/>
                      <a:pt x="639" y="32"/>
                    </a:cubicBezTo>
                    <a:cubicBezTo>
                      <a:pt x="643" y="32"/>
                      <a:pt x="643" y="32"/>
                      <a:pt x="643" y="32"/>
                    </a:cubicBezTo>
                    <a:cubicBezTo>
                      <a:pt x="640" y="32"/>
                      <a:pt x="637" y="32"/>
                      <a:pt x="633" y="32"/>
                    </a:cubicBezTo>
                    <a:cubicBezTo>
                      <a:pt x="635" y="30"/>
                      <a:pt x="640" y="32"/>
                      <a:pt x="643" y="32"/>
                    </a:cubicBezTo>
                    <a:cubicBezTo>
                      <a:pt x="642" y="30"/>
                      <a:pt x="642" y="30"/>
                      <a:pt x="642" y="30"/>
                    </a:cubicBezTo>
                    <a:cubicBezTo>
                      <a:pt x="636" y="29"/>
                      <a:pt x="638" y="31"/>
                      <a:pt x="632" y="30"/>
                    </a:cubicBezTo>
                    <a:cubicBezTo>
                      <a:pt x="634" y="30"/>
                      <a:pt x="634" y="30"/>
                      <a:pt x="634" y="30"/>
                    </a:cubicBezTo>
                    <a:cubicBezTo>
                      <a:pt x="629" y="29"/>
                      <a:pt x="629" y="29"/>
                      <a:pt x="629" y="29"/>
                    </a:cubicBezTo>
                    <a:cubicBezTo>
                      <a:pt x="628" y="30"/>
                      <a:pt x="627" y="31"/>
                      <a:pt x="631" y="31"/>
                    </a:cubicBezTo>
                    <a:cubicBezTo>
                      <a:pt x="626" y="32"/>
                      <a:pt x="627" y="31"/>
                      <a:pt x="621" y="30"/>
                    </a:cubicBezTo>
                    <a:cubicBezTo>
                      <a:pt x="618" y="31"/>
                      <a:pt x="624" y="31"/>
                      <a:pt x="622" y="31"/>
                    </a:cubicBezTo>
                    <a:cubicBezTo>
                      <a:pt x="621" y="32"/>
                      <a:pt x="617" y="32"/>
                      <a:pt x="614" y="31"/>
                    </a:cubicBezTo>
                    <a:cubicBezTo>
                      <a:pt x="609" y="31"/>
                      <a:pt x="614" y="30"/>
                      <a:pt x="613" y="30"/>
                    </a:cubicBezTo>
                    <a:cubicBezTo>
                      <a:pt x="614" y="30"/>
                      <a:pt x="618" y="30"/>
                      <a:pt x="616" y="30"/>
                    </a:cubicBezTo>
                    <a:cubicBezTo>
                      <a:pt x="624" y="30"/>
                      <a:pt x="618" y="29"/>
                      <a:pt x="623" y="29"/>
                    </a:cubicBezTo>
                    <a:cubicBezTo>
                      <a:pt x="619" y="27"/>
                      <a:pt x="617" y="28"/>
                      <a:pt x="615" y="28"/>
                    </a:cubicBezTo>
                    <a:cubicBezTo>
                      <a:pt x="616" y="29"/>
                      <a:pt x="612" y="29"/>
                      <a:pt x="613" y="29"/>
                    </a:cubicBezTo>
                    <a:cubicBezTo>
                      <a:pt x="600" y="30"/>
                      <a:pt x="611" y="27"/>
                      <a:pt x="603" y="27"/>
                    </a:cubicBezTo>
                    <a:cubicBezTo>
                      <a:pt x="602" y="28"/>
                      <a:pt x="589" y="27"/>
                      <a:pt x="591" y="29"/>
                    </a:cubicBezTo>
                    <a:cubicBezTo>
                      <a:pt x="589" y="29"/>
                      <a:pt x="586" y="29"/>
                      <a:pt x="585" y="29"/>
                    </a:cubicBezTo>
                    <a:cubicBezTo>
                      <a:pt x="589" y="28"/>
                      <a:pt x="583" y="28"/>
                      <a:pt x="588" y="27"/>
                    </a:cubicBezTo>
                    <a:cubicBezTo>
                      <a:pt x="586" y="27"/>
                      <a:pt x="586" y="27"/>
                      <a:pt x="586" y="27"/>
                    </a:cubicBezTo>
                    <a:cubicBezTo>
                      <a:pt x="592" y="27"/>
                      <a:pt x="592" y="27"/>
                      <a:pt x="592" y="27"/>
                    </a:cubicBezTo>
                    <a:cubicBezTo>
                      <a:pt x="590" y="26"/>
                      <a:pt x="587" y="24"/>
                      <a:pt x="586" y="24"/>
                    </a:cubicBezTo>
                    <a:cubicBezTo>
                      <a:pt x="581" y="24"/>
                      <a:pt x="586" y="25"/>
                      <a:pt x="580" y="24"/>
                    </a:cubicBezTo>
                    <a:cubicBezTo>
                      <a:pt x="583" y="24"/>
                      <a:pt x="581" y="23"/>
                      <a:pt x="579" y="23"/>
                    </a:cubicBezTo>
                    <a:cubicBezTo>
                      <a:pt x="582" y="24"/>
                      <a:pt x="576" y="24"/>
                      <a:pt x="573" y="24"/>
                    </a:cubicBezTo>
                    <a:cubicBezTo>
                      <a:pt x="569" y="24"/>
                      <a:pt x="567" y="23"/>
                      <a:pt x="568" y="23"/>
                    </a:cubicBezTo>
                    <a:cubicBezTo>
                      <a:pt x="574" y="22"/>
                      <a:pt x="574" y="22"/>
                      <a:pt x="574" y="22"/>
                    </a:cubicBezTo>
                    <a:cubicBezTo>
                      <a:pt x="570" y="23"/>
                      <a:pt x="573" y="22"/>
                      <a:pt x="570" y="22"/>
                    </a:cubicBezTo>
                    <a:cubicBezTo>
                      <a:pt x="568" y="22"/>
                      <a:pt x="564" y="23"/>
                      <a:pt x="562" y="23"/>
                    </a:cubicBezTo>
                    <a:cubicBezTo>
                      <a:pt x="558" y="23"/>
                      <a:pt x="558" y="22"/>
                      <a:pt x="556" y="22"/>
                    </a:cubicBezTo>
                    <a:cubicBezTo>
                      <a:pt x="562" y="22"/>
                      <a:pt x="562" y="22"/>
                      <a:pt x="562" y="22"/>
                    </a:cubicBezTo>
                    <a:cubicBezTo>
                      <a:pt x="556" y="22"/>
                      <a:pt x="564" y="21"/>
                      <a:pt x="556" y="21"/>
                    </a:cubicBezTo>
                    <a:cubicBezTo>
                      <a:pt x="553" y="21"/>
                      <a:pt x="553" y="21"/>
                      <a:pt x="553" y="21"/>
                    </a:cubicBezTo>
                    <a:cubicBezTo>
                      <a:pt x="552" y="21"/>
                      <a:pt x="552" y="21"/>
                      <a:pt x="554" y="20"/>
                    </a:cubicBezTo>
                    <a:cubicBezTo>
                      <a:pt x="552" y="21"/>
                      <a:pt x="548" y="21"/>
                      <a:pt x="546" y="21"/>
                    </a:cubicBezTo>
                    <a:cubicBezTo>
                      <a:pt x="546" y="20"/>
                      <a:pt x="546" y="20"/>
                      <a:pt x="546" y="20"/>
                    </a:cubicBezTo>
                    <a:cubicBezTo>
                      <a:pt x="543" y="20"/>
                      <a:pt x="536" y="21"/>
                      <a:pt x="532" y="21"/>
                    </a:cubicBezTo>
                    <a:cubicBezTo>
                      <a:pt x="534" y="22"/>
                      <a:pt x="538" y="20"/>
                      <a:pt x="543" y="21"/>
                    </a:cubicBezTo>
                    <a:cubicBezTo>
                      <a:pt x="545" y="22"/>
                      <a:pt x="536" y="22"/>
                      <a:pt x="534" y="22"/>
                    </a:cubicBezTo>
                    <a:cubicBezTo>
                      <a:pt x="537" y="21"/>
                      <a:pt x="523" y="22"/>
                      <a:pt x="513" y="25"/>
                    </a:cubicBezTo>
                    <a:cubicBezTo>
                      <a:pt x="507" y="26"/>
                      <a:pt x="500" y="29"/>
                      <a:pt x="500" y="29"/>
                    </a:cubicBezTo>
                    <a:cubicBezTo>
                      <a:pt x="501" y="30"/>
                      <a:pt x="501" y="30"/>
                      <a:pt x="501" y="30"/>
                    </a:cubicBezTo>
                    <a:cubicBezTo>
                      <a:pt x="493" y="32"/>
                      <a:pt x="499" y="34"/>
                      <a:pt x="498" y="36"/>
                    </a:cubicBezTo>
                    <a:cubicBezTo>
                      <a:pt x="496" y="35"/>
                      <a:pt x="494" y="35"/>
                      <a:pt x="494" y="37"/>
                    </a:cubicBezTo>
                    <a:cubicBezTo>
                      <a:pt x="497" y="35"/>
                      <a:pt x="499" y="38"/>
                      <a:pt x="501" y="37"/>
                    </a:cubicBezTo>
                    <a:cubicBezTo>
                      <a:pt x="501" y="39"/>
                      <a:pt x="496" y="37"/>
                      <a:pt x="494" y="38"/>
                    </a:cubicBezTo>
                    <a:cubicBezTo>
                      <a:pt x="497" y="39"/>
                      <a:pt x="494" y="41"/>
                      <a:pt x="498" y="41"/>
                    </a:cubicBezTo>
                    <a:cubicBezTo>
                      <a:pt x="498" y="40"/>
                      <a:pt x="500" y="41"/>
                      <a:pt x="502" y="41"/>
                    </a:cubicBezTo>
                    <a:cubicBezTo>
                      <a:pt x="503" y="43"/>
                      <a:pt x="500" y="41"/>
                      <a:pt x="500" y="43"/>
                    </a:cubicBezTo>
                    <a:cubicBezTo>
                      <a:pt x="501" y="43"/>
                      <a:pt x="504" y="44"/>
                      <a:pt x="504" y="42"/>
                    </a:cubicBezTo>
                    <a:cubicBezTo>
                      <a:pt x="504" y="43"/>
                      <a:pt x="509" y="44"/>
                      <a:pt x="507" y="45"/>
                    </a:cubicBezTo>
                    <a:cubicBezTo>
                      <a:pt x="506" y="46"/>
                      <a:pt x="505" y="44"/>
                      <a:pt x="504" y="45"/>
                    </a:cubicBezTo>
                    <a:cubicBezTo>
                      <a:pt x="505" y="47"/>
                      <a:pt x="510" y="45"/>
                      <a:pt x="513" y="47"/>
                    </a:cubicBezTo>
                    <a:cubicBezTo>
                      <a:pt x="513" y="45"/>
                      <a:pt x="518" y="45"/>
                      <a:pt x="520" y="46"/>
                    </a:cubicBezTo>
                    <a:cubicBezTo>
                      <a:pt x="521" y="49"/>
                      <a:pt x="518" y="45"/>
                      <a:pt x="516" y="47"/>
                    </a:cubicBezTo>
                    <a:cubicBezTo>
                      <a:pt x="517" y="48"/>
                      <a:pt x="517" y="48"/>
                      <a:pt x="517" y="48"/>
                    </a:cubicBezTo>
                    <a:cubicBezTo>
                      <a:pt x="515" y="50"/>
                      <a:pt x="508" y="46"/>
                      <a:pt x="506" y="48"/>
                    </a:cubicBezTo>
                    <a:cubicBezTo>
                      <a:pt x="509" y="49"/>
                      <a:pt x="509" y="49"/>
                      <a:pt x="509" y="49"/>
                    </a:cubicBezTo>
                    <a:cubicBezTo>
                      <a:pt x="507" y="49"/>
                      <a:pt x="505" y="49"/>
                      <a:pt x="504" y="50"/>
                    </a:cubicBezTo>
                    <a:cubicBezTo>
                      <a:pt x="507" y="50"/>
                      <a:pt x="507" y="52"/>
                      <a:pt x="508" y="52"/>
                    </a:cubicBezTo>
                    <a:cubicBezTo>
                      <a:pt x="511" y="52"/>
                      <a:pt x="507" y="52"/>
                      <a:pt x="509" y="51"/>
                    </a:cubicBezTo>
                    <a:cubicBezTo>
                      <a:pt x="510" y="52"/>
                      <a:pt x="514" y="52"/>
                      <a:pt x="515" y="54"/>
                    </a:cubicBezTo>
                    <a:cubicBezTo>
                      <a:pt x="512" y="53"/>
                      <a:pt x="512" y="55"/>
                      <a:pt x="510" y="55"/>
                    </a:cubicBezTo>
                    <a:cubicBezTo>
                      <a:pt x="510" y="56"/>
                      <a:pt x="513" y="55"/>
                      <a:pt x="513" y="56"/>
                    </a:cubicBezTo>
                    <a:cubicBezTo>
                      <a:pt x="512" y="56"/>
                      <a:pt x="512" y="56"/>
                      <a:pt x="512" y="56"/>
                    </a:cubicBezTo>
                    <a:cubicBezTo>
                      <a:pt x="516" y="61"/>
                      <a:pt x="521" y="66"/>
                      <a:pt x="530" y="69"/>
                    </a:cubicBezTo>
                    <a:cubicBezTo>
                      <a:pt x="528" y="70"/>
                      <a:pt x="529" y="72"/>
                      <a:pt x="529" y="74"/>
                    </a:cubicBezTo>
                    <a:cubicBezTo>
                      <a:pt x="529" y="73"/>
                      <a:pt x="531" y="74"/>
                      <a:pt x="532" y="74"/>
                    </a:cubicBezTo>
                    <a:cubicBezTo>
                      <a:pt x="530" y="76"/>
                      <a:pt x="530" y="76"/>
                      <a:pt x="530" y="76"/>
                    </a:cubicBezTo>
                    <a:cubicBezTo>
                      <a:pt x="530" y="78"/>
                      <a:pt x="533" y="79"/>
                      <a:pt x="535" y="80"/>
                    </a:cubicBezTo>
                    <a:cubicBezTo>
                      <a:pt x="535" y="80"/>
                      <a:pt x="534" y="80"/>
                      <a:pt x="534" y="80"/>
                    </a:cubicBezTo>
                    <a:cubicBezTo>
                      <a:pt x="533" y="82"/>
                      <a:pt x="536" y="81"/>
                      <a:pt x="537" y="82"/>
                    </a:cubicBezTo>
                    <a:cubicBezTo>
                      <a:pt x="535" y="83"/>
                      <a:pt x="535" y="83"/>
                      <a:pt x="535" y="83"/>
                    </a:cubicBezTo>
                    <a:cubicBezTo>
                      <a:pt x="537" y="83"/>
                      <a:pt x="537" y="83"/>
                      <a:pt x="537" y="83"/>
                    </a:cubicBezTo>
                    <a:cubicBezTo>
                      <a:pt x="538" y="84"/>
                      <a:pt x="538" y="86"/>
                      <a:pt x="535" y="86"/>
                    </a:cubicBezTo>
                    <a:cubicBezTo>
                      <a:pt x="536" y="86"/>
                      <a:pt x="536" y="87"/>
                      <a:pt x="537" y="86"/>
                    </a:cubicBezTo>
                    <a:cubicBezTo>
                      <a:pt x="536" y="87"/>
                      <a:pt x="535" y="90"/>
                      <a:pt x="535" y="91"/>
                    </a:cubicBezTo>
                    <a:cubicBezTo>
                      <a:pt x="530" y="91"/>
                      <a:pt x="523" y="91"/>
                      <a:pt x="518" y="91"/>
                    </a:cubicBezTo>
                    <a:cubicBezTo>
                      <a:pt x="516" y="91"/>
                      <a:pt x="516" y="91"/>
                      <a:pt x="515" y="91"/>
                    </a:cubicBezTo>
                    <a:cubicBezTo>
                      <a:pt x="510" y="89"/>
                      <a:pt x="499" y="90"/>
                      <a:pt x="493" y="88"/>
                    </a:cubicBezTo>
                    <a:cubicBezTo>
                      <a:pt x="494" y="89"/>
                      <a:pt x="489" y="90"/>
                      <a:pt x="485" y="90"/>
                    </a:cubicBezTo>
                    <a:cubicBezTo>
                      <a:pt x="479" y="90"/>
                      <a:pt x="486" y="88"/>
                      <a:pt x="483" y="87"/>
                    </a:cubicBezTo>
                    <a:cubicBezTo>
                      <a:pt x="480" y="87"/>
                      <a:pt x="476" y="87"/>
                      <a:pt x="475" y="87"/>
                    </a:cubicBezTo>
                    <a:cubicBezTo>
                      <a:pt x="475" y="87"/>
                      <a:pt x="475" y="87"/>
                      <a:pt x="475" y="87"/>
                    </a:cubicBezTo>
                    <a:cubicBezTo>
                      <a:pt x="472" y="87"/>
                      <a:pt x="468" y="87"/>
                      <a:pt x="466" y="86"/>
                    </a:cubicBezTo>
                    <a:cubicBezTo>
                      <a:pt x="466" y="86"/>
                      <a:pt x="466" y="86"/>
                      <a:pt x="466" y="86"/>
                    </a:cubicBezTo>
                    <a:cubicBezTo>
                      <a:pt x="464" y="86"/>
                      <a:pt x="463" y="85"/>
                      <a:pt x="460" y="85"/>
                    </a:cubicBezTo>
                    <a:cubicBezTo>
                      <a:pt x="457" y="85"/>
                      <a:pt x="453" y="84"/>
                      <a:pt x="450" y="85"/>
                    </a:cubicBezTo>
                    <a:cubicBezTo>
                      <a:pt x="450" y="84"/>
                      <a:pt x="450" y="84"/>
                      <a:pt x="450" y="84"/>
                    </a:cubicBezTo>
                    <a:cubicBezTo>
                      <a:pt x="448" y="85"/>
                      <a:pt x="448" y="85"/>
                      <a:pt x="448" y="85"/>
                    </a:cubicBezTo>
                    <a:cubicBezTo>
                      <a:pt x="444" y="84"/>
                      <a:pt x="444" y="84"/>
                      <a:pt x="444" y="84"/>
                    </a:cubicBezTo>
                    <a:cubicBezTo>
                      <a:pt x="446" y="84"/>
                      <a:pt x="447" y="83"/>
                      <a:pt x="448" y="83"/>
                    </a:cubicBezTo>
                    <a:cubicBezTo>
                      <a:pt x="444" y="82"/>
                      <a:pt x="445" y="84"/>
                      <a:pt x="442" y="84"/>
                    </a:cubicBezTo>
                    <a:cubicBezTo>
                      <a:pt x="437" y="84"/>
                      <a:pt x="439" y="83"/>
                      <a:pt x="438" y="83"/>
                    </a:cubicBezTo>
                    <a:cubicBezTo>
                      <a:pt x="440" y="83"/>
                      <a:pt x="440" y="83"/>
                      <a:pt x="441" y="83"/>
                    </a:cubicBezTo>
                    <a:cubicBezTo>
                      <a:pt x="445" y="83"/>
                      <a:pt x="440" y="83"/>
                      <a:pt x="440" y="82"/>
                    </a:cubicBezTo>
                    <a:cubicBezTo>
                      <a:pt x="440" y="82"/>
                      <a:pt x="438" y="83"/>
                      <a:pt x="435" y="82"/>
                    </a:cubicBezTo>
                    <a:cubicBezTo>
                      <a:pt x="433" y="82"/>
                      <a:pt x="428" y="82"/>
                      <a:pt x="430" y="81"/>
                    </a:cubicBezTo>
                    <a:cubicBezTo>
                      <a:pt x="427" y="81"/>
                      <a:pt x="425" y="81"/>
                      <a:pt x="423" y="81"/>
                    </a:cubicBezTo>
                    <a:cubicBezTo>
                      <a:pt x="424" y="81"/>
                      <a:pt x="427" y="82"/>
                      <a:pt x="427" y="82"/>
                    </a:cubicBezTo>
                    <a:cubicBezTo>
                      <a:pt x="425" y="82"/>
                      <a:pt x="421" y="82"/>
                      <a:pt x="421" y="82"/>
                    </a:cubicBezTo>
                    <a:cubicBezTo>
                      <a:pt x="423" y="82"/>
                      <a:pt x="423" y="82"/>
                      <a:pt x="423" y="82"/>
                    </a:cubicBezTo>
                    <a:cubicBezTo>
                      <a:pt x="421" y="82"/>
                      <a:pt x="417" y="81"/>
                      <a:pt x="418" y="82"/>
                    </a:cubicBezTo>
                    <a:cubicBezTo>
                      <a:pt x="417" y="80"/>
                      <a:pt x="417" y="80"/>
                      <a:pt x="417" y="80"/>
                    </a:cubicBezTo>
                    <a:cubicBezTo>
                      <a:pt x="414" y="81"/>
                      <a:pt x="411" y="80"/>
                      <a:pt x="408" y="80"/>
                    </a:cubicBezTo>
                    <a:cubicBezTo>
                      <a:pt x="409" y="79"/>
                      <a:pt x="413" y="79"/>
                      <a:pt x="408" y="78"/>
                    </a:cubicBezTo>
                    <a:cubicBezTo>
                      <a:pt x="402" y="78"/>
                      <a:pt x="402" y="78"/>
                      <a:pt x="402" y="78"/>
                    </a:cubicBezTo>
                    <a:cubicBezTo>
                      <a:pt x="400" y="78"/>
                      <a:pt x="399" y="78"/>
                      <a:pt x="401" y="77"/>
                    </a:cubicBezTo>
                    <a:cubicBezTo>
                      <a:pt x="393" y="76"/>
                      <a:pt x="388" y="78"/>
                      <a:pt x="383" y="77"/>
                    </a:cubicBezTo>
                    <a:cubicBezTo>
                      <a:pt x="387" y="76"/>
                      <a:pt x="385" y="76"/>
                      <a:pt x="383" y="75"/>
                    </a:cubicBezTo>
                    <a:cubicBezTo>
                      <a:pt x="383" y="75"/>
                      <a:pt x="382" y="76"/>
                      <a:pt x="380" y="76"/>
                    </a:cubicBezTo>
                    <a:cubicBezTo>
                      <a:pt x="380" y="76"/>
                      <a:pt x="383" y="75"/>
                      <a:pt x="384" y="76"/>
                    </a:cubicBezTo>
                    <a:cubicBezTo>
                      <a:pt x="384" y="77"/>
                      <a:pt x="381" y="76"/>
                      <a:pt x="379" y="76"/>
                    </a:cubicBezTo>
                    <a:cubicBezTo>
                      <a:pt x="378" y="73"/>
                      <a:pt x="361" y="73"/>
                      <a:pt x="354" y="71"/>
                    </a:cubicBezTo>
                    <a:cubicBezTo>
                      <a:pt x="352" y="72"/>
                      <a:pt x="349" y="71"/>
                      <a:pt x="346" y="71"/>
                    </a:cubicBezTo>
                    <a:cubicBezTo>
                      <a:pt x="349" y="70"/>
                      <a:pt x="340" y="71"/>
                      <a:pt x="339" y="70"/>
                    </a:cubicBezTo>
                    <a:cubicBezTo>
                      <a:pt x="338" y="71"/>
                      <a:pt x="338" y="71"/>
                      <a:pt x="338" y="71"/>
                    </a:cubicBezTo>
                    <a:cubicBezTo>
                      <a:pt x="333" y="70"/>
                      <a:pt x="325" y="71"/>
                      <a:pt x="324" y="70"/>
                    </a:cubicBezTo>
                    <a:cubicBezTo>
                      <a:pt x="321" y="69"/>
                      <a:pt x="327" y="69"/>
                      <a:pt x="329" y="69"/>
                    </a:cubicBezTo>
                    <a:cubicBezTo>
                      <a:pt x="327" y="67"/>
                      <a:pt x="314" y="69"/>
                      <a:pt x="313" y="67"/>
                    </a:cubicBezTo>
                    <a:cubicBezTo>
                      <a:pt x="312" y="67"/>
                      <a:pt x="312" y="68"/>
                      <a:pt x="307" y="68"/>
                    </a:cubicBezTo>
                    <a:cubicBezTo>
                      <a:pt x="305" y="68"/>
                      <a:pt x="299" y="66"/>
                      <a:pt x="300" y="66"/>
                    </a:cubicBezTo>
                    <a:cubicBezTo>
                      <a:pt x="297" y="66"/>
                      <a:pt x="295" y="67"/>
                      <a:pt x="293" y="66"/>
                    </a:cubicBezTo>
                    <a:cubicBezTo>
                      <a:pt x="294" y="66"/>
                      <a:pt x="295" y="66"/>
                      <a:pt x="297" y="66"/>
                    </a:cubicBezTo>
                    <a:cubicBezTo>
                      <a:pt x="292" y="65"/>
                      <a:pt x="287" y="65"/>
                      <a:pt x="282" y="65"/>
                    </a:cubicBezTo>
                    <a:cubicBezTo>
                      <a:pt x="281" y="64"/>
                      <a:pt x="271" y="64"/>
                      <a:pt x="263" y="64"/>
                    </a:cubicBezTo>
                    <a:cubicBezTo>
                      <a:pt x="259" y="65"/>
                      <a:pt x="244" y="65"/>
                      <a:pt x="240" y="69"/>
                    </a:cubicBezTo>
                    <a:cubicBezTo>
                      <a:pt x="240" y="68"/>
                      <a:pt x="238" y="69"/>
                      <a:pt x="237" y="70"/>
                    </a:cubicBezTo>
                    <a:cubicBezTo>
                      <a:pt x="235" y="72"/>
                      <a:pt x="239" y="72"/>
                      <a:pt x="239" y="73"/>
                    </a:cubicBezTo>
                    <a:cubicBezTo>
                      <a:pt x="236" y="73"/>
                      <a:pt x="236" y="73"/>
                      <a:pt x="236" y="73"/>
                    </a:cubicBezTo>
                    <a:cubicBezTo>
                      <a:pt x="233" y="74"/>
                      <a:pt x="237" y="76"/>
                      <a:pt x="236" y="77"/>
                    </a:cubicBezTo>
                    <a:cubicBezTo>
                      <a:pt x="238" y="76"/>
                      <a:pt x="237" y="78"/>
                      <a:pt x="239" y="77"/>
                    </a:cubicBezTo>
                    <a:cubicBezTo>
                      <a:pt x="241" y="78"/>
                      <a:pt x="241" y="78"/>
                      <a:pt x="241" y="78"/>
                    </a:cubicBezTo>
                    <a:cubicBezTo>
                      <a:pt x="243" y="80"/>
                      <a:pt x="242" y="78"/>
                      <a:pt x="245" y="80"/>
                    </a:cubicBezTo>
                    <a:cubicBezTo>
                      <a:pt x="246" y="81"/>
                      <a:pt x="242" y="81"/>
                      <a:pt x="242" y="81"/>
                    </a:cubicBezTo>
                    <a:cubicBezTo>
                      <a:pt x="241" y="82"/>
                      <a:pt x="243" y="82"/>
                      <a:pt x="245" y="83"/>
                    </a:cubicBezTo>
                    <a:cubicBezTo>
                      <a:pt x="245" y="83"/>
                      <a:pt x="245" y="83"/>
                      <a:pt x="246" y="83"/>
                    </a:cubicBezTo>
                    <a:cubicBezTo>
                      <a:pt x="245" y="83"/>
                      <a:pt x="245" y="83"/>
                      <a:pt x="245" y="83"/>
                    </a:cubicBezTo>
                    <a:cubicBezTo>
                      <a:pt x="246" y="84"/>
                      <a:pt x="246" y="84"/>
                      <a:pt x="247" y="84"/>
                    </a:cubicBezTo>
                    <a:cubicBezTo>
                      <a:pt x="247" y="84"/>
                      <a:pt x="247" y="84"/>
                      <a:pt x="247" y="84"/>
                    </a:cubicBezTo>
                    <a:cubicBezTo>
                      <a:pt x="246" y="84"/>
                      <a:pt x="246" y="84"/>
                      <a:pt x="245" y="83"/>
                    </a:cubicBezTo>
                    <a:cubicBezTo>
                      <a:pt x="245" y="84"/>
                      <a:pt x="246" y="84"/>
                      <a:pt x="246" y="84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7" y="85"/>
                      <a:pt x="247" y="85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50" y="87"/>
                      <a:pt x="251" y="87"/>
                    </a:cubicBezTo>
                    <a:cubicBezTo>
                      <a:pt x="252" y="90"/>
                      <a:pt x="260" y="94"/>
                      <a:pt x="263" y="95"/>
                    </a:cubicBezTo>
                    <a:cubicBezTo>
                      <a:pt x="262" y="95"/>
                      <a:pt x="262" y="95"/>
                      <a:pt x="263" y="95"/>
                    </a:cubicBezTo>
                    <a:cubicBezTo>
                      <a:pt x="265" y="96"/>
                      <a:pt x="268" y="96"/>
                      <a:pt x="267" y="96"/>
                    </a:cubicBezTo>
                    <a:cubicBezTo>
                      <a:pt x="269" y="97"/>
                      <a:pt x="266" y="97"/>
                      <a:pt x="268" y="99"/>
                    </a:cubicBezTo>
                    <a:cubicBezTo>
                      <a:pt x="268" y="99"/>
                      <a:pt x="270" y="98"/>
                      <a:pt x="269" y="98"/>
                    </a:cubicBezTo>
                    <a:cubicBezTo>
                      <a:pt x="270" y="101"/>
                      <a:pt x="279" y="102"/>
                      <a:pt x="281" y="105"/>
                    </a:cubicBezTo>
                    <a:cubicBezTo>
                      <a:pt x="280" y="105"/>
                      <a:pt x="279" y="105"/>
                      <a:pt x="278" y="105"/>
                    </a:cubicBezTo>
                    <a:cubicBezTo>
                      <a:pt x="282" y="106"/>
                      <a:pt x="285" y="108"/>
                      <a:pt x="291" y="109"/>
                    </a:cubicBezTo>
                    <a:cubicBezTo>
                      <a:pt x="289" y="109"/>
                      <a:pt x="289" y="109"/>
                      <a:pt x="287" y="109"/>
                    </a:cubicBezTo>
                    <a:cubicBezTo>
                      <a:pt x="289" y="110"/>
                      <a:pt x="292" y="112"/>
                      <a:pt x="295" y="112"/>
                    </a:cubicBezTo>
                    <a:cubicBezTo>
                      <a:pt x="295" y="111"/>
                      <a:pt x="294" y="112"/>
                      <a:pt x="293" y="111"/>
                    </a:cubicBezTo>
                    <a:cubicBezTo>
                      <a:pt x="293" y="110"/>
                      <a:pt x="298" y="111"/>
                      <a:pt x="299" y="112"/>
                    </a:cubicBezTo>
                    <a:cubicBezTo>
                      <a:pt x="299" y="112"/>
                      <a:pt x="299" y="112"/>
                      <a:pt x="299" y="112"/>
                    </a:cubicBezTo>
                    <a:cubicBezTo>
                      <a:pt x="301" y="113"/>
                      <a:pt x="302" y="113"/>
                      <a:pt x="304" y="114"/>
                    </a:cubicBezTo>
                    <a:cubicBezTo>
                      <a:pt x="304" y="115"/>
                      <a:pt x="302" y="114"/>
                      <a:pt x="302" y="115"/>
                    </a:cubicBezTo>
                    <a:cubicBezTo>
                      <a:pt x="299" y="116"/>
                      <a:pt x="304" y="118"/>
                      <a:pt x="304" y="118"/>
                    </a:cubicBezTo>
                    <a:cubicBezTo>
                      <a:pt x="306" y="118"/>
                      <a:pt x="307" y="119"/>
                      <a:pt x="308" y="118"/>
                    </a:cubicBezTo>
                    <a:cubicBezTo>
                      <a:pt x="310" y="119"/>
                      <a:pt x="307" y="119"/>
                      <a:pt x="308" y="120"/>
                    </a:cubicBezTo>
                    <a:cubicBezTo>
                      <a:pt x="318" y="121"/>
                      <a:pt x="318" y="121"/>
                      <a:pt x="318" y="121"/>
                    </a:cubicBezTo>
                    <a:cubicBezTo>
                      <a:pt x="317" y="121"/>
                      <a:pt x="317" y="123"/>
                      <a:pt x="314" y="122"/>
                    </a:cubicBezTo>
                    <a:cubicBezTo>
                      <a:pt x="318" y="124"/>
                      <a:pt x="324" y="124"/>
                      <a:pt x="328" y="125"/>
                    </a:cubicBezTo>
                    <a:cubicBezTo>
                      <a:pt x="329" y="126"/>
                      <a:pt x="333" y="127"/>
                      <a:pt x="334" y="128"/>
                    </a:cubicBezTo>
                    <a:cubicBezTo>
                      <a:pt x="333" y="129"/>
                      <a:pt x="334" y="127"/>
                      <a:pt x="332" y="128"/>
                    </a:cubicBezTo>
                    <a:cubicBezTo>
                      <a:pt x="332" y="129"/>
                      <a:pt x="332" y="129"/>
                      <a:pt x="332" y="129"/>
                    </a:cubicBezTo>
                    <a:cubicBezTo>
                      <a:pt x="329" y="128"/>
                      <a:pt x="329" y="130"/>
                      <a:pt x="326" y="130"/>
                    </a:cubicBezTo>
                    <a:cubicBezTo>
                      <a:pt x="329" y="131"/>
                      <a:pt x="332" y="133"/>
                      <a:pt x="335" y="135"/>
                    </a:cubicBezTo>
                    <a:cubicBezTo>
                      <a:pt x="336" y="133"/>
                      <a:pt x="340" y="137"/>
                      <a:pt x="343" y="136"/>
                    </a:cubicBezTo>
                    <a:cubicBezTo>
                      <a:pt x="347" y="138"/>
                      <a:pt x="342" y="138"/>
                      <a:pt x="342" y="139"/>
                    </a:cubicBezTo>
                    <a:cubicBezTo>
                      <a:pt x="347" y="140"/>
                      <a:pt x="349" y="143"/>
                      <a:pt x="352" y="144"/>
                    </a:cubicBezTo>
                    <a:cubicBezTo>
                      <a:pt x="352" y="144"/>
                      <a:pt x="352" y="144"/>
                      <a:pt x="351" y="144"/>
                    </a:cubicBezTo>
                    <a:cubicBezTo>
                      <a:pt x="355" y="146"/>
                      <a:pt x="358" y="149"/>
                      <a:pt x="363" y="150"/>
                    </a:cubicBezTo>
                    <a:cubicBezTo>
                      <a:pt x="363" y="150"/>
                      <a:pt x="362" y="150"/>
                      <a:pt x="361" y="150"/>
                    </a:cubicBezTo>
                    <a:cubicBezTo>
                      <a:pt x="362" y="152"/>
                      <a:pt x="366" y="149"/>
                      <a:pt x="367" y="152"/>
                    </a:cubicBezTo>
                    <a:cubicBezTo>
                      <a:pt x="364" y="152"/>
                      <a:pt x="364" y="152"/>
                      <a:pt x="364" y="152"/>
                    </a:cubicBezTo>
                    <a:cubicBezTo>
                      <a:pt x="368" y="153"/>
                      <a:pt x="366" y="155"/>
                      <a:pt x="371" y="156"/>
                    </a:cubicBezTo>
                    <a:cubicBezTo>
                      <a:pt x="370" y="156"/>
                      <a:pt x="369" y="156"/>
                      <a:pt x="368" y="156"/>
                    </a:cubicBezTo>
                    <a:cubicBezTo>
                      <a:pt x="371" y="157"/>
                      <a:pt x="372" y="159"/>
                      <a:pt x="376" y="160"/>
                    </a:cubicBezTo>
                    <a:cubicBezTo>
                      <a:pt x="375" y="160"/>
                      <a:pt x="374" y="160"/>
                      <a:pt x="372" y="160"/>
                    </a:cubicBezTo>
                    <a:cubicBezTo>
                      <a:pt x="372" y="161"/>
                      <a:pt x="377" y="161"/>
                      <a:pt x="376" y="162"/>
                    </a:cubicBezTo>
                    <a:cubicBezTo>
                      <a:pt x="376" y="163"/>
                      <a:pt x="375" y="164"/>
                      <a:pt x="375" y="164"/>
                    </a:cubicBezTo>
                    <a:cubicBezTo>
                      <a:pt x="378" y="164"/>
                      <a:pt x="376" y="167"/>
                      <a:pt x="370" y="167"/>
                    </a:cubicBezTo>
                    <a:cubicBezTo>
                      <a:pt x="370" y="167"/>
                      <a:pt x="368" y="167"/>
                      <a:pt x="365" y="167"/>
                    </a:cubicBezTo>
                    <a:cubicBezTo>
                      <a:pt x="339" y="166"/>
                      <a:pt x="317" y="163"/>
                      <a:pt x="293" y="161"/>
                    </a:cubicBezTo>
                    <a:cubicBezTo>
                      <a:pt x="292" y="159"/>
                      <a:pt x="300" y="161"/>
                      <a:pt x="299" y="160"/>
                    </a:cubicBezTo>
                    <a:cubicBezTo>
                      <a:pt x="297" y="161"/>
                      <a:pt x="295" y="159"/>
                      <a:pt x="288" y="159"/>
                    </a:cubicBezTo>
                    <a:cubicBezTo>
                      <a:pt x="288" y="159"/>
                      <a:pt x="288" y="159"/>
                      <a:pt x="288" y="159"/>
                    </a:cubicBezTo>
                    <a:cubicBezTo>
                      <a:pt x="285" y="158"/>
                      <a:pt x="285" y="157"/>
                      <a:pt x="281" y="157"/>
                    </a:cubicBezTo>
                    <a:cubicBezTo>
                      <a:pt x="280" y="158"/>
                      <a:pt x="280" y="158"/>
                      <a:pt x="280" y="158"/>
                    </a:cubicBezTo>
                    <a:cubicBezTo>
                      <a:pt x="276" y="158"/>
                      <a:pt x="276" y="155"/>
                      <a:pt x="272" y="156"/>
                    </a:cubicBezTo>
                    <a:cubicBezTo>
                      <a:pt x="271" y="155"/>
                      <a:pt x="271" y="155"/>
                      <a:pt x="271" y="155"/>
                    </a:cubicBezTo>
                    <a:cubicBezTo>
                      <a:pt x="265" y="156"/>
                      <a:pt x="267" y="154"/>
                      <a:pt x="261" y="154"/>
                    </a:cubicBezTo>
                    <a:cubicBezTo>
                      <a:pt x="262" y="154"/>
                      <a:pt x="262" y="154"/>
                      <a:pt x="262" y="154"/>
                    </a:cubicBezTo>
                    <a:cubicBezTo>
                      <a:pt x="258" y="153"/>
                      <a:pt x="249" y="154"/>
                      <a:pt x="249" y="152"/>
                    </a:cubicBezTo>
                    <a:cubicBezTo>
                      <a:pt x="244" y="152"/>
                      <a:pt x="239" y="151"/>
                      <a:pt x="236" y="152"/>
                    </a:cubicBezTo>
                    <a:cubicBezTo>
                      <a:pt x="236" y="151"/>
                      <a:pt x="238" y="151"/>
                      <a:pt x="239" y="151"/>
                    </a:cubicBezTo>
                    <a:cubicBezTo>
                      <a:pt x="222" y="149"/>
                      <a:pt x="205" y="145"/>
                      <a:pt x="188" y="144"/>
                    </a:cubicBezTo>
                    <a:cubicBezTo>
                      <a:pt x="188" y="143"/>
                      <a:pt x="189" y="144"/>
                      <a:pt x="190" y="143"/>
                    </a:cubicBezTo>
                    <a:cubicBezTo>
                      <a:pt x="179" y="143"/>
                      <a:pt x="175" y="139"/>
                      <a:pt x="164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59" y="139"/>
                      <a:pt x="160" y="139"/>
                      <a:pt x="159" y="138"/>
                    </a:cubicBezTo>
                    <a:cubicBezTo>
                      <a:pt x="156" y="139"/>
                      <a:pt x="151" y="137"/>
                      <a:pt x="148" y="138"/>
                    </a:cubicBezTo>
                    <a:cubicBezTo>
                      <a:pt x="148" y="137"/>
                      <a:pt x="150" y="137"/>
                      <a:pt x="150" y="137"/>
                    </a:cubicBezTo>
                    <a:cubicBezTo>
                      <a:pt x="147" y="136"/>
                      <a:pt x="139" y="136"/>
                      <a:pt x="136" y="135"/>
                    </a:cubicBezTo>
                    <a:cubicBezTo>
                      <a:pt x="138" y="135"/>
                      <a:pt x="138" y="135"/>
                      <a:pt x="138" y="135"/>
                    </a:cubicBezTo>
                    <a:cubicBezTo>
                      <a:pt x="122" y="130"/>
                      <a:pt x="100" y="124"/>
                      <a:pt x="79" y="123"/>
                    </a:cubicBezTo>
                    <a:cubicBezTo>
                      <a:pt x="74" y="122"/>
                      <a:pt x="80" y="122"/>
                      <a:pt x="78" y="121"/>
                    </a:cubicBezTo>
                    <a:cubicBezTo>
                      <a:pt x="58" y="120"/>
                      <a:pt x="44" y="114"/>
                      <a:pt x="23" y="113"/>
                    </a:cubicBezTo>
                    <a:cubicBezTo>
                      <a:pt x="10" y="111"/>
                      <a:pt x="0" y="113"/>
                      <a:pt x="0" y="113"/>
                    </a:cubicBezTo>
                    <a:cubicBezTo>
                      <a:pt x="31" y="117"/>
                      <a:pt x="53" y="123"/>
                      <a:pt x="78" y="130"/>
                    </a:cubicBezTo>
                    <a:close/>
                    <a:moveTo>
                      <a:pt x="656" y="33"/>
                    </a:moveTo>
                    <a:cubicBezTo>
                      <a:pt x="656" y="33"/>
                      <a:pt x="656" y="33"/>
                      <a:pt x="656" y="33"/>
                    </a:cubicBezTo>
                    <a:moveTo>
                      <a:pt x="655" y="33"/>
                    </a:moveTo>
                    <a:cubicBezTo>
                      <a:pt x="655" y="33"/>
                      <a:pt x="655" y="33"/>
                      <a:pt x="655" y="33"/>
                    </a:cubicBezTo>
                    <a:cubicBezTo>
                      <a:pt x="656" y="33"/>
                      <a:pt x="656" y="33"/>
                      <a:pt x="655" y="33"/>
                    </a:cubicBezTo>
                    <a:close/>
                    <a:moveTo>
                      <a:pt x="650" y="3"/>
                    </a:moveTo>
                    <a:cubicBezTo>
                      <a:pt x="650" y="3"/>
                      <a:pt x="650" y="4"/>
                      <a:pt x="650" y="4"/>
                    </a:cubicBezTo>
                    <a:cubicBezTo>
                      <a:pt x="650" y="4"/>
                      <a:pt x="649" y="4"/>
                      <a:pt x="648" y="5"/>
                    </a:cubicBezTo>
                    <a:cubicBezTo>
                      <a:pt x="648" y="4"/>
                      <a:pt x="648" y="3"/>
                      <a:pt x="650" y="3"/>
                    </a:cubicBezTo>
                    <a:close/>
                    <a:moveTo>
                      <a:pt x="649" y="34"/>
                    </a:moveTo>
                    <a:cubicBezTo>
                      <a:pt x="650" y="34"/>
                      <a:pt x="651" y="34"/>
                      <a:pt x="653" y="34"/>
                    </a:cubicBezTo>
                    <a:cubicBezTo>
                      <a:pt x="653" y="33"/>
                      <a:pt x="653" y="33"/>
                      <a:pt x="653" y="33"/>
                    </a:cubicBezTo>
                    <a:cubicBezTo>
                      <a:pt x="653" y="34"/>
                      <a:pt x="653" y="34"/>
                      <a:pt x="653" y="34"/>
                    </a:cubicBezTo>
                    <a:cubicBezTo>
                      <a:pt x="654" y="34"/>
                      <a:pt x="655" y="33"/>
                      <a:pt x="655" y="33"/>
                    </a:cubicBezTo>
                    <a:cubicBezTo>
                      <a:pt x="654" y="34"/>
                      <a:pt x="654" y="34"/>
                      <a:pt x="653" y="34"/>
                    </a:cubicBezTo>
                    <a:cubicBezTo>
                      <a:pt x="653" y="34"/>
                      <a:pt x="653" y="35"/>
                      <a:pt x="652" y="35"/>
                    </a:cubicBezTo>
                    <a:cubicBezTo>
                      <a:pt x="652" y="35"/>
                      <a:pt x="652" y="35"/>
                      <a:pt x="652" y="35"/>
                    </a:cubicBezTo>
                    <a:cubicBezTo>
                      <a:pt x="652" y="35"/>
                      <a:pt x="651" y="35"/>
                      <a:pt x="650" y="35"/>
                    </a:cubicBezTo>
                    <a:cubicBezTo>
                      <a:pt x="649" y="35"/>
                      <a:pt x="649" y="35"/>
                      <a:pt x="649" y="35"/>
                    </a:cubicBezTo>
                    <a:cubicBezTo>
                      <a:pt x="647" y="36"/>
                      <a:pt x="650" y="36"/>
                      <a:pt x="648" y="37"/>
                    </a:cubicBezTo>
                    <a:cubicBezTo>
                      <a:pt x="646" y="37"/>
                      <a:pt x="644" y="37"/>
                      <a:pt x="643" y="37"/>
                    </a:cubicBezTo>
                    <a:cubicBezTo>
                      <a:pt x="643" y="36"/>
                      <a:pt x="646" y="35"/>
                      <a:pt x="640" y="34"/>
                    </a:cubicBezTo>
                    <a:cubicBezTo>
                      <a:pt x="644" y="33"/>
                      <a:pt x="649" y="35"/>
                      <a:pt x="649" y="34"/>
                    </a:cubicBezTo>
                    <a:close/>
                    <a:moveTo>
                      <a:pt x="539" y="91"/>
                    </a:moveTo>
                    <a:cubicBezTo>
                      <a:pt x="541" y="91"/>
                      <a:pt x="537" y="92"/>
                      <a:pt x="538" y="92"/>
                    </a:cubicBezTo>
                    <a:cubicBezTo>
                      <a:pt x="537" y="92"/>
                      <a:pt x="535" y="93"/>
                      <a:pt x="535" y="92"/>
                    </a:cubicBezTo>
                    <a:cubicBezTo>
                      <a:pt x="538" y="92"/>
                      <a:pt x="539" y="91"/>
                      <a:pt x="539" y="9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4354729" y="2158331"/>
              <a:ext cx="3266983" cy="1448984"/>
              <a:chOff x="4354729" y="2158331"/>
              <a:chExt cx="3266983" cy="1448984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4354729" y="234467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01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051679" y="2158331"/>
                <a:ext cx="2570033" cy="55622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lumMod val="10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051680" y="271456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251916" y="2158331"/>
              <a:ext cx="3266982" cy="1448984"/>
              <a:chOff x="8251916" y="2158331"/>
              <a:chExt cx="3266982" cy="144898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251916" y="2337020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02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948865" y="215833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948866" y="271456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354729" y="3875491"/>
              <a:ext cx="3266983" cy="1448984"/>
              <a:chOff x="4354729" y="3875491"/>
              <a:chExt cx="3266983" cy="1448984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4354729" y="406183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03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051679" y="387549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051680" y="443172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8251916" y="3875491"/>
              <a:ext cx="3266982" cy="1448984"/>
              <a:chOff x="8251916" y="3875491"/>
              <a:chExt cx="3266982" cy="1448984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8251916" y="406183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04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948865" y="387549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  <a:endParaRPr lang="en-US" altLang="zh-CN" b="1" dirty="0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948866" y="443172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altLang="zh-CN" sz="1200" dirty="0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4354729" y="1130300"/>
              <a:ext cx="7164170" cy="867668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en-US" altLang="zh-CN" sz="2400" b="1" dirty="0"/>
                <a:t>{vItem.item1_Desc}</a:t>
              </a:r>
              <a:endParaRPr lang="zh-CN" altLang="en-US" sz="2400" b="1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优秀学员分享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</p:spPr>
        <p:txBody>
          <a:bodyPr>
            <a:normAutofit/>
          </a:bodyPr>
          <a:lstStyle/>
          <a:p>
            <a:r>
              <a:rPr lang="zh-CN" altLang="en-US" sz="7200" dirty="0"/>
              <a:t>Thank you</a:t>
            </a:r>
            <a:endParaRPr lang="en-US" sz="72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</p:spPr>
        <p:txBody>
          <a:bodyPr/>
          <a:lstStyle/>
          <a:p>
            <a:r>
              <a:rPr lang="en-US" dirty="0"/>
              <a:t>{author}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</p:spPr>
        <p:txBody>
          <a:bodyPr/>
          <a:lstStyle/>
          <a:p>
            <a:r>
              <a:rPr lang="en-US" altLang="zh-CN" dirty="0"/>
              <a:t>{company}-{department}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2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3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4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5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6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7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8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9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0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1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2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3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4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5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6.xml><?xml version="1.0" encoding="utf-8"?>
<p:tagLst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7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18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19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0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1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2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3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4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5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6.xml><?xml version="1.0" encoding="utf-8"?>
<p:tagLst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7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28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29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0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1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2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3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4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5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6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7.xml><?xml version="1.0" encoding="utf-8"?>
<p:tagLst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8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39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0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1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2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3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4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5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6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7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8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9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0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1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2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3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4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5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6.xml><?xml version="1.0" encoding="utf-8"?>
<p:tagLst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7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58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59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0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1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2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3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4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5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6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7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8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9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0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1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2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3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4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5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6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7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8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9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0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1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2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3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4.xml><?xml version="1.0" encoding="utf-8"?>
<p:tagLst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5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6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7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8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9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0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1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2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3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4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5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6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7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8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9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0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1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2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3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4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5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6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7.xml><?xml version="1.0" encoding="utf-8"?>
<p:tagLst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8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09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0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1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2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3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4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5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6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7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8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9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0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1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2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3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4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5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6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7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8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9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0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1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2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3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4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5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6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7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8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9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0.xml><?xml version="1.0" encoding="utf-8"?>
<p:tagLst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1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2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3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4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5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6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7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8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9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0.xml><?xml version="1.0" encoding="utf-8"?>
<p:tagLst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1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2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3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4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5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6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7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8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9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0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1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2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3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4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5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6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7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8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9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0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1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2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3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4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5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6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7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8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9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0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1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2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3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4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5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6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7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8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9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0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1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2.xml><?xml version="1.0" encoding="utf-8"?>
<p:tagLst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3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4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5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6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7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8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9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0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1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2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3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4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5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6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7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8.xml><?xml version="1.0" encoding="utf-8"?>
<p:tagLst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9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7879BE"/>
      </a:accent1>
      <a:accent2>
        <a:srgbClr val="AF91BC"/>
      </a:accent2>
      <a:accent3>
        <a:srgbClr val="DD90AF"/>
      </a:accent3>
      <a:accent4>
        <a:srgbClr val="F8A299"/>
      </a:accent4>
      <a:accent5>
        <a:srgbClr val="EDC783"/>
      </a:accent5>
      <a:accent6>
        <a:srgbClr val="C6BC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4352</Words>
  <Application>WPS 演示</Application>
  <PresentationFormat>宽屏</PresentationFormat>
  <Paragraphs>767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Arial Unicode MS</vt:lpstr>
      <vt:lpstr>Calibri</vt:lpstr>
      <vt:lpstr>Designed by OfficePLUS</vt:lpstr>
      <vt:lpstr>{title}</vt:lpstr>
      <vt:lpstr>{chapterTitle}</vt:lpstr>
      <vt:lpstr>PowerPoint 演示文稿</vt:lpstr>
      <vt:lpstr>PowerPoint 演示文稿</vt:lpstr>
      <vt:lpstr>PowerPoint 演示文稿</vt:lpstr>
      <vt:lpstr>{chapterTitle}</vt:lpstr>
      <vt:lpstr>{slideTitle}</vt:lpstr>
      <vt:lpstr>{slideTitle}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{chapterTitle}</vt:lpstr>
      <vt:lpstr>PowerPoint 演示文稿</vt:lpstr>
      <vt:lpstr>PowerPoint 演示文稿</vt:lpstr>
      <vt:lpstr>{chapterTitle}</vt:lpstr>
      <vt:lpstr>{chapterTitle}</vt:lpstr>
      <vt:lpstr>{chapterTitle}</vt:lpstr>
      <vt:lpstr>导师见面会</vt:lpstr>
      <vt:lpstr>学术沙龙</vt:lpstr>
      <vt:lpstr>职业规划指导</vt:lpstr>
      <vt:lpstr>优秀学员分享</vt:lpstr>
      <vt:lpstr>Thank you</vt:lpstr>
    </vt:vector>
  </TitlesOfParts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何泽凌-西山竹叶青</cp:lastModifiedBy>
  <cp:revision>13</cp:revision>
  <cp:lastPrinted>2024-08-21T16:00:00Z</cp:lastPrinted>
  <dcterms:created xsi:type="dcterms:W3CDTF">2024-08-21T16:00:00Z</dcterms:created>
  <dcterms:modified xsi:type="dcterms:W3CDTF">2026-09-19T00:49:33Z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2F78D812598C4457B9C036999D55DD19_12</vt:lpwstr>
  </property>
</Properties>
</file>