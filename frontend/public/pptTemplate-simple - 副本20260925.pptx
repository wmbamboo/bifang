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9" r:id="rId4"/>
    <p:sldId id="333" r:id="rId5"/>
    <p:sldId id="332" r:id="rId6"/>
    <p:sldId id="259" r:id="rId7"/>
    <p:sldId id="334" r:id="rId8"/>
    <p:sldId id="335" r:id="rId9"/>
    <p:sldId id="282" r:id="rId10"/>
    <p:sldId id="337" r:id="rId11"/>
    <p:sldId id="336" r:id="rId12"/>
    <p:sldId id="294" r:id="rId13"/>
    <p:sldId id="338" r:id="rId14"/>
    <p:sldId id="339" r:id="rId15"/>
    <p:sldId id="320" r:id="rId16"/>
    <p:sldId id="342" r:id="rId17"/>
    <p:sldId id="341" r:id="rId18"/>
    <p:sldId id="304" r:id="rId19"/>
    <p:sldId id="301" r:id="rId20"/>
    <p:sldId id="340" r:id="rId21"/>
    <p:sldId id="322" r:id="rId22"/>
    <p:sldId id="344" r:id="rId23"/>
    <p:sldId id="345" r:id="rId24"/>
    <p:sldId id="346" r:id="rId25"/>
    <p:sldId id="347" r:id="rId26"/>
    <p:sldId id="348" r:id="rId27"/>
    <p:sldId id="349" r:id="rId28"/>
    <p:sldId id="355" r:id="rId29"/>
    <p:sldId id="354" r:id="rId30"/>
    <p:sldId id="351" r:id="rId31"/>
    <p:sldId id="352" r:id="rId32"/>
    <p:sldId id="350" r:id="rId33"/>
    <p:sldId id="359" r:id="rId34"/>
    <p:sldId id="357" r:id="rId35"/>
    <p:sldId id="358" r:id="rId36"/>
    <p:sldId id="356" r:id="rId37"/>
    <p:sldId id="362" r:id="rId38"/>
    <p:sldId id="363" r:id="rId39"/>
    <p:sldId id="364" r:id="rId40"/>
    <p:sldId id="360" r:id="rId41"/>
    <p:sldId id="361" r:id="rId42"/>
    <p:sldId id="319" r:id="rId43"/>
    <p:sldId id="323" r:id="rId44"/>
    <p:sldId id="326" r:id="rId45"/>
    <p:sldId id="329" r:id="rId46"/>
    <p:sldId id="331" r:id="rId47"/>
    <p:sldId id="277" r:id="rId48"/>
  </p:sldIdLst>
  <p:sldSz cx="12192000" cy="6858000"/>
  <p:notesSz cx="6858000" cy="9144000"/>
  <p:custDataLst>
    <p:tags r:id="rId4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DBEA"/>
    <a:srgbClr val="D1CFE9"/>
    <a:srgbClr val="E0D7E7"/>
    <a:srgbClr val="CFC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86483" autoAdjust="0"/>
  </p:normalViewPr>
  <p:slideViewPr>
    <p:cSldViewPr snapToGrid="0">
      <p:cViewPr varScale="1">
        <p:scale>
          <a:sx n="98" d="100"/>
          <a:sy n="98" d="100"/>
        </p:scale>
        <p:origin x="39" y="79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0" y="0"/>
            <a:ext cx="12192002" cy="6858001"/>
            <a:chOff x="0" y="0"/>
            <a:chExt cx="12192002" cy="6858001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2686866" y="1184307"/>
            <a:ext cx="6818269" cy="2350279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193080" y="3731375"/>
            <a:ext cx="5805840" cy="619847"/>
          </a:xfrm>
          <a:prstGeom prst="roundRect">
            <a:avLst>
              <a:gd name="adj" fmla="val 48065"/>
            </a:avLst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537323"/>
            <a:ext cx="5705470" cy="342899"/>
          </a:xfrm>
          <a:prstGeom prst="rect">
            <a:avLst/>
          </a:prstGeom>
          <a:noFill/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194424"/>
            <a:ext cx="5705470" cy="342899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 flipH="1">
            <a:off x="-1" y="26291"/>
            <a:ext cx="12192001" cy="6831709"/>
            <a:chOff x="-1" y="26291"/>
            <a:chExt cx="12192001" cy="6831709"/>
          </a:xfrm>
        </p:grpSpPr>
        <p:sp>
          <p:nvSpPr>
            <p:cNvPr id="12" name="任意多边形: 形状 11"/>
            <p:cNvSpPr/>
            <p:nvPr/>
          </p:nvSpPr>
          <p:spPr>
            <a:xfrm flipH="1" flipV="1">
              <a:off x="-1" y="5573488"/>
              <a:ext cx="1118294" cy="1284512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9886449" y="26291"/>
              <a:ext cx="2305551" cy="12074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130300"/>
            <a:ext cx="2082800" cy="5003800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743200" y="1130300"/>
            <a:ext cx="8775687" cy="5003800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任意多边形: 形状 9"/>
          <p:cNvSpPr>
            <a:spLocks noChangeAspect="1"/>
          </p:cNvSpPr>
          <p:nvPr/>
        </p:nvSpPr>
        <p:spPr bwMode="auto">
          <a:xfrm>
            <a:off x="2906656" y="5089886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 flipV="1">
            <a:off x="0" y="0"/>
            <a:ext cx="12192002" cy="6858001"/>
            <a:chOff x="0" y="0"/>
            <a:chExt cx="12192002" cy="6858001"/>
          </a:xfrm>
        </p:grpSpPr>
        <p:sp>
          <p:nvSpPr>
            <p:cNvPr id="38" name="任意多边形: 形状 37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964781" y="1622003"/>
            <a:ext cx="6262439" cy="186043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2964781" y="3482434"/>
            <a:ext cx="6262439" cy="20265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2026/9/23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0" y="0"/>
            <a:ext cx="12192002" cy="6858001"/>
            <a:chOff x="0" y="0"/>
            <a:chExt cx="12192002" cy="6858001"/>
          </a:xfrm>
        </p:grpSpPr>
        <p:sp>
          <p:nvSpPr>
            <p:cNvPr id="30" name="任意多边形: 形状 29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243265" y="1130301"/>
            <a:ext cx="5705470" cy="2785402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648175"/>
            <a:ext cx="5705470" cy="342899"/>
          </a:xfrm>
          <a:prstGeom prst="rect">
            <a:avLst/>
          </a:prstGeom>
          <a:noFill/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305276"/>
            <a:ext cx="5705470" cy="342899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0" y="26291"/>
            <a:ext cx="12191999" cy="6831709"/>
            <a:chOff x="0" y="26291"/>
            <a:chExt cx="12191999" cy="6831709"/>
          </a:xfrm>
        </p:grpSpPr>
        <p:sp>
          <p:nvSpPr>
            <p:cNvPr id="20" name="任意多边形: 形状 19"/>
            <p:cNvSpPr/>
            <p:nvPr/>
          </p:nvSpPr>
          <p:spPr>
            <a:xfrm flipV="1">
              <a:off x="10765699" y="5219699"/>
              <a:ext cx="1426300" cy="1638299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0" y="6262032"/>
              <a:ext cx="1155700" cy="595967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277918" y="26291"/>
              <a:ext cx="1914081" cy="1002409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 flipH="1">
              <a:off x="0" y="6118888"/>
              <a:ext cx="1015999" cy="739112"/>
            </a:xfrm>
            <a:custGeom>
              <a:avLst/>
              <a:gdLst>
                <a:gd name="connsiteX0" fmla="*/ 1015999 w 1015999"/>
                <a:gd name="connsiteY0" fmla="*/ 511394 h 739112"/>
                <a:gd name="connsiteX1" fmla="*/ 985677 w 1015999"/>
                <a:gd name="connsiteY1" fmla="*/ 519813 h 739112"/>
                <a:gd name="connsiteX2" fmla="*/ 910041 w 1015999"/>
                <a:gd name="connsiteY2" fmla="*/ 529635 h 739112"/>
                <a:gd name="connsiteX3" fmla="*/ 774040 w 1015999"/>
                <a:gd name="connsiteY3" fmla="*/ 571062 h 739112"/>
                <a:gd name="connsiteX4" fmla="*/ 659337 w 1015999"/>
                <a:gd name="connsiteY4" fmla="*/ 718103 h 739112"/>
                <a:gd name="connsiteX5" fmla="*/ 651184 w 1015999"/>
                <a:gd name="connsiteY5" fmla="*/ 739112 h 739112"/>
                <a:gd name="connsiteX6" fmla="*/ 726988 w 1015999"/>
                <a:gd name="connsiteY6" fmla="*/ 739112 h 739112"/>
                <a:gd name="connsiteX7" fmla="*/ 732909 w 1015999"/>
                <a:gd name="connsiteY7" fmla="*/ 735458 h 739112"/>
                <a:gd name="connsiteX8" fmla="*/ 769013 w 1015999"/>
                <a:gd name="connsiteY8" fmla="*/ 723559 h 739112"/>
                <a:gd name="connsiteX9" fmla="*/ 893420 w 1015999"/>
                <a:gd name="connsiteY9" fmla="*/ 691024 h 739112"/>
                <a:gd name="connsiteX10" fmla="*/ 994683 w 1015999"/>
                <a:gd name="connsiteY10" fmla="*/ 611711 h 739112"/>
                <a:gd name="connsiteX11" fmla="*/ 1015999 w 1015999"/>
                <a:gd name="connsiteY11" fmla="*/ 581199 h 739112"/>
                <a:gd name="connsiteX12" fmla="*/ 500397 w 1015999"/>
                <a:gd name="connsiteY12" fmla="*/ 331 h 739112"/>
                <a:gd name="connsiteX13" fmla="*/ 491609 w 1015999"/>
                <a:gd name="connsiteY13" fmla="*/ 11685 h 739112"/>
                <a:gd name="connsiteX14" fmla="*/ 441248 w 1015999"/>
                <a:gd name="connsiteY14" fmla="*/ 256428 h 739112"/>
                <a:gd name="connsiteX15" fmla="*/ 450680 w 1015999"/>
                <a:gd name="connsiteY15" fmla="*/ 379755 h 739112"/>
                <a:gd name="connsiteX16" fmla="*/ 477980 w 1015999"/>
                <a:gd name="connsiteY16" fmla="*/ 492320 h 739112"/>
                <a:gd name="connsiteX17" fmla="*/ 462315 w 1015999"/>
                <a:gd name="connsiteY17" fmla="*/ 480063 h 739112"/>
                <a:gd name="connsiteX18" fmla="*/ 441580 w 1015999"/>
                <a:gd name="connsiteY18" fmla="*/ 458954 h 739112"/>
                <a:gd name="connsiteX19" fmla="*/ 431650 w 1015999"/>
                <a:gd name="connsiteY19" fmla="*/ 434895 h 739112"/>
                <a:gd name="connsiteX20" fmla="*/ 418851 w 1015999"/>
                <a:gd name="connsiteY20" fmla="*/ 401404 h 739112"/>
                <a:gd name="connsiteX21" fmla="*/ 395166 w 1015999"/>
                <a:gd name="connsiteY21" fmla="*/ 333258 h 739112"/>
                <a:gd name="connsiteX22" fmla="*/ 326813 w 1015999"/>
                <a:gd name="connsiteY22" fmla="*/ 213671 h 739112"/>
                <a:gd name="connsiteX23" fmla="*/ 229290 w 1015999"/>
                <a:gd name="connsiteY23" fmla="*/ 115233 h 739112"/>
                <a:gd name="connsiteX24" fmla="*/ 120880 w 1015999"/>
                <a:gd name="connsiteY24" fmla="*/ 19953 h 739112"/>
                <a:gd name="connsiteX25" fmla="*/ 104383 w 1015999"/>
                <a:gd name="connsiteY25" fmla="*/ 26228 h 739112"/>
                <a:gd name="connsiteX26" fmla="*/ 114356 w 1015999"/>
                <a:gd name="connsiteY26" fmla="*/ 97241 h 739112"/>
                <a:gd name="connsiteX27" fmla="*/ 134010 w 1015999"/>
                <a:gd name="connsiteY27" fmla="*/ 168752 h 739112"/>
                <a:gd name="connsiteX28" fmla="*/ 199621 w 1015999"/>
                <a:gd name="connsiteY28" fmla="*/ 288589 h 739112"/>
                <a:gd name="connsiteX29" fmla="*/ 293156 w 1015999"/>
                <a:gd name="connsiteY29" fmla="*/ 381168 h 739112"/>
                <a:gd name="connsiteX30" fmla="*/ 410417 w 1015999"/>
                <a:gd name="connsiteY30" fmla="*/ 457292 h 739112"/>
                <a:gd name="connsiteX31" fmla="*/ 511679 w 1015999"/>
                <a:gd name="connsiteY31" fmla="*/ 543139 h 739112"/>
                <a:gd name="connsiteX32" fmla="*/ 556763 w 1015999"/>
                <a:gd name="connsiteY32" fmla="*/ 602310 h 739112"/>
                <a:gd name="connsiteX33" fmla="*/ 596196 w 1015999"/>
                <a:gd name="connsiteY33" fmla="*/ 692852 h 739112"/>
                <a:gd name="connsiteX34" fmla="*/ 591626 w 1015999"/>
                <a:gd name="connsiteY34" fmla="*/ 690857 h 739112"/>
                <a:gd name="connsiteX35" fmla="*/ 480266 w 1015999"/>
                <a:gd name="connsiteY35" fmla="*/ 607628 h 739112"/>
                <a:gd name="connsiteX36" fmla="*/ 339486 w 1015999"/>
                <a:gd name="connsiteY36" fmla="*/ 516379 h 739112"/>
                <a:gd name="connsiteX37" fmla="*/ 193763 w 1015999"/>
                <a:gd name="connsiteY37" fmla="*/ 487958 h 739112"/>
                <a:gd name="connsiteX38" fmla="*/ 111281 w 1015999"/>
                <a:gd name="connsiteY38" fmla="*/ 488622 h 739112"/>
                <a:gd name="connsiteX39" fmla="*/ 12844 w 1015999"/>
                <a:gd name="connsiteY39" fmla="*/ 473414 h 739112"/>
                <a:gd name="connsiteX40" fmla="*/ 6985 w 1015999"/>
                <a:gd name="connsiteY40" fmla="*/ 493235 h 739112"/>
                <a:gd name="connsiteX41" fmla="*/ 272836 w 1015999"/>
                <a:gd name="connsiteY41" fmla="*/ 666965 h 739112"/>
                <a:gd name="connsiteX42" fmla="*/ 430445 w 1015999"/>
                <a:gd name="connsiteY42" fmla="*/ 676480 h 739112"/>
                <a:gd name="connsiteX43" fmla="*/ 517912 w 1015999"/>
                <a:gd name="connsiteY43" fmla="*/ 679098 h 739112"/>
                <a:gd name="connsiteX44" fmla="*/ 598399 w 1015999"/>
                <a:gd name="connsiteY44" fmla="*/ 711467 h 739112"/>
                <a:gd name="connsiteX45" fmla="*/ 603011 w 1015999"/>
                <a:gd name="connsiteY45" fmla="*/ 715207 h 739112"/>
                <a:gd name="connsiteX46" fmla="*/ 609525 w 1015999"/>
                <a:gd name="connsiteY46" fmla="*/ 739112 h 739112"/>
                <a:gd name="connsiteX47" fmla="*/ 626394 w 1015999"/>
                <a:gd name="connsiteY47" fmla="*/ 739112 h 739112"/>
                <a:gd name="connsiteX48" fmla="*/ 622208 w 1015999"/>
                <a:gd name="connsiteY48" fmla="*/ 723227 h 739112"/>
                <a:gd name="connsiteX49" fmla="*/ 612443 w 1015999"/>
                <a:gd name="connsiteY49" fmla="*/ 690774 h 739112"/>
                <a:gd name="connsiteX50" fmla="*/ 720687 w 1015999"/>
                <a:gd name="connsiteY50" fmla="*/ 552571 h 739112"/>
                <a:gd name="connsiteX51" fmla="*/ 777905 w 1015999"/>
                <a:gd name="connsiteY51" fmla="*/ 400615 h 739112"/>
                <a:gd name="connsiteX52" fmla="*/ 787379 w 1015999"/>
                <a:gd name="connsiteY52" fmla="*/ 260541 h 739112"/>
                <a:gd name="connsiteX53" fmla="*/ 723471 w 1015999"/>
                <a:gd name="connsiteY53" fmla="*/ 90593 h 739112"/>
                <a:gd name="connsiteX54" fmla="*/ 707681 w 1015999"/>
                <a:gd name="connsiteY54" fmla="*/ 88099 h 739112"/>
                <a:gd name="connsiteX55" fmla="*/ 632887 w 1015999"/>
                <a:gd name="connsiteY55" fmla="*/ 221150 h 739112"/>
                <a:gd name="connsiteX56" fmla="*/ 613565 w 1015999"/>
                <a:gd name="connsiteY56" fmla="*/ 361182 h 739112"/>
                <a:gd name="connsiteX57" fmla="*/ 624535 w 1015999"/>
                <a:gd name="connsiteY57" fmla="*/ 524648 h 739112"/>
                <a:gd name="connsiteX58" fmla="*/ 602720 w 1015999"/>
                <a:gd name="connsiteY58" fmla="*/ 663059 h 739112"/>
                <a:gd name="connsiteX59" fmla="*/ 552649 w 1015999"/>
                <a:gd name="connsiteY59" fmla="*/ 567281 h 739112"/>
                <a:gd name="connsiteX60" fmla="*/ 496014 w 1015999"/>
                <a:gd name="connsiteY60" fmla="*/ 506490 h 739112"/>
                <a:gd name="connsiteX61" fmla="*/ 490487 w 1015999"/>
                <a:gd name="connsiteY61" fmla="*/ 502002 h 739112"/>
                <a:gd name="connsiteX62" fmla="*/ 514131 w 1015999"/>
                <a:gd name="connsiteY62" fmla="*/ 380628 h 739112"/>
                <a:gd name="connsiteX63" fmla="*/ 544838 w 1015999"/>
                <a:gd name="connsiteY63" fmla="*/ 251359 h 739112"/>
                <a:gd name="connsiteX64" fmla="*/ 537483 w 1015999"/>
                <a:gd name="connsiteY64" fmla="*/ 133558 h 739112"/>
                <a:gd name="connsiteX65" fmla="*/ 512676 w 1015999"/>
                <a:gd name="connsiteY65" fmla="*/ 6989 h 739112"/>
                <a:gd name="connsiteX66" fmla="*/ 500397 w 1015999"/>
                <a:gd name="connsiteY66" fmla="*/ 331 h 73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015999" h="739112">
                  <a:moveTo>
                    <a:pt x="1015999" y="511394"/>
                  </a:moveTo>
                  <a:lnTo>
                    <a:pt x="985677" y="519813"/>
                  </a:lnTo>
                  <a:cubicBezTo>
                    <a:pt x="961005" y="524815"/>
                    <a:pt x="935513" y="526955"/>
                    <a:pt x="910041" y="529635"/>
                  </a:cubicBezTo>
                  <a:cubicBezTo>
                    <a:pt x="861799" y="534704"/>
                    <a:pt x="815426" y="544843"/>
                    <a:pt x="774040" y="571062"/>
                  </a:cubicBezTo>
                  <a:cubicBezTo>
                    <a:pt x="718193" y="606496"/>
                    <a:pt x="684552" y="660044"/>
                    <a:pt x="659337" y="718103"/>
                  </a:cubicBezTo>
                  <a:lnTo>
                    <a:pt x="651184" y="739112"/>
                  </a:lnTo>
                  <a:lnTo>
                    <a:pt x="726988" y="739112"/>
                  </a:lnTo>
                  <a:lnTo>
                    <a:pt x="732909" y="735458"/>
                  </a:lnTo>
                  <a:cubicBezTo>
                    <a:pt x="743790" y="730197"/>
                    <a:pt x="755633" y="726073"/>
                    <a:pt x="769013" y="723559"/>
                  </a:cubicBezTo>
                  <a:cubicBezTo>
                    <a:pt x="812933" y="715291"/>
                    <a:pt x="852657" y="710927"/>
                    <a:pt x="893420" y="691024"/>
                  </a:cubicBezTo>
                  <a:cubicBezTo>
                    <a:pt x="932646" y="671910"/>
                    <a:pt x="965929" y="644038"/>
                    <a:pt x="994683" y="611711"/>
                  </a:cubicBezTo>
                  <a:lnTo>
                    <a:pt x="1015999" y="581199"/>
                  </a:lnTo>
                  <a:close/>
                  <a:moveTo>
                    <a:pt x="500397" y="331"/>
                  </a:moveTo>
                  <a:cubicBezTo>
                    <a:pt x="495484" y="1495"/>
                    <a:pt x="491152" y="5660"/>
                    <a:pt x="491609" y="11685"/>
                  </a:cubicBezTo>
                  <a:cubicBezTo>
                    <a:pt x="498008" y="97116"/>
                    <a:pt x="445278" y="171994"/>
                    <a:pt x="441248" y="256428"/>
                  </a:cubicBezTo>
                  <a:cubicBezTo>
                    <a:pt x="439253" y="298188"/>
                    <a:pt x="444697" y="338577"/>
                    <a:pt x="450680" y="379755"/>
                  </a:cubicBezTo>
                  <a:cubicBezTo>
                    <a:pt x="456248" y="418108"/>
                    <a:pt x="471914" y="454757"/>
                    <a:pt x="477980" y="492320"/>
                  </a:cubicBezTo>
                  <a:cubicBezTo>
                    <a:pt x="472661" y="488332"/>
                    <a:pt x="467384" y="484342"/>
                    <a:pt x="462315" y="480063"/>
                  </a:cubicBezTo>
                  <a:cubicBezTo>
                    <a:pt x="455749" y="474536"/>
                    <a:pt x="446151" y="466018"/>
                    <a:pt x="441580" y="458954"/>
                  </a:cubicBezTo>
                  <a:cubicBezTo>
                    <a:pt x="437342" y="452347"/>
                    <a:pt x="434725" y="442250"/>
                    <a:pt x="431650" y="434895"/>
                  </a:cubicBezTo>
                  <a:cubicBezTo>
                    <a:pt x="427037" y="423884"/>
                    <a:pt x="422840" y="412665"/>
                    <a:pt x="418851" y="401404"/>
                  </a:cubicBezTo>
                  <a:cubicBezTo>
                    <a:pt x="410790" y="378758"/>
                    <a:pt x="403518" y="355821"/>
                    <a:pt x="395166" y="333258"/>
                  </a:cubicBezTo>
                  <a:cubicBezTo>
                    <a:pt x="379252" y="290210"/>
                    <a:pt x="354195" y="250278"/>
                    <a:pt x="326813" y="213671"/>
                  </a:cubicBezTo>
                  <a:cubicBezTo>
                    <a:pt x="299139" y="176648"/>
                    <a:pt x="265233" y="144112"/>
                    <a:pt x="229290" y="115233"/>
                  </a:cubicBezTo>
                  <a:cubicBezTo>
                    <a:pt x="192017" y="85316"/>
                    <a:pt x="141698" y="65495"/>
                    <a:pt x="120880" y="19953"/>
                  </a:cubicBezTo>
                  <a:cubicBezTo>
                    <a:pt x="116724" y="10895"/>
                    <a:pt x="101018" y="16754"/>
                    <a:pt x="104383" y="26228"/>
                  </a:cubicBezTo>
                  <a:cubicBezTo>
                    <a:pt x="111905" y="47544"/>
                    <a:pt x="110782" y="74595"/>
                    <a:pt x="114356" y="97241"/>
                  </a:cubicBezTo>
                  <a:cubicBezTo>
                    <a:pt x="118221" y="121590"/>
                    <a:pt x="125700" y="145608"/>
                    <a:pt x="134010" y="168752"/>
                  </a:cubicBezTo>
                  <a:cubicBezTo>
                    <a:pt x="149343" y="211510"/>
                    <a:pt x="172197" y="252439"/>
                    <a:pt x="199621" y="288589"/>
                  </a:cubicBezTo>
                  <a:cubicBezTo>
                    <a:pt x="226423" y="323909"/>
                    <a:pt x="257171" y="355157"/>
                    <a:pt x="293156" y="381168"/>
                  </a:cubicBezTo>
                  <a:cubicBezTo>
                    <a:pt x="330926" y="408510"/>
                    <a:pt x="372936" y="429410"/>
                    <a:pt x="410417" y="457292"/>
                  </a:cubicBezTo>
                  <a:cubicBezTo>
                    <a:pt x="445570" y="483428"/>
                    <a:pt x="481720" y="511102"/>
                    <a:pt x="511679" y="543139"/>
                  </a:cubicBezTo>
                  <a:cubicBezTo>
                    <a:pt x="528466" y="561090"/>
                    <a:pt x="543965" y="581325"/>
                    <a:pt x="556763" y="602310"/>
                  </a:cubicBezTo>
                  <a:cubicBezTo>
                    <a:pt x="574008" y="630607"/>
                    <a:pt x="586141" y="661356"/>
                    <a:pt x="596196" y="692852"/>
                  </a:cubicBezTo>
                  <a:cubicBezTo>
                    <a:pt x="594659" y="692229"/>
                    <a:pt x="593163" y="691522"/>
                    <a:pt x="591626" y="690857"/>
                  </a:cubicBezTo>
                  <a:cubicBezTo>
                    <a:pt x="556722" y="660898"/>
                    <a:pt x="516790" y="634471"/>
                    <a:pt x="480266" y="607628"/>
                  </a:cubicBezTo>
                  <a:cubicBezTo>
                    <a:pt x="435057" y="574428"/>
                    <a:pt x="390679" y="540023"/>
                    <a:pt x="339486" y="516379"/>
                  </a:cubicBezTo>
                  <a:cubicBezTo>
                    <a:pt x="293322" y="495063"/>
                    <a:pt x="244123" y="488788"/>
                    <a:pt x="193763" y="487958"/>
                  </a:cubicBezTo>
                  <a:cubicBezTo>
                    <a:pt x="166296" y="487500"/>
                    <a:pt x="138747" y="488539"/>
                    <a:pt x="111281" y="488622"/>
                  </a:cubicBezTo>
                  <a:cubicBezTo>
                    <a:pt x="77748" y="488747"/>
                    <a:pt x="45379" y="480478"/>
                    <a:pt x="12844" y="473414"/>
                  </a:cubicBezTo>
                  <a:cubicBezTo>
                    <a:pt x="-370" y="470547"/>
                    <a:pt x="-5149" y="488124"/>
                    <a:pt x="6985" y="493235"/>
                  </a:cubicBezTo>
                  <a:cubicBezTo>
                    <a:pt x="106170" y="534787"/>
                    <a:pt x="172363" y="627574"/>
                    <a:pt x="272836" y="666965"/>
                  </a:cubicBezTo>
                  <a:cubicBezTo>
                    <a:pt x="323738" y="686952"/>
                    <a:pt x="377382" y="681550"/>
                    <a:pt x="430445" y="676480"/>
                  </a:cubicBezTo>
                  <a:cubicBezTo>
                    <a:pt x="459780" y="673696"/>
                    <a:pt x="488950" y="672907"/>
                    <a:pt x="517912" y="679098"/>
                  </a:cubicBezTo>
                  <a:cubicBezTo>
                    <a:pt x="546251" y="685165"/>
                    <a:pt x="571057" y="702035"/>
                    <a:pt x="598399" y="711467"/>
                  </a:cubicBezTo>
                  <a:cubicBezTo>
                    <a:pt x="599936" y="712672"/>
                    <a:pt x="601473" y="713919"/>
                    <a:pt x="603011" y="715207"/>
                  </a:cubicBezTo>
                  <a:lnTo>
                    <a:pt x="609525" y="739112"/>
                  </a:lnTo>
                  <a:lnTo>
                    <a:pt x="626394" y="739112"/>
                  </a:lnTo>
                  <a:lnTo>
                    <a:pt x="622208" y="723227"/>
                  </a:lnTo>
                  <a:cubicBezTo>
                    <a:pt x="619175" y="712299"/>
                    <a:pt x="615934" y="701495"/>
                    <a:pt x="612443" y="690774"/>
                  </a:cubicBezTo>
                  <a:cubicBezTo>
                    <a:pt x="638787" y="637546"/>
                    <a:pt x="686406" y="600357"/>
                    <a:pt x="720687" y="552571"/>
                  </a:cubicBezTo>
                  <a:cubicBezTo>
                    <a:pt x="752391" y="508401"/>
                    <a:pt x="766187" y="452763"/>
                    <a:pt x="777905" y="400615"/>
                  </a:cubicBezTo>
                  <a:cubicBezTo>
                    <a:pt x="788376" y="354117"/>
                    <a:pt x="795107" y="308036"/>
                    <a:pt x="787379" y="260541"/>
                  </a:cubicBezTo>
                  <a:cubicBezTo>
                    <a:pt x="777531" y="200207"/>
                    <a:pt x="735604" y="150761"/>
                    <a:pt x="723471" y="90593"/>
                  </a:cubicBezTo>
                  <a:cubicBezTo>
                    <a:pt x="721934" y="82947"/>
                    <a:pt x="711587" y="81908"/>
                    <a:pt x="707681" y="88099"/>
                  </a:cubicBezTo>
                  <a:cubicBezTo>
                    <a:pt x="680547" y="130982"/>
                    <a:pt x="651170" y="173531"/>
                    <a:pt x="632887" y="221150"/>
                  </a:cubicBezTo>
                  <a:cubicBezTo>
                    <a:pt x="615892" y="265403"/>
                    <a:pt x="610116" y="314144"/>
                    <a:pt x="613565" y="361182"/>
                  </a:cubicBezTo>
                  <a:cubicBezTo>
                    <a:pt x="617555" y="415864"/>
                    <a:pt x="626779" y="469632"/>
                    <a:pt x="624535" y="524648"/>
                  </a:cubicBezTo>
                  <a:cubicBezTo>
                    <a:pt x="622624" y="571602"/>
                    <a:pt x="609659" y="616853"/>
                    <a:pt x="602720" y="663059"/>
                  </a:cubicBezTo>
                  <a:cubicBezTo>
                    <a:pt x="589964" y="629360"/>
                    <a:pt x="574008" y="597198"/>
                    <a:pt x="552649" y="567281"/>
                  </a:cubicBezTo>
                  <a:cubicBezTo>
                    <a:pt x="536485" y="544635"/>
                    <a:pt x="517080" y="524565"/>
                    <a:pt x="496014" y="506490"/>
                  </a:cubicBezTo>
                  <a:cubicBezTo>
                    <a:pt x="494227" y="504952"/>
                    <a:pt x="492358" y="503498"/>
                    <a:pt x="490487" y="502002"/>
                  </a:cubicBezTo>
                  <a:cubicBezTo>
                    <a:pt x="496471" y="490368"/>
                    <a:pt x="506693" y="415573"/>
                    <a:pt x="514131" y="380628"/>
                  </a:cubicBezTo>
                  <a:cubicBezTo>
                    <a:pt x="523355" y="337289"/>
                    <a:pt x="539020" y="295404"/>
                    <a:pt x="544838" y="251359"/>
                  </a:cubicBezTo>
                  <a:cubicBezTo>
                    <a:pt x="549990" y="212383"/>
                    <a:pt x="542885" y="172118"/>
                    <a:pt x="537483" y="133558"/>
                  </a:cubicBezTo>
                  <a:cubicBezTo>
                    <a:pt x="531499" y="90759"/>
                    <a:pt x="525516" y="48334"/>
                    <a:pt x="512676" y="6989"/>
                  </a:cubicBezTo>
                  <a:cubicBezTo>
                    <a:pt x="510806" y="1006"/>
                    <a:pt x="505311" y="-834"/>
                    <a:pt x="500397" y="331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2.xml"/><Relationship Id="rId9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2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slideLayout" Target="../slideLayouts/slideLayout5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18" Type="http://schemas.openxmlformats.org/officeDocument/2006/relationships/tags" Target="../tags/tag5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tags" Target="../tags/tag55.xml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20" Type="http://schemas.openxmlformats.org/officeDocument/2006/relationships/slideLayout" Target="../slideLayouts/slideLayout5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10" Type="http://schemas.openxmlformats.org/officeDocument/2006/relationships/tags" Target="../tags/tag48.xml"/><Relationship Id="rId19" Type="http://schemas.openxmlformats.org/officeDocument/2006/relationships/tags" Target="../tags/tag57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tags" Target="../tags/tag75.xml"/><Relationship Id="rId26" Type="http://schemas.openxmlformats.org/officeDocument/2006/relationships/tags" Target="../tags/tag83.xml"/><Relationship Id="rId3" Type="http://schemas.openxmlformats.org/officeDocument/2006/relationships/tags" Target="../tags/tag60.xml"/><Relationship Id="rId21" Type="http://schemas.openxmlformats.org/officeDocument/2006/relationships/tags" Target="../tags/tag78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tags" Target="../tags/tag74.xml"/><Relationship Id="rId25" Type="http://schemas.openxmlformats.org/officeDocument/2006/relationships/tags" Target="../tags/tag82.xml"/><Relationship Id="rId2" Type="http://schemas.openxmlformats.org/officeDocument/2006/relationships/tags" Target="../tags/tag59.xml"/><Relationship Id="rId16" Type="http://schemas.openxmlformats.org/officeDocument/2006/relationships/tags" Target="../tags/tag73.xml"/><Relationship Id="rId20" Type="http://schemas.openxmlformats.org/officeDocument/2006/relationships/tags" Target="../tags/tag77.xml"/><Relationship Id="rId29" Type="http://schemas.openxmlformats.org/officeDocument/2006/relationships/slideLayout" Target="../slideLayouts/slideLayout5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tags" Target="../tags/tag81.xml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23" Type="http://schemas.openxmlformats.org/officeDocument/2006/relationships/tags" Target="../tags/tag80.xml"/><Relationship Id="rId28" Type="http://schemas.openxmlformats.org/officeDocument/2006/relationships/tags" Target="../tags/tag85.xml"/><Relationship Id="rId10" Type="http://schemas.openxmlformats.org/officeDocument/2006/relationships/tags" Target="../tags/tag67.xml"/><Relationship Id="rId19" Type="http://schemas.openxmlformats.org/officeDocument/2006/relationships/tags" Target="../tags/tag76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tags" Target="../tags/tag79.xml"/><Relationship Id="rId27" Type="http://schemas.openxmlformats.org/officeDocument/2006/relationships/tags" Target="../tags/tag8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tags" Target="../tags/tag103.xml"/><Relationship Id="rId3" Type="http://schemas.openxmlformats.org/officeDocument/2006/relationships/tags" Target="../tags/tag88.xml"/><Relationship Id="rId21" Type="http://schemas.openxmlformats.org/officeDocument/2006/relationships/tags" Target="../tags/tag106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20" Type="http://schemas.openxmlformats.org/officeDocument/2006/relationships/tags" Target="../tags/tag105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24" Type="http://schemas.openxmlformats.org/officeDocument/2006/relationships/slideLayout" Target="../slideLayouts/slideLayout5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23" Type="http://schemas.openxmlformats.org/officeDocument/2006/relationships/tags" Target="../tags/tag108.xml"/><Relationship Id="rId10" Type="http://schemas.openxmlformats.org/officeDocument/2006/relationships/tags" Target="../tags/tag95.xml"/><Relationship Id="rId19" Type="http://schemas.openxmlformats.org/officeDocument/2006/relationships/tags" Target="../tags/tag104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Relationship Id="rId22" Type="http://schemas.openxmlformats.org/officeDocument/2006/relationships/tags" Target="../tags/tag107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21.xml"/><Relationship Id="rId18" Type="http://schemas.openxmlformats.org/officeDocument/2006/relationships/tags" Target="../tags/tag126.xml"/><Relationship Id="rId26" Type="http://schemas.openxmlformats.org/officeDocument/2006/relationships/tags" Target="../tags/tag134.xml"/><Relationship Id="rId3" Type="http://schemas.openxmlformats.org/officeDocument/2006/relationships/tags" Target="../tags/tag111.xml"/><Relationship Id="rId21" Type="http://schemas.openxmlformats.org/officeDocument/2006/relationships/tags" Target="../tags/tag129.xml"/><Relationship Id="rId34" Type="http://schemas.openxmlformats.org/officeDocument/2006/relationships/slideLayout" Target="../slideLayouts/slideLayout5.xml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17" Type="http://schemas.openxmlformats.org/officeDocument/2006/relationships/tags" Target="../tags/tag125.xml"/><Relationship Id="rId25" Type="http://schemas.openxmlformats.org/officeDocument/2006/relationships/tags" Target="../tags/tag133.xml"/><Relationship Id="rId33" Type="http://schemas.openxmlformats.org/officeDocument/2006/relationships/tags" Target="../tags/tag141.xml"/><Relationship Id="rId2" Type="http://schemas.openxmlformats.org/officeDocument/2006/relationships/tags" Target="../tags/tag110.xml"/><Relationship Id="rId16" Type="http://schemas.openxmlformats.org/officeDocument/2006/relationships/tags" Target="../tags/tag124.xml"/><Relationship Id="rId20" Type="http://schemas.openxmlformats.org/officeDocument/2006/relationships/tags" Target="../tags/tag128.xml"/><Relationship Id="rId29" Type="http://schemas.openxmlformats.org/officeDocument/2006/relationships/tags" Target="../tags/tag137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24" Type="http://schemas.openxmlformats.org/officeDocument/2006/relationships/tags" Target="../tags/tag132.xml"/><Relationship Id="rId32" Type="http://schemas.openxmlformats.org/officeDocument/2006/relationships/tags" Target="../tags/tag140.xml"/><Relationship Id="rId5" Type="http://schemas.openxmlformats.org/officeDocument/2006/relationships/tags" Target="../tags/tag113.xml"/><Relationship Id="rId15" Type="http://schemas.openxmlformats.org/officeDocument/2006/relationships/tags" Target="../tags/tag123.xml"/><Relationship Id="rId23" Type="http://schemas.openxmlformats.org/officeDocument/2006/relationships/tags" Target="../tags/tag131.xml"/><Relationship Id="rId28" Type="http://schemas.openxmlformats.org/officeDocument/2006/relationships/tags" Target="../tags/tag136.xml"/><Relationship Id="rId10" Type="http://schemas.openxmlformats.org/officeDocument/2006/relationships/tags" Target="../tags/tag118.xml"/><Relationship Id="rId19" Type="http://schemas.openxmlformats.org/officeDocument/2006/relationships/tags" Target="../tags/tag127.xml"/><Relationship Id="rId31" Type="http://schemas.openxmlformats.org/officeDocument/2006/relationships/tags" Target="../tags/tag139.xml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tags" Target="../tags/tag122.xml"/><Relationship Id="rId22" Type="http://schemas.openxmlformats.org/officeDocument/2006/relationships/tags" Target="../tags/tag130.xml"/><Relationship Id="rId27" Type="http://schemas.openxmlformats.org/officeDocument/2006/relationships/tags" Target="../tags/tag135.xml"/><Relationship Id="rId30" Type="http://schemas.openxmlformats.org/officeDocument/2006/relationships/tags" Target="../tags/tag138.xml"/><Relationship Id="rId8" Type="http://schemas.openxmlformats.org/officeDocument/2006/relationships/tags" Target="../tags/tag1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49.xml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146.xml"/><Relationship Id="rId10" Type="http://schemas.openxmlformats.org/officeDocument/2006/relationships/tags" Target="../tags/tag151.xml"/><Relationship Id="rId4" Type="http://schemas.openxmlformats.org/officeDocument/2006/relationships/tags" Target="../tags/tag145.xml"/><Relationship Id="rId9" Type="http://schemas.openxmlformats.org/officeDocument/2006/relationships/tags" Target="../tags/tag1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164.xml"/><Relationship Id="rId18" Type="http://schemas.openxmlformats.org/officeDocument/2006/relationships/tags" Target="../tags/tag169.xml"/><Relationship Id="rId26" Type="http://schemas.openxmlformats.org/officeDocument/2006/relationships/tags" Target="../tags/tag177.xml"/><Relationship Id="rId39" Type="http://schemas.openxmlformats.org/officeDocument/2006/relationships/tags" Target="../tags/tag190.xml"/><Relationship Id="rId21" Type="http://schemas.openxmlformats.org/officeDocument/2006/relationships/tags" Target="../tags/tag172.xml"/><Relationship Id="rId34" Type="http://schemas.openxmlformats.org/officeDocument/2006/relationships/tags" Target="../tags/tag185.xml"/><Relationship Id="rId42" Type="http://schemas.openxmlformats.org/officeDocument/2006/relationships/tags" Target="../tags/tag193.xml"/><Relationship Id="rId7" Type="http://schemas.openxmlformats.org/officeDocument/2006/relationships/tags" Target="../tags/tag158.xml"/><Relationship Id="rId2" Type="http://schemas.openxmlformats.org/officeDocument/2006/relationships/tags" Target="../tags/tag153.xml"/><Relationship Id="rId16" Type="http://schemas.openxmlformats.org/officeDocument/2006/relationships/tags" Target="../tags/tag167.xml"/><Relationship Id="rId20" Type="http://schemas.openxmlformats.org/officeDocument/2006/relationships/tags" Target="../tags/tag171.xml"/><Relationship Id="rId29" Type="http://schemas.openxmlformats.org/officeDocument/2006/relationships/tags" Target="../tags/tag180.xml"/><Relationship Id="rId41" Type="http://schemas.openxmlformats.org/officeDocument/2006/relationships/tags" Target="../tags/tag192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tags" Target="../tags/tag162.xml"/><Relationship Id="rId24" Type="http://schemas.openxmlformats.org/officeDocument/2006/relationships/tags" Target="../tags/tag175.xml"/><Relationship Id="rId32" Type="http://schemas.openxmlformats.org/officeDocument/2006/relationships/tags" Target="../tags/tag183.xml"/><Relationship Id="rId37" Type="http://schemas.openxmlformats.org/officeDocument/2006/relationships/tags" Target="../tags/tag188.xml"/><Relationship Id="rId40" Type="http://schemas.openxmlformats.org/officeDocument/2006/relationships/tags" Target="../tags/tag191.xml"/><Relationship Id="rId5" Type="http://schemas.openxmlformats.org/officeDocument/2006/relationships/tags" Target="../tags/tag156.xml"/><Relationship Id="rId15" Type="http://schemas.openxmlformats.org/officeDocument/2006/relationships/tags" Target="../tags/tag166.xml"/><Relationship Id="rId23" Type="http://schemas.openxmlformats.org/officeDocument/2006/relationships/tags" Target="../tags/tag174.xml"/><Relationship Id="rId28" Type="http://schemas.openxmlformats.org/officeDocument/2006/relationships/tags" Target="../tags/tag179.xml"/><Relationship Id="rId36" Type="http://schemas.openxmlformats.org/officeDocument/2006/relationships/tags" Target="../tags/tag187.xml"/><Relationship Id="rId10" Type="http://schemas.openxmlformats.org/officeDocument/2006/relationships/tags" Target="../tags/tag161.xml"/><Relationship Id="rId19" Type="http://schemas.openxmlformats.org/officeDocument/2006/relationships/tags" Target="../tags/tag170.xml"/><Relationship Id="rId31" Type="http://schemas.openxmlformats.org/officeDocument/2006/relationships/tags" Target="../tags/tag182.xml"/><Relationship Id="rId44" Type="http://schemas.openxmlformats.org/officeDocument/2006/relationships/image" Target="../media/image10.jpeg"/><Relationship Id="rId4" Type="http://schemas.openxmlformats.org/officeDocument/2006/relationships/tags" Target="../tags/tag155.xml"/><Relationship Id="rId9" Type="http://schemas.openxmlformats.org/officeDocument/2006/relationships/tags" Target="../tags/tag160.xml"/><Relationship Id="rId14" Type="http://schemas.openxmlformats.org/officeDocument/2006/relationships/tags" Target="../tags/tag165.xml"/><Relationship Id="rId22" Type="http://schemas.openxmlformats.org/officeDocument/2006/relationships/tags" Target="../tags/tag173.xml"/><Relationship Id="rId27" Type="http://schemas.openxmlformats.org/officeDocument/2006/relationships/tags" Target="../tags/tag178.xml"/><Relationship Id="rId30" Type="http://schemas.openxmlformats.org/officeDocument/2006/relationships/tags" Target="../tags/tag181.xml"/><Relationship Id="rId35" Type="http://schemas.openxmlformats.org/officeDocument/2006/relationships/tags" Target="../tags/tag186.xml"/><Relationship Id="rId43" Type="http://schemas.openxmlformats.org/officeDocument/2006/relationships/slideLayout" Target="../slideLayouts/slideLayout5.xml"/><Relationship Id="rId8" Type="http://schemas.openxmlformats.org/officeDocument/2006/relationships/tags" Target="../tags/tag159.xml"/><Relationship Id="rId3" Type="http://schemas.openxmlformats.org/officeDocument/2006/relationships/tags" Target="../tags/tag154.xml"/><Relationship Id="rId12" Type="http://schemas.openxmlformats.org/officeDocument/2006/relationships/tags" Target="../tags/tag163.xml"/><Relationship Id="rId17" Type="http://schemas.openxmlformats.org/officeDocument/2006/relationships/tags" Target="../tags/tag168.xml"/><Relationship Id="rId25" Type="http://schemas.openxmlformats.org/officeDocument/2006/relationships/tags" Target="../tags/tag176.xml"/><Relationship Id="rId33" Type="http://schemas.openxmlformats.org/officeDocument/2006/relationships/tags" Target="../tags/tag184.xml"/><Relationship Id="rId38" Type="http://schemas.openxmlformats.org/officeDocument/2006/relationships/tags" Target="../tags/tag18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9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20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20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20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212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13" Type="http://schemas.openxmlformats.org/officeDocument/2006/relationships/tags" Target="../tags/tag228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12" Type="http://schemas.openxmlformats.org/officeDocument/2006/relationships/tags" Target="../tags/tag227.xml"/><Relationship Id="rId17" Type="http://schemas.openxmlformats.org/officeDocument/2006/relationships/slideLayout" Target="../slideLayouts/slideLayout5.xml"/><Relationship Id="rId2" Type="http://schemas.openxmlformats.org/officeDocument/2006/relationships/tags" Target="../tags/tag217.xml"/><Relationship Id="rId16" Type="http://schemas.openxmlformats.org/officeDocument/2006/relationships/tags" Target="../tags/tag231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tags" Target="../tags/tag226.xml"/><Relationship Id="rId5" Type="http://schemas.openxmlformats.org/officeDocument/2006/relationships/tags" Target="../tags/tag220.xml"/><Relationship Id="rId15" Type="http://schemas.openxmlformats.org/officeDocument/2006/relationships/tags" Target="../tags/tag230.xml"/><Relationship Id="rId10" Type="http://schemas.openxmlformats.org/officeDocument/2006/relationships/tags" Target="../tags/tag225.xml"/><Relationship Id="rId4" Type="http://schemas.openxmlformats.org/officeDocument/2006/relationships/tags" Target="../tags/tag219.xml"/><Relationship Id="rId9" Type="http://schemas.openxmlformats.org/officeDocument/2006/relationships/tags" Target="../tags/tag224.xml"/><Relationship Id="rId14" Type="http://schemas.openxmlformats.org/officeDocument/2006/relationships/tags" Target="../tags/tag22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2548505" y="1184275"/>
            <a:ext cx="7094991" cy="2117272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solidFill>
                  <a:schemeClr val="accent1">
                    <a:lumMod val="50000"/>
                  </a:schemeClr>
                </a:solidFill>
              </a:rPr>
              <a:t>{title}</a:t>
            </a:r>
            <a:endParaRPr lang="en-US" sz="4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192463" y="3644447"/>
            <a:ext cx="5807075" cy="620713"/>
          </a:xfrm>
        </p:spPr>
        <p:txBody>
          <a:bodyPr/>
          <a:lstStyle/>
          <a:p>
            <a:r>
              <a:rPr lang="en-US" altLang="zh-CN" dirty="0"/>
              <a:t>{subtitle}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537323"/>
            <a:ext cx="5705470" cy="342899"/>
          </a:xfrm>
        </p:spPr>
        <p:txBody>
          <a:bodyPr/>
          <a:lstStyle/>
          <a:p>
            <a:r>
              <a:rPr lang="en-US" altLang="zh-CN" dirty="0"/>
              <a:t>{author}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194424"/>
            <a:ext cx="5705470" cy="342899"/>
          </a:xfrm>
        </p:spPr>
        <p:txBody>
          <a:bodyPr/>
          <a:lstStyle/>
          <a:p>
            <a:r>
              <a:rPr lang="en-US" altLang="zh-CN" dirty="0"/>
              <a:t>{company}</a:t>
            </a:r>
            <a:r>
              <a:rPr lang="en-US" dirty="0"/>
              <a:t> </a:t>
            </a:r>
            <a:r>
              <a:rPr lang="en-US" altLang="zh-CN" dirty="0"/>
              <a:t>- {department}</a:t>
            </a:r>
            <a:endParaRPr lang="en-US" dirty="0"/>
          </a:p>
        </p:txBody>
      </p:sp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9120" y="6505120"/>
            <a:ext cx="352880" cy="35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964781" y="1622003"/>
            <a:ext cx="6262439" cy="1860430"/>
          </a:xfrm>
        </p:spPr>
        <p:txBody>
          <a:bodyPr/>
          <a:lstStyle/>
          <a:p>
            <a:r>
              <a:rPr lang="zh-CN" altLang="en-US" sz="2800" dirty="0"/>
              <a:t>{chapterTitle}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2964781" y="3482434"/>
            <a:ext cx="6262439" cy="2026551"/>
          </a:xfrm>
        </p:spPr>
        <p:txBody>
          <a:bodyPr/>
          <a:lstStyle/>
          <a:p>
            <a:r>
              <a:rPr lang="zh-CN" altLang="en-US" sz="2000" dirty="0"/>
              <a:t>{chapterSubTitle}</a:t>
            </a:r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>
            <p:custDataLst>
              <p:tags r:id="rId1"/>
            </p:custDataLst>
          </p:nvPr>
        </p:nvGrpSpPr>
        <p:grpSpPr>
          <a:xfrm>
            <a:off x="-1" y="26291"/>
            <a:ext cx="12192001" cy="6831709"/>
            <a:chOff x="-1" y="26291"/>
            <a:chExt cx="12192001" cy="6831709"/>
          </a:xfrm>
        </p:grpSpPr>
        <p:grpSp>
          <p:nvGrpSpPr>
            <p:cNvPr id="35" name="组合 34"/>
            <p:cNvGrpSpPr/>
            <p:nvPr/>
          </p:nvGrpSpPr>
          <p:grpSpPr>
            <a:xfrm flipH="1">
              <a:off x="-1" y="26291"/>
              <a:ext cx="12192001" cy="6831709"/>
              <a:chOff x="-1" y="26291"/>
              <a:chExt cx="12192001" cy="6831709"/>
            </a:xfrm>
          </p:grpSpPr>
          <p:sp>
            <p:nvSpPr>
              <p:cNvPr id="36" name="任意多边形: 形状 35"/>
              <p:cNvSpPr/>
              <p:nvPr userDrawn="1"/>
            </p:nvSpPr>
            <p:spPr>
              <a:xfrm flipH="1" flipV="1">
                <a:off x="-1" y="5573488"/>
                <a:ext cx="1118294" cy="1284512"/>
              </a:xfrm>
              <a:custGeom>
                <a:avLst/>
                <a:gdLst>
                  <a:gd name="connsiteX0" fmla="*/ 1307581 w 1413600"/>
                  <a:gd name="connsiteY0" fmla="*/ 1638010 h 1638300"/>
                  <a:gd name="connsiteX1" fmla="*/ 1387184 w 1413600"/>
                  <a:gd name="connsiteY1" fmla="*/ 1629077 h 1638300"/>
                  <a:gd name="connsiteX2" fmla="*/ 1413600 w 1413600"/>
                  <a:gd name="connsiteY2" fmla="*/ 1622665 h 1638300"/>
                  <a:gd name="connsiteX3" fmla="*/ 1413600 w 1413600"/>
                  <a:gd name="connsiteY3" fmla="*/ 0 h 1638300"/>
                  <a:gd name="connsiteX4" fmla="*/ 0 w 1413600"/>
                  <a:gd name="connsiteY4" fmla="*/ 0 h 1638300"/>
                  <a:gd name="connsiteX5" fmla="*/ 45049 w 1413600"/>
                  <a:gd name="connsiteY5" fmla="*/ 37022 h 1638300"/>
                  <a:gd name="connsiteX6" fmla="*/ 319157 w 1413600"/>
                  <a:gd name="connsiteY6" fmla="*/ 136752 h 1638300"/>
                  <a:gd name="connsiteX7" fmla="*/ 688943 w 1413600"/>
                  <a:gd name="connsiteY7" fmla="*/ 326478 h 1638300"/>
                  <a:gd name="connsiteX8" fmla="*/ 699962 w 1413600"/>
                  <a:gd name="connsiteY8" fmla="*/ 705787 h 1638300"/>
                  <a:gd name="connsiteX9" fmla="*/ 992210 w 1413600"/>
                  <a:gd name="connsiteY9" fmla="*/ 910997 h 1638300"/>
                  <a:gd name="connsiteX10" fmla="*/ 932815 w 1413600"/>
                  <a:gd name="connsiteY10" fmla="*/ 1332198 h 1638300"/>
                  <a:gd name="connsiteX11" fmla="*/ 1307581 w 1413600"/>
                  <a:gd name="connsiteY11" fmla="*/ 163801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13600" h="1638300">
                    <a:moveTo>
                      <a:pt x="1307581" y="1638010"/>
                    </a:moveTo>
                    <a:cubicBezTo>
                      <a:pt x="1334228" y="1637108"/>
                      <a:pt x="1360934" y="1634114"/>
                      <a:pt x="1387184" y="1629077"/>
                    </a:cubicBezTo>
                    <a:lnTo>
                      <a:pt x="1413600" y="1622665"/>
                    </a:lnTo>
                    <a:lnTo>
                      <a:pt x="1413600" y="0"/>
                    </a:lnTo>
                    <a:lnTo>
                      <a:pt x="0" y="0"/>
                    </a:lnTo>
                    <a:lnTo>
                      <a:pt x="45049" y="37022"/>
                    </a:lnTo>
                    <a:cubicBezTo>
                      <a:pt x="126243" y="88549"/>
                      <a:pt x="227652" y="115833"/>
                      <a:pt x="319157" y="136752"/>
                    </a:cubicBezTo>
                    <a:cubicBezTo>
                      <a:pt x="441461" y="164728"/>
                      <a:pt x="656787" y="173800"/>
                      <a:pt x="688943" y="326478"/>
                    </a:cubicBezTo>
                    <a:cubicBezTo>
                      <a:pt x="715636" y="453318"/>
                      <a:pt x="627886" y="583174"/>
                      <a:pt x="699962" y="705787"/>
                    </a:cubicBezTo>
                    <a:cubicBezTo>
                      <a:pt x="765745" y="817666"/>
                      <a:pt x="927282" y="810755"/>
                      <a:pt x="992210" y="910997"/>
                    </a:cubicBezTo>
                    <a:cubicBezTo>
                      <a:pt x="1060700" y="1016725"/>
                      <a:pt x="930321" y="1213837"/>
                      <a:pt x="932815" y="1332198"/>
                    </a:cubicBezTo>
                    <a:cubicBezTo>
                      <a:pt x="937356" y="1548089"/>
                      <a:pt x="1121046" y="1644320"/>
                      <a:pt x="1307581" y="16380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9886449" y="26291"/>
                <a:ext cx="2305551" cy="1207423"/>
              </a:xfrm>
              <a:custGeom>
                <a:avLst/>
                <a:gdLst>
                  <a:gd name="connsiteX0" fmla="*/ 2327548 w 2327548"/>
                  <a:gd name="connsiteY0" fmla="*/ 379583 h 1218943"/>
                  <a:gd name="connsiteX1" fmla="*/ 2327548 w 2327548"/>
                  <a:gd name="connsiteY1" fmla="*/ 493956 h 1218943"/>
                  <a:gd name="connsiteX2" fmla="*/ 2297176 w 2327548"/>
                  <a:gd name="connsiteY2" fmla="*/ 550647 h 1218943"/>
                  <a:gd name="connsiteX3" fmla="*/ 2265717 w 2327548"/>
                  <a:gd name="connsiteY3" fmla="*/ 664310 h 1218943"/>
                  <a:gd name="connsiteX4" fmla="*/ 2283857 w 2327548"/>
                  <a:gd name="connsiteY4" fmla="*/ 713006 h 1218943"/>
                  <a:gd name="connsiteX5" fmla="*/ 2294042 w 2327548"/>
                  <a:gd name="connsiteY5" fmla="*/ 789424 h 1218943"/>
                  <a:gd name="connsiteX6" fmla="*/ 2209186 w 2327548"/>
                  <a:gd name="connsiteY6" fmla="*/ 968297 h 1218943"/>
                  <a:gd name="connsiteX7" fmla="*/ 2062918 w 2327548"/>
                  <a:gd name="connsiteY7" fmla="*/ 1073041 h 1218943"/>
                  <a:gd name="connsiteX8" fmla="*/ 2045380 w 2327548"/>
                  <a:gd name="connsiteY8" fmla="*/ 1053996 h 1218943"/>
                  <a:gd name="connsiteX9" fmla="*/ 2127042 w 2327548"/>
                  <a:gd name="connsiteY9" fmla="*/ 828297 h 1218943"/>
                  <a:gd name="connsiteX10" fmla="*/ 2155669 w 2327548"/>
                  <a:gd name="connsiteY10" fmla="*/ 618990 h 1218943"/>
                  <a:gd name="connsiteX11" fmla="*/ 2279108 w 2327548"/>
                  <a:gd name="connsiteY11" fmla="*/ 426479 h 1218943"/>
                  <a:gd name="connsiteX12" fmla="*/ 1387046 w 2327548"/>
                  <a:gd name="connsiteY12" fmla="*/ 47461 h 1218943"/>
                  <a:gd name="connsiteX13" fmla="*/ 1706801 w 2327548"/>
                  <a:gd name="connsiteY13" fmla="*/ 219721 h 1218943"/>
                  <a:gd name="connsiteX14" fmla="*/ 1828781 w 2327548"/>
                  <a:gd name="connsiteY14" fmla="*/ 297707 h 1218943"/>
                  <a:gd name="connsiteX15" fmla="*/ 1955463 w 2327548"/>
                  <a:gd name="connsiteY15" fmla="*/ 301744 h 1218943"/>
                  <a:gd name="connsiteX16" fmla="*/ 2057374 w 2327548"/>
                  <a:gd name="connsiteY16" fmla="*/ 337965 h 1218943"/>
                  <a:gd name="connsiteX17" fmla="*/ 2057494 w 2327548"/>
                  <a:gd name="connsiteY17" fmla="*/ 338206 h 1218943"/>
                  <a:gd name="connsiteX18" fmla="*/ 2167662 w 2327548"/>
                  <a:gd name="connsiteY18" fmla="*/ 402571 h 1218943"/>
                  <a:gd name="connsiteX19" fmla="*/ 2171338 w 2327548"/>
                  <a:gd name="connsiteY19" fmla="*/ 404319 h 1218943"/>
                  <a:gd name="connsiteX20" fmla="*/ 2185561 w 2327548"/>
                  <a:gd name="connsiteY20" fmla="*/ 399980 h 1218943"/>
                  <a:gd name="connsiteX21" fmla="*/ 2191046 w 2327548"/>
                  <a:gd name="connsiteY21" fmla="*/ 399919 h 1218943"/>
                  <a:gd name="connsiteX22" fmla="*/ 2327548 w 2327548"/>
                  <a:gd name="connsiteY22" fmla="*/ 350872 h 1218943"/>
                  <a:gd name="connsiteX23" fmla="*/ 2327548 w 2327548"/>
                  <a:gd name="connsiteY23" fmla="*/ 373761 h 1218943"/>
                  <a:gd name="connsiteX24" fmla="*/ 2130598 w 2327548"/>
                  <a:gd name="connsiteY24" fmla="*/ 443553 h 1218943"/>
                  <a:gd name="connsiteX25" fmla="*/ 2088471 w 2327548"/>
                  <a:gd name="connsiteY25" fmla="*/ 554986 h 1218943"/>
                  <a:gd name="connsiteX26" fmla="*/ 2016573 w 2327548"/>
                  <a:gd name="connsiteY26" fmla="*/ 656897 h 1218943"/>
                  <a:gd name="connsiteX27" fmla="*/ 1956969 w 2327548"/>
                  <a:gd name="connsiteY27" fmla="*/ 862347 h 1218943"/>
                  <a:gd name="connsiteX28" fmla="*/ 1940275 w 2327548"/>
                  <a:gd name="connsiteY28" fmla="*/ 987823 h 1218943"/>
                  <a:gd name="connsiteX29" fmla="*/ 1555772 w 2327548"/>
                  <a:gd name="connsiteY29" fmla="*/ 1218103 h 1218943"/>
                  <a:gd name="connsiteX30" fmla="*/ 1540284 w 2327548"/>
                  <a:gd name="connsiteY30" fmla="*/ 1196166 h 1218943"/>
                  <a:gd name="connsiteX31" fmla="*/ 1591571 w 2327548"/>
                  <a:gd name="connsiteY31" fmla="*/ 1150182 h 1218943"/>
                  <a:gd name="connsiteX32" fmla="*/ 1638097 w 2327548"/>
                  <a:gd name="connsiteY32" fmla="*/ 1073824 h 1218943"/>
                  <a:gd name="connsiteX33" fmla="*/ 1713732 w 2327548"/>
                  <a:gd name="connsiteY33" fmla="*/ 985654 h 1218943"/>
                  <a:gd name="connsiteX34" fmla="*/ 1793706 w 2327548"/>
                  <a:gd name="connsiteY34" fmla="*/ 841495 h 1218943"/>
                  <a:gd name="connsiteX35" fmla="*/ 1820344 w 2327548"/>
                  <a:gd name="connsiteY35" fmla="*/ 722528 h 1218943"/>
                  <a:gd name="connsiteX36" fmla="*/ 1987705 w 2327548"/>
                  <a:gd name="connsiteY36" fmla="*/ 523949 h 1218943"/>
                  <a:gd name="connsiteX37" fmla="*/ 2060628 w 2327548"/>
                  <a:gd name="connsiteY37" fmla="*/ 467780 h 1218943"/>
                  <a:gd name="connsiteX38" fmla="*/ 1803530 w 2327548"/>
                  <a:gd name="connsiteY38" fmla="*/ 551008 h 1218943"/>
                  <a:gd name="connsiteX39" fmla="*/ 1802565 w 2327548"/>
                  <a:gd name="connsiteY39" fmla="*/ 556372 h 1218943"/>
                  <a:gd name="connsiteX40" fmla="*/ 1655514 w 2327548"/>
                  <a:gd name="connsiteY40" fmla="*/ 827212 h 1218943"/>
                  <a:gd name="connsiteX41" fmla="*/ 1509065 w 2327548"/>
                  <a:gd name="connsiteY41" fmla="*/ 913213 h 1218943"/>
                  <a:gd name="connsiteX42" fmla="*/ 1382806 w 2327548"/>
                  <a:gd name="connsiteY42" fmla="*/ 1027961 h 1218943"/>
                  <a:gd name="connsiteX43" fmla="*/ 1102806 w 2327548"/>
                  <a:gd name="connsiteY43" fmla="*/ 1146144 h 1218943"/>
                  <a:gd name="connsiteX44" fmla="*/ 717278 w 2327548"/>
                  <a:gd name="connsiteY44" fmla="*/ 1209304 h 1218943"/>
                  <a:gd name="connsiteX45" fmla="*/ 711855 w 2327548"/>
                  <a:gd name="connsiteY45" fmla="*/ 1185378 h 1218943"/>
                  <a:gd name="connsiteX46" fmla="*/ 1005475 w 2327548"/>
                  <a:gd name="connsiteY46" fmla="*/ 1007952 h 1218943"/>
                  <a:gd name="connsiteX47" fmla="*/ 1238949 w 2327548"/>
                  <a:gd name="connsiteY47" fmla="*/ 846437 h 1218943"/>
                  <a:gd name="connsiteX48" fmla="*/ 1545045 w 2327548"/>
                  <a:gd name="connsiteY48" fmla="*/ 731809 h 1218943"/>
                  <a:gd name="connsiteX49" fmla="*/ 1745251 w 2327548"/>
                  <a:gd name="connsiteY49" fmla="*/ 567823 h 1218943"/>
                  <a:gd name="connsiteX50" fmla="*/ 1307593 w 2327548"/>
                  <a:gd name="connsiteY50" fmla="*/ 647857 h 1218943"/>
                  <a:gd name="connsiteX51" fmla="*/ 1274988 w 2327548"/>
                  <a:gd name="connsiteY51" fmla="*/ 649726 h 1218943"/>
                  <a:gd name="connsiteX52" fmla="*/ 1262574 w 2327548"/>
                  <a:gd name="connsiteY52" fmla="*/ 650630 h 1218943"/>
                  <a:gd name="connsiteX53" fmla="*/ 1261910 w 2327548"/>
                  <a:gd name="connsiteY53" fmla="*/ 650328 h 1218943"/>
                  <a:gd name="connsiteX54" fmla="*/ 1212552 w 2327548"/>
                  <a:gd name="connsiteY54" fmla="*/ 651775 h 1218943"/>
                  <a:gd name="connsiteX55" fmla="*/ 1131131 w 2327548"/>
                  <a:gd name="connsiteY55" fmla="*/ 716803 h 1218943"/>
                  <a:gd name="connsiteX56" fmla="*/ 1030907 w 2327548"/>
                  <a:gd name="connsiteY56" fmla="*/ 784724 h 1218943"/>
                  <a:gd name="connsiteX57" fmla="*/ 850046 w 2327548"/>
                  <a:gd name="connsiteY57" fmla="*/ 911887 h 1218943"/>
                  <a:gd name="connsiteX58" fmla="*/ 630132 w 2327548"/>
                  <a:gd name="connsiteY58" fmla="*/ 922313 h 1218943"/>
                  <a:gd name="connsiteX59" fmla="*/ 489951 w 2327548"/>
                  <a:gd name="connsiteY59" fmla="*/ 910079 h 1218943"/>
                  <a:gd name="connsiteX60" fmla="*/ 375263 w 2327548"/>
                  <a:gd name="connsiteY60" fmla="*/ 937380 h 1218943"/>
                  <a:gd name="connsiteX61" fmla="*/ 368031 w 2327548"/>
                  <a:gd name="connsiteY61" fmla="*/ 917673 h 1218943"/>
                  <a:gd name="connsiteX62" fmla="*/ 558535 w 2327548"/>
                  <a:gd name="connsiteY62" fmla="*/ 815701 h 1218943"/>
                  <a:gd name="connsiteX63" fmla="*/ 746568 w 2327548"/>
                  <a:gd name="connsiteY63" fmla="*/ 745128 h 1218943"/>
                  <a:gd name="connsiteX64" fmla="*/ 870899 w 2327548"/>
                  <a:gd name="connsiteY64" fmla="*/ 739945 h 1218943"/>
                  <a:gd name="connsiteX65" fmla="*/ 999328 w 2327548"/>
                  <a:gd name="connsiteY65" fmla="*/ 692576 h 1218943"/>
                  <a:gd name="connsiteX66" fmla="*/ 1100576 w 2327548"/>
                  <a:gd name="connsiteY66" fmla="*/ 647677 h 1218943"/>
                  <a:gd name="connsiteX67" fmla="*/ 929177 w 2327548"/>
                  <a:gd name="connsiteY67" fmla="*/ 608262 h 1218943"/>
                  <a:gd name="connsiteX68" fmla="*/ 923994 w 2327548"/>
                  <a:gd name="connsiteY68" fmla="*/ 606996 h 1218943"/>
                  <a:gd name="connsiteX69" fmla="*/ 918027 w 2327548"/>
                  <a:gd name="connsiteY69" fmla="*/ 603863 h 1218943"/>
                  <a:gd name="connsiteX70" fmla="*/ 902840 w 2327548"/>
                  <a:gd name="connsiteY70" fmla="*/ 596872 h 1218943"/>
                  <a:gd name="connsiteX71" fmla="*/ 694256 w 2327548"/>
                  <a:gd name="connsiteY71" fmla="*/ 596751 h 1218943"/>
                  <a:gd name="connsiteX72" fmla="*/ 476512 w 2327548"/>
                  <a:gd name="connsiteY72" fmla="*/ 578008 h 1218943"/>
                  <a:gd name="connsiteX73" fmla="*/ 225922 w 2327548"/>
                  <a:gd name="connsiteY73" fmla="*/ 487306 h 1218943"/>
                  <a:gd name="connsiteX74" fmla="*/ 16977 w 2327548"/>
                  <a:gd name="connsiteY74" fmla="*/ 417276 h 1218943"/>
                  <a:gd name="connsiteX75" fmla="*/ 12095 w 2327548"/>
                  <a:gd name="connsiteY75" fmla="*/ 419506 h 1218943"/>
                  <a:gd name="connsiteX76" fmla="*/ 3778 w 2327548"/>
                  <a:gd name="connsiteY76" fmla="*/ 403776 h 1218943"/>
                  <a:gd name="connsiteX77" fmla="*/ 301316 w 2327548"/>
                  <a:gd name="connsiteY77" fmla="*/ 357853 h 1218943"/>
                  <a:gd name="connsiteX78" fmla="*/ 652069 w 2327548"/>
                  <a:gd name="connsiteY78" fmla="*/ 378404 h 1218943"/>
                  <a:gd name="connsiteX79" fmla="*/ 974979 w 2327548"/>
                  <a:gd name="connsiteY79" fmla="*/ 481159 h 1218943"/>
                  <a:gd name="connsiteX80" fmla="*/ 1146680 w 2327548"/>
                  <a:gd name="connsiteY80" fmla="*/ 554745 h 1218943"/>
                  <a:gd name="connsiteX81" fmla="*/ 1273663 w 2327548"/>
                  <a:gd name="connsiteY81" fmla="*/ 627186 h 1218943"/>
                  <a:gd name="connsiteX82" fmla="*/ 1277279 w 2327548"/>
                  <a:gd name="connsiteY82" fmla="*/ 629657 h 1218943"/>
                  <a:gd name="connsiteX83" fmla="*/ 1358398 w 2327548"/>
                  <a:gd name="connsiteY83" fmla="*/ 622485 h 1218943"/>
                  <a:gd name="connsiteX84" fmla="*/ 1641833 w 2327548"/>
                  <a:gd name="connsiteY84" fmla="*/ 572283 h 1218943"/>
                  <a:gd name="connsiteX85" fmla="*/ 1477245 w 2327548"/>
                  <a:gd name="connsiteY85" fmla="*/ 547814 h 1218943"/>
                  <a:gd name="connsiteX86" fmla="*/ 1290357 w 2327548"/>
                  <a:gd name="connsiteY86" fmla="*/ 457715 h 1218943"/>
                  <a:gd name="connsiteX87" fmla="*/ 1026810 w 2327548"/>
                  <a:gd name="connsiteY87" fmla="*/ 360685 h 1218943"/>
                  <a:gd name="connsiteX88" fmla="*/ 769892 w 2327548"/>
                  <a:gd name="connsiteY88" fmla="*/ 264078 h 1218943"/>
                  <a:gd name="connsiteX89" fmla="*/ 770916 w 2327548"/>
                  <a:gd name="connsiteY89" fmla="*/ 242683 h 1218943"/>
                  <a:gd name="connsiteX90" fmla="*/ 1069478 w 2327548"/>
                  <a:gd name="connsiteY90" fmla="*/ 210380 h 1218943"/>
                  <a:gd name="connsiteX91" fmla="*/ 1293189 w 2327548"/>
                  <a:gd name="connsiteY91" fmla="*/ 289450 h 1218943"/>
                  <a:gd name="connsiteX92" fmla="*/ 1546792 w 2327548"/>
                  <a:gd name="connsiteY92" fmla="*/ 435356 h 1218943"/>
                  <a:gd name="connsiteX93" fmla="*/ 1725665 w 2327548"/>
                  <a:gd name="connsiteY93" fmla="*/ 550828 h 1218943"/>
                  <a:gd name="connsiteX94" fmla="*/ 1845957 w 2327548"/>
                  <a:gd name="connsiteY94" fmla="*/ 514969 h 1218943"/>
                  <a:gd name="connsiteX95" fmla="*/ 2106853 w 2327548"/>
                  <a:gd name="connsiteY95" fmla="*/ 428847 h 1218943"/>
                  <a:gd name="connsiteX96" fmla="*/ 2078045 w 2327548"/>
                  <a:gd name="connsiteY96" fmla="*/ 431198 h 1218943"/>
                  <a:gd name="connsiteX97" fmla="*/ 1930090 w 2327548"/>
                  <a:gd name="connsiteY97" fmla="*/ 453677 h 1218943"/>
                  <a:gd name="connsiteX98" fmla="*/ 1681851 w 2327548"/>
                  <a:gd name="connsiteY98" fmla="*/ 417397 h 1218943"/>
                  <a:gd name="connsiteX99" fmla="*/ 1519250 w 2327548"/>
                  <a:gd name="connsiteY99" fmla="*/ 272093 h 1218943"/>
                  <a:gd name="connsiteX100" fmla="*/ 1452113 w 2327548"/>
                  <a:gd name="connsiteY100" fmla="*/ 166566 h 1218943"/>
                  <a:gd name="connsiteX101" fmla="*/ 1332363 w 2327548"/>
                  <a:gd name="connsiteY101" fmla="*/ 74418 h 1218943"/>
                  <a:gd name="connsiteX102" fmla="*/ 1333146 w 2327548"/>
                  <a:gd name="connsiteY102" fmla="*/ 56518 h 1218943"/>
                  <a:gd name="connsiteX103" fmla="*/ 1387046 w 2327548"/>
                  <a:gd name="connsiteY103" fmla="*/ 47461 h 1218943"/>
                  <a:gd name="connsiteX104" fmla="*/ 1945518 w 2327548"/>
                  <a:gd name="connsiteY104" fmla="*/ 349 h 1218943"/>
                  <a:gd name="connsiteX105" fmla="*/ 2098416 w 2327548"/>
                  <a:gd name="connsiteY105" fmla="*/ 45068 h 1218943"/>
                  <a:gd name="connsiteX106" fmla="*/ 2212200 w 2327548"/>
                  <a:gd name="connsiteY106" fmla="*/ 197001 h 1218943"/>
                  <a:gd name="connsiteX107" fmla="*/ 2291518 w 2327548"/>
                  <a:gd name="connsiteY107" fmla="*/ 273720 h 1218943"/>
                  <a:gd name="connsiteX108" fmla="*/ 2327548 w 2327548"/>
                  <a:gd name="connsiteY108" fmla="*/ 295960 h 1218943"/>
                  <a:gd name="connsiteX109" fmla="*/ 2327548 w 2327548"/>
                  <a:gd name="connsiteY109" fmla="*/ 342551 h 1218943"/>
                  <a:gd name="connsiteX110" fmla="*/ 2273737 w 2327548"/>
                  <a:gd name="connsiteY110" fmla="*/ 339100 h 1218943"/>
                  <a:gd name="connsiteX111" fmla="*/ 2067921 w 2327548"/>
                  <a:gd name="connsiteY111" fmla="*/ 269562 h 1218943"/>
                  <a:gd name="connsiteX112" fmla="*/ 1948351 w 2327548"/>
                  <a:gd name="connsiteY112" fmla="*/ 140892 h 1218943"/>
                  <a:gd name="connsiteX113" fmla="*/ 1775023 w 2327548"/>
                  <a:gd name="connsiteY113" fmla="*/ 37233 h 1218943"/>
                  <a:gd name="connsiteX114" fmla="*/ 1781050 w 2327548"/>
                  <a:gd name="connsiteY114" fmla="*/ 18188 h 1218943"/>
                  <a:gd name="connsiteX115" fmla="*/ 1945518 w 2327548"/>
                  <a:gd name="connsiteY115" fmla="*/ 349 h 1218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2327548" h="1218943">
                    <a:moveTo>
                      <a:pt x="2327548" y="379583"/>
                    </a:moveTo>
                    <a:lnTo>
                      <a:pt x="2327548" y="493956"/>
                    </a:lnTo>
                    <a:lnTo>
                      <a:pt x="2297176" y="550647"/>
                    </a:lnTo>
                    <a:cubicBezTo>
                      <a:pt x="2274154" y="585602"/>
                      <a:pt x="2250168" y="619833"/>
                      <a:pt x="2265717" y="664310"/>
                    </a:cubicBezTo>
                    <a:cubicBezTo>
                      <a:pt x="2271442" y="680582"/>
                      <a:pt x="2278674" y="696553"/>
                      <a:pt x="2283857" y="713006"/>
                    </a:cubicBezTo>
                    <a:cubicBezTo>
                      <a:pt x="2291692" y="738077"/>
                      <a:pt x="2296392" y="762847"/>
                      <a:pt x="2294042" y="789424"/>
                    </a:cubicBezTo>
                    <a:cubicBezTo>
                      <a:pt x="2287895" y="859515"/>
                      <a:pt x="2258545" y="918456"/>
                      <a:pt x="2209186" y="968297"/>
                    </a:cubicBezTo>
                    <a:cubicBezTo>
                      <a:pt x="2167542" y="1010363"/>
                      <a:pt x="2122281" y="1058516"/>
                      <a:pt x="2062918" y="1073041"/>
                    </a:cubicBezTo>
                    <a:cubicBezTo>
                      <a:pt x="2050564" y="1076054"/>
                      <a:pt x="2041102" y="1066170"/>
                      <a:pt x="2045380" y="1053996"/>
                    </a:cubicBezTo>
                    <a:cubicBezTo>
                      <a:pt x="2072802" y="976372"/>
                      <a:pt x="2118364" y="912610"/>
                      <a:pt x="2127042" y="828297"/>
                    </a:cubicBezTo>
                    <a:cubicBezTo>
                      <a:pt x="2134154" y="759170"/>
                      <a:pt x="2126018" y="683716"/>
                      <a:pt x="2155669" y="618990"/>
                    </a:cubicBezTo>
                    <a:cubicBezTo>
                      <a:pt x="2185773" y="553268"/>
                      <a:pt x="2227402" y="484123"/>
                      <a:pt x="2279108" y="426479"/>
                    </a:cubicBezTo>
                    <a:close/>
                    <a:moveTo>
                      <a:pt x="1387046" y="47461"/>
                    </a:moveTo>
                    <a:cubicBezTo>
                      <a:pt x="1512280" y="40348"/>
                      <a:pt x="1631919" y="127174"/>
                      <a:pt x="1706801" y="219721"/>
                    </a:cubicBezTo>
                    <a:cubicBezTo>
                      <a:pt x="1737899" y="258111"/>
                      <a:pt x="1777554" y="292041"/>
                      <a:pt x="1828781" y="297707"/>
                    </a:cubicBezTo>
                    <a:cubicBezTo>
                      <a:pt x="1870848" y="302407"/>
                      <a:pt x="1913457" y="295899"/>
                      <a:pt x="1955463" y="301744"/>
                    </a:cubicBezTo>
                    <a:cubicBezTo>
                      <a:pt x="1993672" y="307108"/>
                      <a:pt x="2024770" y="317414"/>
                      <a:pt x="2057374" y="337965"/>
                    </a:cubicBezTo>
                    <a:lnTo>
                      <a:pt x="2057494" y="338206"/>
                    </a:lnTo>
                    <a:cubicBezTo>
                      <a:pt x="2094197" y="361348"/>
                      <a:pt x="2124210" y="391783"/>
                      <a:pt x="2167662" y="402571"/>
                    </a:cubicBezTo>
                    <a:cubicBezTo>
                      <a:pt x="2169109" y="402933"/>
                      <a:pt x="2170254" y="403596"/>
                      <a:pt x="2171338" y="404319"/>
                    </a:cubicBezTo>
                    <a:cubicBezTo>
                      <a:pt x="2176100" y="403113"/>
                      <a:pt x="2180861" y="401667"/>
                      <a:pt x="2185561" y="399980"/>
                    </a:cubicBezTo>
                    <a:cubicBezTo>
                      <a:pt x="2187611" y="399256"/>
                      <a:pt x="2189419" y="399437"/>
                      <a:pt x="2191046" y="399919"/>
                    </a:cubicBezTo>
                    <a:lnTo>
                      <a:pt x="2327548" y="350872"/>
                    </a:lnTo>
                    <a:lnTo>
                      <a:pt x="2327548" y="373761"/>
                    </a:lnTo>
                    <a:lnTo>
                      <a:pt x="2130598" y="443553"/>
                    </a:lnTo>
                    <a:cubicBezTo>
                      <a:pt x="2105647" y="474289"/>
                      <a:pt x="2103960" y="518766"/>
                      <a:pt x="2088471" y="554986"/>
                    </a:cubicBezTo>
                    <a:cubicBezTo>
                      <a:pt x="2071838" y="594039"/>
                      <a:pt x="2041162" y="622967"/>
                      <a:pt x="2016573" y="656897"/>
                    </a:cubicBezTo>
                    <a:cubicBezTo>
                      <a:pt x="1974085" y="715417"/>
                      <a:pt x="1958837" y="791052"/>
                      <a:pt x="1956969" y="862347"/>
                    </a:cubicBezTo>
                    <a:cubicBezTo>
                      <a:pt x="1955884" y="904354"/>
                      <a:pt x="1956005" y="948107"/>
                      <a:pt x="1940275" y="987823"/>
                    </a:cubicBezTo>
                    <a:cubicBezTo>
                      <a:pt x="1877839" y="1145421"/>
                      <a:pt x="1695290" y="1164405"/>
                      <a:pt x="1555772" y="1218103"/>
                    </a:cubicBezTo>
                    <a:cubicBezTo>
                      <a:pt x="1543297" y="1222864"/>
                      <a:pt x="1530279" y="1206291"/>
                      <a:pt x="1540284" y="1196166"/>
                    </a:cubicBezTo>
                    <a:cubicBezTo>
                      <a:pt x="1555531" y="1180677"/>
                      <a:pt x="1578975" y="1166876"/>
                      <a:pt x="1591571" y="1150182"/>
                    </a:cubicBezTo>
                    <a:cubicBezTo>
                      <a:pt x="1610072" y="1125835"/>
                      <a:pt x="1622367" y="1099679"/>
                      <a:pt x="1638097" y="1073824"/>
                    </a:cubicBezTo>
                    <a:cubicBezTo>
                      <a:pt x="1658769" y="1039834"/>
                      <a:pt x="1685647" y="1013497"/>
                      <a:pt x="1713732" y="985654"/>
                    </a:cubicBezTo>
                    <a:cubicBezTo>
                      <a:pt x="1756220" y="943406"/>
                      <a:pt x="1781653" y="901400"/>
                      <a:pt x="1793706" y="841495"/>
                    </a:cubicBezTo>
                    <a:cubicBezTo>
                      <a:pt x="1801661" y="801900"/>
                      <a:pt x="1806965" y="760798"/>
                      <a:pt x="1820344" y="722528"/>
                    </a:cubicBezTo>
                    <a:cubicBezTo>
                      <a:pt x="1850296" y="636588"/>
                      <a:pt x="1913939" y="574693"/>
                      <a:pt x="1987705" y="523949"/>
                    </a:cubicBezTo>
                    <a:cubicBezTo>
                      <a:pt x="2011631" y="507496"/>
                      <a:pt x="2035677" y="487005"/>
                      <a:pt x="2060628" y="467780"/>
                    </a:cubicBezTo>
                    <a:cubicBezTo>
                      <a:pt x="1975411" y="497190"/>
                      <a:pt x="1889771" y="525395"/>
                      <a:pt x="1803530" y="551008"/>
                    </a:cubicBezTo>
                    <a:cubicBezTo>
                      <a:pt x="1803650" y="552696"/>
                      <a:pt x="1803409" y="554444"/>
                      <a:pt x="1802565" y="556372"/>
                    </a:cubicBezTo>
                    <a:cubicBezTo>
                      <a:pt x="1759414" y="652558"/>
                      <a:pt x="1741636" y="757001"/>
                      <a:pt x="1655514" y="827212"/>
                    </a:cubicBezTo>
                    <a:cubicBezTo>
                      <a:pt x="1610193" y="864216"/>
                      <a:pt x="1556254" y="880247"/>
                      <a:pt x="1509065" y="913213"/>
                    </a:cubicBezTo>
                    <a:cubicBezTo>
                      <a:pt x="1461816" y="946239"/>
                      <a:pt x="1424571" y="988787"/>
                      <a:pt x="1382806" y="1027961"/>
                    </a:cubicBezTo>
                    <a:cubicBezTo>
                      <a:pt x="1300843" y="1104862"/>
                      <a:pt x="1212552" y="1131982"/>
                      <a:pt x="1102806" y="1146144"/>
                    </a:cubicBezTo>
                    <a:cubicBezTo>
                      <a:pt x="973593" y="1162778"/>
                      <a:pt x="845767" y="1187909"/>
                      <a:pt x="717278" y="1209304"/>
                    </a:cubicBezTo>
                    <a:cubicBezTo>
                      <a:pt x="702453" y="1211775"/>
                      <a:pt x="700223" y="1191104"/>
                      <a:pt x="711855" y="1185378"/>
                    </a:cubicBezTo>
                    <a:cubicBezTo>
                      <a:pt x="815393" y="1134694"/>
                      <a:pt x="917063" y="1082744"/>
                      <a:pt x="1005475" y="1007952"/>
                    </a:cubicBezTo>
                    <a:cubicBezTo>
                      <a:pt x="1076710" y="947685"/>
                      <a:pt x="1148669" y="877113"/>
                      <a:pt x="1238949" y="846437"/>
                    </a:cubicBezTo>
                    <a:cubicBezTo>
                      <a:pt x="1343391" y="810940"/>
                      <a:pt x="1458441" y="807083"/>
                      <a:pt x="1545045" y="731809"/>
                    </a:cubicBezTo>
                    <a:cubicBezTo>
                      <a:pt x="1610193" y="675158"/>
                      <a:pt x="1677993" y="621943"/>
                      <a:pt x="1745251" y="567823"/>
                    </a:cubicBezTo>
                    <a:cubicBezTo>
                      <a:pt x="1602238" y="607780"/>
                      <a:pt x="1456031" y="638215"/>
                      <a:pt x="1307593" y="647857"/>
                    </a:cubicBezTo>
                    <a:cubicBezTo>
                      <a:pt x="1296745" y="648581"/>
                      <a:pt x="1285897" y="649183"/>
                      <a:pt x="1274988" y="649726"/>
                    </a:cubicBezTo>
                    <a:cubicBezTo>
                      <a:pt x="1271734" y="652016"/>
                      <a:pt x="1267334" y="652860"/>
                      <a:pt x="1262574" y="650630"/>
                    </a:cubicBezTo>
                    <a:cubicBezTo>
                      <a:pt x="1262333" y="650509"/>
                      <a:pt x="1262152" y="650449"/>
                      <a:pt x="1261910" y="650328"/>
                    </a:cubicBezTo>
                    <a:cubicBezTo>
                      <a:pt x="1245518" y="651112"/>
                      <a:pt x="1229065" y="651534"/>
                      <a:pt x="1212552" y="651775"/>
                    </a:cubicBezTo>
                    <a:cubicBezTo>
                      <a:pt x="1179465" y="665335"/>
                      <a:pt x="1160843" y="697096"/>
                      <a:pt x="1131131" y="716803"/>
                    </a:cubicBezTo>
                    <a:cubicBezTo>
                      <a:pt x="1097442" y="739102"/>
                      <a:pt x="1063271" y="760376"/>
                      <a:pt x="1030907" y="784724"/>
                    </a:cubicBezTo>
                    <a:cubicBezTo>
                      <a:pt x="973714" y="827694"/>
                      <a:pt x="917123" y="884465"/>
                      <a:pt x="850046" y="911887"/>
                    </a:cubicBezTo>
                    <a:cubicBezTo>
                      <a:pt x="779172" y="940875"/>
                      <a:pt x="704201" y="932920"/>
                      <a:pt x="630132" y="922313"/>
                    </a:cubicBezTo>
                    <a:cubicBezTo>
                      <a:pt x="585836" y="915925"/>
                      <a:pt x="534489" y="903208"/>
                      <a:pt x="489951" y="910079"/>
                    </a:cubicBezTo>
                    <a:cubicBezTo>
                      <a:pt x="450898" y="916166"/>
                      <a:pt x="414075" y="930268"/>
                      <a:pt x="375263" y="937380"/>
                    </a:cubicBezTo>
                    <a:cubicBezTo>
                      <a:pt x="363873" y="939429"/>
                      <a:pt x="360257" y="923820"/>
                      <a:pt x="368031" y="917673"/>
                    </a:cubicBezTo>
                    <a:cubicBezTo>
                      <a:pt x="425647" y="872412"/>
                      <a:pt x="495978" y="852464"/>
                      <a:pt x="558535" y="815701"/>
                    </a:cubicBezTo>
                    <a:cubicBezTo>
                      <a:pt x="616211" y="781771"/>
                      <a:pt x="679792" y="754530"/>
                      <a:pt x="746568" y="745128"/>
                    </a:cubicBezTo>
                    <a:cubicBezTo>
                      <a:pt x="788092" y="739282"/>
                      <a:pt x="829495" y="744465"/>
                      <a:pt x="870899" y="739945"/>
                    </a:cubicBezTo>
                    <a:cubicBezTo>
                      <a:pt x="918449" y="734762"/>
                      <a:pt x="957804" y="714452"/>
                      <a:pt x="999328" y="692576"/>
                    </a:cubicBezTo>
                    <a:cubicBezTo>
                      <a:pt x="1032776" y="674917"/>
                      <a:pt x="1066043" y="659368"/>
                      <a:pt x="1100576" y="647677"/>
                    </a:cubicBezTo>
                    <a:cubicBezTo>
                      <a:pt x="1041695" y="642072"/>
                      <a:pt x="983900" y="630139"/>
                      <a:pt x="929177" y="608262"/>
                    </a:cubicBezTo>
                    <a:cubicBezTo>
                      <a:pt x="927549" y="608322"/>
                      <a:pt x="925802" y="608081"/>
                      <a:pt x="923994" y="606996"/>
                    </a:cubicBezTo>
                    <a:cubicBezTo>
                      <a:pt x="922066" y="605851"/>
                      <a:pt x="920016" y="604947"/>
                      <a:pt x="918027" y="603863"/>
                    </a:cubicBezTo>
                    <a:cubicBezTo>
                      <a:pt x="912905" y="601693"/>
                      <a:pt x="907902" y="599282"/>
                      <a:pt x="902840" y="596872"/>
                    </a:cubicBezTo>
                    <a:cubicBezTo>
                      <a:pt x="839379" y="572102"/>
                      <a:pt x="758561" y="590544"/>
                      <a:pt x="694256" y="596751"/>
                    </a:cubicBezTo>
                    <a:cubicBezTo>
                      <a:pt x="617114" y="604224"/>
                      <a:pt x="550339" y="603863"/>
                      <a:pt x="476512" y="578008"/>
                    </a:cubicBezTo>
                    <a:cubicBezTo>
                      <a:pt x="392680" y="548658"/>
                      <a:pt x="309934" y="515993"/>
                      <a:pt x="225922" y="487306"/>
                    </a:cubicBezTo>
                    <a:cubicBezTo>
                      <a:pt x="156495" y="463621"/>
                      <a:pt x="85078" y="444637"/>
                      <a:pt x="16977" y="417276"/>
                    </a:cubicBezTo>
                    <a:cubicBezTo>
                      <a:pt x="15349" y="418060"/>
                      <a:pt x="13722" y="418723"/>
                      <a:pt x="12095" y="419506"/>
                    </a:cubicBezTo>
                    <a:cubicBezTo>
                      <a:pt x="2995" y="424026"/>
                      <a:pt x="-4961" y="408839"/>
                      <a:pt x="3778" y="403776"/>
                    </a:cubicBezTo>
                    <a:cubicBezTo>
                      <a:pt x="96107" y="350320"/>
                      <a:pt x="198380" y="361228"/>
                      <a:pt x="301316" y="357853"/>
                    </a:cubicBezTo>
                    <a:cubicBezTo>
                      <a:pt x="418173" y="354056"/>
                      <a:pt x="537864" y="348150"/>
                      <a:pt x="652069" y="378404"/>
                    </a:cubicBezTo>
                    <a:cubicBezTo>
                      <a:pt x="760671" y="407212"/>
                      <a:pt x="868729" y="444698"/>
                      <a:pt x="974979" y="481159"/>
                    </a:cubicBezTo>
                    <a:cubicBezTo>
                      <a:pt x="1033499" y="501228"/>
                      <a:pt x="1094308" y="521176"/>
                      <a:pt x="1146680" y="554745"/>
                    </a:cubicBezTo>
                    <a:cubicBezTo>
                      <a:pt x="1188867" y="581745"/>
                      <a:pt x="1228040" y="606092"/>
                      <a:pt x="1273663" y="627186"/>
                    </a:cubicBezTo>
                    <a:cubicBezTo>
                      <a:pt x="1275109" y="627849"/>
                      <a:pt x="1276254" y="628693"/>
                      <a:pt x="1277279" y="629657"/>
                    </a:cubicBezTo>
                    <a:cubicBezTo>
                      <a:pt x="1304580" y="627849"/>
                      <a:pt x="1331700" y="625378"/>
                      <a:pt x="1358398" y="622485"/>
                    </a:cubicBezTo>
                    <a:cubicBezTo>
                      <a:pt x="1454222" y="612059"/>
                      <a:pt x="1548540" y="594702"/>
                      <a:pt x="1641833" y="572283"/>
                    </a:cubicBezTo>
                    <a:cubicBezTo>
                      <a:pt x="1586448" y="570595"/>
                      <a:pt x="1531123" y="560531"/>
                      <a:pt x="1477245" y="547814"/>
                    </a:cubicBezTo>
                    <a:cubicBezTo>
                      <a:pt x="1405527" y="530879"/>
                      <a:pt x="1353154" y="493454"/>
                      <a:pt x="1290357" y="457715"/>
                    </a:cubicBezTo>
                    <a:cubicBezTo>
                      <a:pt x="1210141" y="412033"/>
                      <a:pt x="1113112" y="393230"/>
                      <a:pt x="1026810" y="360685"/>
                    </a:cubicBezTo>
                    <a:cubicBezTo>
                      <a:pt x="941351" y="328443"/>
                      <a:pt x="858303" y="287823"/>
                      <a:pt x="769892" y="264078"/>
                    </a:cubicBezTo>
                    <a:cubicBezTo>
                      <a:pt x="758802" y="261064"/>
                      <a:pt x="758018" y="243044"/>
                      <a:pt x="770916" y="242683"/>
                    </a:cubicBezTo>
                    <a:cubicBezTo>
                      <a:pt x="872104" y="240091"/>
                      <a:pt x="966964" y="206221"/>
                      <a:pt x="1069478" y="210380"/>
                    </a:cubicBezTo>
                    <a:cubicBezTo>
                      <a:pt x="1153550" y="213755"/>
                      <a:pt x="1223943" y="243768"/>
                      <a:pt x="1293189" y="289450"/>
                    </a:cubicBezTo>
                    <a:cubicBezTo>
                      <a:pt x="1374007" y="342786"/>
                      <a:pt x="1453982" y="404198"/>
                      <a:pt x="1546792" y="435356"/>
                    </a:cubicBezTo>
                    <a:cubicBezTo>
                      <a:pt x="1622307" y="460668"/>
                      <a:pt x="1675884" y="487547"/>
                      <a:pt x="1725665" y="550828"/>
                    </a:cubicBezTo>
                    <a:cubicBezTo>
                      <a:pt x="1765923" y="539739"/>
                      <a:pt x="1806061" y="527745"/>
                      <a:pt x="1845957" y="514969"/>
                    </a:cubicBezTo>
                    <a:cubicBezTo>
                      <a:pt x="1932923" y="487065"/>
                      <a:pt x="2020008" y="458438"/>
                      <a:pt x="2106853" y="428847"/>
                    </a:cubicBezTo>
                    <a:cubicBezTo>
                      <a:pt x="2097331" y="429330"/>
                      <a:pt x="2087748" y="429992"/>
                      <a:pt x="2078045" y="431198"/>
                    </a:cubicBezTo>
                    <a:cubicBezTo>
                      <a:pt x="2028566" y="437466"/>
                      <a:pt x="1979630" y="447771"/>
                      <a:pt x="1930090" y="453677"/>
                    </a:cubicBezTo>
                    <a:cubicBezTo>
                      <a:pt x="1842884" y="464164"/>
                      <a:pt x="1761765" y="456209"/>
                      <a:pt x="1681851" y="417397"/>
                    </a:cubicBezTo>
                    <a:cubicBezTo>
                      <a:pt x="1609952" y="382502"/>
                      <a:pt x="1559750" y="341641"/>
                      <a:pt x="1519250" y="272093"/>
                    </a:cubicBezTo>
                    <a:cubicBezTo>
                      <a:pt x="1498518" y="236536"/>
                      <a:pt x="1480258" y="197061"/>
                      <a:pt x="1452113" y="166566"/>
                    </a:cubicBezTo>
                    <a:cubicBezTo>
                      <a:pt x="1417218" y="128718"/>
                      <a:pt x="1376117" y="101056"/>
                      <a:pt x="1332363" y="74418"/>
                    </a:cubicBezTo>
                    <a:cubicBezTo>
                      <a:pt x="1325974" y="70500"/>
                      <a:pt x="1324166" y="59049"/>
                      <a:pt x="1333146" y="56518"/>
                    </a:cubicBezTo>
                    <a:cubicBezTo>
                      <a:pt x="1351151" y="51410"/>
                      <a:pt x="1369155" y="48477"/>
                      <a:pt x="1387046" y="47461"/>
                    </a:cubicBezTo>
                    <a:close/>
                    <a:moveTo>
                      <a:pt x="1945518" y="349"/>
                    </a:moveTo>
                    <a:cubicBezTo>
                      <a:pt x="2001989" y="-1926"/>
                      <a:pt x="2056530" y="6226"/>
                      <a:pt x="2098416" y="45068"/>
                    </a:cubicBezTo>
                    <a:cubicBezTo>
                      <a:pt x="2146087" y="89243"/>
                      <a:pt x="2172062" y="147160"/>
                      <a:pt x="2212200" y="197001"/>
                    </a:cubicBezTo>
                    <a:cubicBezTo>
                      <a:pt x="2231545" y="221017"/>
                      <a:pt x="2259976" y="250051"/>
                      <a:pt x="2291518" y="273720"/>
                    </a:cubicBezTo>
                    <a:lnTo>
                      <a:pt x="2327548" y="295960"/>
                    </a:lnTo>
                    <a:lnTo>
                      <a:pt x="2327548" y="342551"/>
                    </a:lnTo>
                    <a:lnTo>
                      <a:pt x="2273737" y="339100"/>
                    </a:lnTo>
                    <a:cubicBezTo>
                      <a:pt x="2199657" y="329972"/>
                      <a:pt x="2125551" y="307394"/>
                      <a:pt x="2067921" y="269562"/>
                    </a:cubicBezTo>
                    <a:cubicBezTo>
                      <a:pt x="2016030" y="235511"/>
                      <a:pt x="1994877" y="179041"/>
                      <a:pt x="1948351" y="140892"/>
                    </a:cubicBezTo>
                    <a:cubicBezTo>
                      <a:pt x="1896039" y="97982"/>
                      <a:pt x="1828118" y="80022"/>
                      <a:pt x="1775023" y="37233"/>
                    </a:cubicBezTo>
                    <a:cubicBezTo>
                      <a:pt x="1767791" y="31447"/>
                      <a:pt x="1771648" y="18731"/>
                      <a:pt x="1781050" y="18188"/>
                    </a:cubicBezTo>
                    <a:cubicBezTo>
                      <a:pt x="1830650" y="15326"/>
                      <a:pt x="1889049" y="2624"/>
                      <a:pt x="1945518" y="349"/>
                    </a:cubicBezTo>
                    <a:close/>
                  </a:path>
                </a:pathLst>
              </a:custGeom>
              <a:solidFill>
                <a:schemeClr val="accent2">
                  <a:alpha val="4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5" name="矩形: 圆角 14"/>
            <p:cNvSpPr/>
            <p:nvPr>
              <p:custDataLst>
                <p:tags r:id="rId2"/>
              </p:custDataLst>
            </p:nvPr>
          </p:nvSpPr>
          <p:spPr>
            <a:xfrm>
              <a:off x="2945253" y="3790918"/>
              <a:ext cx="5030845" cy="757398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{chapterTitle2}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956309" y="3705481"/>
              <a:ext cx="1070610" cy="757555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2"/>
                      </a:gs>
                      <a:gs pos="100000">
                        <a:schemeClr val="accent2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02</a:t>
              </a:r>
            </a:p>
          </p:txBody>
        </p:sp>
        <p:sp>
          <p:nvSpPr>
            <p:cNvPr id="13" name="矩形: 圆角 12"/>
            <p:cNvSpPr/>
            <p:nvPr>
              <p:custDataLst>
                <p:tags r:id="rId4"/>
              </p:custDataLst>
            </p:nvPr>
          </p:nvSpPr>
          <p:spPr>
            <a:xfrm>
              <a:off x="2945251" y="5150553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{chapterTitle3}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993774" y="5045331"/>
              <a:ext cx="995680" cy="756285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03</a:t>
              </a:r>
            </a:p>
          </p:txBody>
        </p:sp>
        <p:sp>
          <p:nvSpPr>
            <p:cNvPr id="11" name="矩形: 圆角 10"/>
            <p:cNvSpPr/>
            <p:nvPr>
              <p:custDataLst>
                <p:tags r:id="rId6"/>
              </p:custDataLst>
            </p:nvPr>
          </p:nvSpPr>
          <p:spPr>
            <a:xfrm>
              <a:off x="2945253" y="2503569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{chapterTitle1}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956309" y="2472311"/>
              <a:ext cx="1070610" cy="75692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01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5121551" y="337268"/>
              <a:ext cx="1840286" cy="1089415"/>
            </a:xfrm>
            <a:prstGeom prst="rect">
              <a:avLst/>
            </a:prstGeom>
          </p:spPr>
          <p:txBody>
            <a:bodyPr wrap="square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sz="4400" b="1" dirty="0">
                  <a:solidFill>
                    <a:schemeClr val="accent1"/>
                  </a:solidFill>
                </a:rPr>
                <a:t>目录</a:t>
              </a:r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6418579" y="747016"/>
              <a:ext cx="5773420" cy="578485"/>
            </a:xfrm>
            <a:prstGeom prst="roundRect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>
            <p:custDataLst>
              <p:tags r:id="rId1"/>
            </p:custDataLst>
          </p:nvPr>
        </p:nvGrpSpPr>
        <p:grpSpPr>
          <a:xfrm>
            <a:off x="-1" y="26291"/>
            <a:ext cx="12192001" cy="6831709"/>
            <a:chOff x="-1" y="26291"/>
            <a:chExt cx="12192001" cy="6831709"/>
          </a:xfrm>
        </p:grpSpPr>
        <p:grpSp>
          <p:nvGrpSpPr>
            <p:cNvPr id="35" name="组合 34"/>
            <p:cNvGrpSpPr/>
            <p:nvPr/>
          </p:nvGrpSpPr>
          <p:grpSpPr>
            <a:xfrm flipH="1">
              <a:off x="-1" y="26291"/>
              <a:ext cx="12192001" cy="6831709"/>
              <a:chOff x="-1" y="26291"/>
              <a:chExt cx="12192001" cy="6831709"/>
            </a:xfrm>
          </p:grpSpPr>
          <p:sp>
            <p:nvSpPr>
              <p:cNvPr id="36" name="任意多边形: 形状 35"/>
              <p:cNvSpPr/>
              <p:nvPr userDrawn="1"/>
            </p:nvSpPr>
            <p:spPr>
              <a:xfrm flipH="1" flipV="1">
                <a:off x="-1" y="5573488"/>
                <a:ext cx="1118294" cy="1284512"/>
              </a:xfrm>
              <a:custGeom>
                <a:avLst/>
                <a:gdLst>
                  <a:gd name="connsiteX0" fmla="*/ 1307581 w 1413600"/>
                  <a:gd name="connsiteY0" fmla="*/ 1638010 h 1638300"/>
                  <a:gd name="connsiteX1" fmla="*/ 1387184 w 1413600"/>
                  <a:gd name="connsiteY1" fmla="*/ 1629077 h 1638300"/>
                  <a:gd name="connsiteX2" fmla="*/ 1413600 w 1413600"/>
                  <a:gd name="connsiteY2" fmla="*/ 1622665 h 1638300"/>
                  <a:gd name="connsiteX3" fmla="*/ 1413600 w 1413600"/>
                  <a:gd name="connsiteY3" fmla="*/ 0 h 1638300"/>
                  <a:gd name="connsiteX4" fmla="*/ 0 w 1413600"/>
                  <a:gd name="connsiteY4" fmla="*/ 0 h 1638300"/>
                  <a:gd name="connsiteX5" fmla="*/ 45049 w 1413600"/>
                  <a:gd name="connsiteY5" fmla="*/ 37022 h 1638300"/>
                  <a:gd name="connsiteX6" fmla="*/ 319157 w 1413600"/>
                  <a:gd name="connsiteY6" fmla="*/ 136752 h 1638300"/>
                  <a:gd name="connsiteX7" fmla="*/ 688943 w 1413600"/>
                  <a:gd name="connsiteY7" fmla="*/ 326478 h 1638300"/>
                  <a:gd name="connsiteX8" fmla="*/ 699962 w 1413600"/>
                  <a:gd name="connsiteY8" fmla="*/ 705787 h 1638300"/>
                  <a:gd name="connsiteX9" fmla="*/ 992210 w 1413600"/>
                  <a:gd name="connsiteY9" fmla="*/ 910997 h 1638300"/>
                  <a:gd name="connsiteX10" fmla="*/ 932815 w 1413600"/>
                  <a:gd name="connsiteY10" fmla="*/ 1332198 h 1638300"/>
                  <a:gd name="connsiteX11" fmla="*/ 1307581 w 1413600"/>
                  <a:gd name="connsiteY11" fmla="*/ 163801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13600" h="1638300">
                    <a:moveTo>
                      <a:pt x="1307581" y="1638010"/>
                    </a:moveTo>
                    <a:cubicBezTo>
                      <a:pt x="1334228" y="1637108"/>
                      <a:pt x="1360934" y="1634114"/>
                      <a:pt x="1387184" y="1629077"/>
                    </a:cubicBezTo>
                    <a:lnTo>
                      <a:pt x="1413600" y="1622665"/>
                    </a:lnTo>
                    <a:lnTo>
                      <a:pt x="1413600" y="0"/>
                    </a:lnTo>
                    <a:lnTo>
                      <a:pt x="0" y="0"/>
                    </a:lnTo>
                    <a:lnTo>
                      <a:pt x="45049" y="37022"/>
                    </a:lnTo>
                    <a:cubicBezTo>
                      <a:pt x="126243" y="88549"/>
                      <a:pt x="227652" y="115833"/>
                      <a:pt x="319157" y="136752"/>
                    </a:cubicBezTo>
                    <a:cubicBezTo>
                      <a:pt x="441461" y="164728"/>
                      <a:pt x="656787" y="173800"/>
                      <a:pt x="688943" y="326478"/>
                    </a:cubicBezTo>
                    <a:cubicBezTo>
                      <a:pt x="715636" y="453318"/>
                      <a:pt x="627886" y="583174"/>
                      <a:pt x="699962" y="705787"/>
                    </a:cubicBezTo>
                    <a:cubicBezTo>
                      <a:pt x="765745" y="817666"/>
                      <a:pt x="927282" y="810755"/>
                      <a:pt x="992210" y="910997"/>
                    </a:cubicBezTo>
                    <a:cubicBezTo>
                      <a:pt x="1060700" y="1016725"/>
                      <a:pt x="930321" y="1213837"/>
                      <a:pt x="932815" y="1332198"/>
                    </a:cubicBezTo>
                    <a:cubicBezTo>
                      <a:pt x="937356" y="1548089"/>
                      <a:pt x="1121046" y="1644320"/>
                      <a:pt x="1307581" y="16380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9886449" y="26291"/>
                <a:ext cx="2305551" cy="1207423"/>
              </a:xfrm>
              <a:custGeom>
                <a:avLst/>
                <a:gdLst>
                  <a:gd name="connsiteX0" fmla="*/ 2327548 w 2327548"/>
                  <a:gd name="connsiteY0" fmla="*/ 379583 h 1218943"/>
                  <a:gd name="connsiteX1" fmla="*/ 2327548 w 2327548"/>
                  <a:gd name="connsiteY1" fmla="*/ 493956 h 1218943"/>
                  <a:gd name="connsiteX2" fmla="*/ 2297176 w 2327548"/>
                  <a:gd name="connsiteY2" fmla="*/ 550647 h 1218943"/>
                  <a:gd name="connsiteX3" fmla="*/ 2265717 w 2327548"/>
                  <a:gd name="connsiteY3" fmla="*/ 664310 h 1218943"/>
                  <a:gd name="connsiteX4" fmla="*/ 2283857 w 2327548"/>
                  <a:gd name="connsiteY4" fmla="*/ 713006 h 1218943"/>
                  <a:gd name="connsiteX5" fmla="*/ 2294042 w 2327548"/>
                  <a:gd name="connsiteY5" fmla="*/ 789424 h 1218943"/>
                  <a:gd name="connsiteX6" fmla="*/ 2209186 w 2327548"/>
                  <a:gd name="connsiteY6" fmla="*/ 968297 h 1218943"/>
                  <a:gd name="connsiteX7" fmla="*/ 2062918 w 2327548"/>
                  <a:gd name="connsiteY7" fmla="*/ 1073041 h 1218943"/>
                  <a:gd name="connsiteX8" fmla="*/ 2045380 w 2327548"/>
                  <a:gd name="connsiteY8" fmla="*/ 1053996 h 1218943"/>
                  <a:gd name="connsiteX9" fmla="*/ 2127042 w 2327548"/>
                  <a:gd name="connsiteY9" fmla="*/ 828297 h 1218943"/>
                  <a:gd name="connsiteX10" fmla="*/ 2155669 w 2327548"/>
                  <a:gd name="connsiteY10" fmla="*/ 618990 h 1218943"/>
                  <a:gd name="connsiteX11" fmla="*/ 2279108 w 2327548"/>
                  <a:gd name="connsiteY11" fmla="*/ 426479 h 1218943"/>
                  <a:gd name="connsiteX12" fmla="*/ 1387046 w 2327548"/>
                  <a:gd name="connsiteY12" fmla="*/ 47461 h 1218943"/>
                  <a:gd name="connsiteX13" fmla="*/ 1706801 w 2327548"/>
                  <a:gd name="connsiteY13" fmla="*/ 219721 h 1218943"/>
                  <a:gd name="connsiteX14" fmla="*/ 1828781 w 2327548"/>
                  <a:gd name="connsiteY14" fmla="*/ 297707 h 1218943"/>
                  <a:gd name="connsiteX15" fmla="*/ 1955463 w 2327548"/>
                  <a:gd name="connsiteY15" fmla="*/ 301744 h 1218943"/>
                  <a:gd name="connsiteX16" fmla="*/ 2057374 w 2327548"/>
                  <a:gd name="connsiteY16" fmla="*/ 337965 h 1218943"/>
                  <a:gd name="connsiteX17" fmla="*/ 2057494 w 2327548"/>
                  <a:gd name="connsiteY17" fmla="*/ 338206 h 1218943"/>
                  <a:gd name="connsiteX18" fmla="*/ 2167662 w 2327548"/>
                  <a:gd name="connsiteY18" fmla="*/ 402571 h 1218943"/>
                  <a:gd name="connsiteX19" fmla="*/ 2171338 w 2327548"/>
                  <a:gd name="connsiteY19" fmla="*/ 404319 h 1218943"/>
                  <a:gd name="connsiteX20" fmla="*/ 2185561 w 2327548"/>
                  <a:gd name="connsiteY20" fmla="*/ 399980 h 1218943"/>
                  <a:gd name="connsiteX21" fmla="*/ 2191046 w 2327548"/>
                  <a:gd name="connsiteY21" fmla="*/ 399919 h 1218943"/>
                  <a:gd name="connsiteX22" fmla="*/ 2327548 w 2327548"/>
                  <a:gd name="connsiteY22" fmla="*/ 350872 h 1218943"/>
                  <a:gd name="connsiteX23" fmla="*/ 2327548 w 2327548"/>
                  <a:gd name="connsiteY23" fmla="*/ 373761 h 1218943"/>
                  <a:gd name="connsiteX24" fmla="*/ 2130598 w 2327548"/>
                  <a:gd name="connsiteY24" fmla="*/ 443553 h 1218943"/>
                  <a:gd name="connsiteX25" fmla="*/ 2088471 w 2327548"/>
                  <a:gd name="connsiteY25" fmla="*/ 554986 h 1218943"/>
                  <a:gd name="connsiteX26" fmla="*/ 2016573 w 2327548"/>
                  <a:gd name="connsiteY26" fmla="*/ 656897 h 1218943"/>
                  <a:gd name="connsiteX27" fmla="*/ 1956969 w 2327548"/>
                  <a:gd name="connsiteY27" fmla="*/ 862347 h 1218943"/>
                  <a:gd name="connsiteX28" fmla="*/ 1940275 w 2327548"/>
                  <a:gd name="connsiteY28" fmla="*/ 987823 h 1218943"/>
                  <a:gd name="connsiteX29" fmla="*/ 1555772 w 2327548"/>
                  <a:gd name="connsiteY29" fmla="*/ 1218103 h 1218943"/>
                  <a:gd name="connsiteX30" fmla="*/ 1540284 w 2327548"/>
                  <a:gd name="connsiteY30" fmla="*/ 1196166 h 1218943"/>
                  <a:gd name="connsiteX31" fmla="*/ 1591571 w 2327548"/>
                  <a:gd name="connsiteY31" fmla="*/ 1150182 h 1218943"/>
                  <a:gd name="connsiteX32" fmla="*/ 1638097 w 2327548"/>
                  <a:gd name="connsiteY32" fmla="*/ 1073824 h 1218943"/>
                  <a:gd name="connsiteX33" fmla="*/ 1713732 w 2327548"/>
                  <a:gd name="connsiteY33" fmla="*/ 985654 h 1218943"/>
                  <a:gd name="connsiteX34" fmla="*/ 1793706 w 2327548"/>
                  <a:gd name="connsiteY34" fmla="*/ 841495 h 1218943"/>
                  <a:gd name="connsiteX35" fmla="*/ 1820344 w 2327548"/>
                  <a:gd name="connsiteY35" fmla="*/ 722528 h 1218943"/>
                  <a:gd name="connsiteX36" fmla="*/ 1987705 w 2327548"/>
                  <a:gd name="connsiteY36" fmla="*/ 523949 h 1218943"/>
                  <a:gd name="connsiteX37" fmla="*/ 2060628 w 2327548"/>
                  <a:gd name="connsiteY37" fmla="*/ 467780 h 1218943"/>
                  <a:gd name="connsiteX38" fmla="*/ 1803530 w 2327548"/>
                  <a:gd name="connsiteY38" fmla="*/ 551008 h 1218943"/>
                  <a:gd name="connsiteX39" fmla="*/ 1802565 w 2327548"/>
                  <a:gd name="connsiteY39" fmla="*/ 556372 h 1218943"/>
                  <a:gd name="connsiteX40" fmla="*/ 1655514 w 2327548"/>
                  <a:gd name="connsiteY40" fmla="*/ 827212 h 1218943"/>
                  <a:gd name="connsiteX41" fmla="*/ 1509065 w 2327548"/>
                  <a:gd name="connsiteY41" fmla="*/ 913213 h 1218943"/>
                  <a:gd name="connsiteX42" fmla="*/ 1382806 w 2327548"/>
                  <a:gd name="connsiteY42" fmla="*/ 1027961 h 1218943"/>
                  <a:gd name="connsiteX43" fmla="*/ 1102806 w 2327548"/>
                  <a:gd name="connsiteY43" fmla="*/ 1146144 h 1218943"/>
                  <a:gd name="connsiteX44" fmla="*/ 717278 w 2327548"/>
                  <a:gd name="connsiteY44" fmla="*/ 1209304 h 1218943"/>
                  <a:gd name="connsiteX45" fmla="*/ 711855 w 2327548"/>
                  <a:gd name="connsiteY45" fmla="*/ 1185378 h 1218943"/>
                  <a:gd name="connsiteX46" fmla="*/ 1005475 w 2327548"/>
                  <a:gd name="connsiteY46" fmla="*/ 1007952 h 1218943"/>
                  <a:gd name="connsiteX47" fmla="*/ 1238949 w 2327548"/>
                  <a:gd name="connsiteY47" fmla="*/ 846437 h 1218943"/>
                  <a:gd name="connsiteX48" fmla="*/ 1545045 w 2327548"/>
                  <a:gd name="connsiteY48" fmla="*/ 731809 h 1218943"/>
                  <a:gd name="connsiteX49" fmla="*/ 1745251 w 2327548"/>
                  <a:gd name="connsiteY49" fmla="*/ 567823 h 1218943"/>
                  <a:gd name="connsiteX50" fmla="*/ 1307593 w 2327548"/>
                  <a:gd name="connsiteY50" fmla="*/ 647857 h 1218943"/>
                  <a:gd name="connsiteX51" fmla="*/ 1274988 w 2327548"/>
                  <a:gd name="connsiteY51" fmla="*/ 649726 h 1218943"/>
                  <a:gd name="connsiteX52" fmla="*/ 1262574 w 2327548"/>
                  <a:gd name="connsiteY52" fmla="*/ 650630 h 1218943"/>
                  <a:gd name="connsiteX53" fmla="*/ 1261910 w 2327548"/>
                  <a:gd name="connsiteY53" fmla="*/ 650328 h 1218943"/>
                  <a:gd name="connsiteX54" fmla="*/ 1212552 w 2327548"/>
                  <a:gd name="connsiteY54" fmla="*/ 651775 h 1218943"/>
                  <a:gd name="connsiteX55" fmla="*/ 1131131 w 2327548"/>
                  <a:gd name="connsiteY55" fmla="*/ 716803 h 1218943"/>
                  <a:gd name="connsiteX56" fmla="*/ 1030907 w 2327548"/>
                  <a:gd name="connsiteY56" fmla="*/ 784724 h 1218943"/>
                  <a:gd name="connsiteX57" fmla="*/ 850046 w 2327548"/>
                  <a:gd name="connsiteY57" fmla="*/ 911887 h 1218943"/>
                  <a:gd name="connsiteX58" fmla="*/ 630132 w 2327548"/>
                  <a:gd name="connsiteY58" fmla="*/ 922313 h 1218943"/>
                  <a:gd name="connsiteX59" fmla="*/ 489951 w 2327548"/>
                  <a:gd name="connsiteY59" fmla="*/ 910079 h 1218943"/>
                  <a:gd name="connsiteX60" fmla="*/ 375263 w 2327548"/>
                  <a:gd name="connsiteY60" fmla="*/ 937380 h 1218943"/>
                  <a:gd name="connsiteX61" fmla="*/ 368031 w 2327548"/>
                  <a:gd name="connsiteY61" fmla="*/ 917673 h 1218943"/>
                  <a:gd name="connsiteX62" fmla="*/ 558535 w 2327548"/>
                  <a:gd name="connsiteY62" fmla="*/ 815701 h 1218943"/>
                  <a:gd name="connsiteX63" fmla="*/ 746568 w 2327548"/>
                  <a:gd name="connsiteY63" fmla="*/ 745128 h 1218943"/>
                  <a:gd name="connsiteX64" fmla="*/ 870899 w 2327548"/>
                  <a:gd name="connsiteY64" fmla="*/ 739945 h 1218943"/>
                  <a:gd name="connsiteX65" fmla="*/ 999328 w 2327548"/>
                  <a:gd name="connsiteY65" fmla="*/ 692576 h 1218943"/>
                  <a:gd name="connsiteX66" fmla="*/ 1100576 w 2327548"/>
                  <a:gd name="connsiteY66" fmla="*/ 647677 h 1218943"/>
                  <a:gd name="connsiteX67" fmla="*/ 929177 w 2327548"/>
                  <a:gd name="connsiteY67" fmla="*/ 608262 h 1218943"/>
                  <a:gd name="connsiteX68" fmla="*/ 923994 w 2327548"/>
                  <a:gd name="connsiteY68" fmla="*/ 606996 h 1218943"/>
                  <a:gd name="connsiteX69" fmla="*/ 918027 w 2327548"/>
                  <a:gd name="connsiteY69" fmla="*/ 603863 h 1218943"/>
                  <a:gd name="connsiteX70" fmla="*/ 902840 w 2327548"/>
                  <a:gd name="connsiteY70" fmla="*/ 596872 h 1218943"/>
                  <a:gd name="connsiteX71" fmla="*/ 694256 w 2327548"/>
                  <a:gd name="connsiteY71" fmla="*/ 596751 h 1218943"/>
                  <a:gd name="connsiteX72" fmla="*/ 476512 w 2327548"/>
                  <a:gd name="connsiteY72" fmla="*/ 578008 h 1218943"/>
                  <a:gd name="connsiteX73" fmla="*/ 225922 w 2327548"/>
                  <a:gd name="connsiteY73" fmla="*/ 487306 h 1218943"/>
                  <a:gd name="connsiteX74" fmla="*/ 16977 w 2327548"/>
                  <a:gd name="connsiteY74" fmla="*/ 417276 h 1218943"/>
                  <a:gd name="connsiteX75" fmla="*/ 12095 w 2327548"/>
                  <a:gd name="connsiteY75" fmla="*/ 419506 h 1218943"/>
                  <a:gd name="connsiteX76" fmla="*/ 3778 w 2327548"/>
                  <a:gd name="connsiteY76" fmla="*/ 403776 h 1218943"/>
                  <a:gd name="connsiteX77" fmla="*/ 301316 w 2327548"/>
                  <a:gd name="connsiteY77" fmla="*/ 357853 h 1218943"/>
                  <a:gd name="connsiteX78" fmla="*/ 652069 w 2327548"/>
                  <a:gd name="connsiteY78" fmla="*/ 378404 h 1218943"/>
                  <a:gd name="connsiteX79" fmla="*/ 974979 w 2327548"/>
                  <a:gd name="connsiteY79" fmla="*/ 481159 h 1218943"/>
                  <a:gd name="connsiteX80" fmla="*/ 1146680 w 2327548"/>
                  <a:gd name="connsiteY80" fmla="*/ 554745 h 1218943"/>
                  <a:gd name="connsiteX81" fmla="*/ 1273663 w 2327548"/>
                  <a:gd name="connsiteY81" fmla="*/ 627186 h 1218943"/>
                  <a:gd name="connsiteX82" fmla="*/ 1277279 w 2327548"/>
                  <a:gd name="connsiteY82" fmla="*/ 629657 h 1218943"/>
                  <a:gd name="connsiteX83" fmla="*/ 1358398 w 2327548"/>
                  <a:gd name="connsiteY83" fmla="*/ 622485 h 1218943"/>
                  <a:gd name="connsiteX84" fmla="*/ 1641833 w 2327548"/>
                  <a:gd name="connsiteY84" fmla="*/ 572283 h 1218943"/>
                  <a:gd name="connsiteX85" fmla="*/ 1477245 w 2327548"/>
                  <a:gd name="connsiteY85" fmla="*/ 547814 h 1218943"/>
                  <a:gd name="connsiteX86" fmla="*/ 1290357 w 2327548"/>
                  <a:gd name="connsiteY86" fmla="*/ 457715 h 1218943"/>
                  <a:gd name="connsiteX87" fmla="*/ 1026810 w 2327548"/>
                  <a:gd name="connsiteY87" fmla="*/ 360685 h 1218943"/>
                  <a:gd name="connsiteX88" fmla="*/ 769892 w 2327548"/>
                  <a:gd name="connsiteY88" fmla="*/ 264078 h 1218943"/>
                  <a:gd name="connsiteX89" fmla="*/ 770916 w 2327548"/>
                  <a:gd name="connsiteY89" fmla="*/ 242683 h 1218943"/>
                  <a:gd name="connsiteX90" fmla="*/ 1069478 w 2327548"/>
                  <a:gd name="connsiteY90" fmla="*/ 210380 h 1218943"/>
                  <a:gd name="connsiteX91" fmla="*/ 1293189 w 2327548"/>
                  <a:gd name="connsiteY91" fmla="*/ 289450 h 1218943"/>
                  <a:gd name="connsiteX92" fmla="*/ 1546792 w 2327548"/>
                  <a:gd name="connsiteY92" fmla="*/ 435356 h 1218943"/>
                  <a:gd name="connsiteX93" fmla="*/ 1725665 w 2327548"/>
                  <a:gd name="connsiteY93" fmla="*/ 550828 h 1218943"/>
                  <a:gd name="connsiteX94" fmla="*/ 1845957 w 2327548"/>
                  <a:gd name="connsiteY94" fmla="*/ 514969 h 1218943"/>
                  <a:gd name="connsiteX95" fmla="*/ 2106853 w 2327548"/>
                  <a:gd name="connsiteY95" fmla="*/ 428847 h 1218943"/>
                  <a:gd name="connsiteX96" fmla="*/ 2078045 w 2327548"/>
                  <a:gd name="connsiteY96" fmla="*/ 431198 h 1218943"/>
                  <a:gd name="connsiteX97" fmla="*/ 1930090 w 2327548"/>
                  <a:gd name="connsiteY97" fmla="*/ 453677 h 1218943"/>
                  <a:gd name="connsiteX98" fmla="*/ 1681851 w 2327548"/>
                  <a:gd name="connsiteY98" fmla="*/ 417397 h 1218943"/>
                  <a:gd name="connsiteX99" fmla="*/ 1519250 w 2327548"/>
                  <a:gd name="connsiteY99" fmla="*/ 272093 h 1218943"/>
                  <a:gd name="connsiteX100" fmla="*/ 1452113 w 2327548"/>
                  <a:gd name="connsiteY100" fmla="*/ 166566 h 1218943"/>
                  <a:gd name="connsiteX101" fmla="*/ 1332363 w 2327548"/>
                  <a:gd name="connsiteY101" fmla="*/ 74418 h 1218943"/>
                  <a:gd name="connsiteX102" fmla="*/ 1333146 w 2327548"/>
                  <a:gd name="connsiteY102" fmla="*/ 56518 h 1218943"/>
                  <a:gd name="connsiteX103" fmla="*/ 1387046 w 2327548"/>
                  <a:gd name="connsiteY103" fmla="*/ 47461 h 1218943"/>
                  <a:gd name="connsiteX104" fmla="*/ 1945518 w 2327548"/>
                  <a:gd name="connsiteY104" fmla="*/ 349 h 1218943"/>
                  <a:gd name="connsiteX105" fmla="*/ 2098416 w 2327548"/>
                  <a:gd name="connsiteY105" fmla="*/ 45068 h 1218943"/>
                  <a:gd name="connsiteX106" fmla="*/ 2212200 w 2327548"/>
                  <a:gd name="connsiteY106" fmla="*/ 197001 h 1218943"/>
                  <a:gd name="connsiteX107" fmla="*/ 2291518 w 2327548"/>
                  <a:gd name="connsiteY107" fmla="*/ 273720 h 1218943"/>
                  <a:gd name="connsiteX108" fmla="*/ 2327548 w 2327548"/>
                  <a:gd name="connsiteY108" fmla="*/ 295960 h 1218943"/>
                  <a:gd name="connsiteX109" fmla="*/ 2327548 w 2327548"/>
                  <a:gd name="connsiteY109" fmla="*/ 342551 h 1218943"/>
                  <a:gd name="connsiteX110" fmla="*/ 2273737 w 2327548"/>
                  <a:gd name="connsiteY110" fmla="*/ 339100 h 1218943"/>
                  <a:gd name="connsiteX111" fmla="*/ 2067921 w 2327548"/>
                  <a:gd name="connsiteY111" fmla="*/ 269562 h 1218943"/>
                  <a:gd name="connsiteX112" fmla="*/ 1948351 w 2327548"/>
                  <a:gd name="connsiteY112" fmla="*/ 140892 h 1218943"/>
                  <a:gd name="connsiteX113" fmla="*/ 1775023 w 2327548"/>
                  <a:gd name="connsiteY113" fmla="*/ 37233 h 1218943"/>
                  <a:gd name="connsiteX114" fmla="*/ 1781050 w 2327548"/>
                  <a:gd name="connsiteY114" fmla="*/ 18188 h 1218943"/>
                  <a:gd name="connsiteX115" fmla="*/ 1945518 w 2327548"/>
                  <a:gd name="connsiteY115" fmla="*/ 349 h 1218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2327548" h="1218943">
                    <a:moveTo>
                      <a:pt x="2327548" y="379583"/>
                    </a:moveTo>
                    <a:lnTo>
                      <a:pt x="2327548" y="493956"/>
                    </a:lnTo>
                    <a:lnTo>
                      <a:pt x="2297176" y="550647"/>
                    </a:lnTo>
                    <a:cubicBezTo>
                      <a:pt x="2274154" y="585602"/>
                      <a:pt x="2250168" y="619833"/>
                      <a:pt x="2265717" y="664310"/>
                    </a:cubicBezTo>
                    <a:cubicBezTo>
                      <a:pt x="2271442" y="680582"/>
                      <a:pt x="2278674" y="696553"/>
                      <a:pt x="2283857" y="713006"/>
                    </a:cubicBezTo>
                    <a:cubicBezTo>
                      <a:pt x="2291692" y="738077"/>
                      <a:pt x="2296392" y="762847"/>
                      <a:pt x="2294042" y="789424"/>
                    </a:cubicBezTo>
                    <a:cubicBezTo>
                      <a:pt x="2287895" y="859515"/>
                      <a:pt x="2258545" y="918456"/>
                      <a:pt x="2209186" y="968297"/>
                    </a:cubicBezTo>
                    <a:cubicBezTo>
                      <a:pt x="2167542" y="1010363"/>
                      <a:pt x="2122281" y="1058516"/>
                      <a:pt x="2062918" y="1073041"/>
                    </a:cubicBezTo>
                    <a:cubicBezTo>
                      <a:pt x="2050564" y="1076054"/>
                      <a:pt x="2041102" y="1066170"/>
                      <a:pt x="2045380" y="1053996"/>
                    </a:cubicBezTo>
                    <a:cubicBezTo>
                      <a:pt x="2072802" y="976372"/>
                      <a:pt x="2118364" y="912610"/>
                      <a:pt x="2127042" y="828297"/>
                    </a:cubicBezTo>
                    <a:cubicBezTo>
                      <a:pt x="2134154" y="759170"/>
                      <a:pt x="2126018" y="683716"/>
                      <a:pt x="2155669" y="618990"/>
                    </a:cubicBezTo>
                    <a:cubicBezTo>
                      <a:pt x="2185773" y="553268"/>
                      <a:pt x="2227402" y="484123"/>
                      <a:pt x="2279108" y="426479"/>
                    </a:cubicBezTo>
                    <a:close/>
                    <a:moveTo>
                      <a:pt x="1387046" y="47461"/>
                    </a:moveTo>
                    <a:cubicBezTo>
                      <a:pt x="1512280" y="40348"/>
                      <a:pt x="1631919" y="127174"/>
                      <a:pt x="1706801" y="219721"/>
                    </a:cubicBezTo>
                    <a:cubicBezTo>
                      <a:pt x="1737899" y="258111"/>
                      <a:pt x="1777554" y="292041"/>
                      <a:pt x="1828781" y="297707"/>
                    </a:cubicBezTo>
                    <a:cubicBezTo>
                      <a:pt x="1870848" y="302407"/>
                      <a:pt x="1913457" y="295899"/>
                      <a:pt x="1955463" y="301744"/>
                    </a:cubicBezTo>
                    <a:cubicBezTo>
                      <a:pt x="1993672" y="307108"/>
                      <a:pt x="2024770" y="317414"/>
                      <a:pt x="2057374" y="337965"/>
                    </a:cubicBezTo>
                    <a:lnTo>
                      <a:pt x="2057494" y="338206"/>
                    </a:lnTo>
                    <a:cubicBezTo>
                      <a:pt x="2094197" y="361348"/>
                      <a:pt x="2124210" y="391783"/>
                      <a:pt x="2167662" y="402571"/>
                    </a:cubicBezTo>
                    <a:cubicBezTo>
                      <a:pt x="2169109" y="402933"/>
                      <a:pt x="2170254" y="403596"/>
                      <a:pt x="2171338" y="404319"/>
                    </a:cubicBezTo>
                    <a:cubicBezTo>
                      <a:pt x="2176100" y="403113"/>
                      <a:pt x="2180861" y="401667"/>
                      <a:pt x="2185561" y="399980"/>
                    </a:cubicBezTo>
                    <a:cubicBezTo>
                      <a:pt x="2187611" y="399256"/>
                      <a:pt x="2189419" y="399437"/>
                      <a:pt x="2191046" y="399919"/>
                    </a:cubicBezTo>
                    <a:lnTo>
                      <a:pt x="2327548" y="350872"/>
                    </a:lnTo>
                    <a:lnTo>
                      <a:pt x="2327548" y="373761"/>
                    </a:lnTo>
                    <a:lnTo>
                      <a:pt x="2130598" y="443553"/>
                    </a:lnTo>
                    <a:cubicBezTo>
                      <a:pt x="2105647" y="474289"/>
                      <a:pt x="2103960" y="518766"/>
                      <a:pt x="2088471" y="554986"/>
                    </a:cubicBezTo>
                    <a:cubicBezTo>
                      <a:pt x="2071838" y="594039"/>
                      <a:pt x="2041162" y="622967"/>
                      <a:pt x="2016573" y="656897"/>
                    </a:cubicBezTo>
                    <a:cubicBezTo>
                      <a:pt x="1974085" y="715417"/>
                      <a:pt x="1958837" y="791052"/>
                      <a:pt x="1956969" y="862347"/>
                    </a:cubicBezTo>
                    <a:cubicBezTo>
                      <a:pt x="1955884" y="904354"/>
                      <a:pt x="1956005" y="948107"/>
                      <a:pt x="1940275" y="987823"/>
                    </a:cubicBezTo>
                    <a:cubicBezTo>
                      <a:pt x="1877839" y="1145421"/>
                      <a:pt x="1695290" y="1164405"/>
                      <a:pt x="1555772" y="1218103"/>
                    </a:cubicBezTo>
                    <a:cubicBezTo>
                      <a:pt x="1543297" y="1222864"/>
                      <a:pt x="1530279" y="1206291"/>
                      <a:pt x="1540284" y="1196166"/>
                    </a:cubicBezTo>
                    <a:cubicBezTo>
                      <a:pt x="1555531" y="1180677"/>
                      <a:pt x="1578975" y="1166876"/>
                      <a:pt x="1591571" y="1150182"/>
                    </a:cubicBezTo>
                    <a:cubicBezTo>
                      <a:pt x="1610072" y="1125835"/>
                      <a:pt x="1622367" y="1099679"/>
                      <a:pt x="1638097" y="1073824"/>
                    </a:cubicBezTo>
                    <a:cubicBezTo>
                      <a:pt x="1658769" y="1039834"/>
                      <a:pt x="1685647" y="1013497"/>
                      <a:pt x="1713732" y="985654"/>
                    </a:cubicBezTo>
                    <a:cubicBezTo>
                      <a:pt x="1756220" y="943406"/>
                      <a:pt x="1781653" y="901400"/>
                      <a:pt x="1793706" y="841495"/>
                    </a:cubicBezTo>
                    <a:cubicBezTo>
                      <a:pt x="1801661" y="801900"/>
                      <a:pt x="1806965" y="760798"/>
                      <a:pt x="1820344" y="722528"/>
                    </a:cubicBezTo>
                    <a:cubicBezTo>
                      <a:pt x="1850296" y="636588"/>
                      <a:pt x="1913939" y="574693"/>
                      <a:pt x="1987705" y="523949"/>
                    </a:cubicBezTo>
                    <a:cubicBezTo>
                      <a:pt x="2011631" y="507496"/>
                      <a:pt x="2035677" y="487005"/>
                      <a:pt x="2060628" y="467780"/>
                    </a:cubicBezTo>
                    <a:cubicBezTo>
                      <a:pt x="1975411" y="497190"/>
                      <a:pt x="1889771" y="525395"/>
                      <a:pt x="1803530" y="551008"/>
                    </a:cubicBezTo>
                    <a:cubicBezTo>
                      <a:pt x="1803650" y="552696"/>
                      <a:pt x="1803409" y="554444"/>
                      <a:pt x="1802565" y="556372"/>
                    </a:cubicBezTo>
                    <a:cubicBezTo>
                      <a:pt x="1759414" y="652558"/>
                      <a:pt x="1741636" y="757001"/>
                      <a:pt x="1655514" y="827212"/>
                    </a:cubicBezTo>
                    <a:cubicBezTo>
                      <a:pt x="1610193" y="864216"/>
                      <a:pt x="1556254" y="880247"/>
                      <a:pt x="1509065" y="913213"/>
                    </a:cubicBezTo>
                    <a:cubicBezTo>
                      <a:pt x="1461816" y="946239"/>
                      <a:pt x="1424571" y="988787"/>
                      <a:pt x="1382806" y="1027961"/>
                    </a:cubicBezTo>
                    <a:cubicBezTo>
                      <a:pt x="1300843" y="1104862"/>
                      <a:pt x="1212552" y="1131982"/>
                      <a:pt x="1102806" y="1146144"/>
                    </a:cubicBezTo>
                    <a:cubicBezTo>
                      <a:pt x="973593" y="1162778"/>
                      <a:pt x="845767" y="1187909"/>
                      <a:pt x="717278" y="1209304"/>
                    </a:cubicBezTo>
                    <a:cubicBezTo>
                      <a:pt x="702453" y="1211775"/>
                      <a:pt x="700223" y="1191104"/>
                      <a:pt x="711855" y="1185378"/>
                    </a:cubicBezTo>
                    <a:cubicBezTo>
                      <a:pt x="815393" y="1134694"/>
                      <a:pt x="917063" y="1082744"/>
                      <a:pt x="1005475" y="1007952"/>
                    </a:cubicBezTo>
                    <a:cubicBezTo>
                      <a:pt x="1076710" y="947685"/>
                      <a:pt x="1148669" y="877113"/>
                      <a:pt x="1238949" y="846437"/>
                    </a:cubicBezTo>
                    <a:cubicBezTo>
                      <a:pt x="1343391" y="810940"/>
                      <a:pt x="1458441" y="807083"/>
                      <a:pt x="1545045" y="731809"/>
                    </a:cubicBezTo>
                    <a:cubicBezTo>
                      <a:pt x="1610193" y="675158"/>
                      <a:pt x="1677993" y="621943"/>
                      <a:pt x="1745251" y="567823"/>
                    </a:cubicBezTo>
                    <a:cubicBezTo>
                      <a:pt x="1602238" y="607780"/>
                      <a:pt x="1456031" y="638215"/>
                      <a:pt x="1307593" y="647857"/>
                    </a:cubicBezTo>
                    <a:cubicBezTo>
                      <a:pt x="1296745" y="648581"/>
                      <a:pt x="1285897" y="649183"/>
                      <a:pt x="1274988" y="649726"/>
                    </a:cubicBezTo>
                    <a:cubicBezTo>
                      <a:pt x="1271734" y="652016"/>
                      <a:pt x="1267334" y="652860"/>
                      <a:pt x="1262574" y="650630"/>
                    </a:cubicBezTo>
                    <a:cubicBezTo>
                      <a:pt x="1262333" y="650509"/>
                      <a:pt x="1262152" y="650449"/>
                      <a:pt x="1261910" y="650328"/>
                    </a:cubicBezTo>
                    <a:cubicBezTo>
                      <a:pt x="1245518" y="651112"/>
                      <a:pt x="1229065" y="651534"/>
                      <a:pt x="1212552" y="651775"/>
                    </a:cubicBezTo>
                    <a:cubicBezTo>
                      <a:pt x="1179465" y="665335"/>
                      <a:pt x="1160843" y="697096"/>
                      <a:pt x="1131131" y="716803"/>
                    </a:cubicBezTo>
                    <a:cubicBezTo>
                      <a:pt x="1097442" y="739102"/>
                      <a:pt x="1063271" y="760376"/>
                      <a:pt x="1030907" y="784724"/>
                    </a:cubicBezTo>
                    <a:cubicBezTo>
                      <a:pt x="973714" y="827694"/>
                      <a:pt x="917123" y="884465"/>
                      <a:pt x="850046" y="911887"/>
                    </a:cubicBezTo>
                    <a:cubicBezTo>
                      <a:pt x="779172" y="940875"/>
                      <a:pt x="704201" y="932920"/>
                      <a:pt x="630132" y="922313"/>
                    </a:cubicBezTo>
                    <a:cubicBezTo>
                      <a:pt x="585836" y="915925"/>
                      <a:pt x="534489" y="903208"/>
                      <a:pt x="489951" y="910079"/>
                    </a:cubicBezTo>
                    <a:cubicBezTo>
                      <a:pt x="450898" y="916166"/>
                      <a:pt x="414075" y="930268"/>
                      <a:pt x="375263" y="937380"/>
                    </a:cubicBezTo>
                    <a:cubicBezTo>
                      <a:pt x="363873" y="939429"/>
                      <a:pt x="360257" y="923820"/>
                      <a:pt x="368031" y="917673"/>
                    </a:cubicBezTo>
                    <a:cubicBezTo>
                      <a:pt x="425647" y="872412"/>
                      <a:pt x="495978" y="852464"/>
                      <a:pt x="558535" y="815701"/>
                    </a:cubicBezTo>
                    <a:cubicBezTo>
                      <a:pt x="616211" y="781771"/>
                      <a:pt x="679792" y="754530"/>
                      <a:pt x="746568" y="745128"/>
                    </a:cubicBezTo>
                    <a:cubicBezTo>
                      <a:pt x="788092" y="739282"/>
                      <a:pt x="829495" y="744465"/>
                      <a:pt x="870899" y="739945"/>
                    </a:cubicBezTo>
                    <a:cubicBezTo>
                      <a:pt x="918449" y="734762"/>
                      <a:pt x="957804" y="714452"/>
                      <a:pt x="999328" y="692576"/>
                    </a:cubicBezTo>
                    <a:cubicBezTo>
                      <a:pt x="1032776" y="674917"/>
                      <a:pt x="1066043" y="659368"/>
                      <a:pt x="1100576" y="647677"/>
                    </a:cubicBezTo>
                    <a:cubicBezTo>
                      <a:pt x="1041695" y="642072"/>
                      <a:pt x="983900" y="630139"/>
                      <a:pt x="929177" y="608262"/>
                    </a:cubicBezTo>
                    <a:cubicBezTo>
                      <a:pt x="927549" y="608322"/>
                      <a:pt x="925802" y="608081"/>
                      <a:pt x="923994" y="606996"/>
                    </a:cubicBezTo>
                    <a:cubicBezTo>
                      <a:pt x="922066" y="605851"/>
                      <a:pt x="920016" y="604947"/>
                      <a:pt x="918027" y="603863"/>
                    </a:cubicBezTo>
                    <a:cubicBezTo>
                      <a:pt x="912905" y="601693"/>
                      <a:pt x="907902" y="599282"/>
                      <a:pt x="902840" y="596872"/>
                    </a:cubicBezTo>
                    <a:cubicBezTo>
                      <a:pt x="839379" y="572102"/>
                      <a:pt x="758561" y="590544"/>
                      <a:pt x="694256" y="596751"/>
                    </a:cubicBezTo>
                    <a:cubicBezTo>
                      <a:pt x="617114" y="604224"/>
                      <a:pt x="550339" y="603863"/>
                      <a:pt x="476512" y="578008"/>
                    </a:cubicBezTo>
                    <a:cubicBezTo>
                      <a:pt x="392680" y="548658"/>
                      <a:pt x="309934" y="515993"/>
                      <a:pt x="225922" y="487306"/>
                    </a:cubicBezTo>
                    <a:cubicBezTo>
                      <a:pt x="156495" y="463621"/>
                      <a:pt x="85078" y="444637"/>
                      <a:pt x="16977" y="417276"/>
                    </a:cubicBezTo>
                    <a:cubicBezTo>
                      <a:pt x="15349" y="418060"/>
                      <a:pt x="13722" y="418723"/>
                      <a:pt x="12095" y="419506"/>
                    </a:cubicBezTo>
                    <a:cubicBezTo>
                      <a:pt x="2995" y="424026"/>
                      <a:pt x="-4961" y="408839"/>
                      <a:pt x="3778" y="403776"/>
                    </a:cubicBezTo>
                    <a:cubicBezTo>
                      <a:pt x="96107" y="350320"/>
                      <a:pt x="198380" y="361228"/>
                      <a:pt x="301316" y="357853"/>
                    </a:cubicBezTo>
                    <a:cubicBezTo>
                      <a:pt x="418173" y="354056"/>
                      <a:pt x="537864" y="348150"/>
                      <a:pt x="652069" y="378404"/>
                    </a:cubicBezTo>
                    <a:cubicBezTo>
                      <a:pt x="760671" y="407212"/>
                      <a:pt x="868729" y="444698"/>
                      <a:pt x="974979" y="481159"/>
                    </a:cubicBezTo>
                    <a:cubicBezTo>
                      <a:pt x="1033499" y="501228"/>
                      <a:pt x="1094308" y="521176"/>
                      <a:pt x="1146680" y="554745"/>
                    </a:cubicBezTo>
                    <a:cubicBezTo>
                      <a:pt x="1188867" y="581745"/>
                      <a:pt x="1228040" y="606092"/>
                      <a:pt x="1273663" y="627186"/>
                    </a:cubicBezTo>
                    <a:cubicBezTo>
                      <a:pt x="1275109" y="627849"/>
                      <a:pt x="1276254" y="628693"/>
                      <a:pt x="1277279" y="629657"/>
                    </a:cubicBezTo>
                    <a:cubicBezTo>
                      <a:pt x="1304580" y="627849"/>
                      <a:pt x="1331700" y="625378"/>
                      <a:pt x="1358398" y="622485"/>
                    </a:cubicBezTo>
                    <a:cubicBezTo>
                      <a:pt x="1454222" y="612059"/>
                      <a:pt x="1548540" y="594702"/>
                      <a:pt x="1641833" y="572283"/>
                    </a:cubicBezTo>
                    <a:cubicBezTo>
                      <a:pt x="1586448" y="570595"/>
                      <a:pt x="1531123" y="560531"/>
                      <a:pt x="1477245" y="547814"/>
                    </a:cubicBezTo>
                    <a:cubicBezTo>
                      <a:pt x="1405527" y="530879"/>
                      <a:pt x="1353154" y="493454"/>
                      <a:pt x="1290357" y="457715"/>
                    </a:cubicBezTo>
                    <a:cubicBezTo>
                      <a:pt x="1210141" y="412033"/>
                      <a:pt x="1113112" y="393230"/>
                      <a:pt x="1026810" y="360685"/>
                    </a:cubicBezTo>
                    <a:cubicBezTo>
                      <a:pt x="941351" y="328443"/>
                      <a:pt x="858303" y="287823"/>
                      <a:pt x="769892" y="264078"/>
                    </a:cubicBezTo>
                    <a:cubicBezTo>
                      <a:pt x="758802" y="261064"/>
                      <a:pt x="758018" y="243044"/>
                      <a:pt x="770916" y="242683"/>
                    </a:cubicBezTo>
                    <a:cubicBezTo>
                      <a:pt x="872104" y="240091"/>
                      <a:pt x="966964" y="206221"/>
                      <a:pt x="1069478" y="210380"/>
                    </a:cubicBezTo>
                    <a:cubicBezTo>
                      <a:pt x="1153550" y="213755"/>
                      <a:pt x="1223943" y="243768"/>
                      <a:pt x="1293189" y="289450"/>
                    </a:cubicBezTo>
                    <a:cubicBezTo>
                      <a:pt x="1374007" y="342786"/>
                      <a:pt x="1453982" y="404198"/>
                      <a:pt x="1546792" y="435356"/>
                    </a:cubicBezTo>
                    <a:cubicBezTo>
                      <a:pt x="1622307" y="460668"/>
                      <a:pt x="1675884" y="487547"/>
                      <a:pt x="1725665" y="550828"/>
                    </a:cubicBezTo>
                    <a:cubicBezTo>
                      <a:pt x="1765923" y="539739"/>
                      <a:pt x="1806061" y="527745"/>
                      <a:pt x="1845957" y="514969"/>
                    </a:cubicBezTo>
                    <a:cubicBezTo>
                      <a:pt x="1932923" y="487065"/>
                      <a:pt x="2020008" y="458438"/>
                      <a:pt x="2106853" y="428847"/>
                    </a:cubicBezTo>
                    <a:cubicBezTo>
                      <a:pt x="2097331" y="429330"/>
                      <a:pt x="2087748" y="429992"/>
                      <a:pt x="2078045" y="431198"/>
                    </a:cubicBezTo>
                    <a:cubicBezTo>
                      <a:pt x="2028566" y="437466"/>
                      <a:pt x="1979630" y="447771"/>
                      <a:pt x="1930090" y="453677"/>
                    </a:cubicBezTo>
                    <a:cubicBezTo>
                      <a:pt x="1842884" y="464164"/>
                      <a:pt x="1761765" y="456209"/>
                      <a:pt x="1681851" y="417397"/>
                    </a:cubicBezTo>
                    <a:cubicBezTo>
                      <a:pt x="1609952" y="382502"/>
                      <a:pt x="1559750" y="341641"/>
                      <a:pt x="1519250" y="272093"/>
                    </a:cubicBezTo>
                    <a:cubicBezTo>
                      <a:pt x="1498518" y="236536"/>
                      <a:pt x="1480258" y="197061"/>
                      <a:pt x="1452113" y="166566"/>
                    </a:cubicBezTo>
                    <a:cubicBezTo>
                      <a:pt x="1417218" y="128718"/>
                      <a:pt x="1376117" y="101056"/>
                      <a:pt x="1332363" y="74418"/>
                    </a:cubicBezTo>
                    <a:cubicBezTo>
                      <a:pt x="1325974" y="70500"/>
                      <a:pt x="1324166" y="59049"/>
                      <a:pt x="1333146" y="56518"/>
                    </a:cubicBezTo>
                    <a:cubicBezTo>
                      <a:pt x="1351151" y="51410"/>
                      <a:pt x="1369155" y="48477"/>
                      <a:pt x="1387046" y="47461"/>
                    </a:cubicBezTo>
                    <a:close/>
                    <a:moveTo>
                      <a:pt x="1945518" y="349"/>
                    </a:moveTo>
                    <a:cubicBezTo>
                      <a:pt x="2001989" y="-1926"/>
                      <a:pt x="2056530" y="6226"/>
                      <a:pt x="2098416" y="45068"/>
                    </a:cubicBezTo>
                    <a:cubicBezTo>
                      <a:pt x="2146087" y="89243"/>
                      <a:pt x="2172062" y="147160"/>
                      <a:pt x="2212200" y="197001"/>
                    </a:cubicBezTo>
                    <a:cubicBezTo>
                      <a:pt x="2231545" y="221017"/>
                      <a:pt x="2259976" y="250051"/>
                      <a:pt x="2291518" y="273720"/>
                    </a:cubicBezTo>
                    <a:lnTo>
                      <a:pt x="2327548" y="295960"/>
                    </a:lnTo>
                    <a:lnTo>
                      <a:pt x="2327548" y="342551"/>
                    </a:lnTo>
                    <a:lnTo>
                      <a:pt x="2273737" y="339100"/>
                    </a:lnTo>
                    <a:cubicBezTo>
                      <a:pt x="2199657" y="329972"/>
                      <a:pt x="2125551" y="307394"/>
                      <a:pt x="2067921" y="269562"/>
                    </a:cubicBezTo>
                    <a:cubicBezTo>
                      <a:pt x="2016030" y="235511"/>
                      <a:pt x="1994877" y="179041"/>
                      <a:pt x="1948351" y="140892"/>
                    </a:cubicBezTo>
                    <a:cubicBezTo>
                      <a:pt x="1896039" y="97982"/>
                      <a:pt x="1828118" y="80022"/>
                      <a:pt x="1775023" y="37233"/>
                    </a:cubicBezTo>
                    <a:cubicBezTo>
                      <a:pt x="1767791" y="31447"/>
                      <a:pt x="1771648" y="18731"/>
                      <a:pt x="1781050" y="18188"/>
                    </a:cubicBezTo>
                    <a:cubicBezTo>
                      <a:pt x="1830650" y="15326"/>
                      <a:pt x="1889049" y="2624"/>
                      <a:pt x="1945518" y="349"/>
                    </a:cubicBezTo>
                    <a:close/>
                  </a:path>
                </a:pathLst>
              </a:custGeom>
              <a:solidFill>
                <a:schemeClr val="accent2">
                  <a:alpha val="4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7" name="矩形: 圆角 16"/>
            <p:cNvSpPr/>
            <p:nvPr>
              <p:custDataLst>
                <p:tags r:id="rId2"/>
              </p:custDataLst>
            </p:nvPr>
          </p:nvSpPr>
          <p:spPr>
            <a:xfrm>
              <a:off x="6488053" y="5145562"/>
              <a:ext cx="5030847" cy="757398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{chapterTitle4}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3"/>
              </p:custDataLst>
            </p:nvPr>
          </p:nvSpPr>
          <p:spPr>
            <a:xfrm>
              <a:off x="6449443" y="4379177"/>
              <a:ext cx="1210588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2"/>
                      </a:gs>
                      <a:gs pos="100000">
                        <a:schemeClr val="accent2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04</a:t>
              </a:r>
            </a:p>
          </p:txBody>
        </p:sp>
        <p:sp>
          <p:nvSpPr>
            <p:cNvPr id="15" name="矩形: 圆角 14"/>
            <p:cNvSpPr/>
            <p:nvPr>
              <p:custDataLst>
                <p:tags r:id="rId4"/>
              </p:custDataLst>
            </p:nvPr>
          </p:nvSpPr>
          <p:spPr>
            <a:xfrm>
              <a:off x="699012" y="5145562"/>
              <a:ext cx="5030845" cy="757398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{chapterTitle2}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5"/>
              </p:custDataLst>
            </p:nvPr>
          </p:nvSpPr>
          <p:spPr>
            <a:xfrm>
              <a:off x="660400" y="4379177"/>
              <a:ext cx="2158868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2"/>
                      </a:gs>
                      <a:gs pos="100000">
                        <a:schemeClr val="accent2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02</a:t>
              </a:r>
            </a:p>
          </p:txBody>
        </p:sp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6488053" y="3204423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{chapterTitle3}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6449443" y="2438038"/>
              <a:ext cx="2028931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03</a:t>
              </a:r>
            </a:p>
          </p:txBody>
        </p:sp>
        <p:sp>
          <p:nvSpPr>
            <p:cNvPr id="11" name="矩形: 圆角 10"/>
            <p:cNvSpPr/>
            <p:nvPr>
              <p:custDataLst>
                <p:tags r:id="rId8"/>
              </p:custDataLst>
            </p:nvPr>
          </p:nvSpPr>
          <p:spPr>
            <a:xfrm>
              <a:off x="699010" y="3204423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{chapterTitle1}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9"/>
              </p:custDataLst>
            </p:nvPr>
          </p:nvSpPr>
          <p:spPr>
            <a:xfrm>
              <a:off x="660400" y="2438038"/>
              <a:ext cx="2028931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01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5387616" y="438868"/>
              <a:ext cx="1840286" cy="1089415"/>
            </a:xfrm>
            <a:prstGeom prst="rect">
              <a:avLst/>
            </a:prstGeom>
          </p:spPr>
          <p:txBody>
            <a:bodyPr wrap="square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sz="4000" b="1" dirty="0">
                  <a:solidFill>
                    <a:schemeClr val="accent1"/>
                  </a:solidFill>
                </a:rPr>
                <a:t>目录</a:t>
              </a:r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6803389" y="901956"/>
              <a:ext cx="5388610" cy="578485"/>
            </a:xfrm>
            <a:prstGeom prst="roundRect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 flipH="1">
            <a:off x="-1" y="26291"/>
            <a:ext cx="12192001" cy="6831709"/>
            <a:chOff x="-1" y="26291"/>
            <a:chExt cx="12192001" cy="6831709"/>
          </a:xfrm>
        </p:grpSpPr>
        <p:sp>
          <p:nvSpPr>
            <p:cNvPr id="36" name="任意多边形: 形状 35"/>
            <p:cNvSpPr/>
            <p:nvPr userDrawn="1"/>
          </p:nvSpPr>
          <p:spPr>
            <a:xfrm flipH="1" flipV="1">
              <a:off x="-1" y="5573488"/>
              <a:ext cx="1118294" cy="1284512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 userDrawn="1"/>
          </p:nvSpPr>
          <p:spPr>
            <a:xfrm>
              <a:off x="9886449" y="26291"/>
              <a:ext cx="2305551" cy="12074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7" name="矩形: 圆角 16"/>
          <p:cNvSpPr/>
          <p:nvPr>
            <p:custDataLst>
              <p:tags r:id="rId1"/>
            </p:custDataLst>
          </p:nvPr>
        </p:nvSpPr>
        <p:spPr>
          <a:xfrm>
            <a:off x="6825983" y="2673776"/>
            <a:ext cx="5030847" cy="757398"/>
          </a:xfrm>
          <a:prstGeom prst="roundRect">
            <a:avLst>
              <a:gd name="adj" fmla="val 143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7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{chapterTitle4}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787373" y="1880721"/>
            <a:ext cx="1210588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2"/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04</a:t>
            </a:r>
          </a:p>
        </p:txBody>
      </p:sp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1458367" y="3571744"/>
            <a:ext cx="5030845" cy="757398"/>
          </a:xfrm>
          <a:prstGeom prst="roundRect">
            <a:avLst>
              <a:gd name="adj" fmla="val 143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7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{chapterTitle2}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1431683" y="2778689"/>
            <a:ext cx="2158868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2"/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02</a:t>
            </a:r>
          </a:p>
        </p:txBody>
      </p:sp>
      <p:sp>
        <p:nvSpPr>
          <p:cNvPr id="13" name="矩形: 圆角 12"/>
          <p:cNvSpPr/>
          <p:nvPr>
            <p:custDataLst>
              <p:tags r:id="rId5"/>
            </p:custDataLst>
          </p:nvPr>
        </p:nvSpPr>
        <p:spPr>
          <a:xfrm>
            <a:off x="6825983" y="4533529"/>
            <a:ext cx="5030847" cy="757398"/>
          </a:xfrm>
          <a:prstGeom prst="roundRect">
            <a:avLst>
              <a:gd name="adj" fmla="val 1433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{chapterTitle5}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6787373" y="3740474"/>
            <a:ext cx="2028931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05</a:t>
            </a:r>
          </a:p>
        </p:txBody>
      </p:sp>
      <p:sp>
        <p:nvSpPr>
          <p:cNvPr id="11" name="矩形: 圆角 10"/>
          <p:cNvSpPr/>
          <p:nvPr>
            <p:custDataLst>
              <p:tags r:id="rId7"/>
            </p:custDataLst>
          </p:nvPr>
        </p:nvSpPr>
        <p:spPr>
          <a:xfrm>
            <a:off x="1470293" y="1777707"/>
            <a:ext cx="5030847" cy="757398"/>
          </a:xfrm>
          <a:prstGeom prst="roundRect">
            <a:avLst>
              <a:gd name="adj" fmla="val 1433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{chapterTitle1}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1431683" y="984652"/>
            <a:ext cx="2028931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01</a:t>
            </a:r>
          </a:p>
        </p:txBody>
      </p:sp>
      <p:sp>
        <p:nvSpPr>
          <p:cNvPr id="9" name="矩形 8"/>
          <p:cNvSpPr/>
          <p:nvPr/>
        </p:nvSpPr>
        <p:spPr>
          <a:xfrm>
            <a:off x="9450040" y="144349"/>
            <a:ext cx="1840286" cy="1089415"/>
          </a:xfrm>
          <a:prstGeom prst="rect">
            <a:avLst/>
          </a:prstGeom>
        </p:spPr>
        <p:txBody>
          <a:bodyPr wrap="square" anchor="b" anchorCtr="0">
            <a:normAutofit/>
          </a:bodyPr>
          <a:lstStyle/>
          <a:p>
            <a:pPr>
              <a:buSzPct val="25000"/>
            </a:pPr>
            <a:r>
              <a:rPr lang="zh-CN" altLang="en-US" sz="5400" b="1" dirty="0">
                <a:solidFill>
                  <a:schemeClr val="accent1"/>
                </a:solidFill>
              </a:rPr>
              <a:t>目录</a:t>
            </a:r>
            <a:endParaRPr lang="en-US" altLang="zh-CN" sz="5400" b="1" dirty="0">
              <a:solidFill>
                <a:schemeClr val="accent1"/>
              </a:solidFill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1337290" y="438150"/>
            <a:ext cx="854710" cy="578485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矩形: 圆角 1"/>
          <p:cNvSpPr/>
          <p:nvPr>
            <p:custDataLst>
              <p:tags r:id="rId9"/>
            </p:custDataLst>
          </p:nvPr>
        </p:nvSpPr>
        <p:spPr>
          <a:xfrm>
            <a:off x="1431683" y="5375043"/>
            <a:ext cx="5030847" cy="757398"/>
          </a:xfrm>
          <a:prstGeom prst="roundRect">
            <a:avLst>
              <a:gd name="adj" fmla="val 1433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{chapterTitle3}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1393073" y="4581988"/>
            <a:ext cx="2028931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33" name="组合 32"/>
          <p:cNvGrpSpPr/>
          <p:nvPr>
            <p:custDataLst>
              <p:tags r:id="rId1"/>
            </p:custDataLst>
          </p:nvPr>
        </p:nvGrpSpPr>
        <p:grpSpPr>
          <a:xfrm>
            <a:off x="1058334" y="1818964"/>
            <a:ext cx="10075332" cy="3969006"/>
            <a:chOff x="1051984" y="2121224"/>
            <a:chExt cx="10075332" cy="3969006"/>
          </a:xfrm>
        </p:grpSpPr>
        <p:sp>
          <p:nvSpPr>
            <p:cNvPr id="7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2140502" y="3797907"/>
              <a:ext cx="7935402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椭圆 4"/>
            <p:cNvSpPr/>
            <p:nvPr>
              <p:custDataLst>
                <p:tags r:id="rId3"/>
              </p:custDataLst>
            </p:nvPr>
          </p:nvSpPr>
          <p:spPr>
            <a:xfrm>
              <a:off x="5636637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051984" y="2121224"/>
              <a:ext cx="2401444" cy="2303627"/>
              <a:chOff x="1051984" y="2121224"/>
              <a:chExt cx="2401444" cy="2303627"/>
            </a:xfrm>
          </p:grpSpPr>
          <p:sp>
            <p:nvSpPr>
              <p:cNvPr id="13" name="矩形 12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1051984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10"/>
                </p:custDataLst>
              </p:nvPr>
            </p:nvSpPr>
            <p:spPr bwMode="auto">
              <a:xfrm>
                <a:off x="1051984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b="1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>
                <p:custDataLst>
                  <p:tags r:id="rId11"/>
                </p:custDataLst>
              </p:nvPr>
            </p:nvSpPr>
            <p:spPr>
              <a:xfrm>
                <a:off x="2012710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725872" y="2121224"/>
              <a:ext cx="2401444" cy="1326998"/>
              <a:chOff x="8725872" y="2121224"/>
              <a:chExt cx="2401444" cy="1326998"/>
            </a:xfrm>
          </p:grpSpPr>
          <p:sp>
            <p:nvSpPr>
              <p:cNvPr id="17" name="矩形 16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8725872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sz="1200" dirty="0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 bwMode="auto">
              <a:xfrm>
                <a:off x="8725872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912358" y="4763233"/>
              <a:ext cx="2401444" cy="1326997"/>
              <a:chOff x="4912358" y="4763233"/>
              <a:chExt cx="2401444" cy="1326997"/>
            </a:xfrm>
          </p:grpSpPr>
          <p:sp>
            <p:nvSpPr>
              <p:cNvPr id="19" name="矩形 18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4912358" y="5320293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6"/>
                </p:custDataLst>
              </p:nvPr>
            </p:nvSpPr>
            <p:spPr bwMode="auto">
              <a:xfrm>
                <a:off x="4912358" y="4763233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{vItem.item2}</a:t>
                </a:r>
                <a:endParaRPr lang="en-US" dirty="0"/>
              </a:p>
            </p:txBody>
          </p:sp>
        </p:grpSp>
        <p:sp>
          <p:nvSpPr>
            <p:cNvPr id="12" name="椭圆 11"/>
            <p:cNvSpPr/>
            <p:nvPr>
              <p:custDataLst>
                <p:tags r:id="rId4"/>
              </p:custDataLst>
            </p:nvPr>
          </p:nvSpPr>
          <p:spPr>
            <a:xfrm>
              <a:off x="9284421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531443" y="1855794"/>
            <a:ext cx="9483098" cy="3947207"/>
            <a:chOff x="1525093" y="2121224"/>
            <a:chExt cx="9483098" cy="3947207"/>
          </a:xfrm>
        </p:grpSpPr>
        <p:sp>
          <p:nvSpPr>
            <p:cNvPr id="7" name="矩形: 圆角 6"/>
            <p:cNvSpPr/>
            <p:nvPr/>
          </p:nvSpPr>
          <p:spPr>
            <a:xfrm>
              <a:off x="2303503" y="3797907"/>
              <a:ext cx="7763699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" name="椭圆 3"/>
            <p:cNvSpPr/>
            <p:nvPr/>
          </p:nvSpPr>
          <p:spPr>
            <a:xfrm>
              <a:off x="9351367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976441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4601516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525093" y="2121224"/>
              <a:ext cx="2401444" cy="2303627"/>
              <a:chOff x="1525093" y="2121224"/>
              <a:chExt cx="2401444" cy="2303627"/>
            </a:xfrm>
          </p:grpSpPr>
          <p:sp>
            <p:nvSpPr>
              <p:cNvPr id="13" name="矩形 12"/>
              <p:cNvSpPr/>
              <p:nvPr/>
            </p:nvSpPr>
            <p:spPr bwMode="auto">
              <a:xfrm>
                <a:off x="1525093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/>
            </p:nvSpPr>
            <p:spPr bwMode="auto">
              <a:xfrm>
                <a:off x="1525093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b="1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2112098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6227735" y="2121224"/>
              <a:ext cx="2401444" cy="1326998"/>
              <a:chOff x="6227735" y="2121224"/>
              <a:chExt cx="2401444" cy="1326998"/>
            </a:xfrm>
          </p:grpSpPr>
          <p:sp>
            <p:nvSpPr>
              <p:cNvPr id="15" name="矩形 14"/>
              <p:cNvSpPr/>
              <p:nvPr/>
            </p:nvSpPr>
            <p:spPr bwMode="auto">
              <a:xfrm>
                <a:off x="6227735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dirty="0"/>
              </a:p>
            </p:txBody>
          </p:sp>
          <p:sp>
            <p:nvSpPr>
              <p:cNvPr id="16" name="文本框 15"/>
              <p:cNvSpPr txBox="1"/>
              <p:nvPr/>
            </p:nvSpPr>
            <p:spPr bwMode="auto">
              <a:xfrm>
                <a:off x="6227735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851691" y="4741434"/>
              <a:ext cx="2401444" cy="1326997"/>
              <a:chOff x="3851691" y="4741434"/>
              <a:chExt cx="2401444" cy="1326997"/>
            </a:xfrm>
          </p:grpSpPr>
          <p:sp>
            <p:nvSpPr>
              <p:cNvPr id="19" name="矩形 18"/>
              <p:cNvSpPr/>
              <p:nvPr/>
            </p:nvSpPr>
            <p:spPr bwMode="auto">
              <a:xfrm>
                <a:off x="3851691" y="5298494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/>
            </p:nvSpPr>
            <p:spPr bwMode="auto">
              <a:xfrm>
                <a:off x="3851691" y="474143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{vItem.item2}</a:t>
                </a:r>
                <a:endParaRPr lang="en-US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606747" y="4739267"/>
              <a:ext cx="2401444" cy="1326997"/>
              <a:chOff x="8606747" y="4739267"/>
              <a:chExt cx="2401444" cy="1326997"/>
            </a:xfrm>
          </p:grpSpPr>
          <p:sp>
            <p:nvSpPr>
              <p:cNvPr id="21" name="矩形 20"/>
              <p:cNvSpPr/>
              <p:nvPr/>
            </p:nvSpPr>
            <p:spPr bwMode="auto">
              <a:xfrm>
                <a:off x="8606747" y="5296327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  <a:endParaRPr lang="en-US" sz="1200" dirty="0"/>
              </a:p>
            </p:txBody>
          </p:sp>
          <p:sp>
            <p:nvSpPr>
              <p:cNvPr id="22" name="文本框 21"/>
              <p:cNvSpPr txBox="1"/>
              <p:nvPr/>
            </p:nvSpPr>
            <p:spPr bwMode="auto">
              <a:xfrm>
                <a:off x="8606747" y="4739267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{vItem.item4}</a:t>
                </a:r>
                <a:endParaRPr lang="en-US" dirty="0"/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11252936" y="17605"/>
            <a:ext cx="927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84CB1AD-6803-DC0F-680F-FD05AE8E3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778644" y="1876749"/>
            <a:ext cx="10634712" cy="3947207"/>
            <a:chOff x="772294" y="2121224"/>
            <a:chExt cx="10634712" cy="3947207"/>
          </a:xfrm>
        </p:grpSpPr>
        <p:sp>
          <p:nvSpPr>
            <p:cNvPr id="7" name="矩形: 圆角 6"/>
            <p:cNvSpPr/>
            <p:nvPr/>
          </p:nvSpPr>
          <p:spPr>
            <a:xfrm>
              <a:off x="1167469" y="3797907"/>
              <a:ext cx="9671334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" name="椭圆 3"/>
            <p:cNvSpPr/>
            <p:nvPr/>
          </p:nvSpPr>
          <p:spPr>
            <a:xfrm>
              <a:off x="8011563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636637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3261712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772294" y="2121224"/>
              <a:ext cx="2681134" cy="2303627"/>
              <a:chOff x="772294" y="2121224"/>
              <a:chExt cx="2681134" cy="2303627"/>
            </a:xfrm>
          </p:grpSpPr>
          <p:sp>
            <p:nvSpPr>
              <p:cNvPr id="13" name="矩形 12"/>
              <p:cNvSpPr/>
              <p:nvPr/>
            </p:nvSpPr>
            <p:spPr bwMode="auto">
              <a:xfrm>
                <a:off x="1051984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/>
            </p:nvSpPr>
            <p:spPr bwMode="auto">
              <a:xfrm>
                <a:off x="1051984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b="1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772294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887931" y="2121224"/>
              <a:ext cx="2401444" cy="1326998"/>
              <a:chOff x="4887931" y="2121224"/>
              <a:chExt cx="2401444" cy="1326998"/>
            </a:xfrm>
          </p:grpSpPr>
          <p:sp>
            <p:nvSpPr>
              <p:cNvPr id="15" name="矩形 14"/>
              <p:cNvSpPr/>
              <p:nvPr/>
            </p:nvSpPr>
            <p:spPr bwMode="auto">
              <a:xfrm>
                <a:off x="4887931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dirty="0"/>
              </a:p>
            </p:txBody>
          </p:sp>
          <p:sp>
            <p:nvSpPr>
              <p:cNvPr id="16" name="文本框 15"/>
              <p:cNvSpPr txBox="1"/>
              <p:nvPr/>
            </p:nvSpPr>
            <p:spPr bwMode="auto">
              <a:xfrm>
                <a:off x="4887931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725872" y="2121224"/>
              <a:ext cx="2401444" cy="1326998"/>
              <a:chOff x="8725872" y="2121224"/>
              <a:chExt cx="2401444" cy="1326998"/>
            </a:xfrm>
          </p:grpSpPr>
          <p:sp>
            <p:nvSpPr>
              <p:cNvPr id="17" name="矩形 16"/>
              <p:cNvSpPr/>
              <p:nvPr/>
            </p:nvSpPr>
            <p:spPr bwMode="auto">
              <a:xfrm>
                <a:off x="8725872" y="2678285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{vItem.item5_Desc}</a:t>
                </a:r>
                <a:endParaRPr lang="en-US" sz="1200" dirty="0"/>
              </a:p>
            </p:txBody>
          </p:sp>
          <p:sp>
            <p:nvSpPr>
              <p:cNvPr id="18" name="文本框 17"/>
              <p:cNvSpPr txBox="1"/>
              <p:nvPr/>
            </p:nvSpPr>
            <p:spPr bwMode="auto">
              <a:xfrm>
                <a:off x="8725872" y="212122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{vItem.item5}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2511887" y="4741434"/>
              <a:ext cx="2401444" cy="1326997"/>
              <a:chOff x="2511887" y="4741434"/>
              <a:chExt cx="2401444" cy="1326997"/>
            </a:xfrm>
          </p:grpSpPr>
          <p:sp>
            <p:nvSpPr>
              <p:cNvPr id="19" name="矩形 18"/>
              <p:cNvSpPr/>
              <p:nvPr/>
            </p:nvSpPr>
            <p:spPr bwMode="auto">
              <a:xfrm>
                <a:off x="2511887" y="5298494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/>
            </p:nvSpPr>
            <p:spPr bwMode="auto">
              <a:xfrm>
                <a:off x="2511887" y="4741434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{vItem.item2}</a:t>
                </a:r>
                <a:endParaRPr lang="en-US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7266943" y="3526644"/>
              <a:ext cx="4140063" cy="2539620"/>
              <a:chOff x="7266943" y="3526644"/>
              <a:chExt cx="4140063" cy="2539620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10500981" y="3526644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05</a:t>
                </a:r>
              </a:p>
            </p:txBody>
          </p:sp>
          <p:sp>
            <p:nvSpPr>
              <p:cNvPr id="21" name="矩形 20"/>
              <p:cNvSpPr/>
              <p:nvPr/>
            </p:nvSpPr>
            <p:spPr bwMode="auto">
              <a:xfrm>
                <a:off x="7266943" y="5296327"/>
                <a:ext cx="2401444" cy="769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  <a:endParaRPr lang="en-US" sz="1200" dirty="0"/>
              </a:p>
            </p:txBody>
          </p:sp>
          <p:sp>
            <p:nvSpPr>
              <p:cNvPr id="22" name="文本框 21"/>
              <p:cNvSpPr txBox="1"/>
              <p:nvPr/>
            </p:nvSpPr>
            <p:spPr bwMode="auto">
              <a:xfrm>
                <a:off x="7266943" y="4739267"/>
                <a:ext cx="2401444" cy="557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{vItem.item4}</a:t>
                </a:r>
                <a:endParaRPr lang="en-US" dirty="0"/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3C58BDC-A26C-A3B6-9EE2-443B0FCF2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1399350" y="1818243"/>
            <a:ext cx="9393301" cy="3242457"/>
            <a:chOff x="1399350" y="2311638"/>
            <a:chExt cx="9393301" cy="3242457"/>
          </a:xfrm>
        </p:grpSpPr>
        <p:grpSp>
          <p:nvGrpSpPr>
            <p:cNvPr id="6" name="组合 5"/>
            <p:cNvGrpSpPr/>
            <p:nvPr/>
          </p:nvGrpSpPr>
          <p:grpSpPr>
            <a:xfrm>
              <a:off x="1399350" y="2311638"/>
              <a:ext cx="2123827" cy="3242457"/>
              <a:chOff x="660399" y="2637644"/>
              <a:chExt cx="2123827" cy="3242457"/>
            </a:xfrm>
          </p:grpSpPr>
          <p:sp>
            <p:nvSpPr>
              <p:cNvPr id="36" name="矩形: 圆角 35"/>
              <p:cNvSpPr/>
              <p:nvPr>
                <p:custDataLst>
                  <p:tags r:id="rId14"/>
                </p:custDataLst>
              </p:nvPr>
            </p:nvSpPr>
            <p:spPr>
              <a:xfrm flipH="1">
                <a:off x="660399" y="3396977"/>
                <a:ext cx="2123827" cy="248312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7" name="文本框 3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82340" y="3668605"/>
                <a:ext cx="2101881" cy="632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82342" y="4300989"/>
                <a:ext cx="2101881" cy="835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9" name="矩形: 圆角 38"/>
              <p:cNvSpPr/>
              <p:nvPr>
                <p:custDataLst>
                  <p:tags r:id="rId17"/>
                </p:custDataLst>
              </p:nvPr>
            </p:nvSpPr>
            <p:spPr>
              <a:xfrm>
                <a:off x="936677" y="5297427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01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文本框 39"/>
              <p:cNvSpPr txBox="1">
                <a:spLocks noChangeAspec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1492525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41" name="任意多边形: 形状 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1626045" y="2761909"/>
                <a:ext cx="192536" cy="211046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5034087" y="2311638"/>
              <a:ext cx="2123827" cy="3242457"/>
              <a:chOff x="2841757" y="2637644"/>
              <a:chExt cx="2123827" cy="3242457"/>
            </a:xfrm>
          </p:grpSpPr>
          <p:sp>
            <p:nvSpPr>
              <p:cNvPr id="30" name="矩形: 圆角 29"/>
              <p:cNvSpPr/>
              <p:nvPr>
                <p:custDataLst>
                  <p:tags r:id="rId8"/>
                </p:custDataLst>
              </p:nvPr>
            </p:nvSpPr>
            <p:spPr>
              <a:xfrm flipH="1">
                <a:off x="2841757" y="3396977"/>
                <a:ext cx="2123827" cy="248312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863700" y="3668605"/>
                <a:ext cx="2101881" cy="632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863700" y="4300989"/>
                <a:ext cx="2101881" cy="835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3" name="矩形: 圆角 32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18035" y="5297427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02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文本框 33"/>
              <p:cNvSpPr txBox="1">
                <a:spLocks noChangeAspec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3673883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5" name="任意多边形: 形状 34"/>
              <p:cNvSpPr/>
              <p:nvPr>
                <p:custDataLst>
                  <p:tags r:id="rId13"/>
                </p:custDataLst>
              </p:nvPr>
            </p:nvSpPr>
            <p:spPr>
              <a:xfrm>
                <a:off x="3807403" y="2765612"/>
                <a:ext cx="192536" cy="203643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8668824" y="2311638"/>
              <a:ext cx="2123827" cy="3242457"/>
              <a:chOff x="5023115" y="2637644"/>
              <a:chExt cx="2123827" cy="3242457"/>
            </a:xfrm>
          </p:grpSpPr>
          <p:sp>
            <p:nvSpPr>
              <p:cNvPr id="24" name="矩形: 圆角 23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5023115" y="3396977"/>
                <a:ext cx="2123827" cy="248312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25" name="文本框 2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045058" y="3668605"/>
                <a:ext cx="2101881" cy="632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045058" y="4300989"/>
                <a:ext cx="2101881" cy="835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7" name="矩形: 圆角 26"/>
              <p:cNvSpPr/>
              <p:nvPr>
                <p:custDataLst>
                  <p:tags r:id="rId5"/>
                </p:custDataLst>
              </p:nvPr>
            </p:nvSpPr>
            <p:spPr>
              <a:xfrm>
                <a:off x="5299393" y="5297427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03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文本框 27"/>
              <p:cNvSpPr txBox="1">
                <a:spLocks noChangeAspec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5855242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29" name="任意多边形: 形状 28"/>
              <p:cNvSpPr/>
              <p:nvPr>
                <p:custDataLst>
                  <p:tags r:id="rId7"/>
                </p:custDataLst>
              </p:nvPr>
            </p:nvSpPr>
            <p:spPr>
              <a:xfrm>
                <a:off x="5988763" y="2772885"/>
                <a:ext cx="192536" cy="189096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list1-3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E659C5A-5873-8C19-EE4C-B3C26FABE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9213944" y="1714749"/>
            <a:ext cx="2123827" cy="3242455"/>
            <a:chOff x="7204473" y="2637645"/>
            <a:chExt cx="2123827" cy="3242455"/>
          </a:xfrm>
        </p:grpSpPr>
        <p:sp>
          <p:nvSpPr>
            <p:cNvPr id="42" name="矩形: 圆角 41"/>
            <p:cNvSpPr/>
            <p:nvPr>
              <p:custDataLst>
                <p:tags r:id="rId23"/>
              </p:custDataLst>
            </p:nvPr>
          </p:nvSpPr>
          <p:spPr>
            <a:xfrm flipH="1">
              <a:off x="7204473" y="3396977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3" name="文本框 42"/>
            <p:cNvSpPr txBox="1"/>
            <p:nvPr>
              <p:custDataLst>
                <p:tags r:id="rId24"/>
              </p:custDataLst>
            </p:nvPr>
          </p:nvSpPr>
          <p:spPr>
            <a:xfrm>
              <a:off x="7226416" y="3668606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25"/>
              </p:custDataLst>
            </p:nvPr>
          </p:nvSpPr>
          <p:spPr>
            <a:xfrm>
              <a:off x="7226416" y="4300990"/>
              <a:ext cx="2101881" cy="83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5" name="矩形: 圆角 44"/>
            <p:cNvSpPr/>
            <p:nvPr>
              <p:custDataLst>
                <p:tags r:id="rId26"/>
              </p:custDataLst>
            </p:nvPr>
          </p:nvSpPr>
          <p:spPr>
            <a:xfrm>
              <a:off x="7480751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04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文本框 45"/>
            <p:cNvSpPr txBox="1"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8036600" y="2637645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50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7" name="任意多边形: 形状 46"/>
            <p:cNvSpPr/>
            <p:nvPr>
              <p:custDataLst>
                <p:tags r:id="rId28"/>
              </p:custDataLst>
            </p:nvPr>
          </p:nvSpPr>
          <p:spPr>
            <a:xfrm>
              <a:off x="8170121" y="2786726"/>
              <a:ext cx="192536" cy="161414"/>
            </a:xfrm>
            <a:custGeom>
              <a:avLst/>
              <a:gdLst>
                <a:gd name="T0" fmla="*/ 2623 w 2768"/>
                <a:gd name="T1" fmla="*/ 1207 h 2324"/>
                <a:gd name="T2" fmla="*/ 2529 w 2768"/>
                <a:gd name="T3" fmla="*/ 2116 h 2324"/>
                <a:gd name="T4" fmla="*/ 2298 w 2768"/>
                <a:gd name="T5" fmla="*/ 2324 h 2324"/>
                <a:gd name="T6" fmla="*/ 470 w 2768"/>
                <a:gd name="T7" fmla="*/ 2324 h 2324"/>
                <a:gd name="T8" fmla="*/ 239 w 2768"/>
                <a:gd name="T9" fmla="*/ 2116 h 2324"/>
                <a:gd name="T10" fmla="*/ 145 w 2768"/>
                <a:gd name="T11" fmla="*/ 1207 h 2324"/>
                <a:gd name="T12" fmla="*/ 170 w 2768"/>
                <a:gd name="T13" fmla="*/ 1130 h 2324"/>
                <a:gd name="T14" fmla="*/ 244 w 2768"/>
                <a:gd name="T15" fmla="*/ 1097 h 2324"/>
                <a:gd name="T16" fmla="*/ 2524 w 2768"/>
                <a:gd name="T17" fmla="*/ 1097 h 2324"/>
                <a:gd name="T18" fmla="*/ 2598 w 2768"/>
                <a:gd name="T19" fmla="*/ 1130 h 2324"/>
                <a:gd name="T20" fmla="*/ 2623 w 2768"/>
                <a:gd name="T21" fmla="*/ 1207 h 2324"/>
                <a:gd name="T22" fmla="*/ 2762 w 2768"/>
                <a:gd name="T23" fmla="*/ 588 h 2324"/>
                <a:gd name="T24" fmla="*/ 2722 w 2768"/>
                <a:gd name="T25" fmla="*/ 814 h 2324"/>
                <a:gd name="T26" fmla="*/ 2624 w 2768"/>
                <a:gd name="T27" fmla="*/ 897 h 2324"/>
                <a:gd name="T28" fmla="*/ 157 w 2768"/>
                <a:gd name="T29" fmla="*/ 897 h 2324"/>
                <a:gd name="T30" fmla="*/ 60 w 2768"/>
                <a:gd name="T31" fmla="*/ 820 h 2324"/>
                <a:gd name="T32" fmla="*/ 7 w 2768"/>
                <a:gd name="T33" fmla="*/ 593 h 2324"/>
                <a:gd name="T34" fmla="*/ 26 w 2768"/>
                <a:gd name="T35" fmla="*/ 508 h 2324"/>
                <a:gd name="T36" fmla="*/ 104 w 2768"/>
                <a:gd name="T37" fmla="*/ 470 h 2324"/>
                <a:gd name="T38" fmla="*/ 904 w 2768"/>
                <a:gd name="T39" fmla="*/ 470 h 2324"/>
                <a:gd name="T40" fmla="*/ 904 w 2768"/>
                <a:gd name="T41" fmla="*/ 100 h 2324"/>
                <a:gd name="T42" fmla="*/ 1004 w 2768"/>
                <a:gd name="T43" fmla="*/ 0 h 2324"/>
                <a:gd name="T44" fmla="*/ 1764 w 2768"/>
                <a:gd name="T45" fmla="*/ 0 h 2324"/>
                <a:gd name="T46" fmla="*/ 1864 w 2768"/>
                <a:gd name="T47" fmla="*/ 100 h 2324"/>
                <a:gd name="T48" fmla="*/ 1864 w 2768"/>
                <a:gd name="T49" fmla="*/ 470 h 2324"/>
                <a:gd name="T50" fmla="*/ 2664 w 2768"/>
                <a:gd name="T51" fmla="*/ 470 h 2324"/>
                <a:gd name="T52" fmla="*/ 2741 w 2768"/>
                <a:gd name="T53" fmla="*/ 506 h 2324"/>
                <a:gd name="T54" fmla="*/ 2762 w 2768"/>
                <a:gd name="T55" fmla="*/ 588 h 2324"/>
                <a:gd name="T56" fmla="*/ 1104 w 2768"/>
                <a:gd name="T57" fmla="*/ 470 h 2324"/>
                <a:gd name="T58" fmla="*/ 1664 w 2768"/>
                <a:gd name="T59" fmla="*/ 470 h 2324"/>
                <a:gd name="T60" fmla="*/ 1664 w 2768"/>
                <a:gd name="T61" fmla="*/ 200 h 2324"/>
                <a:gd name="T62" fmla="*/ 1104 w 2768"/>
                <a:gd name="T63" fmla="*/ 200 h 2324"/>
                <a:gd name="T64" fmla="*/ 1104 w 2768"/>
                <a:gd name="T65" fmla="*/ 470 h 2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68" h="2324">
                  <a:moveTo>
                    <a:pt x="2623" y="1207"/>
                  </a:moveTo>
                  <a:lnTo>
                    <a:pt x="2529" y="2116"/>
                  </a:lnTo>
                  <a:cubicBezTo>
                    <a:pt x="2517" y="2234"/>
                    <a:pt x="2418" y="2324"/>
                    <a:pt x="2298" y="2324"/>
                  </a:cubicBezTo>
                  <a:lnTo>
                    <a:pt x="470" y="2324"/>
                  </a:lnTo>
                  <a:cubicBezTo>
                    <a:pt x="350" y="2324"/>
                    <a:pt x="251" y="2234"/>
                    <a:pt x="239" y="2116"/>
                  </a:cubicBezTo>
                  <a:lnTo>
                    <a:pt x="145" y="1207"/>
                  </a:lnTo>
                  <a:cubicBezTo>
                    <a:pt x="142" y="1179"/>
                    <a:pt x="151" y="1151"/>
                    <a:pt x="170" y="1130"/>
                  </a:cubicBezTo>
                  <a:cubicBezTo>
                    <a:pt x="189" y="1109"/>
                    <a:pt x="216" y="1097"/>
                    <a:pt x="244" y="1097"/>
                  </a:cubicBezTo>
                  <a:lnTo>
                    <a:pt x="2524" y="1097"/>
                  </a:lnTo>
                  <a:cubicBezTo>
                    <a:pt x="2552" y="1097"/>
                    <a:pt x="2579" y="1109"/>
                    <a:pt x="2598" y="1130"/>
                  </a:cubicBezTo>
                  <a:cubicBezTo>
                    <a:pt x="2617" y="1151"/>
                    <a:pt x="2626" y="1179"/>
                    <a:pt x="2623" y="1207"/>
                  </a:cubicBezTo>
                  <a:close/>
                  <a:moveTo>
                    <a:pt x="2762" y="588"/>
                  </a:moveTo>
                  <a:lnTo>
                    <a:pt x="2722" y="814"/>
                  </a:lnTo>
                  <a:cubicBezTo>
                    <a:pt x="2714" y="862"/>
                    <a:pt x="2673" y="897"/>
                    <a:pt x="2624" y="897"/>
                  </a:cubicBezTo>
                  <a:lnTo>
                    <a:pt x="157" y="897"/>
                  </a:lnTo>
                  <a:cubicBezTo>
                    <a:pt x="111" y="897"/>
                    <a:pt x="71" y="865"/>
                    <a:pt x="60" y="820"/>
                  </a:cubicBezTo>
                  <a:lnTo>
                    <a:pt x="7" y="593"/>
                  </a:lnTo>
                  <a:cubicBezTo>
                    <a:pt x="0" y="564"/>
                    <a:pt x="7" y="532"/>
                    <a:pt x="26" y="508"/>
                  </a:cubicBezTo>
                  <a:cubicBezTo>
                    <a:pt x="45" y="484"/>
                    <a:pt x="73" y="470"/>
                    <a:pt x="104" y="470"/>
                  </a:cubicBezTo>
                  <a:lnTo>
                    <a:pt x="904" y="470"/>
                  </a:lnTo>
                  <a:lnTo>
                    <a:pt x="904" y="100"/>
                  </a:lnTo>
                  <a:cubicBezTo>
                    <a:pt x="904" y="45"/>
                    <a:pt x="949" y="0"/>
                    <a:pt x="1004" y="0"/>
                  </a:cubicBezTo>
                  <a:lnTo>
                    <a:pt x="1764" y="0"/>
                  </a:lnTo>
                  <a:cubicBezTo>
                    <a:pt x="1819" y="0"/>
                    <a:pt x="1864" y="45"/>
                    <a:pt x="1864" y="100"/>
                  </a:cubicBezTo>
                  <a:lnTo>
                    <a:pt x="1864" y="470"/>
                  </a:lnTo>
                  <a:lnTo>
                    <a:pt x="2664" y="470"/>
                  </a:lnTo>
                  <a:cubicBezTo>
                    <a:pt x="2694" y="470"/>
                    <a:pt x="2722" y="483"/>
                    <a:pt x="2741" y="506"/>
                  </a:cubicBezTo>
                  <a:cubicBezTo>
                    <a:pt x="2760" y="529"/>
                    <a:pt x="2768" y="559"/>
                    <a:pt x="2762" y="588"/>
                  </a:cubicBezTo>
                  <a:close/>
                  <a:moveTo>
                    <a:pt x="1104" y="470"/>
                  </a:moveTo>
                  <a:lnTo>
                    <a:pt x="1664" y="470"/>
                  </a:lnTo>
                  <a:lnTo>
                    <a:pt x="1664" y="200"/>
                  </a:lnTo>
                  <a:lnTo>
                    <a:pt x="1104" y="200"/>
                  </a:lnTo>
                  <a:lnTo>
                    <a:pt x="1104" y="47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904681" y="1714749"/>
            <a:ext cx="2123827" cy="3242457"/>
            <a:chOff x="660399" y="2637644"/>
            <a:chExt cx="2123827" cy="3242457"/>
          </a:xfrm>
        </p:grpSpPr>
        <p:sp>
          <p:nvSpPr>
            <p:cNvPr id="36" name="矩形: 圆角 35"/>
            <p:cNvSpPr/>
            <p:nvPr>
              <p:custDataLst>
                <p:tags r:id="rId17"/>
              </p:custDataLst>
            </p:nvPr>
          </p:nvSpPr>
          <p:spPr>
            <a:xfrm flipH="1">
              <a:off x="660399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7" name="文本框 36"/>
            <p:cNvSpPr txBox="1"/>
            <p:nvPr>
              <p:custDataLst>
                <p:tags r:id="rId18"/>
              </p:custDataLst>
            </p:nvPr>
          </p:nvSpPr>
          <p:spPr>
            <a:xfrm>
              <a:off x="68234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19"/>
              </p:custDataLst>
            </p:nvPr>
          </p:nvSpPr>
          <p:spPr>
            <a:xfrm>
              <a:off x="682342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9" name="矩形: 圆角 38"/>
            <p:cNvSpPr/>
            <p:nvPr>
              <p:custDataLst>
                <p:tags r:id="rId20"/>
              </p:custDataLst>
            </p:nvPr>
          </p:nvSpPr>
          <p:spPr>
            <a:xfrm>
              <a:off x="936677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/>
            <p:cNvSpPr txBox="1">
              <a:spLocks noChangeAspect="1"/>
            </p:cNvSpPr>
            <p:nvPr>
              <p:custDataLst>
                <p:tags r:id="rId21"/>
              </p:custDataLst>
            </p:nvPr>
          </p:nvSpPr>
          <p:spPr>
            <a:xfrm>
              <a:off x="1492525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50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1" name="任意多边形: 形状 40"/>
            <p:cNvSpPr/>
            <p:nvPr>
              <p:custDataLst>
                <p:tags r:id="rId22"/>
              </p:custDataLst>
            </p:nvPr>
          </p:nvSpPr>
          <p:spPr>
            <a:xfrm>
              <a:off x="1626045" y="2761909"/>
              <a:ext cx="192536" cy="211046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3674435" y="1714749"/>
            <a:ext cx="2123827" cy="3242457"/>
            <a:chOff x="2841757" y="2637644"/>
            <a:chExt cx="2123827" cy="3242457"/>
          </a:xfrm>
        </p:grpSpPr>
        <p:sp>
          <p:nvSpPr>
            <p:cNvPr id="30" name="矩形: 圆角 29"/>
            <p:cNvSpPr/>
            <p:nvPr>
              <p:custDataLst>
                <p:tags r:id="rId11"/>
              </p:custDataLst>
            </p:nvPr>
          </p:nvSpPr>
          <p:spPr>
            <a:xfrm flipH="1">
              <a:off x="2841757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1" name="文本框 30"/>
            <p:cNvSpPr txBox="1"/>
            <p:nvPr>
              <p:custDataLst>
                <p:tags r:id="rId12"/>
              </p:custDataLst>
            </p:nvPr>
          </p:nvSpPr>
          <p:spPr>
            <a:xfrm>
              <a:off x="286370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3"/>
              </p:custDataLst>
            </p:nvPr>
          </p:nvSpPr>
          <p:spPr>
            <a:xfrm>
              <a:off x="2863700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3" name="矩形: 圆角 32"/>
            <p:cNvSpPr/>
            <p:nvPr>
              <p:custDataLst>
                <p:tags r:id="rId14"/>
              </p:custDataLst>
            </p:nvPr>
          </p:nvSpPr>
          <p:spPr>
            <a:xfrm>
              <a:off x="3118035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02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文本框 33"/>
            <p:cNvSpPr txBox="1"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3673883" y="2637644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50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35" name="任意多边形: 形状 34"/>
            <p:cNvSpPr/>
            <p:nvPr>
              <p:custDataLst>
                <p:tags r:id="rId16"/>
              </p:custDataLst>
            </p:nvPr>
          </p:nvSpPr>
          <p:spPr>
            <a:xfrm>
              <a:off x="3807403" y="2765612"/>
              <a:ext cx="192536" cy="203643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6444189" y="1714749"/>
            <a:ext cx="2123827" cy="3242457"/>
            <a:chOff x="5023115" y="2637644"/>
            <a:chExt cx="2123827" cy="3242457"/>
          </a:xfrm>
        </p:grpSpPr>
        <p:sp>
          <p:nvSpPr>
            <p:cNvPr id="24" name="矩形: 圆角 23"/>
            <p:cNvSpPr/>
            <p:nvPr>
              <p:custDataLst>
                <p:tags r:id="rId5"/>
              </p:custDataLst>
            </p:nvPr>
          </p:nvSpPr>
          <p:spPr>
            <a:xfrm flipH="1">
              <a:off x="5023115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5045058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7"/>
              </p:custDataLst>
            </p:nvPr>
          </p:nvSpPr>
          <p:spPr>
            <a:xfrm>
              <a:off x="5045058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7" name="矩形: 圆角 26"/>
            <p:cNvSpPr/>
            <p:nvPr>
              <p:custDataLst>
                <p:tags r:id="rId8"/>
              </p:custDataLst>
            </p:nvPr>
          </p:nvSpPr>
          <p:spPr>
            <a:xfrm>
              <a:off x="5299393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/>
            <p:cNvSpPr txBox="1"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5855242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50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9" name="任意多边形: 形状 28"/>
            <p:cNvSpPr/>
            <p:nvPr>
              <p:custDataLst>
                <p:tags r:id="rId10"/>
              </p:custDataLst>
            </p:nvPr>
          </p:nvSpPr>
          <p:spPr>
            <a:xfrm>
              <a:off x="5988763" y="2772885"/>
              <a:ext cx="192536" cy="189096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list1-4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8F0098A-9794-694A-4778-8E3A141F0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570229" y="1781029"/>
            <a:ext cx="10849261" cy="3242457"/>
            <a:chOff x="660399" y="2637644"/>
            <a:chExt cx="10849261" cy="3242457"/>
          </a:xfrm>
        </p:grpSpPr>
        <p:sp>
          <p:nvSpPr>
            <p:cNvPr id="42" name="矩形: 圆角 41"/>
            <p:cNvSpPr/>
            <p:nvPr/>
          </p:nvSpPr>
          <p:spPr>
            <a:xfrm flipH="1">
              <a:off x="7204473" y="3396977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226416" y="3668606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226416" y="4300990"/>
              <a:ext cx="2101881" cy="83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5" name="矩形: 圆角 44"/>
            <p:cNvSpPr/>
            <p:nvPr/>
          </p:nvSpPr>
          <p:spPr>
            <a:xfrm>
              <a:off x="7480751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04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文本框 45"/>
            <p:cNvSpPr txBox="1">
              <a:spLocks noChangeAspect="1"/>
            </p:cNvSpPr>
            <p:nvPr/>
          </p:nvSpPr>
          <p:spPr>
            <a:xfrm>
              <a:off x="8036600" y="2637645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8170121" y="2786726"/>
              <a:ext cx="192536" cy="161414"/>
            </a:xfrm>
            <a:custGeom>
              <a:avLst/>
              <a:gdLst>
                <a:gd name="T0" fmla="*/ 2623 w 2768"/>
                <a:gd name="T1" fmla="*/ 1207 h 2324"/>
                <a:gd name="T2" fmla="*/ 2529 w 2768"/>
                <a:gd name="T3" fmla="*/ 2116 h 2324"/>
                <a:gd name="T4" fmla="*/ 2298 w 2768"/>
                <a:gd name="T5" fmla="*/ 2324 h 2324"/>
                <a:gd name="T6" fmla="*/ 470 w 2768"/>
                <a:gd name="T7" fmla="*/ 2324 h 2324"/>
                <a:gd name="T8" fmla="*/ 239 w 2768"/>
                <a:gd name="T9" fmla="*/ 2116 h 2324"/>
                <a:gd name="T10" fmla="*/ 145 w 2768"/>
                <a:gd name="T11" fmla="*/ 1207 h 2324"/>
                <a:gd name="T12" fmla="*/ 170 w 2768"/>
                <a:gd name="T13" fmla="*/ 1130 h 2324"/>
                <a:gd name="T14" fmla="*/ 244 w 2768"/>
                <a:gd name="T15" fmla="*/ 1097 h 2324"/>
                <a:gd name="T16" fmla="*/ 2524 w 2768"/>
                <a:gd name="T17" fmla="*/ 1097 h 2324"/>
                <a:gd name="T18" fmla="*/ 2598 w 2768"/>
                <a:gd name="T19" fmla="*/ 1130 h 2324"/>
                <a:gd name="T20" fmla="*/ 2623 w 2768"/>
                <a:gd name="T21" fmla="*/ 1207 h 2324"/>
                <a:gd name="T22" fmla="*/ 2762 w 2768"/>
                <a:gd name="T23" fmla="*/ 588 h 2324"/>
                <a:gd name="T24" fmla="*/ 2722 w 2768"/>
                <a:gd name="T25" fmla="*/ 814 h 2324"/>
                <a:gd name="T26" fmla="*/ 2624 w 2768"/>
                <a:gd name="T27" fmla="*/ 897 h 2324"/>
                <a:gd name="T28" fmla="*/ 157 w 2768"/>
                <a:gd name="T29" fmla="*/ 897 h 2324"/>
                <a:gd name="T30" fmla="*/ 60 w 2768"/>
                <a:gd name="T31" fmla="*/ 820 h 2324"/>
                <a:gd name="T32" fmla="*/ 7 w 2768"/>
                <a:gd name="T33" fmla="*/ 593 h 2324"/>
                <a:gd name="T34" fmla="*/ 26 w 2768"/>
                <a:gd name="T35" fmla="*/ 508 h 2324"/>
                <a:gd name="T36" fmla="*/ 104 w 2768"/>
                <a:gd name="T37" fmla="*/ 470 h 2324"/>
                <a:gd name="T38" fmla="*/ 904 w 2768"/>
                <a:gd name="T39" fmla="*/ 470 h 2324"/>
                <a:gd name="T40" fmla="*/ 904 w 2768"/>
                <a:gd name="T41" fmla="*/ 100 h 2324"/>
                <a:gd name="T42" fmla="*/ 1004 w 2768"/>
                <a:gd name="T43" fmla="*/ 0 h 2324"/>
                <a:gd name="T44" fmla="*/ 1764 w 2768"/>
                <a:gd name="T45" fmla="*/ 0 h 2324"/>
                <a:gd name="T46" fmla="*/ 1864 w 2768"/>
                <a:gd name="T47" fmla="*/ 100 h 2324"/>
                <a:gd name="T48" fmla="*/ 1864 w 2768"/>
                <a:gd name="T49" fmla="*/ 470 h 2324"/>
                <a:gd name="T50" fmla="*/ 2664 w 2768"/>
                <a:gd name="T51" fmla="*/ 470 h 2324"/>
                <a:gd name="T52" fmla="*/ 2741 w 2768"/>
                <a:gd name="T53" fmla="*/ 506 h 2324"/>
                <a:gd name="T54" fmla="*/ 2762 w 2768"/>
                <a:gd name="T55" fmla="*/ 588 h 2324"/>
                <a:gd name="T56" fmla="*/ 1104 w 2768"/>
                <a:gd name="T57" fmla="*/ 470 h 2324"/>
                <a:gd name="T58" fmla="*/ 1664 w 2768"/>
                <a:gd name="T59" fmla="*/ 470 h 2324"/>
                <a:gd name="T60" fmla="*/ 1664 w 2768"/>
                <a:gd name="T61" fmla="*/ 200 h 2324"/>
                <a:gd name="T62" fmla="*/ 1104 w 2768"/>
                <a:gd name="T63" fmla="*/ 200 h 2324"/>
                <a:gd name="T64" fmla="*/ 1104 w 2768"/>
                <a:gd name="T65" fmla="*/ 470 h 2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68" h="2324">
                  <a:moveTo>
                    <a:pt x="2623" y="1207"/>
                  </a:moveTo>
                  <a:lnTo>
                    <a:pt x="2529" y="2116"/>
                  </a:lnTo>
                  <a:cubicBezTo>
                    <a:pt x="2517" y="2234"/>
                    <a:pt x="2418" y="2324"/>
                    <a:pt x="2298" y="2324"/>
                  </a:cubicBezTo>
                  <a:lnTo>
                    <a:pt x="470" y="2324"/>
                  </a:lnTo>
                  <a:cubicBezTo>
                    <a:pt x="350" y="2324"/>
                    <a:pt x="251" y="2234"/>
                    <a:pt x="239" y="2116"/>
                  </a:cubicBezTo>
                  <a:lnTo>
                    <a:pt x="145" y="1207"/>
                  </a:lnTo>
                  <a:cubicBezTo>
                    <a:pt x="142" y="1179"/>
                    <a:pt x="151" y="1151"/>
                    <a:pt x="170" y="1130"/>
                  </a:cubicBezTo>
                  <a:cubicBezTo>
                    <a:pt x="189" y="1109"/>
                    <a:pt x="216" y="1097"/>
                    <a:pt x="244" y="1097"/>
                  </a:cubicBezTo>
                  <a:lnTo>
                    <a:pt x="2524" y="1097"/>
                  </a:lnTo>
                  <a:cubicBezTo>
                    <a:pt x="2552" y="1097"/>
                    <a:pt x="2579" y="1109"/>
                    <a:pt x="2598" y="1130"/>
                  </a:cubicBezTo>
                  <a:cubicBezTo>
                    <a:pt x="2617" y="1151"/>
                    <a:pt x="2626" y="1179"/>
                    <a:pt x="2623" y="1207"/>
                  </a:cubicBezTo>
                  <a:close/>
                  <a:moveTo>
                    <a:pt x="2762" y="588"/>
                  </a:moveTo>
                  <a:lnTo>
                    <a:pt x="2722" y="814"/>
                  </a:lnTo>
                  <a:cubicBezTo>
                    <a:pt x="2714" y="862"/>
                    <a:pt x="2673" y="897"/>
                    <a:pt x="2624" y="897"/>
                  </a:cubicBezTo>
                  <a:lnTo>
                    <a:pt x="157" y="897"/>
                  </a:lnTo>
                  <a:cubicBezTo>
                    <a:pt x="111" y="897"/>
                    <a:pt x="71" y="865"/>
                    <a:pt x="60" y="820"/>
                  </a:cubicBezTo>
                  <a:lnTo>
                    <a:pt x="7" y="593"/>
                  </a:lnTo>
                  <a:cubicBezTo>
                    <a:pt x="0" y="564"/>
                    <a:pt x="7" y="532"/>
                    <a:pt x="26" y="508"/>
                  </a:cubicBezTo>
                  <a:cubicBezTo>
                    <a:pt x="45" y="484"/>
                    <a:pt x="73" y="470"/>
                    <a:pt x="104" y="470"/>
                  </a:cubicBezTo>
                  <a:lnTo>
                    <a:pt x="904" y="470"/>
                  </a:lnTo>
                  <a:lnTo>
                    <a:pt x="904" y="100"/>
                  </a:lnTo>
                  <a:cubicBezTo>
                    <a:pt x="904" y="45"/>
                    <a:pt x="949" y="0"/>
                    <a:pt x="1004" y="0"/>
                  </a:cubicBezTo>
                  <a:lnTo>
                    <a:pt x="1764" y="0"/>
                  </a:lnTo>
                  <a:cubicBezTo>
                    <a:pt x="1819" y="0"/>
                    <a:pt x="1864" y="45"/>
                    <a:pt x="1864" y="100"/>
                  </a:cubicBezTo>
                  <a:lnTo>
                    <a:pt x="1864" y="470"/>
                  </a:lnTo>
                  <a:lnTo>
                    <a:pt x="2664" y="470"/>
                  </a:lnTo>
                  <a:cubicBezTo>
                    <a:pt x="2694" y="470"/>
                    <a:pt x="2722" y="483"/>
                    <a:pt x="2741" y="506"/>
                  </a:cubicBezTo>
                  <a:cubicBezTo>
                    <a:pt x="2760" y="529"/>
                    <a:pt x="2768" y="559"/>
                    <a:pt x="2762" y="588"/>
                  </a:cubicBezTo>
                  <a:close/>
                  <a:moveTo>
                    <a:pt x="1104" y="470"/>
                  </a:moveTo>
                  <a:lnTo>
                    <a:pt x="1664" y="470"/>
                  </a:lnTo>
                  <a:lnTo>
                    <a:pt x="1664" y="200"/>
                  </a:lnTo>
                  <a:lnTo>
                    <a:pt x="1104" y="200"/>
                  </a:lnTo>
                  <a:lnTo>
                    <a:pt x="1104" y="47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矩形: 圆角 35"/>
            <p:cNvSpPr/>
            <p:nvPr/>
          </p:nvSpPr>
          <p:spPr>
            <a:xfrm flipH="1">
              <a:off x="660399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8234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2342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9" name="矩形: 圆角 38"/>
            <p:cNvSpPr/>
            <p:nvPr/>
          </p:nvSpPr>
          <p:spPr>
            <a:xfrm>
              <a:off x="936677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/>
            <p:cNvSpPr txBox="1">
              <a:spLocks noChangeAspect="1"/>
            </p:cNvSpPr>
            <p:nvPr/>
          </p:nvSpPr>
          <p:spPr>
            <a:xfrm>
              <a:off x="1492525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626045" y="2761909"/>
              <a:ext cx="192536" cy="211046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矩形: 圆角 29"/>
            <p:cNvSpPr/>
            <p:nvPr/>
          </p:nvSpPr>
          <p:spPr>
            <a:xfrm flipH="1">
              <a:off x="2841757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86370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863700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3" name="矩形: 圆角 32"/>
            <p:cNvSpPr/>
            <p:nvPr/>
          </p:nvSpPr>
          <p:spPr>
            <a:xfrm>
              <a:off x="3118035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02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文本框 33"/>
            <p:cNvSpPr txBox="1">
              <a:spLocks noChangeAspect="1"/>
            </p:cNvSpPr>
            <p:nvPr/>
          </p:nvSpPr>
          <p:spPr>
            <a:xfrm>
              <a:off x="3673883" y="2637644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3807403" y="2765612"/>
              <a:ext cx="192536" cy="203643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矩形: 圆角 23"/>
            <p:cNvSpPr/>
            <p:nvPr/>
          </p:nvSpPr>
          <p:spPr>
            <a:xfrm flipH="1">
              <a:off x="5023115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045058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045058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5299393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/>
            <p:cNvSpPr txBox="1">
              <a:spLocks noChangeAspect="1"/>
            </p:cNvSpPr>
            <p:nvPr/>
          </p:nvSpPr>
          <p:spPr>
            <a:xfrm>
              <a:off x="5855242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5988763" y="2772885"/>
              <a:ext cx="192536" cy="189096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矩形: 圆角 17"/>
            <p:cNvSpPr/>
            <p:nvPr/>
          </p:nvSpPr>
          <p:spPr>
            <a:xfrm flipH="1">
              <a:off x="9385833" y="3396977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407776" y="3668606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{vItem.item5}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407776" y="4300990"/>
              <a:ext cx="2101881" cy="83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{vItem.item5_Desc}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9662111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05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文本框 21"/>
            <p:cNvSpPr txBox="1">
              <a:spLocks noChangeAspect="1"/>
            </p:cNvSpPr>
            <p:nvPr/>
          </p:nvSpPr>
          <p:spPr>
            <a:xfrm>
              <a:off x="10217960" y="2637645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0351481" y="2786726"/>
              <a:ext cx="192536" cy="161414"/>
            </a:xfrm>
            <a:custGeom>
              <a:avLst/>
              <a:gdLst>
                <a:gd name="T0" fmla="*/ 2623 w 2768"/>
                <a:gd name="T1" fmla="*/ 1207 h 2324"/>
                <a:gd name="T2" fmla="*/ 2529 w 2768"/>
                <a:gd name="T3" fmla="*/ 2116 h 2324"/>
                <a:gd name="T4" fmla="*/ 2298 w 2768"/>
                <a:gd name="T5" fmla="*/ 2324 h 2324"/>
                <a:gd name="T6" fmla="*/ 470 w 2768"/>
                <a:gd name="T7" fmla="*/ 2324 h 2324"/>
                <a:gd name="T8" fmla="*/ 239 w 2768"/>
                <a:gd name="T9" fmla="*/ 2116 h 2324"/>
                <a:gd name="T10" fmla="*/ 145 w 2768"/>
                <a:gd name="T11" fmla="*/ 1207 h 2324"/>
                <a:gd name="T12" fmla="*/ 170 w 2768"/>
                <a:gd name="T13" fmla="*/ 1130 h 2324"/>
                <a:gd name="T14" fmla="*/ 244 w 2768"/>
                <a:gd name="T15" fmla="*/ 1097 h 2324"/>
                <a:gd name="T16" fmla="*/ 2524 w 2768"/>
                <a:gd name="T17" fmla="*/ 1097 h 2324"/>
                <a:gd name="T18" fmla="*/ 2598 w 2768"/>
                <a:gd name="T19" fmla="*/ 1130 h 2324"/>
                <a:gd name="T20" fmla="*/ 2623 w 2768"/>
                <a:gd name="T21" fmla="*/ 1207 h 2324"/>
                <a:gd name="T22" fmla="*/ 2762 w 2768"/>
                <a:gd name="T23" fmla="*/ 588 h 2324"/>
                <a:gd name="T24" fmla="*/ 2722 w 2768"/>
                <a:gd name="T25" fmla="*/ 814 h 2324"/>
                <a:gd name="T26" fmla="*/ 2624 w 2768"/>
                <a:gd name="T27" fmla="*/ 897 h 2324"/>
                <a:gd name="T28" fmla="*/ 157 w 2768"/>
                <a:gd name="T29" fmla="*/ 897 h 2324"/>
                <a:gd name="T30" fmla="*/ 60 w 2768"/>
                <a:gd name="T31" fmla="*/ 820 h 2324"/>
                <a:gd name="T32" fmla="*/ 7 w 2768"/>
                <a:gd name="T33" fmla="*/ 593 h 2324"/>
                <a:gd name="T34" fmla="*/ 26 w 2768"/>
                <a:gd name="T35" fmla="*/ 508 h 2324"/>
                <a:gd name="T36" fmla="*/ 104 w 2768"/>
                <a:gd name="T37" fmla="*/ 470 h 2324"/>
                <a:gd name="T38" fmla="*/ 904 w 2768"/>
                <a:gd name="T39" fmla="*/ 470 h 2324"/>
                <a:gd name="T40" fmla="*/ 904 w 2768"/>
                <a:gd name="T41" fmla="*/ 100 h 2324"/>
                <a:gd name="T42" fmla="*/ 1004 w 2768"/>
                <a:gd name="T43" fmla="*/ 0 h 2324"/>
                <a:gd name="T44" fmla="*/ 1764 w 2768"/>
                <a:gd name="T45" fmla="*/ 0 h 2324"/>
                <a:gd name="T46" fmla="*/ 1864 w 2768"/>
                <a:gd name="T47" fmla="*/ 100 h 2324"/>
                <a:gd name="T48" fmla="*/ 1864 w 2768"/>
                <a:gd name="T49" fmla="*/ 470 h 2324"/>
                <a:gd name="T50" fmla="*/ 2664 w 2768"/>
                <a:gd name="T51" fmla="*/ 470 h 2324"/>
                <a:gd name="T52" fmla="*/ 2741 w 2768"/>
                <a:gd name="T53" fmla="*/ 506 h 2324"/>
                <a:gd name="T54" fmla="*/ 2762 w 2768"/>
                <a:gd name="T55" fmla="*/ 588 h 2324"/>
                <a:gd name="T56" fmla="*/ 1104 w 2768"/>
                <a:gd name="T57" fmla="*/ 470 h 2324"/>
                <a:gd name="T58" fmla="*/ 1664 w 2768"/>
                <a:gd name="T59" fmla="*/ 470 h 2324"/>
                <a:gd name="T60" fmla="*/ 1664 w 2768"/>
                <a:gd name="T61" fmla="*/ 200 h 2324"/>
                <a:gd name="T62" fmla="*/ 1104 w 2768"/>
                <a:gd name="T63" fmla="*/ 200 h 2324"/>
                <a:gd name="T64" fmla="*/ 1104 w 2768"/>
                <a:gd name="T65" fmla="*/ 470 h 2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68" h="2324">
                  <a:moveTo>
                    <a:pt x="2623" y="1207"/>
                  </a:moveTo>
                  <a:lnTo>
                    <a:pt x="2529" y="2116"/>
                  </a:lnTo>
                  <a:cubicBezTo>
                    <a:pt x="2517" y="2234"/>
                    <a:pt x="2418" y="2324"/>
                    <a:pt x="2298" y="2324"/>
                  </a:cubicBezTo>
                  <a:lnTo>
                    <a:pt x="470" y="2324"/>
                  </a:lnTo>
                  <a:cubicBezTo>
                    <a:pt x="350" y="2324"/>
                    <a:pt x="251" y="2234"/>
                    <a:pt x="239" y="2116"/>
                  </a:cubicBezTo>
                  <a:lnTo>
                    <a:pt x="145" y="1207"/>
                  </a:lnTo>
                  <a:cubicBezTo>
                    <a:pt x="142" y="1179"/>
                    <a:pt x="151" y="1151"/>
                    <a:pt x="170" y="1130"/>
                  </a:cubicBezTo>
                  <a:cubicBezTo>
                    <a:pt x="189" y="1109"/>
                    <a:pt x="216" y="1097"/>
                    <a:pt x="244" y="1097"/>
                  </a:cubicBezTo>
                  <a:lnTo>
                    <a:pt x="2524" y="1097"/>
                  </a:lnTo>
                  <a:cubicBezTo>
                    <a:pt x="2552" y="1097"/>
                    <a:pt x="2579" y="1109"/>
                    <a:pt x="2598" y="1130"/>
                  </a:cubicBezTo>
                  <a:cubicBezTo>
                    <a:pt x="2617" y="1151"/>
                    <a:pt x="2626" y="1179"/>
                    <a:pt x="2623" y="1207"/>
                  </a:cubicBezTo>
                  <a:close/>
                  <a:moveTo>
                    <a:pt x="2762" y="588"/>
                  </a:moveTo>
                  <a:lnTo>
                    <a:pt x="2722" y="814"/>
                  </a:lnTo>
                  <a:cubicBezTo>
                    <a:pt x="2714" y="862"/>
                    <a:pt x="2673" y="897"/>
                    <a:pt x="2624" y="897"/>
                  </a:cubicBezTo>
                  <a:lnTo>
                    <a:pt x="157" y="897"/>
                  </a:lnTo>
                  <a:cubicBezTo>
                    <a:pt x="111" y="897"/>
                    <a:pt x="71" y="865"/>
                    <a:pt x="60" y="820"/>
                  </a:cubicBezTo>
                  <a:lnTo>
                    <a:pt x="7" y="593"/>
                  </a:lnTo>
                  <a:cubicBezTo>
                    <a:pt x="0" y="564"/>
                    <a:pt x="7" y="532"/>
                    <a:pt x="26" y="508"/>
                  </a:cubicBezTo>
                  <a:cubicBezTo>
                    <a:pt x="45" y="484"/>
                    <a:pt x="73" y="470"/>
                    <a:pt x="104" y="470"/>
                  </a:cubicBezTo>
                  <a:lnTo>
                    <a:pt x="904" y="470"/>
                  </a:lnTo>
                  <a:lnTo>
                    <a:pt x="904" y="100"/>
                  </a:lnTo>
                  <a:cubicBezTo>
                    <a:pt x="904" y="45"/>
                    <a:pt x="949" y="0"/>
                    <a:pt x="1004" y="0"/>
                  </a:cubicBezTo>
                  <a:lnTo>
                    <a:pt x="1764" y="0"/>
                  </a:lnTo>
                  <a:cubicBezTo>
                    <a:pt x="1819" y="0"/>
                    <a:pt x="1864" y="45"/>
                    <a:pt x="1864" y="100"/>
                  </a:cubicBezTo>
                  <a:lnTo>
                    <a:pt x="1864" y="470"/>
                  </a:lnTo>
                  <a:lnTo>
                    <a:pt x="2664" y="470"/>
                  </a:lnTo>
                  <a:cubicBezTo>
                    <a:pt x="2694" y="470"/>
                    <a:pt x="2722" y="483"/>
                    <a:pt x="2741" y="506"/>
                  </a:cubicBezTo>
                  <a:cubicBezTo>
                    <a:pt x="2760" y="529"/>
                    <a:pt x="2768" y="559"/>
                    <a:pt x="2762" y="588"/>
                  </a:cubicBezTo>
                  <a:close/>
                  <a:moveTo>
                    <a:pt x="1104" y="470"/>
                  </a:moveTo>
                  <a:lnTo>
                    <a:pt x="1664" y="470"/>
                  </a:lnTo>
                  <a:lnTo>
                    <a:pt x="1664" y="200"/>
                  </a:lnTo>
                  <a:lnTo>
                    <a:pt x="1104" y="200"/>
                  </a:lnTo>
                  <a:lnTo>
                    <a:pt x="1104" y="47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list1-5</a:t>
            </a:r>
            <a:endParaRPr lang="en-US" sz="1050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16F5C64-61EA-74CD-5D59-3B1B7E40154D}"/>
              </a:ext>
            </a:extLst>
          </p:cNvPr>
          <p:cNvSpPr txBox="1">
            <a:spLocks/>
          </p:cNvSpPr>
          <p:nvPr/>
        </p:nvSpPr>
        <p:spPr>
          <a:xfrm>
            <a:off x="660400" y="128270"/>
            <a:ext cx="10858500" cy="606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{slideTitle}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0" y="1563590"/>
            <a:ext cx="12192000" cy="3957488"/>
            <a:chOff x="0" y="1942050"/>
            <a:chExt cx="12192000" cy="3957488"/>
          </a:xfrm>
        </p:grpSpPr>
        <p:cxnSp>
          <p:nvCxnSpPr>
            <p:cNvPr id="8" name="直接连接符 7"/>
            <p:cNvCxnSpPr/>
            <p:nvPr>
              <p:custDataLst>
                <p:tags r:id="rId2"/>
              </p:custDataLst>
            </p:nvPr>
          </p:nvCxnSpPr>
          <p:spPr>
            <a:xfrm>
              <a:off x="0" y="3298648"/>
              <a:ext cx="12192000" cy="0"/>
            </a:xfrm>
            <a:prstGeom prst="line">
              <a:avLst/>
            </a:prstGeom>
            <a:ln w="25400">
              <a:solidFill>
                <a:schemeClr val="accent1">
                  <a:alpha val="50000"/>
                </a:schemeClr>
              </a:solidFill>
              <a:headEnd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/>
            <p:nvPr/>
          </p:nvGrpSpPr>
          <p:grpSpPr>
            <a:xfrm>
              <a:off x="1697090" y="1942050"/>
              <a:ext cx="2123832" cy="3957486"/>
              <a:chOff x="671361" y="2176615"/>
              <a:chExt cx="2123832" cy="3957486"/>
            </a:xfrm>
          </p:grpSpPr>
          <p:cxnSp>
            <p:nvCxnSpPr>
              <p:cNvPr id="47" name="直接连接符 46"/>
              <p:cNvCxnSpPr>
                <a:endCxn id="53" idx="0"/>
              </p:cNvCxnSpPr>
              <p:nvPr>
                <p:custDataLst>
                  <p:tags r:id="rId17"/>
                </p:custDataLst>
              </p:nvPr>
            </p:nvCxnSpPr>
            <p:spPr>
              <a:xfrm flipH="1">
                <a:off x="1733283" y="2828581"/>
                <a:ext cx="3577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组合 47"/>
              <p:cNvGrpSpPr>
                <a:grpSpLocks noChangeAspect="1"/>
              </p:cNvGrpSpPr>
              <p:nvPr/>
            </p:nvGrpSpPr>
            <p:grpSpPr>
              <a:xfrm>
                <a:off x="671361" y="2176615"/>
                <a:ext cx="2123832" cy="3957486"/>
                <a:chOff x="4841900" y="138860"/>
                <a:chExt cx="2495488" cy="4650019"/>
              </a:xfrm>
            </p:grpSpPr>
            <p:sp>
              <p:nvSpPr>
                <p:cNvPr id="49" name="矩形: 圆角 48"/>
                <p:cNvSpPr/>
                <p:nvPr>
                  <p:custDataLst>
                    <p:tags r:id="rId18"/>
                  </p:custDataLst>
                </p:nvPr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0" name="文本框 49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4841900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1" name="文本框 50"/>
                <p:cNvSpPr txBox="1"/>
                <p:nvPr>
                  <p:custDataLst>
                    <p:tags r:id="rId20"/>
                  </p:custDataLst>
                </p:nvPr>
              </p:nvSpPr>
              <p:spPr>
                <a:xfrm>
                  <a:off x="4841904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2" name="箭头: V 形 51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4981387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01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文本框 52"/>
                <p:cNvSpPr txBox="1">
                  <a:spLocks noChangeAspect="1"/>
                </p:cNvSpPr>
                <p:nvPr>
                  <p:custDataLst>
                    <p:tags r:id="rId22"/>
                  </p:custDataLst>
                </p:nvPr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4" name="任意多边形: 形状 53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5976535" y="1631403"/>
                  <a:ext cx="226228" cy="247978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129270" y="1942050"/>
              <a:ext cx="2123830" cy="3957486"/>
              <a:chOff x="2852722" y="2176615"/>
              <a:chExt cx="2123830" cy="3957486"/>
            </a:xfrm>
          </p:grpSpPr>
          <p:grpSp>
            <p:nvGrpSpPr>
              <p:cNvPr id="39" name="组合 38"/>
              <p:cNvGrpSpPr>
                <a:grpSpLocks noChangeAspect="1"/>
              </p:cNvGrpSpPr>
              <p:nvPr/>
            </p:nvGrpSpPr>
            <p:grpSpPr>
              <a:xfrm>
                <a:off x="2852722" y="2176615"/>
                <a:ext cx="2123830" cy="3957486"/>
                <a:chOff x="4841903" y="138860"/>
                <a:chExt cx="2495485" cy="4650019"/>
              </a:xfrm>
            </p:grpSpPr>
            <p:sp>
              <p:nvSpPr>
                <p:cNvPr id="41" name="矩形: 圆角 40"/>
                <p:cNvSpPr/>
                <p:nvPr>
                  <p:custDataLst>
                    <p:tags r:id="rId11"/>
                  </p:custDataLst>
                </p:nvPr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42" name="文本框 41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文本框 42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箭头: V 形 43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02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" name="文本框 44"/>
                <p:cNvSpPr txBox="1">
                  <a:spLocks noChangeAspect="1"/>
                </p:cNvSpPr>
                <p:nvPr>
                  <p:custDataLst>
                    <p:tags r:id="rId15"/>
                  </p:custDataLst>
                </p:nvPr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46" name="任意多边形: 形状 45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5976535" y="1635754"/>
                  <a:ext cx="226228" cy="239279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40" name="直接连接符 39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3941265" y="2828581"/>
                <a:ext cx="0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>
              <a:off x="8561448" y="1942050"/>
              <a:ext cx="2123830" cy="3957488"/>
              <a:chOff x="5034080" y="2176615"/>
              <a:chExt cx="2123830" cy="3957488"/>
            </a:xfrm>
          </p:grpSpPr>
          <p:grpSp>
            <p:nvGrpSpPr>
              <p:cNvPr id="31" name="组合 30"/>
              <p:cNvGrpSpPr>
                <a:grpSpLocks noChangeAspect="1"/>
              </p:cNvGrpSpPr>
              <p:nvPr/>
            </p:nvGrpSpPr>
            <p:grpSpPr>
              <a:xfrm>
                <a:off x="5034080" y="2176615"/>
                <a:ext cx="2123830" cy="3957488"/>
                <a:chOff x="4841903" y="138860"/>
                <a:chExt cx="2495485" cy="4650021"/>
              </a:xfrm>
            </p:grpSpPr>
            <p:sp>
              <p:nvSpPr>
                <p:cNvPr id="33" name="矩形: 圆角 32"/>
                <p:cNvSpPr/>
                <p:nvPr>
                  <p:custDataLst>
                    <p:tags r:id="rId4"/>
                  </p:custDataLst>
                </p:nvPr>
              </p:nvSpPr>
              <p:spPr>
                <a:xfrm flipH="1">
                  <a:off x="4841906" y="1866487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4" name="文本框 33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箭头: V 形 3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03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" name="文本框 36"/>
                <p:cNvSpPr txBox="1">
                  <a:spLocks noChangeAspect="1"/>
                </p:cNvSpPr>
                <p:nvPr>
                  <p:custDataLst>
                    <p:tags r:id="rId8"/>
                  </p:custDataLst>
                </p:nvPr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8" name="任意多边形: 形状 37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976538" y="1644299"/>
                  <a:ext cx="226228" cy="222187"/>
                </a:xfrm>
                <a:custGeom>
                  <a:avLst/>
                  <a:gdLst>
                    <a:gd name="connsiteX0" fmla="*/ 343764 w 533400"/>
                    <a:gd name="connsiteY0" fmla="*/ 276846 h 523875"/>
                    <a:gd name="connsiteX1" fmla="*/ 372339 w 533400"/>
                    <a:gd name="connsiteY1" fmla="*/ 305421 h 523875"/>
                    <a:gd name="connsiteX2" fmla="*/ 372339 w 533400"/>
                    <a:gd name="connsiteY2" fmla="*/ 495921 h 523875"/>
                    <a:gd name="connsiteX3" fmla="*/ 343764 w 533400"/>
                    <a:gd name="connsiteY3" fmla="*/ 524496 h 523875"/>
                    <a:gd name="connsiteX4" fmla="*/ 191364 w 533400"/>
                    <a:gd name="connsiteY4" fmla="*/ 524496 h 523875"/>
                    <a:gd name="connsiteX5" fmla="*/ 162789 w 533400"/>
                    <a:gd name="connsiteY5" fmla="*/ 495921 h 523875"/>
                    <a:gd name="connsiteX6" fmla="*/ 162789 w 533400"/>
                    <a:gd name="connsiteY6" fmla="*/ 305421 h 523875"/>
                    <a:gd name="connsiteX7" fmla="*/ 191364 w 533400"/>
                    <a:gd name="connsiteY7" fmla="*/ 276846 h 523875"/>
                    <a:gd name="connsiteX8" fmla="*/ 343764 w 533400"/>
                    <a:gd name="connsiteY8" fmla="*/ 276846 h 523875"/>
                    <a:gd name="connsiteX9" fmla="*/ 143739 w 533400"/>
                    <a:gd name="connsiteY9" fmla="*/ 114921 h 523875"/>
                    <a:gd name="connsiteX10" fmla="*/ 179934 w 533400"/>
                    <a:gd name="connsiteY10" fmla="*/ 153021 h 523875"/>
                    <a:gd name="connsiteX11" fmla="*/ 181839 w 533400"/>
                    <a:gd name="connsiteY11" fmla="*/ 153021 h 523875"/>
                    <a:gd name="connsiteX12" fmla="*/ 353289 w 533400"/>
                    <a:gd name="connsiteY12" fmla="*/ 153021 h 523875"/>
                    <a:gd name="connsiteX13" fmla="*/ 391389 w 533400"/>
                    <a:gd name="connsiteY13" fmla="*/ 116826 h 523875"/>
                    <a:gd name="connsiteX14" fmla="*/ 391389 w 533400"/>
                    <a:gd name="connsiteY14" fmla="*/ 114921 h 523875"/>
                    <a:gd name="connsiteX15" fmla="*/ 505689 w 533400"/>
                    <a:gd name="connsiteY15" fmla="*/ 114921 h 523875"/>
                    <a:gd name="connsiteX16" fmla="*/ 534264 w 533400"/>
                    <a:gd name="connsiteY16" fmla="*/ 143496 h 523875"/>
                    <a:gd name="connsiteX17" fmla="*/ 534264 w 533400"/>
                    <a:gd name="connsiteY17" fmla="*/ 381621 h 523875"/>
                    <a:gd name="connsiteX18" fmla="*/ 505689 w 533400"/>
                    <a:gd name="connsiteY18" fmla="*/ 410196 h 523875"/>
                    <a:gd name="connsiteX19" fmla="*/ 391389 w 533400"/>
                    <a:gd name="connsiteY19" fmla="*/ 410196 h 523875"/>
                    <a:gd name="connsiteX20" fmla="*/ 391389 w 533400"/>
                    <a:gd name="connsiteY20" fmla="*/ 295896 h 523875"/>
                    <a:gd name="connsiteX21" fmla="*/ 355194 w 533400"/>
                    <a:gd name="connsiteY21" fmla="*/ 257796 h 523875"/>
                    <a:gd name="connsiteX22" fmla="*/ 353289 w 533400"/>
                    <a:gd name="connsiteY22" fmla="*/ 257796 h 523875"/>
                    <a:gd name="connsiteX23" fmla="*/ 181839 w 533400"/>
                    <a:gd name="connsiteY23" fmla="*/ 257796 h 523875"/>
                    <a:gd name="connsiteX24" fmla="*/ 143739 w 533400"/>
                    <a:gd name="connsiteY24" fmla="*/ 293991 h 523875"/>
                    <a:gd name="connsiteX25" fmla="*/ 143739 w 533400"/>
                    <a:gd name="connsiteY25" fmla="*/ 295896 h 523875"/>
                    <a:gd name="connsiteX26" fmla="*/ 143739 w 533400"/>
                    <a:gd name="connsiteY26" fmla="*/ 410196 h 523875"/>
                    <a:gd name="connsiteX27" fmla="*/ 29439 w 533400"/>
                    <a:gd name="connsiteY27" fmla="*/ 410196 h 523875"/>
                    <a:gd name="connsiteX28" fmla="*/ 864 w 533400"/>
                    <a:gd name="connsiteY28" fmla="*/ 381621 h 523875"/>
                    <a:gd name="connsiteX29" fmla="*/ 864 w 533400"/>
                    <a:gd name="connsiteY29" fmla="*/ 201599 h 523875"/>
                    <a:gd name="connsiteX30" fmla="*/ 11342 w 533400"/>
                    <a:gd name="connsiteY30" fmla="*/ 175881 h 523875"/>
                    <a:gd name="connsiteX31" fmla="*/ 56109 w 533400"/>
                    <a:gd name="connsiteY31" fmla="*/ 127304 h 523875"/>
                    <a:gd name="connsiteX32" fmla="*/ 83732 w 533400"/>
                    <a:gd name="connsiteY32" fmla="*/ 114921 h 523875"/>
                    <a:gd name="connsiteX33" fmla="*/ 143739 w 533400"/>
                    <a:gd name="connsiteY33" fmla="*/ 114921 h 523875"/>
                    <a:gd name="connsiteX34" fmla="*/ 462827 w 533400"/>
                    <a:gd name="connsiteY34" fmla="*/ 172071 h 523875"/>
                    <a:gd name="connsiteX35" fmla="*/ 448539 w 533400"/>
                    <a:gd name="connsiteY35" fmla="*/ 186359 h 523875"/>
                    <a:gd name="connsiteX36" fmla="*/ 462827 w 533400"/>
                    <a:gd name="connsiteY36" fmla="*/ 200646 h 523875"/>
                    <a:gd name="connsiteX37" fmla="*/ 477114 w 533400"/>
                    <a:gd name="connsiteY37" fmla="*/ 186359 h 523875"/>
                    <a:gd name="connsiteX38" fmla="*/ 462827 w 533400"/>
                    <a:gd name="connsiteY38" fmla="*/ 172071 h 523875"/>
                    <a:gd name="connsiteX39" fmla="*/ 343764 w 533400"/>
                    <a:gd name="connsiteY39" fmla="*/ 621 h 523875"/>
                    <a:gd name="connsiteX40" fmla="*/ 372339 w 533400"/>
                    <a:gd name="connsiteY40" fmla="*/ 29196 h 523875"/>
                    <a:gd name="connsiteX41" fmla="*/ 372339 w 533400"/>
                    <a:gd name="connsiteY41" fmla="*/ 105396 h 523875"/>
                    <a:gd name="connsiteX42" fmla="*/ 343764 w 533400"/>
                    <a:gd name="connsiteY42" fmla="*/ 133971 h 523875"/>
                    <a:gd name="connsiteX43" fmla="*/ 191364 w 533400"/>
                    <a:gd name="connsiteY43" fmla="*/ 133971 h 523875"/>
                    <a:gd name="connsiteX44" fmla="*/ 162789 w 533400"/>
                    <a:gd name="connsiteY44" fmla="*/ 105396 h 523875"/>
                    <a:gd name="connsiteX45" fmla="*/ 162789 w 533400"/>
                    <a:gd name="connsiteY45" fmla="*/ 29196 h 523875"/>
                    <a:gd name="connsiteX46" fmla="*/ 191364 w 533400"/>
                    <a:gd name="connsiteY46" fmla="*/ 621 h 523875"/>
                    <a:gd name="connsiteX47" fmla="*/ 343764 w 533400"/>
                    <a:gd name="connsiteY47" fmla="*/ 62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33400" h="523875">
                      <a:moveTo>
                        <a:pt x="343764" y="276846"/>
                      </a:moveTo>
                      <a:cubicBezTo>
                        <a:pt x="359957" y="276846"/>
                        <a:pt x="372339" y="289229"/>
                        <a:pt x="372339" y="305421"/>
                      </a:cubicBezTo>
                      <a:lnTo>
                        <a:pt x="372339" y="495921"/>
                      </a:lnTo>
                      <a:cubicBezTo>
                        <a:pt x="372339" y="512114"/>
                        <a:pt x="359957" y="524496"/>
                        <a:pt x="343764" y="524496"/>
                      </a:cubicBezTo>
                      <a:lnTo>
                        <a:pt x="191364" y="524496"/>
                      </a:lnTo>
                      <a:cubicBezTo>
                        <a:pt x="175171" y="524496"/>
                        <a:pt x="162789" y="512114"/>
                        <a:pt x="162789" y="495921"/>
                      </a:cubicBezTo>
                      <a:lnTo>
                        <a:pt x="162789" y="305421"/>
                      </a:lnTo>
                      <a:cubicBezTo>
                        <a:pt x="162789" y="289229"/>
                        <a:pt x="175171" y="276846"/>
                        <a:pt x="191364" y="276846"/>
                      </a:cubicBezTo>
                      <a:lnTo>
                        <a:pt x="343764" y="276846"/>
                      </a:lnTo>
                      <a:close/>
                      <a:moveTo>
                        <a:pt x="143739" y="114921"/>
                      </a:moveTo>
                      <a:cubicBezTo>
                        <a:pt x="143739" y="134924"/>
                        <a:pt x="159932" y="152069"/>
                        <a:pt x="179934" y="153021"/>
                      </a:cubicBezTo>
                      <a:lnTo>
                        <a:pt x="181839" y="153021"/>
                      </a:lnTo>
                      <a:lnTo>
                        <a:pt x="353289" y="153021"/>
                      </a:lnTo>
                      <a:cubicBezTo>
                        <a:pt x="373292" y="153021"/>
                        <a:pt x="390436" y="136829"/>
                        <a:pt x="391389" y="116826"/>
                      </a:cubicBezTo>
                      <a:lnTo>
                        <a:pt x="391389" y="114921"/>
                      </a:lnTo>
                      <a:lnTo>
                        <a:pt x="505689" y="114921"/>
                      </a:lnTo>
                      <a:cubicBezTo>
                        <a:pt x="521882" y="114921"/>
                        <a:pt x="534264" y="127304"/>
                        <a:pt x="534264" y="143496"/>
                      </a:cubicBezTo>
                      <a:lnTo>
                        <a:pt x="534264" y="381621"/>
                      </a:lnTo>
                      <a:cubicBezTo>
                        <a:pt x="534264" y="397814"/>
                        <a:pt x="521882" y="410196"/>
                        <a:pt x="505689" y="410196"/>
                      </a:cubicBezTo>
                      <a:lnTo>
                        <a:pt x="391389" y="410196"/>
                      </a:lnTo>
                      <a:lnTo>
                        <a:pt x="391389" y="295896"/>
                      </a:lnTo>
                      <a:cubicBezTo>
                        <a:pt x="391389" y="275894"/>
                        <a:pt x="375196" y="258749"/>
                        <a:pt x="355194" y="257796"/>
                      </a:cubicBezTo>
                      <a:lnTo>
                        <a:pt x="353289" y="257796"/>
                      </a:lnTo>
                      <a:lnTo>
                        <a:pt x="181839" y="257796"/>
                      </a:lnTo>
                      <a:cubicBezTo>
                        <a:pt x="161836" y="257796"/>
                        <a:pt x="144692" y="273989"/>
                        <a:pt x="143739" y="293991"/>
                      </a:cubicBezTo>
                      <a:lnTo>
                        <a:pt x="143739" y="295896"/>
                      </a:lnTo>
                      <a:lnTo>
                        <a:pt x="143739" y="410196"/>
                      </a:lnTo>
                      <a:lnTo>
                        <a:pt x="29439" y="410196"/>
                      </a:lnTo>
                      <a:cubicBezTo>
                        <a:pt x="13246" y="410196"/>
                        <a:pt x="864" y="397814"/>
                        <a:pt x="864" y="381621"/>
                      </a:cubicBezTo>
                      <a:lnTo>
                        <a:pt x="864" y="201599"/>
                      </a:lnTo>
                      <a:cubicBezTo>
                        <a:pt x="864" y="192074"/>
                        <a:pt x="4674" y="182549"/>
                        <a:pt x="11342" y="175881"/>
                      </a:cubicBezTo>
                      <a:lnTo>
                        <a:pt x="56109" y="127304"/>
                      </a:lnTo>
                      <a:cubicBezTo>
                        <a:pt x="63729" y="119684"/>
                        <a:pt x="73254" y="114921"/>
                        <a:pt x="83732" y="114921"/>
                      </a:cubicBezTo>
                      <a:lnTo>
                        <a:pt x="143739" y="114921"/>
                      </a:lnTo>
                      <a:close/>
                      <a:moveTo>
                        <a:pt x="462827" y="172071"/>
                      </a:moveTo>
                      <a:cubicBezTo>
                        <a:pt x="455207" y="172071"/>
                        <a:pt x="448539" y="178739"/>
                        <a:pt x="448539" y="186359"/>
                      </a:cubicBezTo>
                      <a:cubicBezTo>
                        <a:pt x="448539" y="193979"/>
                        <a:pt x="455207" y="200646"/>
                        <a:pt x="462827" y="200646"/>
                      </a:cubicBezTo>
                      <a:cubicBezTo>
                        <a:pt x="470446" y="200646"/>
                        <a:pt x="477114" y="193979"/>
                        <a:pt x="477114" y="186359"/>
                      </a:cubicBezTo>
                      <a:cubicBezTo>
                        <a:pt x="477114" y="178739"/>
                        <a:pt x="470446" y="172071"/>
                        <a:pt x="462827" y="172071"/>
                      </a:cubicBezTo>
                      <a:close/>
                      <a:moveTo>
                        <a:pt x="343764" y="621"/>
                      </a:moveTo>
                      <a:cubicBezTo>
                        <a:pt x="359957" y="621"/>
                        <a:pt x="372339" y="13004"/>
                        <a:pt x="372339" y="29196"/>
                      </a:cubicBezTo>
                      <a:lnTo>
                        <a:pt x="372339" y="105396"/>
                      </a:lnTo>
                      <a:cubicBezTo>
                        <a:pt x="372339" y="121589"/>
                        <a:pt x="359957" y="133971"/>
                        <a:pt x="343764" y="133971"/>
                      </a:cubicBezTo>
                      <a:lnTo>
                        <a:pt x="191364" y="133971"/>
                      </a:lnTo>
                      <a:cubicBezTo>
                        <a:pt x="175171" y="133971"/>
                        <a:pt x="162789" y="121589"/>
                        <a:pt x="162789" y="105396"/>
                      </a:cubicBezTo>
                      <a:lnTo>
                        <a:pt x="162789" y="29196"/>
                      </a:lnTo>
                      <a:cubicBezTo>
                        <a:pt x="162789" y="13004"/>
                        <a:pt x="175171" y="621"/>
                        <a:pt x="191364" y="621"/>
                      </a:cubicBezTo>
                      <a:lnTo>
                        <a:pt x="343764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32" name="直接连接符 31"/>
              <p:cNvCxnSpPr/>
              <p:nvPr>
                <p:custDataLst>
                  <p:tags r:id="rId3"/>
                </p:custDataLst>
              </p:nvPr>
            </p:nvCxnSpPr>
            <p:spPr>
              <a:xfrm flipH="1">
                <a:off x="6113012" y="2828581"/>
                <a:ext cx="1104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progress2-3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01B8F70-3A1B-23A1-B3C9-246DAA8D8A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1"/>
            </p:custDataLst>
          </p:nvPr>
        </p:nvCxnSpPr>
        <p:spPr>
          <a:xfrm>
            <a:off x="0" y="2894237"/>
            <a:ext cx="12192000" cy="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758828" y="1537639"/>
            <a:ext cx="2123832" cy="3957486"/>
            <a:chOff x="671361" y="2176615"/>
            <a:chExt cx="2123832" cy="3957486"/>
          </a:xfrm>
        </p:grpSpPr>
        <p:cxnSp>
          <p:nvCxnSpPr>
            <p:cNvPr id="47" name="直接连接符 46"/>
            <p:cNvCxnSpPr>
              <a:endCxn id="53" idx="0"/>
            </p:cNvCxnSpPr>
            <p:nvPr>
              <p:custDataLst>
                <p:tags r:id="rId27"/>
              </p:custDataLst>
            </p:nvPr>
          </p:nvCxnSpPr>
          <p:spPr>
            <a:xfrm flipH="1">
              <a:off x="1733283" y="2828581"/>
              <a:ext cx="3577" cy="494025"/>
            </a:xfrm>
            <a:prstGeom prst="line">
              <a:avLst/>
            </a:prstGeom>
            <a:ln w="31750">
              <a:solidFill>
                <a:schemeClr val="accent1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组合 47"/>
            <p:cNvGrpSpPr>
              <a:grpSpLocks noChangeAspect="1"/>
            </p:cNvGrpSpPr>
            <p:nvPr/>
          </p:nvGrpSpPr>
          <p:grpSpPr>
            <a:xfrm>
              <a:off x="671361" y="2176615"/>
              <a:ext cx="2123832" cy="3957486"/>
              <a:chOff x="4841900" y="138860"/>
              <a:chExt cx="2495488" cy="4650019"/>
            </a:xfrm>
          </p:grpSpPr>
          <p:sp>
            <p:nvSpPr>
              <p:cNvPr id="49" name="矩形: 圆角 48"/>
              <p:cNvSpPr/>
              <p:nvPr>
                <p:custDataLst>
                  <p:tags r:id="rId28"/>
                </p:custDataLst>
              </p:nvPr>
            </p:nvSpPr>
            <p:spPr>
              <a:xfrm flipH="1">
                <a:off x="4841906" y="1866485"/>
                <a:ext cx="2495482" cy="292239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50" name="文本框 49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4841900" y="2336988"/>
                <a:ext cx="2493455" cy="743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4841904" y="3080035"/>
                <a:ext cx="2493455" cy="1487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2" name="箭头: V 形 51"/>
              <p:cNvSpPr/>
              <p:nvPr>
                <p:custDataLst>
                  <p:tags r:id="rId31"/>
                </p:custDataLst>
              </p:nvPr>
            </p:nvSpPr>
            <p:spPr>
              <a:xfrm>
                <a:off x="4981387" y="138860"/>
                <a:ext cx="2254901" cy="710912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文本框 52"/>
              <p:cNvSpPr txBox="1">
                <a:spLocks noChangeAspect="1"/>
              </p:cNvSpPr>
              <p:nvPr>
                <p:custDataLst>
                  <p:tags r:id="rId32"/>
                </p:custDataLst>
              </p:nvPr>
            </p:nvSpPr>
            <p:spPr>
              <a:xfrm>
                <a:off x="5819650" y="1485392"/>
                <a:ext cx="540000" cy="540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54" name="任意多边形: 形状 53"/>
              <p:cNvSpPr/>
              <p:nvPr>
                <p:custDataLst>
                  <p:tags r:id="rId33"/>
                </p:custDataLst>
              </p:nvPr>
            </p:nvSpPr>
            <p:spPr>
              <a:xfrm>
                <a:off x="5976535" y="1631403"/>
                <a:ext cx="226228" cy="247978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3549794" y="1537639"/>
            <a:ext cx="2123830" cy="3957486"/>
            <a:chOff x="2852722" y="2176615"/>
            <a:chExt cx="2123830" cy="3957486"/>
          </a:xfrm>
        </p:grpSpPr>
        <p:grpSp>
          <p:nvGrpSpPr>
            <p:cNvPr id="39" name="组合 38"/>
            <p:cNvGrpSpPr>
              <a:grpSpLocks noChangeAspect="1"/>
            </p:cNvGrpSpPr>
            <p:nvPr/>
          </p:nvGrpSpPr>
          <p:grpSpPr>
            <a:xfrm>
              <a:off x="2852722" y="2176615"/>
              <a:ext cx="2123830" cy="3957486"/>
              <a:chOff x="4841903" y="138860"/>
              <a:chExt cx="2495485" cy="4650019"/>
            </a:xfrm>
          </p:grpSpPr>
          <p:sp>
            <p:nvSpPr>
              <p:cNvPr id="41" name="矩形: 圆角 40"/>
              <p:cNvSpPr/>
              <p:nvPr>
                <p:custDataLst>
                  <p:tags r:id="rId21"/>
                </p:custDataLst>
              </p:nvPr>
            </p:nvSpPr>
            <p:spPr>
              <a:xfrm flipH="1">
                <a:off x="4841906" y="1866485"/>
                <a:ext cx="2495482" cy="292239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42" name="文本框 41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4841904" y="2336988"/>
                <a:ext cx="2493455" cy="743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4841903" y="3080035"/>
                <a:ext cx="2493455" cy="1487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44" name="箭头: V 形 43"/>
              <p:cNvSpPr/>
              <p:nvPr>
                <p:custDataLst>
                  <p:tags r:id="rId24"/>
                </p:custDataLst>
              </p:nvPr>
            </p:nvSpPr>
            <p:spPr>
              <a:xfrm>
                <a:off x="4962200" y="138860"/>
                <a:ext cx="2254901" cy="710912"/>
              </a:xfrm>
              <a:prstGeom prst="chevron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02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/>
              <p:cNvSpPr txBox="1">
                <a:spLocks noChangeAspec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5819650" y="1485392"/>
                <a:ext cx="540000" cy="540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26"/>
                </p:custDataLst>
              </p:nvPr>
            </p:nvSpPr>
            <p:spPr>
              <a:xfrm>
                <a:off x="5976535" y="1635754"/>
                <a:ext cx="226228" cy="239279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40" name="直接连接符 39"/>
            <p:cNvCxnSpPr/>
            <p:nvPr>
              <p:custDataLst>
                <p:tags r:id="rId20"/>
              </p:custDataLst>
            </p:nvPr>
          </p:nvCxnSpPr>
          <p:spPr>
            <a:xfrm>
              <a:off x="3941265" y="2828581"/>
              <a:ext cx="0" cy="494025"/>
            </a:xfrm>
            <a:prstGeom prst="line">
              <a:avLst/>
            </a:prstGeom>
            <a:ln w="31750">
              <a:solidFill>
                <a:schemeClr val="accent2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6340758" y="1537639"/>
            <a:ext cx="2123830" cy="3957488"/>
            <a:chOff x="5034080" y="2176615"/>
            <a:chExt cx="2123830" cy="3957488"/>
          </a:xfrm>
        </p:grpSpPr>
        <p:grpSp>
          <p:nvGrpSpPr>
            <p:cNvPr id="31" name="组合 30"/>
            <p:cNvGrpSpPr>
              <a:grpSpLocks noChangeAspect="1"/>
            </p:cNvGrpSpPr>
            <p:nvPr/>
          </p:nvGrpSpPr>
          <p:grpSpPr>
            <a:xfrm>
              <a:off x="5034080" y="2176615"/>
              <a:ext cx="2123830" cy="3957488"/>
              <a:chOff x="4841903" y="138860"/>
              <a:chExt cx="2495485" cy="4650021"/>
            </a:xfrm>
          </p:grpSpPr>
          <p:sp>
            <p:nvSpPr>
              <p:cNvPr id="33" name="矩形: 圆角 32"/>
              <p:cNvSpPr/>
              <p:nvPr>
                <p:custDataLst>
                  <p:tags r:id="rId14"/>
                </p:custDataLst>
              </p:nvPr>
            </p:nvSpPr>
            <p:spPr>
              <a:xfrm flipH="1">
                <a:off x="4841906" y="1866487"/>
                <a:ext cx="2495482" cy="292239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4841904" y="2336988"/>
                <a:ext cx="2493455" cy="743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4841903" y="3080035"/>
                <a:ext cx="2493455" cy="1487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6" name="箭头: V 形 35"/>
              <p:cNvSpPr/>
              <p:nvPr>
                <p:custDataLst>
                  <p:tags r:id="rId17"/>
                </p:custDataLst>
              </p:nvPr>
            </p:nvSpPr>
            <p:spPr>
              <a:xfrm>
                <a:off x="4962200" y="138860"/>
                <a:ext cx="2254901" cy="710912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03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文本框 36"/>
              <p:cNvSpPr txBox="1">
                <a:spLocks noChangeAspec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5819652" y="1485392"/>
                <a:ext cx="540000" cy="540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8" name="任意多边形: 形状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5976538" y="1644299"/>
                <a:ext cx="226228" cy="222187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32" name="直接连接符 31"/>
            <p:cNvCxnSpPr/>
            <p:nvPr>
              <p:custDataLst>
                <p:tags r:id="rId13"/>
              </p:custDataLst>
            </p:nvPr>
          </p:nvCxnSpPr>
          <p:spPr>
            <a:xfrm flipH="1">
              <a:off x="6113012" y="2828581"/>
              <a:ext cx="1104" cy="494025"/>
            </a:xfrm>
            <a:prstGeom prst="line">
              <a:avLst/>
            </a:prstGeom>
            <a:ln w="31750">
              <a:solidFill>
                <a:schemeClr val="accent1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9131723" y="1537638"/>
            <a:ext cx="2123830" cy="3957485"/>
            <a:chOff x="7215438" y="2176614"/>
            <a:chExt cx="2123830" cy="3957485"/>
          </a:xfrm>
        </p:grpSpPr>
        <p:grpSp>
          <p:nvGrpSpPr>
            <p:cNvPr id="23" name="组合 22"/>
            <p:cNvGrpSpPr>
              <a:grpSpLocks noChangeAspect="1"/>
            </p:cNvGrpSpPr>
            <p:nvPr/>
          </p:nvGrpSpPr>
          <p:grpSpPr>
            <a:xfrm>
              <a:off x="7215438" y="2176614"/>
              <a:ext cx="2123830" cy="3957485"/>
              <a:chOff x="4841903" y="138857"/>
              <a:chExt cx="2495485" cy="4650020"/>
            </a:xfrm>
          </p:grpSpPr>
          <p:sp>
            <p:nvSpPr>
              <p:cNvPr id="25" name="矩形: 圆角 24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4841906" y="1866483"/>
                <a:ext cx="2495482" cy="292239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841904" y="2336988"/>
                <a:ext cx="2493455" cy="743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7" name="文本框 2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841903" y="3080035"/>
                <a:ext cx="2493455" cy="1487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8" name="箭头: V 形 27"/>
              <p:cNvSpPr/>
              <p:nvPr>
                <p:custDataLst>
                  <p:tags r:id="rId10"/>
                </p:custDataLst>
              </p:nvPr>
            </p:nvSpPr>
            <p:spPr>
              <a:xfrm>
                <a:off x="4964795" y="138857"/>
                <a:ext cx="2249712" cy="710912"/>
              </a:xfrm>
              <a:prstGeom prst="chevron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04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文本框 28"/>
              <p:cNvSpPr txBox="1">
                <a:spLocks noChangeAspec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5819652" y="1485392"/>
                <a:ext cx="540000" cy="540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12"/>
                </p:custDataLst>
              </p:nvPr>
            </p:nvSpPr>
            <p:spPr>
              <a:xfrm>
                <a:off x="5976538" y="1660561"/>
                <a:ext cx="226228" cy="189660"/>
              </a:xfrm>
              <a:custGeom>
                <a:avLst/>
                <a:gdLst>
                  <a:gd name="T0" fmla="*/ 2623 w 2768"/>
                  <a:gd name="T1" fmla="*/ 1207 h 2324"/>
                  <a:gd name="T2" fmla="*/ 2529 w 2768"/>
                  <a:gd name="T3" fmla="*/ 2116 h 2324"/>
                  <a:gd name="T4" fmla="*/ 2298 w 2768"/>
                  <a:gd name="T5" fmla="*/ 2324 h 2324"/>
                  <a:gd name="T6" fmla="*/ 470 w 2768"/>
                  <a:gd name="T7" fmla="*/ 2324 h 2324"/>
                  <a:gd name="T8" fmla="*/ 239 w 2768"/>
                  <a:gd name="T9" fmla="*/ 2116 h 2324"/>
                  <a:gd name="T10" fmla="*/ 145 w 2768"/>
                  <a:gd name="T11" fmla="*/ 1207 h 2324"/>
                  <a:gd name="T12" fmla="*/ 170 w 2768"/>
                  <a:gd name="T13" fmla="*/ 1130 h 2324"/>
                  <a:gd name="T14" fmla="*/ 244 w 2768"/>
                  <a:gd name="T15" fmla="*/ 1097 h 2324"/>
                  <a:gd name="T16" fmla="*/ 2524 w 2768"/>
                  <a:gd name="T17" fmla="*/ 1097 h 2324"/>
                  <a:gd name="T18" fmla="*/ 2598 w 2768"/>
                  <a:gd name="T19" fmla="*/ 1130 h 2324"/>
                  <a:gd name="T20" fmla="*/ 2623 w 2768"/>
                  <a:gd name="T21" fmla="*/ 1207 h 2324"/>
                  <a:gd name="T22" fmla="*/ 2762 w 2768"/>
                  <a:gd name="T23" fmla="*/ 588 h 2324"/>
                  <a:gd name="T24" fmla="*/ 2722 w 2768"/>
                  <a:gd name="T25" fmla="*/ 814 h 2324"/>
                  <a:gd name="T26" fmla="*/ 2624 w 2768"/>
                  <a:gd name="T27" fmla="*/ 897 h 2324"/>
                  <a:gd name="T28" fmla="*/ 157 w 2768"/>
                  <a:gd name="T29" fmla="*/ 897 h 2324"/>
                  <a:gd name="T30" fmla="*/ 60 w 2768"/>
                  <a:gd name="T31" fmla="*/ 820 h 2324"/>
                  <a:gd name="T32" fmla="*/ 7 w 2768"/>
                  <a:gd name="T33" fmla="*/ 593 h 2324"/>
                  <a:gd name="T34" fmla="*/ 26 w 2768"/>
                  <a:gd name="T35" fmla="*/ 508 h 2324"/>
                  <a:gd name="T36" fmla="*/ 104 w 2768"/>
                  <a:gd name="T37" fmla="*/ 470 h 2324"/>
                  <a:gd name="T38" fmla="*/ 904 w 2768"/>
                  <a:gd name="T39" fmla="*/ 470 h 2324"/>
                  <a:gd name="T40" fmla="*/ 904 w 2768"/>
                  <a:gd name="T41" fmla="*/ 100 h 2324"/>
                  <a:gd name="T42" fmla="*/ 1004 w 2768"/>
                  <a:gd name="T43" fmla="*/ 0 h 2324"/>
                  <a:gd name="T44" fmla="*/ 1764 w 2768"/>
                  <a:gd name="T45" fmla="*/ 0 h 2324"/>
                  <a:gd name="T46" fmla="*/ 1864 w 2768"/>
                  <a:gd name="T47" fmla="*/ 100 h 2324"/>
                  <a:gd name="T48" fmla="*/ 1864 w 2768"/>
                  <a:gd name="T49" fmla="*/ 470 h 2324"/>
                  <a:gd name="T50" fmla="*/ 2664 w 2768"/>
                  <a:gd name="T51" fmla="*/ 470 h 2324"/>
                  <a:gd name="T52" fmla="*/ 2741 w 2768"/>
                  <a:gd name="T53" fmla="*/ 506 h 2324"/>
                  <a:gd name="T54" fmla="*/ 2762 w 2768"/>
                  <a:gd name="T55" fmla="*/ 588 h 2324"/>
                  <a:gd name="T56" fmla="*/ 1104 w 2768"/>
                  <a:gd name="T57" fmla="*/ 470 h 2324"/>
                  <a:gd name="T58" fmla="*/ 1664 w 2768"/>
                  <a:gd name="T59" fmla="*/ 470 h 2324"/>
                  <a:gd name="T60" fmla="*/ 1664 w 2768"/>
                  <a:gd name="T61" fmla="*/ 200 h 2324"/>
                  <a:gd name="T62" fmla="*/ 1104 w 2768"/>
                  <a:gd name="T63" fmla="*/ 200 h 2324"/>
                  <a:gd name="T64" fmla="*/ 1104 w 2768"/>
                  <a:gd name="T65" fmla="*/ 470 h 2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68" h="2324">
                    <a:moveTo>
                      <a:pt x="2623" y="1207"/>
                    </a:moveTo>
                    <a:lnTo>
                      <a:pt x="2529" y="2116"/>
                    </a:lnTo>
                    <a:cubicBezTo>
                      <a:pt x="2517" y="2234"/>
                      <a:pt x="2418" y="2324"/>
                      <a:pt x="2298" y="2324"/>
                    </a:cubicBezTo>
                    <a:lnTo>
                      <a:pt x="470" y="2324"/>
                    </a:lnTo>
                    <a:cubicBezTo>
                      <a:pt x="350" y="2324"/>
                      <a:pt x="251" y="2234"/>
                      <a:pt x="239" y="2116"/>
                    </a:cubicBezTo>
                    <a:lnTo>
                      <a:pt x="145" y="1207"/>
                    </a:lnTo>
                    <a:cubicBezTo>
                      <a:pt x="142" y="1179"/>
                      <a:pt x="151" y="1151"/>
                      <a:pt x="170" y="1130"/>
                    </a:cubicBezTo>
                    <a:cubicBezTo>
                      <a:pt x="189" y="1109"/>
                      <a:pt x="216" y="1097"/>
                      <a:pt x="244" y="1097"/>
                    </a:cubicBezTo>
                    <a:lnTo>
                      <a:pt x="2524" y="1097"/>
                    </a:lnTo>
                    <a:cubicBezTo>
                      <a:pt x="2552" y="1097"/>
                      <a:pt x="2579" y="1109"/>
                      <a:pt x="2598" y="1130"/>
                    </a:cubicBezTo>
                    <a:cubicBezTo>
                      <a:pt x="2617" y="1151"/>
                      <a:pt x="2626" y="1179"/>
                      <a:pt x="2623" y="1207"/>
                    </a:cubicBezTo>
                    <a:close/>
                    <a:moveTo>
                      <a:pt x="2762" y="588"/>
                    </a:moveTo>
                    <a:lnTo>
                      <a:pt x="2722" y="814"/>
                    </a:lnTo>
                    <a:cubicBezTo>
                      <a:pt x="2714" y="862"/>
                      <a:pt x="2673" y="897"/>
                      <a:pt x="2624" y="897"/>
                    </a:cubicBezTo>
                    <a:lnTo>
                      <a:pt x="157" y="897"/>
                    </a:lnTo>
                    <a:cubicBezTo>
                      <a:pt x="111" y="897"/>
                      <a:pt x="71" y="865"/>
                      <a:pt x="60" y="820"/>
                    </a:cubicBezTo>
                    <a:lnTo>
                      <a:pt x="7" y="593"/>
                    </a:lnTo>
                    <a:cubicBezTo>
                      <a:pt x="0" y="564"/>
                      <a:pt x="7" y="532"/>
                      <a:pt x="26" y="508"/>
                    </a:cubicBezTo>
                    <a:cubicBezTo>
                      <a:pt x="45" y="484"/>
                      <a:pt x="73" y="470"/>
                      <a:pt x="104" y="470"/>
                    </a:cubicBezTo>
                    <a:lnTo>
                      <a:pt x="904" y="470"/>
                    </a:lnTo>
                    <a:lnTo>
                      <a:pt x="904" y="100"/>
                    </a:lnTo>
                    <a:cubicBezTo>
                      <a:pt x="904" y="45"/>
                      <a:pt x="949" y="0"/>
                      <a:pt x="1004" y="0"/>
                    </a:cubicBezTo>
                    <a:lnTo>
                      <a:pt x="1764" y="0"/>
                    </a:lnTo>
                    <a:cubicBezTo>
                      <a:pt x="1819" y="0"/>
                      <a:pt x="1864" y="45"/>
                      <a:pt x="1864" y="100"/>
                    </a:cubicBezTo>
                    <a:lnTo>
                      <a:pt x="1864" y="470"/>
                    </a:lnTo>
                    <a:lnTo>
                      <a:pt x="2664" y="470"/>
                    </a:lnTo>
                    <a:cubicBezTo>
                      <a:pt x="2694" y="470"/>
                      <a:pt x="2722" y="483"/>
                      <a:pt x="2741" y="506"/>
                    </a:cubicBezTo>
                    <a:cubicBezTo>
                      <a:pt x="2760" y="529"/>
                      <a:pt x="2768" y="559"/>
                      <a:pt x="2762" y="588"/>
                    </a:cubicBezTo>
                    <a:close/>
                    <a:moveTo>
                      <a:pt x="1104" y="470"/>
                    </a:moveTo>
                    <a:lnTo>
                      <a:pt x="1664" y="470"/>
                    </a:lnTo>
                    <a:lnTo>
                      <a:pt x="1664" y="200"/>
                    </a:lnTo>
                    <a:lnTo>
                      <a:pt x="1104" y="200"/>
                    </a:lnTo>
                    <a:lnTo>
                      <a:pt x="1104" y="47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24" name="直接连接符 23"/>
            <p:cNvCxnSpPr/>
            <p:nvPr>
              <p:custDataLst>
                <p:tags r:id="rId6"/>
              </p:custDataLst>
            </p:nvPr>
          </p:nvCxnSpPr>
          <p:spPr>
            <a:xfrm flipH="1">
              <a:off x="8285863" y="2828581"/>
              <a:ext cx="1104" cy="494025"/>
            </a:xfrm>
            <a:prstGeom prst="line">
              <a:avLst/>
            </a:prstGeom>
            <a:ln w="31750">
              <a:solidFill>
                <a:schemeClr val="accent2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BAFF723-AFD2-C99B-4A20-A4FABBDEF7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572095"/>
            <a:ext cx="12192000" cy="3981837"/>
            <a:chOff x="0" y="2176614"/>
            <a:chExt cx="12192000" cy="3981837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0" y="3533213"/>
              <a:ext cx="12192000" cy="0"/>
            </a:xfrm>
            <a:prstGeom prst="line">
              <a:avLst/>
            </a:prstGeom>
            <a:ln w="25400">
              <a:solidFill>
                <a:schemeClr val="accent1">
                  <a:alpha val="50000"/>
                </a:schemeClr>
              </a:solidFill>
              <a:headEnd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/>
            <p:nvPr/>
          </p:nvGrpSpPr>
          <p:grpSpPr>
            <a:xfrm>
              <a:off x="671360" y="2176615"/>
              <a:ext cx="2123833" cy="3981835"/>
              <a:chOff x="671360" y="2176615"/>
              <a:chExt cx="2123833" cy="3981835"/>
            </a:xfrm>
          </p:grpSpPr>
          <p:cxnSp>
            <p:nvCxnSpPr>
              <p:cNvPr id="47" name="直接连接符 46"/>
              <p:cNvCxnSpPr>
                <a:endCxn id="53" idx="0"/>
              </p:cNvCxnSpPr>
              <p:nvPr/>
            </p:nvCxnSpPr>
            <p:spPr>
              <a:xfrm flipH="1">
                <a:off x="1733283" y="2828581"/>
                <a:ext cx="3577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组合 47"/>
              <p:cNvGrpSpPr>
                <a:grpSpLocks noChangeAspect="1"/>
              </p:cNvGrpSpPr>
              <p:nvPr/>
            </p:nvGrpSpPr>
            <p:grpSpPr>
              <a:xfrm>
                <a:off x="671360" y="2176615"/>
                <a:ext cx="2123833" cy="3981835"/>
                <a:chOff x="4841899" y="138860"/>
                <a:chExt cx="2495489" cy="4678629"/>
              </a:xfrm>
            </p:grpSpPr>
            <p:sp>
              <p:nvSpPr>
                <p:cNvPr id="49" name="矩形: 圆角 48"/>
                <p:cNvSpPr/>
                <p:nvPr/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0" name="文本框 49"/>
                <p:cNvSpPr txBox="1"/>
                <p:nvPr/>
              </p:nvSpPr>
              <p:spPr>
                <a:xfrm>
                  <a:off x="4841900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1" name="文本框 50"/>
                <p:cNvSpPr txBox="1"/>
                <p:nvPr/>
              </p:nvSpPr>
              <p:spPr>
                <a:xfrm>
                  <a:off x="4841904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2" name="箭头: V 形 51"/>
                <p:cNvSpPr/>
                <p:nvPr/>
              </p:nvSpPr>
              <p:spPr>
                <a:xfrm>
                  <a:off x="4981387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01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文本框 52"/>
                <p:cNvSpPr txBox="1">
                  <a:spLocks noChangeAspect="1"/>
                </p:cNvSpPr>
                <p:nvPr/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5976535" y="1631403"/>
                  <a:ext cx="226228" cy="247978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" name="矩形: 圆角 4">
                  <a:extLst>
                    <a:ext uri="{FF2B5EF4-FFF2-40B4-BE49-F238E27FC236}">
                      <a16:creationId xmlns:a16="http://schemas.microsoft.com/office/drawing/2014/main" id="{89486DC9-64BE-BEB3-859E-6D93598B09C2}"/>
                    </a:ext>
                  </a:extLst>
                </p:cNvPr>
                <p:cNvSpPr/>
                <p:nvPr/>
              </p:nvSpPr>
              <p:spPr>
                <a:xfrm flipH="1">
                  <a:off x="4841899" y="189509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2852718" y="2176615"/>
              <a:ext cx="2123833" cy="3981835"/>
              <a:chOff x="2852718" y="2176615"/>
              <a:chExt cx="2123833" cy="3981835"/>
            </a:xfrm>
          </p:grpSpPr>
          <p:grpSp>
            <p:nvGrpSpPr>
              <p:cNvPr id="39" name="组合 38"/>
              <p:cNvGrpSpPr>
                <a:grpSpLocks noChangeAspect="1"/>
              </p:cNvGrpSpPr>
              <p:nvPr/>
            </p:nvGrpSpPr>
            <p:grpSpPr>
              <a:xfrm>
                <a:off x="2852718" y="2176615"/>
                <a:ext cx="2123833" cy="3981835"/>
                <a:chOff x="4841899" y="138860"/>
                <a:chExt cx="2495489" cy="4678629"/>
              </a:xfrm>
            </p:grpSpPr>
            <p:sp>
              <p:nvSpPr>
                <p:cNvPr id="41" name="矩形: 圆角 40"/>
                <p:cNvSpPr/>
                <p:nvPr/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42" name="文本框 41"/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文本框 42"/>
                <p:cNvSpPr txBox="1"/>
                <p:nvPr/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箭头: V 形 43"/>
                <p:cNvSpPr/>
                <p:nvPr/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02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" name="文本框 44"/>
                <p:cNvSpPr txBox="1">
                  <a:spLocks noChangeAspect="1"/>
                </p:cNvSpPr>
                <p:nvPr/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46" name="任意多边形: 形状 45"/>
                <p:cNvSpPr/>
                <p:nvPr/>
              </p:nvSpPr>
              <p:spPr>
                <a:xfrm>
                  <a:off x="5976535" y="1635754"/>
                  <a:ext cx="226228" cy="239279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" name="矩形: 圆角 5">
                  <a:extLst>
                    <a:ext uri="{FF2B5EF4-FFF2-40B4-BE49-F238E27FC236}">
                      <a16:creationId xmlns:a16="http://schemas.microsoft.com/office/drawing/2014/main" id="{C1EC8C46-E322-A524-B124-B0D71854423C}"/>
                    </a:ext>
                  </a:extLst>
                </p:cNvPr>
                <p:cNvSpPr/>
                <p:nvPr/>
              </p:nvSpPr>
              <p:spPr>
                <a:xfrm flipH="1">
                  <a:off x="4841899" y="1895095"/>
                  <a:ext cx="2495481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40" name="直接连接符 39"/>
              <p:cNvCxnSpPr/>
              <p:nvPr/>
            </p:nvCxnSpPr>
            <p:spPr>
              <a:xfrm>
                <a:off x="3941265" y="2828581"/>
                <a:ext cx="0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>
              <a:off x="5034075" y="2176615"/>
              <a:ext cx="2123835" cy="3981836"/>
              <a:chOff x="5034075" y="2176615"/>
              <a:chExt cx="2123835" cy="3981836"/>
            </a:xfrm>
          </p:grpSpPr>
          <p:grpSp>
            <p:nvGrpSpPr>
              <p:cNvPr id="31" name="组合 30"/>
              <p:cNvGrpSpPr>
                <a:grpSpLocks noChangeAspect="1"/>
              </p:cNvGrpSpPr>
              <p:nvPr/>
            </p:nvGrpSpPr>
            <p:grpSpPr>
              <a:xfrm>
                <a:off x="5034075" y="2176615"/>
                <a:ext cx="2123835" cy="3981836"/>
                <a:chOff x="4841897" y="138860"/>
                <a:chExt cx="2495491" cy="4678630"/>
              </a:xfrm>
            </p:grpSpPr>
            <p:sp>
              <p:nvSpPr>
                <p:cNvPr id="33" name="矩形: 圆角 32"/>
                <p:cNvSpPr/>
                <p:nvPr/>
              </p:nvSpPr>
              <p:spPr>
                <a:xfrm flipH="1">
                  <a:off x="4841906" y="1866487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箭头: V 形 35"/>
                <p:cNvSpPr/>
                <p:nvPr/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03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" name="文本框 36"/>
                <p:cNvSpPr txBox="1">
                  <a:spLocks noChangeAspect="1"/>
                </p:cNvSpPr>
                <p:nvPr/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8" name="任意多边形: 形状 37"/>
                <p:cNvSpPr/>
                <p:nvPr/>
              </p:nvSpPr>
              <p:spPr>
                <a:xfrm>
                  <a:off x="5976538" y="1644299"/>
                  <a:ext cx="226228" cy="222187"/>
                </a:xfrm>
                <a:custGeom>
                  <a:avLst/>
                  <a:gdLst>
                    <a:gd name="connsiteX0" fmla="*/ 343764 w 533400"/>
                    <a:gd name="connsiteY0" fmla="*/ 276846 h 523875"/>
                    <a:gd name="connsiteX1" fmla="*/ 372339 w 533400"/>
                    <a:gd name="connsiteY1" fmla="*/ 305421 h 523875"/>
                    <a:gd name="connsiteX2" fmla="*/ 372339 w 533400"/>
                    <a:gd name="connsiteY2" fmla="*/ 495921 h 523875"/>
                    <a:gd name="connsiteX3" fmla="*/ 343764 w 533400"/>
                    <a:gd name="connsiteY3" fmla="*/ 524496 h 523875"/>
                    <a:gd name="connsiteX4" fmla="*/ 191364 w 533400"/>
                    <a:gd name="connsiteY4" fmla="*/ 524496 h 523875"/>
                    <a:gd name="connsiteX5" fmla="*/ 162789 w 533400"/>
                    <a:gd name="connsiteY5" fmla="*/ 495921 h 523875"/>
                    <a:gd name="connsiteX6" fmla="*/ 162789 w 533400"/>
                    <a:gd name="connsiteY6" fmla="*/ 305421 h 523875"/>
                    <a:gd name="connsiteX7" fmla="*/ 191364 w 533400"/>
                    <a:gd name="connsiteY7" fmla="*/ 276846 h 523875"/>
                    <a:gd name="connsiteX8" fmla="*/ 343764 w 533400"/>
                    <a:gd name="connsiteY8" fmla="*/ 276846 h 523875"/>
                    <a:gd name="connsiteX9" fmla="*/ 143739 w 533400"/>
                    <a:gd name="connsiteY9" fmla="*/ 114921 h 523875"/>
                    <a:gd name="connsiteX10" fmla="*/ 179934 w 533400"/>
                    <a:gd name="connsiteY10" fmla="*/ 153021 h 523875"/>
                    <a:gd name="connsiteX11" fmla="*/ 181839 w 533400"/>
                    <a:gd name="connsiteY11" fmla="*/ 153021 h 523875"/>
                    <a:gd name="connsiteX12" fmla="*/ 353289 w 533400"/>
                    <a:gd name="connsiteY12" fmla="*/ 153021 h 523875"/>
                    <a:gd name="connsiteX13" fmla="*/ 391389 w 533400"/>
                    <a:gd name="connsiteY13" fmla="*/ 116826 h 523875"/>
                    <a:gd name="connsiteX14" fmla="*/ 391389 w 533400"/>
                    <a:gd name="connsiteY14" fmla="*/ 114921 h 523875"/>
                    <a:gd name="connsiteX15" fmla="*/ 505689 w 533400"/>
                    <a:gd name="connsiteY15" fmla="*/ 114921 h 523875"/>
                    <a:gd name="connsiteX16" fmla="*/ 534264 w 533400"/>
                    <a:gd name="connsiteY16" fmla="*/ 143496 h 523875"/>
                    <a:gd name="connsiteX17" fmla="*/ 534264 w 533400"/>
                    <a:gd name="connsiteY17" fmla="*/ 381621 h 523875"/>
                    <a:gd name="connsiteX18" fmla="*/ 505689 w 533400"/>
                    <a:gd name="connsiteY18" fmla="*/ 410196 h 523875"/>
                    <a:gd name="connsiteX19" fmla="*/ 391389 w 533400"/>
                    <a:gd name="connsiteY19" fmla="*/ 410196 h 523875"/>
                    <a:gd name="connsiteX20" fmla="*/ 391389 w 533400"/>
                    <a:gd name="connsiteY20" fmla="*/ 295896 h 523875"/>
                    <a:gd name="connsiteX21" fmla="*/ 355194 w 533400"/>
                    <a:gd name="connsiteY21" fmla="*/ 257796 h 523875"/>
                    <a:gd name="connsiteX22" fmla="*/ 353289 w 533400"/>
                    <a:gd name="connsiteY22" fmla="*/ 257796 h 523875"/>
                    <a:gd name="connsiteX23" fmla="*/ 181839 w 533400"/>
                    <a:gd name="connsiteY23" fmla="*/ 257796 h 523875"/>
                    <a:gd name="connsiteX24" fmla="*/ 143739 w 533400"/>
                    <a:gd name="connsiteY24" fmla="*/ 293991 h 523875"/>
                    <a:gd name="connsiteX25" fmla="*/ 143739 w 533400"/>
                    <a:gd name="connsiteY25" fmla="*/ 295896 h 523875"/>
                    <a:gd name="connsiteX26" fmla="*/ 143739 w 533400"/>
                    <a:gd name="connsiteY26" fmla="*/ 410196 h 523875"/>
                    <a:gd name="connsiteX27" fmla="*/ 29439 w 533400"/>
                    <a:gd name="connsiteY27" fmla="*/ 410196 h 523875"/>
                    <a:gd name="connsiteX28" fmla="*/ 864 w 533400"/>
                    <a:gd name="connsiteY28" fmla="*/ 381621 h 523875"/>
                    <a:gd name="connsiteX29" fmla="*/ 864 w 533400"/>
                    <a:gd name="connsiteY29" fmla="*/ 201599 h 523875"/>
                    <a:gd name="connsiteX30" fmla="*/ 11342 w 533400"/>
                    <a:gd name="connsiteY30" fmla="*/ 175881 h 523875"/>
                    <a:gd name="connsiteX31" fmla="*/ 56109 w 533400"/>
                    <a:gd name="connsiteY31" fmla="*/ 127304 h 523875"/>
                    <a:gd name="connsiteX32" fmla="*/ 83732 w 533400"/>
                    <a:gd name="connsiteY32" fmla="*/ 114921 h 523875"/>
                    <a:gd name="connsiteX33" fmla="*/ 143739 w 533400"/>
                    <a:gd name="connsiteY33" fmla="*/ 114921 h 523875"/>
                    <a:gd name="connsiteX34" fmla="*/ 462827 w 533400"/>
                    <a:gd name="connsiteY34" fmla="*/ 172071 h 523875"/>
                    <a:gd name="connsiteX35" fmla="*/ 448539 w 533400"/>
                    <a:gd name="connsiteY35" fmla="*/ 186359 h 523875"/>
                    <a:gd name="connsiteX36" fmla="*/ 462827 w 533400"/>
                    <a:gd name="connsiteY36" fmla="*/ 200646 h 523875"/>
                    <a:gd name="connsiteX37" fmla="*/ 477114 w 533400"/>
                    <a:gd name="connsiteY37" fmla="*/ 186359 h 523875"/>
                    <a:gd name="connsiteX38" fmla="*/ 462827 w 533400"/>
                    <a:gd name="connsiteY38" fmla="*/ 172071 h 523875"/>
                    <a:gd name="connsiteX39" fmla="*/ 343764 w 533400"/>
                    <a:gd name="connsiteY39" fmla="*/ 621 h 523875"/>
                    <a:gd name="connsiteX40" fmla="*/ 372339 w 533400"/>
                    <a:gd name="connsiteY40" fmla="*/ 29196 h 523875"/>
                    <a:gd name="connsiteX41" fmla="*/ 372339 w 533400"/>
                    <a:gd name="connsiteY41" fmla="*/ 105396 h 523875"/>
                    <a:gd name="connsiteX42" fmla="*/ 343764 w 533400"/>
                    <a:gd name="connsiteY42" fmla="*/ 133971 h 523875"/>
                    <a:gd name="connsiteX43" fmla="*/ 191364 w 533400"/>
                    <a:gd name="connsiteY43" fmla="*/ 133971 h 523875"/>
                    <a:gd name="connsiteX44" fmla="*/ 162789 w 533400"/>
                    <a:gd name="connsiteY44" fmla="*/ 105396 h 523875"/>
                    <a:gd name="connsiteX45" fmla="*/ 162789 w 533400"/>
                    <a:gd name="connsiteY45" fmla="*/ 29196 h 523875"/>
                    <a:gd name="connsiteX46" fmla="*/ 191364 w 533400"/>
                    <a:gd name="connsiteY46" fmla="*/ 621 h 523875"/>
                    <a:gd name="connsiteX47" fmla="*/ 343764 w 533400"/>
                    <a:gd name="connsiteY47" fmla="*/ 62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33400" h="523875">
                      <a:moveTo>
                        <a:pt x="343764" y="276846"/>
                      </a:moveTo>
                      <a:cubicBezTo>
                        <a:pt x="359957" y="276846"/>
                        <a:pt x="372339" y="289229"/>
                        <a:pt x="372339" y="305421"/>
                      </a:cubicBezTo>
                      <a:lnTo>
                        <a:pt x="372339" y="495921"/>
                      </a:lnTo>
                      <a:cubicBezTo>
                        <a:pt x="372339" y="512114"/>
                        <a:pt x="359957" y="524496"/>
                        <a:pt x="343764" y="524496"/>
                      </a:cubicBezTo>
                      <a:lnTo>
                        <a:pt x="191364" y="524496"/>
                      </a:lnTo>
                      <a:cubicBezTo>
                        <a:pt x="175171" y="524496"/>
                        <a:pt x="162789" y="512114"/>
                        <a:pt x="162789" y="495921"/>
                      </a:cubicBezTo>
                      <a:lnTo>
                        <a:pt x="162789" y="305421"/>
                      </a:lnTo>
                      <a:cubicBezTo>
                        <a:pt x="162789" y="289229"/>
                        <a:pt x="175171" y="276846"/>
                        <a:pt x="191364" y="276846"/>
                      </a:cubicBezTo>
                      <a:lnTo>
                        <a:pt x="343764" y="276846"/>
                      </a:lnTo>
                      <a:close/>
                      <a:moveTo>
                        <a:pt x="143739" y="114921"/>
                      </a:moveTo>
                      <a:cubicBezTo>
                        <a:pt x="143739" y="134924"/>
                        <a:pt x="159932" y="152069"/>
                        <a:pt x="179934" y="153021"/>
                      </a:cubicBezTo>
                      <a:lnTo>
                        <a:pt x="181839" y="153021"/>
                      </a:lnTo>
                      <a:lnTo>
                        <a:pt x="353289" y="153021"/>
                      </a:lnTo>
                      <a:cubicBezTo>
                        <a:pt x="373292" y="153021"/>
                        <a:pt x="390436" y="136829"/>
                        <a:pt x="391389" y="116826"/>
                      </a:cubicBezTo>
                      <a:lnTo>
                        <a:pt x="391389" y="114921"/>
                      </a:lnTo>
                      <a:lnTo>
                        <a:pt x="505689" y="114921"/>
                      </a:lnTo>
                      <a:cubicBezTo>
                        <a:pt x="521882" y="114921"/>
                        <a:pt x="534264" y="127304"/>
                        <a:pt x="534264" y="143496"/>
                      </a:cubicBezTo>
                      <a:lnTo>
                        <a:pt x="534264" y="381621"/>
                      </a:lnTo>
                      <a:cubicBezTo>
                        <a:pt x="534264" y="397814"/>
                        <a:pt x="521882" y="410196"/>
                        <a:pt x="505689" y="410196"/>
                      </a:cubicBezTo>
                      <a:lnTo>
                        <a:pt x="391389" y="410196"/>
                      </a:lnTo>
                      <a:lnTo>
                        <a:pt x="391389" y="295896"/>
                      </a:lnTo>
                      <a:cubicBezTo>
                        <a:pt x="391389" y="275894"/>
                        <a:pt x="375196" y="258749"/>
                        <a:pt x="355194" y="257796"/>
                      </a:cubicBezTo>
                      <a:lnTo>
                        <a:pt x="353289" y="257796"/>
                      </a:lnTo>
                      <a:lnTo>
                        <a:pt x="181839" y="257796"/>
                      </a:lnTo>
                      <a:cubicBezTo>
                        <a:pt x="161836" y="257796"/>
                        <a:pt x="144692" y="273989"/>
                        <a:pt x="143739" y="293991"/>
                      </a:cubicBezTo>
                      <a:lnTo>
                        <a:pt x="143739" y="295896"/>
                      </a:lnTo>
                      <a:lnTo>
                        <a:pt x="143739" y="410196"/>
                      </a:lnTo>
                      <a:lnTo>
                        <a:pt x="29439" y="410196"/>
                      </a:lnTo>
                      <a:cubicBezTo>
                        <a:pt x="13246" y="410196"/>
                        <a:pt x="864" y="397814"/>
                        <a:pt x="864" y="381621"/>
                      </a:cubicBezTo>
                      <a:lnTo>
                        <a:pt x="864" y="201599"/>
                      </a:lnTo>
                      <a:cubicBezTo>
                        <a:pt x="864" y="192074"/>
                        <a:pt x="4674" y="182549"/>
                        <a:pt x="11342" y="175881"/>
                      </a:cubicBezTo>
                      <a:lnTo>
                        <a:pt x="56109" y="127304"/>
                      </a:lnTo>
                      <a:cubicBezTo>
                        <a:pt x="63729" y="119684"/>
                        <a:pt x="73254" y="114921"/>
                        <a:pt x="83732" y="114921"/>
                      </a:cubicBezTo>
                      <a:lnTo>
                        <a:pt x="143739" y="114921"/>
                      </a:lnTo>
                      <a:close/>
                      <a:moveTo>
                        <a:pt x="462827" y="172071"/>
                      </a:moveTo>
                      <a:cubicBezTo>
                        <a:pt x="455207" y="172071"/>
                        <a:pt x="448539" y="178739"/>
                        <a:pt x="448539" y="186359"/>
                      </a:cubicBezTo>
                      <a:cubicBezTo>
                        <a:pt x="448539" y="193979"/>
                        <a:pt x="455207" y="200646"/>
                        <a:pt x="462827" y="200646"/>
                      </a:cubicBezTo>
                      <a:cubicBezTo>
                        <a:pt x="470446" y="200646"/>
                        <a:pt x="477114" y="193979"/>
                        <a:pt x="477114" y="186359"/>
                      </a:cubicBezTo>
                      <a:cubicBezTo>
                        <a:pt x="477114" y="178739"/>
                        <a:pt x="470446" y="172071"/>
                        <a:pt x="462827" y="172071"/>
                      </a:cubicBezTo>
                      <a:close/>
                      <a:moveTo>
                        <a:pt x="343764" y="621"/>
                      </a:moveTo>
                      <a:cubicBezTo>
                        <a:pt x="359957" y="621"/>
                        <a:pt x="372339" y="13004"/>
                        <a:pt x="372339" y="29196"/>
                      </a:cubicBezTo>
                      <a:lnTo>
                        <a:pt x="372339" y="105396"/>
                      </a:lnTo>
                      <a:cubicBezTo>
                        <a:pt x="372339" y="121589"/>
                        <a:pt x="359957" y="133971"/>
                        <a:pt x="343764" y="133971"/>
                      </a:cubicBezTo>
                      <a:lnTo>
                        <a:pt x="191364" y="133971"/>
                      </a:lnTo>
                      <a:cubicBezTo>
                        <a:pt x="175171" y="133971"/>
                        <a:pt x="162789" y="121589"/>
                        <a:pt x="162789" y="105396"/>
                      </a:cubicBezTo>
                      <a:lnTo>
                        <a:pt x="162789" y="29196"/>
                      </a:lnTo>
                      <a:cubicBezTo>
                        <a:pt x="162789" y="13004"/>
                        <a:pt x="175171" y="621"/>
                        <a:pt x="191364" y="621"/>
                      </a:cubicBezTo>
                      <a:lnTo>
                        <a:pt x="343764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" name="矩形: 圆角 6">
                  <a:extLst>
                    <a:ext uri="{FF2B5EF4-FFF2-40B4-BE49-F238E27FC236}">
                      <a16:creationId xmlns:a16="http://schemas.microsoft.com/office/drawing/2014/main" id="{B884B91A-7026-0B57-D04C-1BC8102EAB90}"/>
                    </a:ext>
                  </a:extLst>
                </p:cNvPr>
                <p:cNvSpPr/>
                <p:nvPr/>
              </p:nvSpPr>
              <p:spPr>
                <a:xfrm flipH="1">
                  <a:off x="4841899" y="1895097"/>
                  <a:ext cx="2495481" cy="2922393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1729D1-F743-6253-76CF-22BED3444FB1}"/>
                    </a:ext>
                  </a:extLst>
                </p:cNvPr>
                <p:cNvSpPr txBox="1"/>
                <p:nvPr/>
              </p:nvSpPr>
              <p:spPr>
                <a:xfrm>
                  <a:off x="4841897" y="236559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  <p:cxnSp>
            <p:nvCxnSpPr>
              <p:cNvPr id="32" name="直接连接符 31"/>
              <p:cNvCxnSpPr/>
              <p:nvPr/>
            </p:nvCxnSpPr>
            <p:spPr>
              <a:xfrm flipH="1">
                <a:off x="6113012" y="2828581"/>
                <a:ext cx="1104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>
              <a:off x="7215438" y="2176614"/>
              <a:ext cx="2123830" cy="3957485"/>
              <a:chOff x="7215438" y="2176614"/>
              <a:chExt cx="2123830" cy="3957485"/>
            </a:xfrm>
          </p:grpSpPr>
          <p:grpSp>
            <p:nvGrpSpPr>
              <p:cNvPr id="23" name="组合 22"/>
              <p:cNvGrpSpPr>
                <a:grpSpLocks noChangeAspect="1"/>
              </p:cNvGrpSpPr>
              <p:nvPr/>
            </p:nvGrpSpPr>
            <p:grpSpPr>
              <a:xfrm>
                <a:off x="7215438" y="2176614"/>
                <a:ext cx="2123830" cy="3957485"/>
                <a:chOff x="4841903" y="138857"/>
                <a:chExt cx="2495485" cy="4650020"/>
              </a:xfrm>
            </p:grpSpPr>
            <p:sp>
              <p:nvSpPr>
                <p:cNvPr id="25" name="矩形: 圆角 24"/>
                <p:cNvSpPr/>
                <p:nvPr/>
              </p:nvSpPr>
              <p:spPr>
                <a:xfrm flipH="1">
                  <a:off x="4841906" y="1866483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4841903" y="3080035"/>
                  <a:ext cx="2493455" cy="1487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8" name="箭头: V 形 27"/>
                <p:cNvSpPr/>
                <p:nvPr/>
              </p:nvSpPr>
              <p:spPr>
                <a:xfrm>
                  <a:off x="4964795" y="138857"/>
                  <a:ext cx="2249712" cy="710912"/>
                </a:xfrm>
                <a:prstGeom prst="chevron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04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" name="文本框 28"/>
                <p:cNvSpPr txBox="1">
                  <a:spLocks noChangeAspect="1"/>
                </p:cNvSpPr>
                <p:nvPr/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0" name="任意多边形: 形状 29"/>
                <p:cNvSpPr/>
                <p:nvPr/>
              </p:nvSpPr>
              <p:spPr>
                <a:xfrm>
                  <a:off x="5976538" y="1660561"/>
                  <a:ext cx="226228" cy="189660"/>
                </a:xfrm>
                <a:custGeom>
                  <a:avLst/>
                  <a:gdLst>
                    <a:gd name="T0" fmla="*/ 2623 w 2768"/>
                    <a:gd name="T1" fmla="*/ 1207 h 2324"/>
                    <a:gd name="T2" fmla="*/ 2529 w 2768"/>
                    <a:gd name="T3" fmla="*/ 2116 h 2324"/>
                    <a:gd name="T4" fmla="*/ 2298 w 2768"/>
                    <a:gd name="T5" fmla="*/ 2324 h 2324"/>
                    <a:gd name="T6" fmla="*/ 470 w 2768"/>
                    <a:gd name="T7" fmla="*/ 2324 h 2324"/>
                    <a:gd name="T8" fmla="*/ 239 w 2768"/>
                    <a:gd name="T9" fmla="*/ 2116 h 2324"/>
                    <a:gd name="T10" fmla="*/ 145 w 2768"/>
                    <a:gd name="T11" fmla="*/ 1207 h 2324"/>
                    <a:gd name="T12" fmla="*/ 170 w 2768"/>
                    <a:gd name="T13" fmla="*/ 1130 h 2324"/>
                    <a:gd name="T14" fmla="*/ 244 w 2768"/>
                    <a:gd name="T15" fmla="*/ 1097 h 2324"/>
                    <a:gd name="T16" fmla="*/ 2524 w 2768"/>
                    <a:gd name="T17" fmla="*/ 1097 h 2324"/>
                    <a:gd name="T18" fmla="*/ 2598 w 2768"/>
                    <a:gd name="T19" fmla="*/ 1130 h 2324"/>
                    <a:gd name="T20" fmla="*/ 2623 w 2768"/>
                    <a:gd name="T21" fmla="*/ 1207 h 2324"/>
                    <a:gd name="T22" fmla="*/ 2762 w 2768"/>
                    <a:gd name="T23" fmla="*/ 588 h 2324"/>
                    <a:gd name="T24" fmla="*/ 2722 w 2768"/>
                    <a:gd name="T25" fmla="*/ 814 h 2324"/>
                    <a:gd name="T26" fmla="*/ 2624 w 2768"/>
                    <a:gd name="T27" fmla="*/ 897 h 2324"/>
                    <a:gd name="T28" fmla="*/ 157 w 2768"/>
                    <a:gd name="T29" fmla="*/ 897 h 2324"/>
                    <a:gd name="T30" fmla="*/ 60 w 2768"/>
                    <a:gd name="T31" fmla="*/ 820 h 2324"/>
                    <a:gd name="T32" fmla="*/ 7 w 2768"/>
                    <a:gd name="T33" fmla="*/ 593 h 2324"/>
                    <a:gd name="T34" fmla="*/ 26 w 2768"/>
                    <a:gd name="T35" fmla="*/ 508 h 2324"/>
                    <a:gd name="T36" fmla="*/ 104 w 2768"/>
                    <a:gd name="T37" fmla="*/ 470 h 2324"/>
                    <a:gd name="T38" fmla="*/ 904 w 2768"/>
                    <a:gd name="T39" fmla="*/ 470 h 2324"/>
                    <a:gd name="T40" fmla="*/ 904 w 2768"/>
                    <a:gd name="T41" fmla="*/ 100 h 2324"/>
                    <a:gd name="T42" fmla="*/ 1004 w 2768"/>
                    <a:gd name="T43" fmla="*/ 0 h 2324"/>
                    <a:gd name="T44" fmla="*/ 1764 w 2768"/>
                    <a:gd name="T45" fmla="*/ 0 h 2324"/>
                    <a:gd name="T46" fmla="*/ 1864 w 2768"/>
                    <a:gd name="T47" fmla="*/ 100 h 2324"/>
                    <a:gd name="T48" fmla="*/ 1864 w 2768"/>
                    <a:gd name="T49" fmla="*/ 470 h 2324"/>
                    <a:gd name="T50" fmla="*/ 2664 w 2768"/>
                    <a:gd name="T51" fmla="*/ 470 h 2324"/>
                    <a:gd name="T52" fmla="*/ 2741 w 2768"/>
                    <a:gd name="T53" fmla="*/ 506 h 2324"/>
                    <a:gd name="T54" fmla="*/ 2762 w 2768"/>
                    <a:gd name="T55" fmla="*/ 588 h 2324"/>
                    <a:gd name="T56" fmla="*/ 1104 w 2768"/>
                    <a:gd name="T57" fmla="*/ 470 h 2324"/>
                    <a:gd name="T58" fmla="*/ 1664 w 2768"/>
                    <a:gd name="T59" fmla="*/ 470 h 2324"/>
                    <a:gd name="T60" fmla="*/ 1664 w 2768"/>
                    <a:gd name="T61" fmla="*/ 200 h 2324"/>
                    <a:gd name="T62" fmla="*/ 1104 w 2768"/>
                    <a:gd name="T63" fmla="*/ 200 h 2324"/>
                    <a:gd name="T64" fmla="*/ 1104 w 2768"/>
                    <a:gd name="T65" fmla="*/ 470 h 2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768" h="2324">
                      <a:moveTo>
                        <a:pt x="2623" y="1207"/>
                      </a:moveTo>
                      <a:lnTo>
                        <a:pt x="2529" y="2116"/>
                      </a:lnTo>
                      <a:cubicBezTo>
                        <a:pt x="2517" y="2234"/>
                        <a:pt x="2418" y="2324"/>
                        <a:pt x="2298" y="2324"/>
                      </a:cubicBezTo>
                      <a:lnTo>
                        <a:pt x="470" y="2324"/>
                      </a:lnTo>
                      <a:cubicBezTo>
                        <a:pt x="350" y="2324"/>
                        <a:pt x="251" y="2234"/>
                        <a:pt x="239" y="2116"/>
                      </a:cubicBezTo>
                      <a:lnTo>
                        <a:pt x="145" y="1207"/>
                      </a:lnTo>
                      <a:cubicBezTo>
                        <a:pt x="142" y="1179"/>
                        <a:pt x="151" y="1151"/>
                        <a:pt x="170" y="1130"/>
                      </a:cubicBezTo>
                      <a:cubicBezTo>
                        <a:pt x="189" y="1109"/>
                        <a:pt x="216" y="1097"/>
                        <a:pt x="244" y="1097"/>
                      </a:cubicBezTo>
                      <a:lnTo>
                        <a:pt x="2524" y="1097"/>
                      </a:lnTo>
                      <a:cubicBezTo>
                        <a:pt x="2552" y="1097"/>
                        <a:pt x="2579" y="1109"/>
                        <a:pt x="2598" y="1130"/>
                      </a:cubicBezTo>
                      <a:cubicBezTo>
                        <a:pt x="2617" y="1151"/>
                        <a:pt x="2626" y="1179"/>
                        <a:pt x="2623" y="1207"/>
                      </a:cubicBezTo>
                      <a:close/>
                      <a:moveTo>
                        <a:pt x="2762" y="588"/>
                      </a:moveTo>
                      <a:lnTo>
                        <a:pt x="2722" y="814"/>
                      </a:lnTo>
                      <a:cubicBezTo>
                        <a:pt x="2714" y="862"/>
                        <a:pt x="2673" y="897"/>
                        <a:pt x="2624" y="897"/>
                      </a:cubicBezTo>
                      <a:lnTo>
                        <a:pt x="157" y="897"/>
                      </a:lnTo>
                      <a:cubicBezTo>
                        <a:pt x="111" y="897"/>
                        <a:pt x="71" y="865"/>
                        <a:pt x="60" y="820"/>
                      </a:cubicBezTo>
                      <a:lnTo>
                        <a:pt x="7" y="593"/>
                      </a:lnTo>
                      <a:cubicBezTo>
                        <a:pt x="0" y="564"/>
                        <a:pt x="7" y="532"/>
                        <a:pt x="26" y="508"/>
                      </a:cubicBezTo>
                      <a:cubicBezTo>
                        <a:pt x="45" y="484"/>
                        <a:pt x="73" y="470"/>
                        <a:pt x="104" y="470"/>
                      </a:cubicBezTo>
                      <a:lnTo>
                        <a:pt x="904" y="470"/>
                      </a:lnTo>
                      <a:lnTo>
                        <a:pt x="904" y="100"/>
                      </a:lnTo>
                      <a:cubicBezTo>
                        <a:pt x="904" y="45"/>
                        <a:pt x="949" y="0"/>
                        <a:pt x="1004" y="0"/>
                      </a:cubicBezTo>
                      <a:lnTo>
                        <a:pt x="1764" y="0"/>
                      </a:lnTo>
                      <a:cubicBezTo>
                        <a:pt x="1819" y="0"/>
                        <a:pt x="1864" y="45"/>
                        <a:pt x="1864" y="100"/>
                      </a:cubicBezTo>
                      <a:lnTo>
                        <a:pt x="1864" y="470"/>
                      </a:lnTo>
                      <a:lnTo>
                        <a:pt x="2664" y="470"/>
                      </a:lnTo>
                      <a:cubicBezTo>
                        <a:pt x="2694" y="470"/>
                        <a:pt x="2722" y="483"/>
                        <a:pt x="2741" y="506"/>
                      </a:cubicBezTo>
                      <a:cubicBezTo>
                        <a:pt x="2760" y="529"/>
                        <a:pt x="2768" y="559"/>
                        <a:pt x="2762" y="588"/>
                      </a:cubicBezTo>
                      <a:close/>
                      <a:moveTo>
                        <a:pt x="1104" y="470"/>
                      </a:moveTo>
                      <a:lnTo>
                        <a:pt x="1664" y="470"/>
                      </a:lnTo>
                      <a:lnTo>
                        <a:pt x="1664" y="200"/>
                      </a:lnTo>
                      <a:lnTo>
                        <a:pt x="1104" y="200"/>
                      </a:lnTo>
                      <a:lnTo>
                        <a:pt x="1104" y="4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24" name="直接连接符 23"/>
              <p:cNvCxnSpPr/>
              <p:nvPr/>
            </p:nvCxnSpPr>
            <p:spPr>
              <a:xfrm flipH="1">
                <a:off x="8285863" y="2828581"/>
                <a:ext cx="1104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/>
          </p:nvGrpSpPr>
          <p:grpSpPr>
            <a:xfrm>
              <a:off x="9396798" y="2176614"/>
              <a:ext cx="2123830" cy="3957485"/>
              <a:chOff x="9396798" y="2176614"/>
              <a:chExt cx="2123830" cy="3957485"/>
            </a:xfrm>
          </p:grpSpPr>
          <p:grpSp>
            <p:nvGrpSpPr>
              <p:cNvPr id="15" name="组合 14"/>
              <p:cNvGrpSpPr>
                <a:grpSpLocks noChangeAspect="1"/>
              </p:cNvGrpSpPr>
              <p:nvPr/>
            </p:nvGrpSpPr>
            <p:grpSpPr>
              <a:xfrm>
                <a:off x="9396798" y="2176614"/>
                <a:ext cx="2123830" cy="3957485"/>
                <a:chOff x="4841903" y="138857"/>
                <a:chExt cx="2495485" cy="4650020"/>
              </a:xfrm>
            </p:grpSpPr>
            <p:sp>
              <p:nvSpPr>
                <p:cNvPr id="17" name="矩形: 圆角 16"/>
                <p:cNvSpPr/>
                <p:nvPr/>
              </p:nvSpPr>
              <p:spPr>
                <a:xfrm flipH="1">
                  <a:off x="4841906" y="1866483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{vItem.item5}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4841903" y="3080035"/>
                  <a:ext cx="2493455" cy="1487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{vItem.item5_Desc}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0" name="箭头: V 形 19"/>
                <p:cNvSpPr/>
                <p:nvPr/>
              </p:nvSpPr>
              <p:spPr>
                <a:xfrm>
                  <a:off x="4962200" y="138857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05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文本框 20"/>
                <p:cNvSpPr txBox="1">
                  <a:spLocks noChangeAspect="1"/>
                </p:cNvSpPr>
                <p:nvPr/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>
                <a:xfrm>
                  <a:off x="5976538" y="1660561"/>
                  <a:ext cx="226228" cy="189660"/>
                </a:xfrm>
                <a:custGeom>
                  <a:avLst/>
                  <a:gdLst>
                    <a:gd name="T0" fmla="*/ 2623 w 2768"/>
                    <a:gd name="T1" fmla="*/ 1207 h 2324"/>
                    <a:gd name="T2" fmla="*/ 2529 w 2768"/>
                    <a:gd name="T3" fmla="*/ 2116 h 2324"/>
                    <a:gd name="T4" fmla="*/ 2298 w 2768"/>
                    <a:gd name="T5" fmla="*/ 2324 h 2324"/>
                    <a:gd name="T6" fmla="*/ 470 w 2768"/>
                    <a:gd name="T7" fmla="*/ 2324 h 2324"/>
                    <a:gd name="T8" fmla="*/ 239 w 2768"/>
                    <a:gd name="T9" fmla="*/ 2116 h 2324"/>
                    <a:gd name="T10" fmla="*/ 145 w 2768"/>
                    <a:gd name="T11" fmla="*/ 1207 h 2324"/>
                    <a:gd name="T12" fmla="*/ 170 w 2768"/>
                    <a:gd name="T13" fmla="*/ 1130 h 2324"/>
                    <a:gd name="T14" fmla="*/ 244 w 2768"/>
                    <a:gd name="T15" fmla="*/ 1097 h 2324"/>
                    <a:gd name="T16" fmla="*/ 2524 w 2768"/>
                    <a:gd name="T17" fmla="*/ 1097 h 2324"/>
                    <a:gd name="T18" fmla="*/ 2598 w 2768"/>
                    <a:gd name="T19" fmla="*/ 1130 h 2324"/>
                    <a:gd name="T20" fmla="*/ 2623 w 2768"/>
                    <a:gd name="T21" fmla="*/ 1207 h 2324"/>
                    <a:gd name="T22" fmla="*/ 2762 w 2768"/>
                    <a:gd name="T23" fmla="*/ 588 h 2324"/>
                    <a:gd name="T24" fmla="*/ 2722 w 2768"/>
                    <a:gd name="T25" fmla="*/ 814 h 2324"/>
                    <a:gd name="T26" fmla="*/ 2624 w 2768"/>
                    <a:gd name="T27" fmla="*/ 897 h 2324"/>
                    <a:gd name="T28" fmla="*/ 157 w 2768"/>
                    <a:gd name="T29" fmla="*/ 897 h 2324"/>
                    <a:gd name="T30" fmla="*/ 60 w 2768"/>
                    <a:gd name="T31" fmla="*/ 820 h 2324"/>
                    <a:gd name="T32" fmla="*/ 7 w 2768"/>
                    <a:gd name="T33" fmla="*/ 593 h 2324"/>
                    <a:gd name="T34" fmla="*/ 26 w 2768"/>
                    <a:gd name="T35" fmla="*/ 508 h 2324"/>
                    <a:gd name="T36" fmla="*/ 104 w 2768"/>
                    <a:gd name="T37" fmla="*/ 470 h 2324"/>
                    <a:gd name="T38" fmla="*/ 904 w 2768"/>
                    <a:gd name="T39" fmla="*/ 470 h 2324"/>
                    <a:gd name="T40" fmla="*/ 904 w 2768"/>
                    <a:gd name="T41" fmla="*/ 100 h 2324"/>
                    <a:gd name="T42" fmla="*/ 1004 w 2768"/>
                    <a:gd name="T43" fmla="*/ 0 h 2324"/>
                    <a:gd name="T44" fmla="*/ 1764 w 2768"/>
                    <a:gd name="T45" fmla="*/ 0 h 2324"/>
                    <a:gd name="T46" fmla="*/ 1864 w 2768"/>
                    <a:gd name="T47" fmla="*/ 100 h 2324"/>
                    <a:gd name="T48" fmla="*/ 1864 w 2768"/>
                    <a:gd name="T49" fmla="*/ 470 h 2324"/>
                    <a:gd name="T50" fmla="*/ 2664 w 2768"/>
                    <a:gd name="T51" fmla="*/ 470 h 2324"/>
                    <a:gd name="T52" fmla="*/ 2741 w 2768"/>
                    <a:gd name="T53" fmla="*/ 506 h 2324"/>
                    <a:gd name="T54" fmla="*/ 2762 w 2768"/>
                    <a:gd name="T55" fmla="*/ 588 h 2324"/>
                    <a:gd name="T56" fmla="*/ 1104 w 2768"/>
                    <a:gd name="T57" fmla="*/ 470 h 2324"/>
                    <a:gd name="T58" fmla="*/ 1664 w 2768"/>
                    <a:gd name="T59" fmla="*/ 470 h 2324"/>
                    <a:gd name="T60" fmla="*/ 1664 w 2768"/>
                    <a:gd name="T61" fmla="*/ 200 h 2324"/>
                    <a:gd name="T62" fmla="*/ 1104 w 2768"/>
                    <a:gd name="T63" fmla="*/ 200 h 2324"/>
                    <a:gd name="T64" fmla="*/ 1104 w 2768"/>
                    <a:gd name="T65" fmla="*/ 470 h 2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768" h="2324">
                      <a:moveTo>
                        <a:pt x="2623" y="1207"/>
                      </a:moveTo>
                      <a:lnTo>
                        <a:pt x="2529" y="2116"/>
                      </a:lnTo>
                      <a:cubicBezTo>
                        <a:pt x="2517" y="2234"/>
                        <a:pt x="2418" y="2324"/>
                        <a:pt x="2298" y="2324"/>
                      </a:cubicBezTo>
                      <a:lnTo>
                        <a:pt x="470" y="2324"/>
                      </a:lnTo>
                      <a:cubicBezTo>
                        <a:pt x="350" y="2324"/>
                        <a:pt x="251" y="2234"/>
                        <a:pt x="239" y="2116"/>
                      </a:cubicBezTo>
                      <a:lnTo>
                        <a:pt x="145" y="1207"/>
                      </a:lnTo>
                      <a:cubicBezTo>
                        <a:pt x="142" y="1179"/>
                        <a:pt x="151" y="1151"/>
                        <a:pt x="170" y="1130"/>
                      </a:cubicBezTo>
                      <a:cubicBezTo>
                        <a:pt x="189" y="1109"/>
                        <a:pt x="216" y="1097"/>
                        <a:pt x="244" y="1097"/>
                      </a:cubicBezTo>
                      <a:lnTo>
                        <a:pt x="2524" y="1097"/>
                      </a:lnTo>
                      <a:cubicBezTo>
                        <a:pt x="2552" y="1097"/>
                        <a:pt x="2579" y="1109"/>
                        <a:pt x="2598" y="1130"/>
                      </a:cubicBezTo>
                      <a:cubicBezTo>
                        <a:pt x="2617" y="1151"/>
                        <a:pt x="2626" y="1179"/>
                        <a:pt x="2623" y="1207"/>
                      </a:cubicBezTo>
                      <a:close/>
                      <a:moveTo>
                        <a:pt x="2762" y="588"/>
                      </a:moveTo>
                      <a:lnTo>
                        <a:pt x="2722" y="814"/>
                      </a:lnTo>
                      <a:cubicBezTo>
                        <a:pt x="2714" y="862"/>
                        <a:pt x="2673" y="897"/>
                        <a:pt x="2624" y="897"/>
                      </a:cubicBezTo>
                      <a:lnTo>
                        <a:pt x="157" y="897"/>
                      </a:lnTo>
                      <a:cubicBezTo>
                        <a:pt x="111" y="897"/>
                        <a:pt x="71" y="865"/>
                        <a:pt x="60" y="820"/>
                      </a:cubicBezTo>
                      <a:lnTo>
                        <a:pt x="7" y="593"/>
                      </a:lnTo>
                      <a:cubicBezTo>
                        <a:pt x="0" y="564"/>
                        <a:pt x="7" y="532"/>
                        <a:pt x="26" y="508"/>
                      </a:cubicBezTo>
                      <a:cubicBezTo>
                        <a:pt x="45" y="484"/>
                        <a:pt x="73" y="470"/>
                        <a:pt x="104" y="470"/>
                      </a:cubicBezTo>
                      <a:lnTo>
                        <a:pt x="904" y="470"/>
                      </a:lnTo>
                      <a:lnTo>
                        <a:pt x="904" y="100"/>
                      </a:lnTo>
                      <a:cubicBezTo>
                        <a:pt x="904" y="45"/>
                        <a:pt x="949" y="0"/>
                        <a:pt x="1004" y="0"/>
                      </a:cubicBezTo>
                      <a:lnTo>
                        <a:pt x="1764" y="0"/>
                      </a:lnTo>
                      <a:cubicBezTo>
                        <a:pt x="1819" y="0"/>
                        <a:pt x="1864" y="45"/>
                        <a:pt x="1864" y="100"/>
                      </a:cubicBezTo>
                      <a:lnTo>
                        <a:pt x="1864" y="470"/>
                      </a:lnTo>
                      <a:lnTo>
                        <a:pt x="2664" y="470"/>
                      </a:lnTo>
                      <a:cubicBezTo>
                        <a:pt x="2694" y="470"/>
                        <a:pt x="2722" y="483"/>
                        <a:pt x="2741" y="506"/>
                      </a:cubicBezTo>
                      <a:cubicBezTo>
                        <a:pt x="2760" y="529"/>
                        <a:pt x="2768" y="559"/>
                        <a:pt x="2762" y="588"/>
                      </a:cubicBezTo>
                      <a:close/>
                      <a:moveTo>
                        <a:pt x="1104" y="470"/>
                      </a:moveTo>
                      <a:lnTo>
                        <a:pt x="1664" y="470"/>
                      </a:lnTo>
                      <a:lnTo>
                        <a:pt x="1664" y="200"/>
                      </a:lnTo>
                      <a:lnTo>
                        <a:pt x="1104" y="200"/>
                      </a:lnTo>
                      <a:lnTo>
                        <a:pt x="1104" y="4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16" name="直接连接符 15"/>
              <p:cNvCxnSpPr/>
              <p:nvPr/>
            </p:nvCxnSpPr>
            <p:spPr>
              <a:xfrm flipH="1">
                <a:off x="10458715" y="2828581"/>
                <a:ext cx="3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9CE7C16-634D-2CE1-9A1C-607D2A261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>
            <p:custDataLst>
              <p:tags r:id="rId1"/>
            </p:custDataLst>
          </p:nvPr>
        </p:nvGrpSpPr>
        <p:grpSpPr>
          <a:xfrm>
            <a:off x="660400" y="1740740"/>
            <a:ext cx="10872922" cy="3746631"/>
            <a:chOff x="660400" y="1740740"/>
            <a:chExt cx="10872922" cy="3746631"/>
          </a:xfrm>
        </p:grpSpPr>
        <p:grpSp>
          <p:nvGrpSpPr>
            <p:cNvPr id="25" name="组合 24"/>
            <p:cNvGrpSpPr/>
            <p:nvPr/>
          </p:nvGrpSpPr>
          <p:grpSpPr>
            <a:xfrm>
              <a:off x="660400" y="1740740"/>
              <a:ext cx="10872922" cy="758330"/>
              <a:chOff x="645979" y="1742511"/>
              <a:chExt cx="10872922" cy="655778"/>
            </a:xfrm>
          </p:grpSpPr>
          <p:sp>
            <p:nvSpPr>
              <p:cNvPr id="46" name="矩形: 圆角 45"/>
              <p:cNvSpPr/>
              <p:nvPr/>
            </p:nvSpPr>
            <p:spPr>
              <a:xfrm>
                <a:off x="728030" y="1796059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矩形: 圆角 46"/>
              <p:cNvSpPr/>
              <p:nvPr>
                <p:custDataLst>
                  <p:tags r:id="rId8"/>
                </p:custDataLst>
              </p:nvPr>
            </p:nvSpPr>
            <p:spPr>
              <a:xfrm>
                <a:off x="645979" y="1742511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01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文本框 4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569028" y="1796058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{vItem.item1}</a:t>
                </a:r>
                <a:endParaRPr lang="zh-CN" altLang="en-US" b="1" dirty="0"/>
              </a:p>
            </p:txBody>
          </p:sp>
          <p:sp>
            <p:nvSpPr>
              <p:cNvPr id="49" name="文本框 4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133090" y="1796058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60400" y="3234891"/>
              <a:ext cx="10872922" cy="758330"/>
              <a:chOff x="645979" y="2489673"/>
              <a:chExt cx="10872922" cy="655778"/>
            </a:xfrm>
          </p:grpSpPr>
          <p:sp>
            <p:nvSpPr>
              <p:cNvPr id="42" name="矩形: 圆角 41"/>
              <p:cNvSpPr/>
              <p:nvPr/>
            </p:nvSpPr>
            <p:spPr>
              <a:xfrm>
                <a:off x="728030" y="2543221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  <p:sp>
            <p:nvSpPr>
              <p:cNvPr id="43" name="矩形: 圆角 42"/>
              <p:cNvSpPr/>
              <p:nvPr>
                <p:custDataLst>
                  <p:tags r:id="rId5"/>
                </p:custDataLst>
              </p:nvPr>
            </p:nvSpPr>
            <p:spPr>
              <a:xfrm>
                <a:off x="645979" y="2489673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02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文本框 4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569028" y="2543220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{vItem.item2}</a:t>
                </a:r>
                <a:endParaRPr lang="zh-CN" altLang="en-US" b="1" dirty="0"/>
              </a:p>
            </p:txBody>
          </p:sp>
          <p:sp>
            <p:nvSpPr>
              <p:cNvPr id="45" name="文本框 4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133090" y="2543220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60400" y="4729041"/>
              <a:ext cx="10872922" cy="758330"/>
              <a:chOff x="645979" y="3236835"/>
              <a:chExt cx="10872922" cy="655778"/>
            </a:xfrm>
          </p:grpSpPr>
          <p:sp>
            <p:nvSpPr>
              <p:cNvPr id="38" name="矩形: 圆角 37"/>
              <p:cNvSpPr/>
              <p:nvPr/>
            </p:nvSpPr>
            <p:spPr>
              <a:xfrm>
                <a:off x="728030" y="3290383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/>
              <p:cNvSpPr/>
              <p:nvPr>
                <p:custDataLst>
                  <p:tags r:id="rId2"/>
                </p:custDataLst>
              </p:nvPr>
            </p:nvSpPr>
            <p:spPr>
              <a:xfrm>
                <a:off x="645979" y="3236835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03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569028" y="3290382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{vItem.item3}</a:t>
                </a:r>
                <a:endParaRPr lang="zh-CN" altLang="en-US" b="1" dirty="0"/>
              </a:p>
            </p:txBody>
          </p:sp>
          <p:sp>
            <p:nvSpPr>
              <p:cNvPr id="41" name="文本框 4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133090" y="3290382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8664297" y="1384309"/>
            <a:ext cx="3250657" cy="4421226"/>
            <a:chOff x="9681572" y="3676581"/>
            <a:chExt cx="2166532" cy="2946705"/>
          </a:xfrm>
        </p:grpSpPr>
        <p:sp>
          <p:nvSpPr>
            <p:cNvPr id="7" name="任意多边形: 形状 6"/>
            <p:cNvSpPr/>
            <p:nvPr/>
          </p:nvSpPr>
          <p:spPr>
            <a:xfrm rot="20113492">
              <a:off x="9728670" y="4647666"/>
              <a:ext cx="1417314" cy="1786784"/>
            </a:xfrm>
            <a:custGeom>
              <a:avLst/>
              <a:gdLst>
                <a:gd name="connsiteX0" fmla="*/ 1237459 w 1417314"/>
                <a:gd name="connsiteY0" fmla="*/ -9 h 1786784"/>
                <a:gd name="connsiteX1" fmla="*/ 1417318 w 1417314"/>
                <a:gd name="connsiteY1" fmla="*/ -9 h 1786784"/>
                <a:gd name="connsiteX2" fmla="*/ 1417318 w 1417314"/>
                <a:gd name="connsiteY2" fmla="*/ 1786775 h 1786784"/>
                <a:gd name="connsiteX3" fmla="*/ 1237459 w 1417314"/>
                <a:gd name="connsiteY3" fmla="*/ 1786775 h 1786784"/>
                <a:gd name="connsiteX4" fmla="*/ 179864 w 1417314"/>
                <a:gd name="connsiteY4" fmla="*/ 1786775 h 1786784"/>
                <a:gd name="connsiteX5" fmla="*/ 4 w 1417314"/>
                <a:gd name="connsiteY5" fmla="*/ 1786775 h 1786784"/>
                <a:gd name="connsiteX6" fmla="*/ 4 w 1417314"/>
                <a:gd name="connsiteY6" fmla="*/ -9 h 1786784"/>
                <a:gd name="connsiteX7" fmla="*/ 179864 w 1417314"/>
                <a:gd name="connsiteY7" fmla="*/ -9 h 178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7314" h="1786784">
                  <a:moveTo>
                    <a:pt x="1237459" y="-9"/>
                  </a:moveTo>
                  <a:cubicBezTo>
                    <a:pt x="1336792" y="-9"/>
                    <a:pt x="1417318" y="-9"/>
                    <a:pt x="1417318" y="-9"/>
                  </a:cubicBezTo>
                  <a:lnTo>
                    <a:pt x="1417318" y="1786775"/>
                  </a:lnTo>
                  <a:cubicBezTo>
                    <a:pt x="1417318" y="1786775"/>
                    <a:pt x="1336793" y="1786775"/>
                    <a:pt x="1237459" y="1786775"/>
                  </a:cubicBezTo>
                  <a:lnTo>
                    <a:pt x="179864" y="1786775"/>
                  </a:lnTo>
                  <a:cubicBezTo>
                    <a:pt x="80530" y="1786775"/>
                    <a:pt x="4" y="1786775"/>
                    <a:pt x="4" y="1786775"/>
                  </a:cubicBezTo>
                  <a:lnTo>
                    <a:pt x="4" y="-9"/>
                  </a:lnTo>
                  <a:cubicBezTo>
                    <a:pt x="4" y="-9"/>
                    <a:pt x="80530" y="-9"/>
                    <a:pt x="179864" y="-9"/>
                  </a:cubicBezTo>
                  <a:close/>
                </a:path>
              </a:pathLst>
            </a:custGeom>
            <a:solidFill>
              <a:srgbClr val="000000"/>
            </a:solidFill>
            <a:ln w="108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 rot="20098199">
              <a:off x="9722586" y="4618758"/>
              <a:ext cx="1414135" cy="1782776"/>
            </a:xfrm>
            <a:custGeom>
              <a:avLst/>
              <a:gdLst>
                <a:gd name="connsiteX0" fmla="*/ 1234684 w 1414135"/>
                <a:gd name="connsiteY0" fmla="*/ -10 h 1782776"/>
                <a:gd name="connsiteX1" fmla="*/ 1414140 w 1414135"/>
                <a:gd name="connsiteY1" fmla="*/ -10 h 1782776"/>
                <a:gd name="connsiteX2" fmla="*/ 1414140 w 1414135"/>
                <a:gd name="connsiteY2" fmla="*/ 1782767 h 1782776"/>
                <a:gd name="connsiteX3" fmla="*/ 1234684 w 1414135"/>
                <a:gd name="connsiteY3" fmla="*/ 1782767 h 1782776"/>
                <a:gd name="connsiteX4" fmla="*/ 179460 w 1414135"/>
                <a:gd name="connsiteY4" fmla="*/ 1782767 h 1782776"/>
                <a:gd name="connsiteX5" fmla="*/ 4 w 1414135"/>
                <a:gd name="connsiteY5" fmla="*/ 1782767 h 1782776"/>
                <a:gd name="connsiteX6" fmla="*/ 4 w 1414135"/>
                <a:gd name="connsiteY6" fmla="*/ -10 h 1782776"/>
                <a:gd name="connsiteX7" fmla="*/ 179460 w 1414135"/>
                <a:gd name="connsiteY7" fmla="*/ -10 h 178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4135" h="1782776">
                  <a:moveTo>
                    <a:pt x="1234684" y="-10"/>
                  </a:moveTo>
                  <a:cubicBezTo>
                    <a:pt x="1333795" y="-10"/>
                    <a:pt x="1414140" y="-10"/>
                    <a:pt x="1414140" y="-10"/>
                  </a:cubicBezTo>
                  <a:lnTo>
                    <a:pt x="1414140" y="1782767"/>
                  </a:lnTo>
                  <a:cubicBezTo>
                    <a:pt x="1414140" y="1782767"/>
                    <a:pt x="1333795" y="1782767"/>
                    <a:pt x="1234684" y="1782767"/>
                  </a:cubicBezTo>
                  <a:lnTo>
                    <a:pt x="179460" y="1782767"/>
                  </a:lnTo>
                  <a:cubicBezTo>
                    <a:pt x="80350" y="1782767"/>
                    <a:pt x="4" y="1782767"/>
                    <a:pt x="4" y="1782767"/>
                  </a:cubicBezTo>
                  <a:lnTo>
                    <a:pt x="4" y="-10"/>
                  </a:lnTo>
                  <a:cubicBezTo>
                    <a:pt x="4" y="-10"/>
                    <a:pt x="80350" y="-10"/>
                    <a:pt x="179460" y="-10"/>
                  </a:cubicBezTo>
                  <a:close/>
                </a:path>
              </a:pathLst>
            </a:custGeom>
            <a:solidFill>
              <a:schemeClr val="accent1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681572" y="4742803"/>
              <a:ext cx="1495972" cy="1535214"/>
            </a:xfrm>
            <a:custGeom>
              <a:avLst/>
              <a:gdLst>
                <a:gd name="connsiteX0" fmla="*/ 4 w 1495972"/>
                <a:gd name="connsiteY0" fmla="*/ 464846 h 1535214"/>
                <a:gd name="connsiteX1" fmla="*/ 996202 w 1495972"/>
                <a:gd name="connsiteY1" fmla="*/ -10 h 1535214"/>
                <a:gd name="connsiteX2" fmla="*/ 83246 w 1495972"/>
                <a:gd name="connsiteY2" fmla="*/ 643221 h 1535214"/>
                <a:gd name="connsiteX3" fmla="*/ 1079552 w 1495972"/>
                <a:gd name="connsiteY3" fmla="*/ 178365 h 1535214"/>
                <a:gd name="connsiteX4" fmla="*/ 166596 w 1495972"/>
                <a:gd name="connsiteY4" fmla="*/ 821596 h 1535214"/>
                <a:gd name="connsiteX5" fmla="*/ 1162793 w 1495972"/>
                <a:gd name="connsiteY5" fmla="*/ 356740 h 1535214"/>
                <a:gd name="connsiteX6" fmla="*/ 249838 w 1495972"/>
                <a:gd name="connsiteY6" fmla="*/ 999971 h 1535214"/>
                <a:gd name="connsiteX7" fmla="*/ 1246035 w 1495972"/>
                <a:gd name="connsiteY7" fmla="*/ 535115 h 1535214"/>
                <a:gd name="connsiteX8" fmla="*/ 333620 w 1495972"/>
                <a:gd name="connsiteY8" fmla="*/ 1178455 h 1535214"/>
                <a:gd name="connsiteX9" fmla="*/ 1329926 w 1495972"/>
                <a:gd name="connsiteY9" fmla="*/ 713598 h 1535214"/>
                <a:gd name="connsiteX10" fmla="*/ 416429 w 1495972"/>
                <a:gd name="connsiteY10" fmla="*/ 1356722 h 1535214"/>
                <a:gd name="connsiteX11" fmla="*/ 1412627 w 1495972"/>
                <a:gd name="connsiteY11" fmla="*/ 891865 h 1535214"/>
                <a:gd name="connsiteX12" fmla="*/ 499671 w 1495972"/>
                <a:gd name="connsiteY12" fmla="*/ 1535205 h 1535214"/>
                <a:gd name="connsiteX13" fmla="*/ 1495977 w 1495972"/>
                <a:gd name="connsiteY13" fmla="*/ 1070348 h 153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5972" h="1535214">
                  <a:moveTo>
                    <a:pt x="4" y="464846"/>
                  </a:moveTo>
                  <a:lnTo>
                    <a:pt x="996202" y="-10"/>
                  </a:lnTo>
                  <a:moveTo>
                    <a:pt x="83246" y="643221"/>
                  </a:moveTo>
                  <a:lnTo>
                    <a:pt x="1079552" y="178365"/>
                  </a:lnTo>
                  <a:moveTo>
                    <a:pt x="166596" y="821596"/>
                  </a:moveTo>
                  <a:lnTo>
                    <a:pt x="1162793" y="356740"/>
                  </a:lnTo>
                  <a:moveTo>
                    <a:pt x="249838" y="999971"/>
                  </a:moveTo>
                  <a:lnTo>
                    <a:pt x="1246035" y="535115"/>
                  </a:lnTo>
                  <a:moveTo>
                    <a:pt x="333620" y="1178455"/>
                  </a:moveTo>
                  <a:lnTo>
                    <a:pt x="1329926" y="713598"/>
                  </a:lnTo>
                  <a:moveTo>
                    <a:pt x="416429" y="1356722"/>
                  </a:moveTo>
                  <a:lnTo>
                    <a:pt x="1412627" y="891865"/>
                  </a:lnTo>
                  <a:moveTo>
                    <a:pt x="499671" y="1535205"/>
                  </a:moveTo>
                  <a:lnTo>
                    <a:pt x="1495977" y="1070348"/>
                  </a:lnTo>
                </a:path>
              </a:pathLst>
            </a:custGeom>
            <a:noFill/>
            <a:ln w="16279" cap="rnd">
              <a:solidFill>
                <a:srgbClr val="B7D0F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214124" y="4686286"/>
              <a:ext cx="1633980" cy="1937000"/>
            </a:xfrm>
            <a:custGeom>
              <a:avLst/>
              <a:gdLst>
                <a:gd name="connsiteX0" fmla="*/ 1190880 w 1633980"/>
                <a:gd name="connsiteY0" fmla="*/ 1934527 h 1937000"/>
                <a:gd name="connsiteX1" fmla="*/ 149927 w 1633980"/>
                <a:gd name="connsiteY1" fmla="*/ 1761016 h 1937000"/>
                <a:gd name="connsiteX2" fmla="*/ 2470 w 1633980"/>
                <a:gd name="connsiteY2" fmla="*/ 1554534 h 1937000"/>
                <a:gd name="connsiteX3" fmla="*/ 236628 w 1633980"/>
                <a:gd name="connsiteY3" fmla="*/ 149911 h 1937000"/>
                <a:gd name="connsiteX4" fmla="*/ 443111 w 1633980"/>
                <a:gd name="connsiteY4" fmla="*/ 2455 h 1937000"/>
                <a:gd name="connsiteX5" fmla="*/ 1484064 w 1633980"/>
                <a:gd name="connsiteY5" fmla="*/ 176073 h 1937000"/>
                <a:gd name="connsiteX6" fmla="*/ 1631521 w 1633980"/>
                <a:gd name="connsiteY6" fmla="*/ 382556 h 1937000"/>
                <a:gd name="connsiteX7" fmla="*/ 1397363 w 1633980"/>
                <a:gd name="connsiteY7" fmla="*/ 1787070 h 1937000"/>
                <a:gd name="connsiteX8" fmla="*/ 1190880 w 1633980"/>
                <a:gd name="connsiteY8" fmla="*/ 1934527 h 193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3980" h="1937000">
                  <a:moveTo>
                    <a:pt x="1190880" y="1934527"/>
                  </a:moveTo>
                  <a:lnTo>
                    <a:pt x="149927" y="1761016"/>
                  </a:lnTo>
                  <a:cubicBezTo>
                    <a:pt x="52202" y="1744692"/>
                    <a:pt x="-13805" y="1652261"/>
                    <a:pt x="2470" y="1554534"/>
                  </a:cubicBezTo>
                  <a:lnTo>
                    <a:pt x="236628" y="149911"/>
                  </a:lnTo>
                  <a:cubicBezTo>
                    <a:pt x="252949" y="52183"/>
                    <a:pt x="345378" y="-13815"/>
                    <a:pt x="443111" y="2455"/>
                  </a:cubicBezTo>
                  <a:lnTo>
                    <a:pt x="1484064" y="176073"/>
                  </a:lnTo>
                  <a:cubicBezTo>
                    <a:pt x="1581792" y="192397"/>
                    <a:pt x="1647791" y="284828"/>
                    <a:pt x="1631521" y="382556"/>
                  </a:cubicBezTo>
                  <a:lnTo>
                    <a:pt x="1397363" y="1787070"/>
                  </a:lnTo>
                  <a:cubicBezTo>
                    <a:pt x="1381039" y="1884798"/>
                    <a:pt x="1288608" y="1950797"/>
                    <a:pt x="1190880" y="1934527"/>
                  </a:cubicBezTo>
                  <a:close/>
                </a:path>
              </a:pathLst>
            </a:custGeom>
            <a:solidFill>
              <a:srgbClr val="000000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rot="550833">
              <a:off x="10316321" y="4741405"/>
              <a:ext cx="1418160" cy="1787851"/>
            </a:xfrm>
            <a:custGeom>
              <a:avLst/>
              <a:gdLst>
                <a:gd name="connsiteX0" fmla="*/ 1238199 w 1418160"/>
                <a:gd name="connsiteY0" fmla="*/ -10 h 1787851"/>
                <a:gd name="connsiteX1" fmla="*/ 1418166 w 1418160"/>
                <a:gd name="connsiteY1" fmla="*/ -10 h 1787851"/>
                <a:gd name="connsiteX2" fmla="*/ 1418166 w 1418160"/>
                <a:gd name="connsiteY2" fmla="*/ 1787841 h 1787851"/>
                <a:gd name="connsiteX3" fmla="*/ 1238199 w 1418160"/>
                <a:gd name="connsiteY3" fmla="*/ 1787841 h 1787851"/>
                <a:gd name="connsiteX4" fmla="*/ 179972 w 1418160"/>
                <a:gd name="connsiteY4" fmla="*/ 1787841 h 1787851"/>
                <a:gd name="connsiteX5" fmla="*/ 6 w 1418160"/>
                <a:gd name="connsiteY5" fmla="*/ 1787841 h 1787851"/>
                <a:gd name="connsiteX6" fmla="*/ 6 w 1418160"/>
                <a:gd name="connsiteY6" fmla="*/ -10 h 1787851"/>
                <a:gd name="connsiteX7" fmla="*/ 179972 w 1418160"/>
                <a:gd name="connsiteY7" fmla="*/ -10 h 178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8160" h="1787851">
                  <a:moveTo>
                    <a:pt x="1238199" y="-10"/>
                  </a:moveTo>
                  <a:cubicBezTo>
                    <a:pt x="1337592" y="-10"/>
                    <a:pt x="1418166" y="-10"/>
                    <a:pt x="1418166" y="-10"/>
                  </a:cubicBezTo>
                  <a:lnTo>
                    <a:pt x="1418166" y="1787841"/>
                  </a:lnTo>
                  <a:cubicBezTo>
                    <a:pt x="1418166" y="1787841"/>
                    <a:pt x="1337592" y="1787841"/>
                    <a:pt x="1238199" y="1787841"/>
                  </a:cubicBezTo>
                  <a:lnTo>
                    <a:pt x="179972" y="1787841"/>
                  </a:lnTo>
                  <a:cubicBezTo>
                    <a:pt x="80579" y="1787841"/>
                    <a:pt x="6" y="1787841"/>
                    <a:pt x="6" y="1787841"/>
                  </a:cubicBezTo>
                  <a:lnTo>
                    <a:pt x="6" y="-10"/>
                  </a:lnTo>
                  <a:cubicBezTo>
                    <a:pt x="6" y="-10"/>
                    <a:pt x="80580" y="-10"/>
                    <a:pt x="179972" y="-1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08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0371938" y="4961502"/>
              <a:ext cx="1278246" cy="1346028"/>
            </a:xfrm>
            <a:custGeom>
              <a:avLst/>
              <a:gdLst>
                <a:gd name="connsiteX0" fmla="*/ 193839 w 1278246"/>
                <a:gd name="connsiteY0" fmla="*/ -10 h 1346028"/>
                <a:gd name="connsiteX1" fmla="*/ 1278251 w 1278246"/>
                <a:gd name="connsiteY1" fmla="*/ 180852 h 1346028"/>
                <a:gd name="connsiteX2" fmla="*/ 161407 w 1278246"/>
                <a:gd name="connsiteY2" fmla="*/ 194149 h 1346028"/>
                <a:gd name="connsiteX3" fmla="*/ 1245927 w 1278246"/>
                <a:gd name="connsiteY3" fmla="*/ 375010 h 1346028"/>
                <a:gd name="connsiteX4" fmla="*/ 129083 w 1278246"/>
                <a:gd name="connsiteY4" fmla="*/ 388415 h 1346028"/>
                <a:gd name="connsiteX5" fmla="*/ 1213495 w 1278246"/>
                <a:gd name="connsiteY5" fmla="*/ 569277 h 1346028"/>
                <a:gd name="connsiteX6" fmla="*/ 96651 w 1278246"/>
                <a:gd name="connsiteY6" fmla="*/ 582574 h 1346028"/>
                <a:gd name="connsiteX7" fmla="*/ 1181172 w 1278246"/>
                <a:gd name="connsiteY7" fmla="*/ 763435 h 1346028"/>
                <a:gd name="connsiteX8" fmla="*/ 64868 w 1278246"/>
                <a:gd name="connsiteY8" fmla="*/ 776841 h 1346028"/>
                <a:gd name="connsiteX9" fmla="*/ 1149280 w 1278246"/>
                <a:gd name="connsiteY9" fmla="*/ 957594 h 1346028"/>
                <a:gd name="connsiteX10" fmla="*/ 32436 w 1278246"/>
                <a:gd name="connsiteY10" fmla="*/ 970999 h 1346028"/>
                <a:gd name="connsiteX11" fmla="*/ 1116957 w 1278246"/>
                <a:gd name="connsiteY11" fmla="*/ 1151861 h 1346028"/>
                <a:gd name="connsiteX12" fmla="*/ 4 w 1278246"/>
                <a:gd name="connsiteY12" fmla="*/ 1165266 h 1346028"/>
                <a:gd name="connsiteX13" fmla="*/ 1084525 w 1278246"/>
                <a:gd name="connsiteY13" fmla="*/ 1346019 h 134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8246" h="1346028">
                  <a:moveTo>
                    <a:pt x="193839" y="-10"/>
                  </a:moveTo>
                  <a:lnTo>
                    <a:pt x="1278251" y="180852"/>
                  </a:lnTo>
                  <a:moveTo>
                    <a:pt x="161407" y="194149"/>
                  </a:moveTo>
                  <a:lnTo>
                    <a:pt x="1245927" y="375010"/>
                  </a:lnTo>
                  <a:moveTo>
                    <a:pt x="129083" y="388415"/>
                  </a:moveTo>
                  <a:lnTo>
                    <a:pt x="1213495" y="569277"/>
                  </a:lnTo>
                  <a:moveTo>
                    <a:pt x="96651" y="582574"/>
                  </a:moveTo>
                  <a:lnTo>
                    <a:pt x="1181172" y="763435"/>
                  </a:lnTo>
                  <a:moveTo>
                    <a:pt x="64868" y="776841"/>
                  </a:moveTo>
                  <a:lnTo>
                    <a:pt x="1149280" y="957594"/>
                  </a:lnTo>
                  <a:moveTo>
                    <a:pt x="32436" y="970999"/>
                  </a:moveTo>
                  <a:lnTo>
                    <a:pt x="1116957" y="1151861"/>
                  </a:lnTo>
                  <a:moveTo>
                    <a:pt x="4" y="1165266"/>
                  </a:moveTo>
                  <a:lnTo>
                    <a:pt x="1084525" y="1346019"/>
                  </a:lnTo>
                </a:path>
              </a:pathLst>
            </a:custGeom>
            <a:noFill/>
            <a:ln w="16279" cap="rnd">
              <a:solidFill>
                <a:srgbClr val="F5F5F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 rot="16764000">
              <a:off x="10149493" y="3861125"/>
              <a:ext cx="1340515" cy="1340515"/>
            </a:xfrm>
            <a:custGeom>
              <a:avLst/>
              <a:gdLst>
                <a:gd name="connsiteX0" fmla="*/ 1340520 w 1340515"/>
                <a:gd name="connsiteY0" fmla="*/ 670248 h 1340515"/>
                <a:gd name="connsiteX1" fmla="*/ 670262 w 1340515"/>
                <a:gd name="connsiteY1" fmla="*/ 1340505 h 1340515"/>
                <a:gd name="connsiteX2" fmla="*/ 4 w 1340515"/>
                <a:gd name="connsiteY2" fmla="*/ 670248 h 1340515"/>
                <a:gd name="connsiteX3" fmla="*/ 670262 w 1340515"/>
                <a:gd name="connsiteY3" fmla="*/ -10 h 1340515"/>
                <a:gd name="connsiteX4" fmla="*/ 1340520 w 1340515"/>
                <a:gd name="connsiteY4" fmla="*/ 670248 h 134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515" h="1340515">
                  <a:moveTo>
                    <a:pt x="1340520" y="670248"/>
                  </a:moveTo>
                  <a:cubicBezTo>
                    <a:pt x="1340520" y="1040421"/>
                    <a:pt x="1040435" y="1340505"/>
                    <a:pt x="670262" y="1340505"/>
                  </a:cubicBezTo>
                  <a:cubicBezTo>
                    <a:pt x="300089" y="1340505"/>
                    <a:pt x="4" y="1040421"/>
                    <a:pt x="4" y="670248"/>
                  </a:cubicBezTo>
                  <a:cubicBezTo>
                    <a:pt x="4" y="300075"/>
                    <a:pt x="300089" y="-10"/>
                    <a:pt x="670262" y="-10"/>
                  </a:cubicBezTo>
                  <a:cubicBezTo>
                    <a:pt x="1040435" y="-10"/>
                    <a:pt x="1340520" y="300075"/>
                    <a:pt x="1340520" y="670248"/>
                  </a:cubicBezTo>
                  <a:close/>
                </a:path>
              </a:pathLst>
            </a:custGeom>
            <a:solidFill>
              <a:srgbClr val="000000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77673" y="3789200"/>
              <a:ext cx="1340515" cy="1340515"/>
            </a:xfrm>
            <a:custGeom>
              <a:avLst/>
              <a:gdLst>
                <a:gd name="connsiteX0" fmla="*/ 1340516 w 1340515"/>
                <a:gd name="connsiteY0" fmla="*/ 670258 h 1340515"/>
                <a:gd name="connsiteX1" fmla="*/ 670258 w 1340515"/>
                <a:gd name="connsiteY1" fmla="*/ 1340515 h 1340515"/>
                <a:gd name="connsiteX2" fmla="*/ 0 w 1340515"/>
                <a:gd name="connsiteY2" fmla="*/ 670258 h 1340515"/>
                <a:gd name="connsiteX3" fmla="*/ 670258 w 1340515"/>
                <a:gd name="connsiteY3" fmla="*/ 0 h 1340515"/>
                <a:gd name="connsiteX4" fmla="*/ 1340516 w 1340515"/>
                <a:gd name="connsiteY4" fmla="*/ 670258 h 134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515" h="1340515">
                  <a:moveTo>
                    <a:pt x="1340516" y="670258"/>
                  </a:moveTo>
                  <a:cubicBezTo>
                    <a:pt x="1340516" y="1040431"/>
                    <a:pt x="1040431" y="1340515"/>
                    <a:pt x="670258" y="1340515"/>
                  </a:cubicBezTo>
                  <a:cubicBezTo>
                    <a:pt x="300085" y="1340515"/>
                    <a:pt x="0" y="1040431"/>
                    <a:pt x="0" y="670258"/>
                  </a:cubicBezTo>
                  <a:cubicBezTo>
                    <a:pt x="0" y="300085"/>
                    <a:pt x="300085" y="0"/>
                    <a:pt x="670258" y="0"/>
                  </a:cubicBezTo>
                  <a:cubicBezTo>
                    <a:pt x="1040431" y="0"/>
                    <a:pt x="1340516" y="300085"/>
                    <a:pt x="1340516" y="670258"/>
                  </a:cubicBezTo>
                  <a:close/>
                </a:path>
              </a:pathLst>
            </a:custGeom>
            <a:solidFill>
              <a:srgbClr val="F6C94C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 rot="16762802">
              <a:off x="10152740" y="3864151"/>
              <a:ext cx="1190464" cy="1190464"/>
            </a:xfrm>
            <a:custGeom>
              <a:avLst/>
              <a:gdLst>
                <a:gd name="connsiteX0" fmla="*/ 1190469 w 1190464"/>
                <a:gd name="connsiteY0" fmla="*/ 595222 h 1190464"/>
                <a:gd name="connsiteX1" fmla="*/ 595236 w 1190464"/>
                <a:gd name="connsiteY1" fmla="*/ 1190454 h 1190464"/>
                <a:gd name="connsiteX2" fmla="*/ 4 w 1190464"/>
                <a:gd name="connsiteY2" fmla="*/ 595222 h 1190464"/>
                <a:gd name="connsiteX3" fmla="*/ 595236 w 1190464"/>
                <a:gd name="connsiteY3" fmla="*/ -10 h 1190464"/>
                <a:gd name="connsiteX4" fmla="*/ 1190469 w 1190464"/>
                <a:gd name="connsiteY4" fmla="*/ 595222 h 119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0464" h="1190464">
                  <a:moveTo>
                    <a:pt x="1190469" y="595222"/>
                  </a:moveTo>
                  <a:cubicBezTo>
                    <a:pt x="1190469" y="923960"/>
                    <a:pt x="923974" y="1190454"/>
                    <a:pt x="595236" y="1190454"/>
                  </a:cubicBezTo>
                  <a:cubicBezTo>
                    <a:pt x="266499" y="1190454"/>
                    <a:pt x="4" y="923960"/>
                    <a:pt x="4" y="595222"/>
                  </a:cubicBezTo>
                  <a:cubicBezTo>
                    <a:pt x="4" y="266485"/>
                    <a:pt x="266499" y="-10"/>
                    <a:pt x="595236" y="-10"/>
                  </a:cubicBezTo>
                  <a:cubicBezTo>
                    <a:pt x="923974" y="-10"/>
                    <a:pt x="1190469" y="266485"/>
                    <a:pt x="1190469" y="595222"/>
                  </a:cubicBezTo>
                  <a:close/>
                </a:path>
              </a:pathLst>
            </a:custGeom>
            <a:solidFill>
              <a:srgbClr val="682D00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256771" y="3676581"/>
              <a:ext cx="428674" cy="798010"/>
            </a:xfrm>
            <a:custGeom>
              <a:avLst/>
              <a:gdLst>
                <a:gd name="connsiteX0" fmla="*/ 390409 w 428674"/>
                <a:gd name="connsiteY0" fmla="*/ 798001 h 798010"/>
                <a:gd name="connsiteX1" fmla="*/ 66091 w 428674"/>
                <a:gd name="connsiteY1" fmla="*/ 457899 h 798010"/>
                <a:gd name="connsiteX2" fmla="*/ 58740 w 428674"/>
                <a:gd name="connsiteY2" fmla="*/ 77042 h 798010"/>
                <a:gd name="connsiteX3" fmla="*/ 265547 w 428674"/>
                <a:gd name="connsiteY3" fmla="*/ 7205 h 798010"/>
                <a:gd name="connsiteX4" fmla="*/ 360464 w 428674"/>
                <a:gd name="connsiteY4" fmla="*/ 133473 h 798010"/>
                <a:gd name="connsiteX5" fmla="*/ 391923 w 428674"/>
                <a:gd name="connsiteY5" fmla="*/ 368928 h 798010"/>
                <a:gd name="connsiteX6" fmla="*/ 428679 w 428674"/>
                <a:gd name="connsiteY6" fmla="*/ 779731 h 79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74" h="798010">
                  <a:moveTo>
                    <a:pt x="390409" y="798001"/>
                  </a:moveTo>
                  <a:cubicBezTo>
                    <a:pt x="254934" y="714312"/>
                    <a:pt x="143253" y="597195"/>
                    <a:pt x="66091" y="457899"/>
                  </a:cubicBezTo>
                  <a:cubicBezTo>
                    <a:pt x="-1584" y="336496"/>
                    <a:pt x="-37259" y="190012"/>
                    <a:pt x="58740" y="77042"/>
                  </a:cubicBezTo>
                  <a:cubicBezTo>
                    <a:pt x="102955" y="24826"/>
                    <a:pt x="191494" y="-17443"/>
                    <a:pt x="265547" y="7205"/>
                  </a:cubicBezTo>
                  <a:cubicBezTo>
                    <a:pt x="327383" y="27637"/>
                    <a:pt x="349437" y="83528"/>
                    <a:pt x="360464" y="133473"/>
                  </a:cubicBezTo>
                  <a:cubicBezTo>
                    <a:pt x="376053" y="211192"/>
                    <a:pt x="386561" y="289843"/>
                    <a:pt x="391923" y="368928"/>
                  </a:cubicBezTo>
                  <a:cubicBezTo>
                    <a:pt x="404171" y="505863"/>
                    <a:pt x="416430" y="642796"/>
                    <a:pt x="428679" y="779731"/>
                  </a:cubicBezTo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0747931" y="3742038"/>
              <a:ext cx="517477" cy="667042"/>
            </a:xfrm>
            <a:custGeom>
              <a:avLst/>
              <a:gdLst>
                <a:gd name="connsiteX0" fmla="*/ 4 w 517477"/>
                <a:gd name="connsiteY0" fmla="*/ 646817 h 667042"/>
                <a:gd name="connsiteX1" fmla="*/ 187677 w 517477"/>
                <a:gd name="connsiteY1" fmla="*/ 108232 h 667042"/>
                <a:gd name="connsiteX2" fmla="*/ 358052 w 517477"/>
                <a:gd name="connsiteY2" fmla="*/ 126 h 667042"/>
                <a:gd name="connsiteX3" fmla="*/ 475455 w 517477"/>
                <a:gd name="connsiteY3" fmla="*/ 71692 h 667042"/>
                <a:gd name="connsiteX4" fmla="*/ 491238 w 517477"/>
                <a:gd name="connsiteY4" fmla="*/ 309526 h 667042"/>
                <a:gd name="connsiteX5" fmla="*/ 302377 w 517477"/>
                <a:gd name="connsiteY5" fmla="*/ 472442 h 667042"/>
                <a:gd name="connsiteX6" fmla="*/ 59571 w 517477"/>
                <a:gd name="connsiteY6" fmla="*/ 667032 h 667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7477" h="667042">
                  <a:moveTo>
                    <a:pt x="4" y="646817"/>
                  </a:moveTo>
                  <a:cubicBezTo>
                    <a:pt x="5269" y="452184"/>
                    <a:pt x="70846" y="263987"/>
                    <a:pt x="187677" y="108232"/>
                  </a:cubicBezTo>
                  <a:cubicBezTo>
                    <a:pt x="229838" y="52233"/>
                    <a:pt x="287999" y="-3117"/>
                    <a:pt x="358052" y="126"/>
                  </a:cubicBezTo>
                  <a:cubicBezTo>
                    <a:pt x="405618" y="2072"/>
                    <a:pt x="449077" y="32558"/>
                    <a:pt x="475455" y="71692"/>
                  </a:cubicBezTo>
                  <a:cubicBezTo>
                    <a:pt x="521724" y="141096"/>
                    <a:pt x="533832" y="235257"/>
                    <a:pt x="491238" y="309526"/>
                  </a:cubicBezTo>
                  <a:cubicBezTo>
                    <a:pt x="448645" y="383795"/>
                    <a:pt x="367998" y="422064"/>
                    <a:pt x="302377" y="472442"/>
                  </a:cubicBezTo>
                  <a:cubicBezTo>
                    <a:pt x="220325" y="535359"/>
                    <a:pt x="141299" y="603466"/>
                    <a:pt x="59571" y="667032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9899618" y="4166353"/>
              <a:ext cx="788314" cy="454723"/>
            </a:xfrm>
            <a:custGeom>
              <a:avLst/>
              <a:gdLst>
                <a:gd name="connsiteX0" fmla="*/ 782481 w 788314"/>
                <a:gd name="connsiteY0" fmla="*/ 310932 h 454723"/>
                <a:gd name="connsiteX1" fmla="*/ 246707 w 788314"/>
                <a:gd name="connsiteY1" fmla="*/ 11478 h 454723"/>
                <a:gd name="connsiteX2" fmla="*/ 73737 w 788314"/>
                <a:gd name="connsiteY2" fmla="*/ 22289 h 454723"/>
                <a:gd name="connsiteX3" fmla="*/ 15144 w 788314"/>
                <a:gd name="connsiteY3" fmla="*/ 250933 h 454723"/>
                <a:gd name="connsiteX4" fmla="*/ 368867 w 788314"/>
                <a:gd name="connsiteY4" fmla="*/ 454713 h 454723"/>
                <a:gd name="connsiteX5" fmla="*/ 788318 w 788314"/>
                <a:gd name="connsiteY5" fmla="*/ 353310 h 454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314" h="454723">
                  <a:moveTo>
                    <a:pt x="782481" y="310932"/>
                  </a:moveTo>
                  <a:cubicBezTo>
                    <a:pt x="605727" y="205853"/>
                    <a:pt x="446055" y="61531"/>
                    <a:pt x="246707" y="11478"/>
                  </a:cubicBezTo>
                  <a:cubicBezTo>
                    <a:pt x="189194" y="-3008"/>
                    <a:pt x="124763" y="-8089"/>
                    <a:pt x="73737" y="22289"/>
                  </a:cubicBezTo>
                  <a:cubicBezTo>
                    <a:pt x="333" y="66288"/>
                    <a:pt x="-16315" y="171043"/>
                    <a:pt x="15144" y="250933"/>
                  </a:cubicBezTo>
                  <a:cubicBezTo>
                    <a:pt x="68332" y="385417"/>
                    <a:pt x="224221" y="454821"/>
                    <a:pt x="368867" y="454713"/>
                  </a:cubicBezTo>
                  <a:cubicBezTo>
                    <a:pt x="513513" y="454605"/>
                    <a:pt x="651456" y="400012"/>
                    <a:pt x="788318" y="35331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0164398" y="4419999"/>
              <a:ext cx="642450" cy="741067"/>
            </a:xfrm>
            <a:custGeom>
              <a:avLst/>
              <a:gdLst>
                <a:gd name="connsiteX0" fmla="*/ 534241 w 642450"/>
                <a:gd name="connsiteY0" fmla="*/ 518683 h 741067"/>
                <a:gd name="connsiteX1" fmla="*/ 550997 w 642450"/>
                <a:gd name="connsiteY1" fmla="*/ 287985 h 741067"/>
                <a:gd name="connsiteX2" fmla="*/ 642455 w 642450"/>
                <a:gd name="connsiteY2" fmla="*/ 21611 h 741067"/>
                <a:gd name="connsiteX3" fmla="*/ 596077 w 642450"/>
                <a:gd name="connsiteY3" fmla="*/ -10 h 741067"/>
                <a:gd name="connsiteX4" fmla="*/ 32304 w 642450"/>
                <a:gd name="connsiteY4" fmla="*/ 379767 h 741067"/>
                <a:gd name="connsiteX5" fmla="*/ 6142 w 642450"/>
                <a:gd name="connsiteY5" fmla="*/ 556520 h 741067"/>
                <a:gd name="connsiteX6" fmla="*/ 155977 w 642450"/>
                <a:gd name="connsiteY6" fmla="*/ 707869 h 741067"/>
                <a:gd name="connsiteX7" fmla="*/ 417270 w 642450"/>
                <a:gd name="connsiteY7" fmla="*/ 710355 h 741067"/>
                <a:gd name="connsiteX8" fmla="*/ 534241 w 642450"/>
                <a:gd name="connsiteY8" fmla="*/ 518683 h 74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450" h="741067">
                  <a:moveTo>
                    <a:pt x="534241" y="518683"/>
                  </a:moveTo>
                  <a:cubicBezTo>
                    <a:pt x="548943" y="443009"/>
                    <a:pt x="545051" y="364956"/>
                    <a:pt x="550997" y="287985"/>
                  </a:cubicBezTo>
                  <a:cubicBezTo>
                    <a:pt x="557267" y="201500"/>
                    <a:pt x="613482" y="104204"/>
                    <a:pt x="642455" y="21611"/>
                  </a:cubicBezTo>
                  <a:lnTo>
                    <a:pt x="596077" y="-10"/>
                  </a:lnTo>
                  <a:cubicBezTo>
                    <a:pt x="357595" y="8963"/>
                    <a:pt x="130248" y="162149"/>
                    <a:pt x="32304" y="379767"/>
                  </a:cubicBezTo>
                  <a:cubicBezTo>
                    <a:pt x="7440" y="435225"/>
                    <a:pt x="-9749" y="497819"/>
                    <a:pt x="6142" y="556520"/>
                  </a:cubicBezTo>
                  <a:cubicBezTo>
                    <a:pt x="25385" y="627438"/>
                    <a:pt x="89060" y="677924"/>
                    <a:pt x="155977" y="707869"/>
                  </a:cubicBezTo>
                  <a:cubicBezTo>
                    <a:pt x="238678" y="745166"/>
                    <a:pt x="339758" y="757598"/>
                    <a:pt x="417270" y="710355"/>
                  </a:cubicBezTo>
                  <a:cubicBezTo>
                    <a:pt x="483106" y="670572"/>
                    <a:pt x="519538" y="594466"/>
                    <a:pt x="534241" y="518683"/>
                  </a:cubicBez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727283" y="4394161"/>
              <a:ext cx="805172" cy="528739"/>
            </a:xfrm>
            <a:custGeom>
              <a:avLst/>
              <a:gdLst>
                <a:gd name="connsiteX0" fmla="*/ 797287 w 805172"/>
                <a:gd name="connsiteY0" fmla="*/ 317930 h 528739"/>
                <a:gd name="connsiteX1" fmla="*/ 790476 w 805172"/>
                <a:gd name="connsiteY1" fmla="*/ 298039 h 528739"/>
                <a:gd name="connsiteX2" fmla="*/ 613290 w 805172"/>
                <a:gd name="connsiteY2" fmla="*/ 88313 h 528739"/>
                <a:gd name="connsiteX3" fmla="*/ 332214 w 805172"/>
                <a:gd name="connsiteY3" fmla="*/ 1828 h 528739"/>
                <a:gd name="connsiteX4" fmla="*/ 4869 w 805172"/>
                <a:gd name="connsiteY4" fmla="*/ -10 h 528739"/>
                <a:gd name="connsiteX5" fmla="*/ 4 w 805172"/>
                <a:gd name="connsiteY5" fmla="*/ 26044 h 528739"/>
                <a:gd name="connsiteX6" fmla="*/ 227027 w 805172"/>
                <a:gd name="connsiteY6" fmla="*/ 304417 h 528739"/>
                <a:gd name="connsiteX7" fmla="*/ 358376 w 805172"/>
                <a:gd name="connsiteY7" fmla="*/ 441604 h 528739"/>
                <a:gd name="connsiteX8" fmla="*/ 687667 w 805172"/>
                <a:gd name="connsiteY8" fmla="*/ 518035 h 528739"/>
                <a:gd name="connsiteX9" fmla="*/ 793827 w 805172"/>
                <a:gd name="connsiteY9" fmla="*/ 429171 h 528739"/>
                <a:gd name="connsiteX10" fmla="*/ 797287 w 805172"/>
                <a:gd name="connsiteY10" fmla="*/ 317930 h 52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05172" h="528739">
                  <a:moveTo>
                    <a:pt x="797287" y="317930"/>
                  </a:moveTo>
                  <a:cubicBezTo>
                    <a:pt x="795341" y="311228"/>
                    <a:pt x="793071" y="304525"/>
                    <a:pt x="790476" y="298039"/>
                  </a:cubicBezTo>
                  <a:cubicBezTo>
                    <a:pt x="757504" y="213500"/>
                    <a:pt x="688208" y="137825"/>
                    <a:pt x="613290" y="88313"/>
                  </a:cubicBezTo>
                  <a:cubicBezTo>
                    <a:pt x="529054" y="34790"/>
                    <a:pt x="431964" y="4917"/>
                    <a:pt x="332214" y="1828"/>
                  </a:cubicBezTo>
                  <a:cubicBezTo>
                    <a:pt x="222919" y="-3037"/>
                    <a:pt x="112327" y="19774"/>
                    <a:pt x="4869" y="-10"/>
                  </a:cubicBezTo>
                  <a:lnTo>
                    <a:pt x="4" y="26044"/>
                  </a:lnTo>
                  <a:lnTo>
                    <a:pt x="227027" y="304417"/>
                  </a:lnTo>
                  <a:cubicBezTo>
                    <a:pt x="267243" y="353497"/>
                    <a:pt x="307891" y="403118"/>
                    <a:pt x="358376" y="441604"/>
                  </a:cubicBezTo>
                  <a:cubicBezTo>
                    <a:pt x="444861" y="507116"/>
                    <a:pt x="581075" y="549710"/>
                    <a:pt x="687667" y="518035"/>
                  </a:cubicBezTo>
                  <a:cubicBezTo>
                    <a:pt x="733396" y="504413"/>
                    <a:pt x="775341" y="473170"/>
                    <a:pt x="793827" y="429171"/>
                  </a:cubicBezTo>
                  <a:cubicBezTo>
                    <a:pt x="807665" y="393572"/>
                    <a:pt x="808886" y="354319"/>
                    <a:pt x="797287" y="31793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0520109" y="3841818"/>
              <a:ext cx="385598" cy="622197"/>
            </a:xfrm>
            <a:custGeom>
              <a:avLst/>
              <a:gdLst>
                <a:gd name="connsiteX0" fmla="*/ 373770 w 385598"/>
                <a:gd name="connsiteY0" fmla="*/ 129315 h 622197"/>
                <a:gd name="connsiteX1" fmla="*/ 372365 w 385598"/>
                <a:gd name="connsiteY1" fmla="*/ 124234 h 622197"/>
                <a:gd name="connsiteX2" fmla="*/ 303609 w 385598"/>
                <a:gd name="connsiteY2" fmla="*/ 24776 h 622197"/>
                <a:gd name="connsiteX3" fmla="*/ 34101 w 385598"/>
                <a:gd name="connsiteY3" fmla="*/ 119044 h 622197"/>
                <a:gd name="connsiteX4" fmla="*/ 10101 w 385598"/>
                <a:gd name="connsiteY4" fmla="*/ 342175 h 622197"/>
                <a:gd name="connsiteX5" fmla="*/ 219394 w 385598"/>
                <a:gd name="connsiteY5" fmla="*/ 621846 h 622197"/>
                <a:gd name="connsiteX6" fmla="*/ 312798 w 385598"/>
                <a:gd name="connsiteY6" fmla="*/ 472551 h 622197"/>
                <a:gd name="connsiteX7" fmla="*/ 373770 w 385598"/>
                <a:gd name="connsiteY7" fmla="*/ 129315 h 622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5598" h="622197">
                  <a:moveTo>
                    <a:pt x="373770" y="129315"/>
                  </a:moveTo>
                  <a:cubicBezTo>
                    <a:pt x="373770" y="127585"/>
                    <a:pt x="372797" y="125855"/>
                    <a:pt x="372365" y="124234"/>
                  </a:cubicBezTo>
                  <a:cubicBezTo>
                    <a:pt x="361316" y="84275"/>
                    <a:pt x="337090" y="49225"/>
                    <a:pt x="303609" y="24776"/>
                  </a:cubicBezTo>
                  <a:cubicBezTo>
                    <a:pt x="210097" y="-39223"/>
                    <a:pt x="82748" y="30938"/>
                    <a:pt x="34101" y="119044"/>
                  </a:cubicBezTo>
                  <a:cubicBezTo>
                    <a:pt x="-2872" y="186070"/>
                    <a:pt x="-7953" y="267798"/>
                    <a:pt x="10101" y="342175"/>
                  </a:cubicBezTo>
                  <a:cubicBezTo>
                    <a:pt x="36371" y="450390"/>
                    <a:pt x="219394" y="621522"/>
                    <a:pt x="219394" y="621846"/>
                  </a:cubicBezTo>
                  <a:cubicBezTo>
                    <a:pt x="228367" y="630170"/>
                    <a:pt x="307068" y="483794"/>
                    <a:pt x="312798" y="472551"/>
                  </a:cubicBezTo>
                  <a:cubicBezTo>
                    <a:pt x="365770" y="369526"/>
                    <a:pt x="406742" y="245096"/>
                    <a:pt x="373770" y="12931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0224998" y="4167826"/>
              <a:ext cx="521419" cy="436623"/>
            </a:xfrm>
            <a:custGeom>
              <a:avLst/>
              <a:gdLst>
                <a:gd name="connsiteX0" fmla="*/ 233429 w 521419"/>
                <a:gd name="connsiteY0" fmla="*/ 19194 h 436623"/>
                <a:gd name="connsiteX1" fmla="*/ 92026 w 521419"/>
                <a:gd name="connsiteY1" fmla="*/ 9140 h 436623"/>
                <a:gd name="connsiteX2" fmla="*/ 4136 w 521419"/>
                <a:gd name="connsiteY2" fmla="*/ 123084 h 436623"/>
                <a:gd name="connsiteX3" fmla="*/ 152674 w 521419"/>
                <a:gd name="connsiteY3" fmla="*/ 401890 h 436623"/>
                <a:gd name="connsiteX4" fmla="*/ 267050 w 521419"/>
                <a:gd name="connsiteY4" fmla="*/ 436484 h 436623"/>
                <a:gd name="connsiteX5" fmla="*/ 521424 w 521419"/>
                <a:gd name="connsiteY5" fmla="*/ 301027 h 436623"/>
                <a:gd name="connsiteX6" fmla="*/ 233429 w 521419"/>
                <a:gd name="connsiteY6" fmla="*/ 19194 h 43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1419" h="436623">
                  <a:moveTo>
                    <a:pt x="233429" y="19194"/>
                  </a:moveTo>
                  <a:cubicBezTo>
                    <a:pt x="188241" y="2005"/>
                    <a:pt x="136999" y="-8589"/>
                    <a:pt x="92026" y="9140"/>
                  </a:cubicBezTo>
                  <a:cubicBezTo>
                    <a:pt x="47054" y="26870"/>
                    <a:pt x="14190" y="74004"/>
                    <a:pt x="4136" y="123084"/>
                  </a:cubicBezTo>
                  <a:cubicBezTo>
                    <a:pt x="-18674" y="233136"/>
                    <a:pt x="56027" y="344594"/>
                    <a:pt x="152674" y="401890"/>
                  </a:cubicBezTo>
                  <a:cubicBezTo>
                    <a:pt x="187484" y="422430"/>
                    <a:pt x="226727" y="438213"/>
                    <a:pt x="267050" y="436484"/>
                  </a:cubicBezTo>
                  <a:cubicBezTo>
                    <a:pt x="364346" y="432159"/>
                    <a:pt x="429209" y="332810"/>
                    <a:pt x="521424" y="301027"/>
                  </a:cubicBezTo>
                  <a:cubicBezTo>
                    <a:pt x="521316" y="301027"/>
                    <a:pt x="348670" y="63085"/>
                    <a:pt x="233429" y="19194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0740580" y="4153312"/>
              <a:ext cx="574920" cy="417182"/>
            </a:xfrm>
            <a:custGeom>
              <a:avLst/>
              <a:gdLst>
                <a:gd name="connsiteX0" fmla="*/ 535238 w 574920"/>
                <a:gd name="connsiteY0" fmla="*/ 75978 h 417182"/>
                <a:gd name="connsiteX1" fmla="*/ 351457 w 574920"/>
                <a:gd name="connsiteY1" fmla="*/ 5277 h 417182"/>
                <a:gd name="connsiteX2" fmla="*/ 263459 w 574920"/>
                <a:gd name="connsiteY2" fmla="*/ 53924 h 417182"/>
                <a:gd name="connsiteX3" fmla="*/ 4 w 574920"/>
                <a:gd name="connsiteY3" fmla="*/ 293379 h 417182"/>
                <a:gd name="connsiteX4" fmla="*/ 270270 w 574920"/>
                <a:gd name="connsiteY4" fmla="*/ 401485 h 417182"/>
                <a:gd name="connsiteX5" fmla="*/ 527238 w 574920"/>
                <a:gd name="connsiteY5" fmla="*/ 354567 h 417182"/>
                <a:gd name="connsiteX6" fmla="*/ 565724 w 574920"/>
                <a:gd name="connsiteY6" fmla="*/ 276515 h 417182"/>
                <a:gd name="connsiteX7" fmla="*/ 535238 w 574920"/>
                <a:gd name="connsiteY7" fmla="*/ 75978 h 41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4920" h="417182">
                  <a:moveTo>
                    <a:pt x="535238" y="75978"/>
                  </a:moveTo>
                  <a:cubicBezTo>
                    <a:pt x="494590" y="19222"/>
                    <a:pt x="419132" y="-13426"/>
                    <a:pt x="351457" y="5277"/>
                  </a:cubicBezTo>
                  <a:cubicBezTo>
                    <a:pt x="319425" y="16032"/>
                    <a:pt x="289610" y="32515"/>
                    <a:pt x="263459" y="53924"/>
                  </a:cubicBezTo>
                  <a:cubicBezTo>
                    <a:pt x="167688" y="124527"/>
                    <a:pt x="79408" y="204766"/>
                    <a:pt x="4" y="293379"/>
                  </a:cubicBezTo>
                  <a:cubicBezTo>
                    <a:pt x="4" y="293379"/>
                    <a:pt x="181623" y="374459"/>
                    <a:pt x="270270" y="401485"/>
                  </a:cubicBezTo>
                  <a:cubicBezTo>
                    <a:pt x="358917" y="428512"/>
                    <a:pt x="467888" y="425269"/>
                    <a:pt x="527238" y="354567"/>
                  </a:cubicBezTo>
                  <a:cubicBezTo>
                    <a:pt x="545594" y="331660"/>
                    <a:pt x="558729" y="305022"/>
                    <a:pt x="565724" y="276515"/>
                  </a:cubicBezTo>
                  <a:cubicBezTo>
                    <a:pt x="583885" y="208408"/>
                    <a:pt x="575886" y="132301"/>
                    <a:pt x="535238" y="759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10659478" y="4459457"/>
              <a:ext cx="468375" cy="561722"/>
            </a:xfrm>
            <a:custGeom>
              <a:avLst/>
              <a:gdLst>
                <a:gd name="connsiteX0" fmla="*/ 81863 w 468375"/>
                <a:gd name="connsiteY0" fmla="*/ -10 h 561722"/>
                <a:gd name="connsiteX1" fmla="*/ 9323 w 468375"/>
                <a:gd name="connsiteY1" fmla="*/ 156420 h 561722"/>
                <a:gd name="connsiteX2" fmla="*/ 41755 w 468375"/>
                <a:gd name="connsiteY2" fmla="*/ 433712 h 561722"/>
                <a:gd name="connsiteX3" fmla="*/ 277210 w 468375"/>
                <a:gd name="connsiteY3" fmla="*/ 558682 h 561722"/>
                <a:gd name="connsiteX4" fmla="*/ 443045 w 468375"/>
                <a:gd name="connsiteY4" fmla="*/ 226040 h 561722"/>
                <a:gd name="connsiteX5" fmla="*/ 295805 w 468375"/>
                <a:gd name="connsiteY5" fmla="*/ 98583 h 561722"/>
                <a:gd name="connsiteX6" fmla="*/ 81863 w 468375"/>
                <a:gd name="connsiteY6" fmla="*/ -10 h 5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375" h="561722">
                  <a:moveTo>
                    <a:pt x="81863" y="-10"/>
                  </a:moveTo>
                  <a:cubicBezTo>
                    <a:pt x="38620" y="39773"/>
                    <a:pt x="19702" y="98907"/>
                    <a:pt x="9323" y="156420"/>
                  </a:cubicBezTo>
                  <a:cubicBezTo>
                    <a:pt x="-7541" y="249823"/>
                    <a:pt x="-4190" y="351011"/>
                    <a:pt x="41755" y="433712"/>
                  </a:cubicBezTo>
                  <a:cubicBezTo>
                    <a:pt x="87700" y="516413"/>
                    <a:pt x="183915" y="576088"/>
                    <a:pt x="277210" y="558682"/>
                  </a:cubicBezTo>
                  <a:cubicBezTo>
                    <a:pt x="421640" y="531764"/>
                    <a:pt x="516233" y="356524"/>
                    <a:pt x="443045" y="226040"/>
                  </a:cubicBezTo>
                  <a:cubicBezTo>
                    <a:pt x="410613" y="168636"/>
                    <a:pt x="353966" y="129501"/>
                    <a:pt x="295805" y="98583"/>
                  </a:cubicBezTo>
                  <a:cubicBezTo>
                    <a:pt x="234508" y="66043"/>
                    <a:pt x="81863" y="-10"/>
                    <a:pt x="81863" y="-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List3-3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9C4881C-058E-F263-57B0-0B7D5614F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/>
        </p:nvGrpSpPr>
        <p:grpSpPr>
          <a:xfrm>
            <a:off x="660400" y="1384309"/>
            <a:ext cx="11254554" cy="4446256"/>
            <a:chOff x="660400" y="1384309"/>
            <a:chExt cx="11254554" cy="4446256"/>
          </a:xfrm>
        </p:grpSpPr>
        <p:grpSp>
          <p:nvGrpSpPr>
            <p:cNvPr id="25" name="组合 24"/>
            <p:cNvGrpSpPr/>
            <p:nvPr/>
          </p:nvGrpSpPr>
          <p:grpSpPr>
            <a:xfrm>
              <a:off x="660400" y="1581717"/>
              <a:ext cx="10872922" cy="758330"/>
              <a:chOff x="645979" y="1742511"/>
              <a:chExt cx="10872922" cy="655778"/>
            </a:xfrm>
          </p:grpSpPr>
          <p:sp>
            <p:nvSpPr>
              <p:cNvPr id="46" name="矩形: 圆角 45"/>
              <p:cNvSpPr/>
              <p:nvPr/>
            </p:nvSpPr>
            <p:spPr>
              <a:xfrm>
                <a:off x="728030" y="1796059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645979" y="1742511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01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1569028" y="1796058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{vItem.item1}</a:t>
                </a:r>
                <a:endParaRPr lang="zh-CN" altLang="en-US" b="1" dirty="0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4133090" y="1796058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60400" y="2745223"/>
              <a:ext cx="10872922" cy="758330"/>
              <a:chOff x="645979" y="2489673"/>
              <a:chExt cx="10872922" cy="655778"/>
            </a:xfrm>
          </p:grpSpPr>
          <p:sp>
            <p:nvSpPr>
              <p:cNvPr id="42" name="矩形: 圆角 41"/>
              <p:cNvSpPr/>
              <p:nvPr/>
            </p:nvSpPr>
            <p:spPr>
              <a:xfrm>
                <a:off x="728030" y="2543221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645979" y="2489673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02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1569028" y="2543220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{vItem.item2}</a:t>
                </a:r>
                <a:endParaRPr lang="zh-CN" altLang="en-US" b="1" dirty="0"/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4133090" y="2543220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60400" y="3908729"/>
              <a:ext cx="10872922" cy="758330"/>
              <a:chOff x="645979" y="3236835"/>
              <a:chExt cx="10872922" cy="655778"/>
            </a:xfrm>
          </p:grpSpPr>
          <p:sp>
            <p:nvSpPr>
              <p:cNvPr id="38" name="矩形: 圆角 37"/>
              <p:cNvSpPr/>
              <p:nvPr/>
            </p:nvSpPr>
            <p:spPr>
              <a:xfrm>
                <a:off x="728030" y="3290383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645979" y="3236835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03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569028" y="3290382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{vItem.item3}</a:t>
                </a:r>
                <a:endParaRPr lang="zh-CN" altLang="en-US" b="1" dirty="0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4133090" y="3290382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60400" y="5072235"/>
              <a:ext cx="10872922" cy="758330"/>
              <a:chOff x="645979" y="3983997"/>
              <a:chExt cx="10872922" cy="655778"/>
            </a:xfrm>
          </p:grpSpPr>
          <p:sp>
            <p:nvSpPr>
              <p:cNvPr id="34" name="矩形: 圆角 33"/>
              <p:cNvSpPr/>
              <p:nvPr/>
            </p:nvSpPr>
            <p:spPr>
              <a:xfrm>
                <a:off x="728030" y="4037545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645979" y="3983997"/>
                <a:ext cx="588462" cy="490557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850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>
                    <a:solidFill>
                      <a:srgbClr val="FFFFFF"/>
                    </a:solidFill>
                  </a:rPr>
                  <a:t>04</a:t>
                </a:r>
                <a:endParaRPr lang="zh-CN" altLang="en-US" sz="3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569028" y="4037544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b="1" dirty="0"/>
                  <a:t>{vItem.item4}</a:t>
                </a:r>
                <a:endParaRPr lang="zh-CN" altLang="en-US" b="1" dirty="0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4133090" y="4037544"/>
                <a:ext cx="4307454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8664297" y="1384309"/>
              <a:ext cx="3250657" cy="4421226"/>
              <a:chOff x="9681572" y="3676581"/>
              <a:chExt cx="2166532" cy="2946705"/>
            </a:xfrm>
          </p:grpSpPr>
          <p:sp>
            <p:nvSpPr>
              <p:cNvPr id="7" name="任意多边形: 形状 6"/>
              <p:cNvSpPr/>
              <p:nvPr/>
            </p:nvSpPr>
            <p:spPr>
              <a:xfrm rot="20113492">
                <a:off x="9728670" y="4647666"/>
                <a:ext cx="1417314" cy="1786784"/>
              </a:xfrm>
              <a:custGeom>
                <a:avLst/>
                <a:gdLst>
                  <a:gd name="connsiteX0" fmla="*/ 1237459 w 1417314"/>
                  <a:gd name="connsiteY0" fmla="*/ -9 h 1786784"/>
                  <a:gd name="connsiteX1" fmla="*/ 1417318 w 1417314"/>
                  <a:gd name="connsiteY1" fmla="*/ -9 h 1786784"/>
                  <a:gd name="connsiteX2" fmla="*/ 1417318 w 1417314"/>
                  <a:gd name="connsiteY2" fmla="*/ 1786775 h 1786784"/>
                  <a:gd name="connsiteX3" fmla="*/ 1237459 w 1417314"/>
                  <a:gd name="connsiteY3" fmla="*/ 1786775 h 1786784"/>
                  <a:gd name="connsiteX4" fmla="*/ 179864 w 1417314"/>
                  <a:gd name="connsiteY4" fmla="*/ 1786775 h 1786784"/>
                  <a:gd name="connsiteX5" fmla="*/ 4 w 1417314"/>
                  <a:gd name="connsiteY5" fmla="*/ 1786775 h 1786784"/>
                  <a:gd name="connsiteX6" fmla="*/ 4 w 1417314"/>
                  <a:gd name="connsiteY6" fmla="*/ -9 h 1786784"/>
                  <a:gd name="connsiteX7" fmla="*/ 179864 w 1417314"/>
                  <a:gd name="connsiteY7" fmla="*/ -9 h 1786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7314" h="1786784">
                    <a:moveTo>
                      <a:pt x="1237459" y="-9"/>
                    </a:moveTo>
                    <a:cubicBezTo>
                      <a:pt x="1336792" y="-9"/>
                      <a:pt x="1417318" y="-9"/>
                      <a:pt x="1417318" y="-9"/>
                    </a:cubicBezTo>
                    <a:lnTo>
                      <a:pt x="1417318" y="1786775"/>
                    </a:lnTo>
                    <a:cubicBezTo>
                      <a:pt x="1417318" y="1786775"/>
                      <a:pt x="1336793" y="1786775"/>
                      <a:pt x="1237459" y="1786775"/>
                    </a:cubicBezTo>
                    <a:lnTo>
                      <a:pt x="179864" y="1786775"/>
                    </a:lnTo>
                    <a:cubicBezTo>
                      <a:pt x="80530" y="1786775"/>
                      <a:pt x="4" y="1786775"/>
                      <a:pt x="4" y="1786775"/>
                    </a:cubicBezTo>
                    <a:lnTo>
                      <a:pt x="4" y="-9"/>
                    </a:lnTo>
                    <a:cubicBezTo>
                      <a:pt x="4" y="-9"/>
                      <a:pt x="80530" y="-9"/>
                      <a:pt x="179864" y="-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8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" name="任意多边形: 形状 7"/>
              <p:cNvSpPr/>
              <p:nvPr/>
            </p:nvSpPr>
            <p:spPr>
              <a:xfrm rot="20098199">
                <a:off x="9722586" y="4618758"/>
                <a:ext cx="1414135" cy="1782776"/>
              </a:xfrm>
              <a:custGeom>
                <a:avLst/>
                <a:gdLst>
                  <a:gd name="connsiteX0" fmla="*/ 1234684 w 1414135"/>
                  <a:gd name="connsiteY0" fmla="*/ -10 h 1782776"/>
                  <a:gd name="connsiteX1" fmla="*/ 1414140 w 1414135"/>
                  <a:gd name="connsiteY1" fmla="*/ -10 h 1782776"/>
                  <a:gd name="connsiteX2" fmla="*/ 1414140 w 1414135"/>
                  <a:gd name="connsiteY2" fmla="*/ 1782767 h 1782776"/>
                  <a:gd name="connsiteX3" fmla="*/ 1234684 w 1414135"/>
                  <a:gd name="connsiteY3" fmla="*/ 1782767 h 1782776"/>
                  <a:gd name="connsiteX4" fmla="*/ 179460 w 1414135"/>
                  <a:gd name="connsiteY4" fmla="*/ 1782767 h 1782776"/>
                  <a:gd name="connsiteX5" fmla="*/ 4 w 1414135"/>
                  <a:gd name="connsiteY5" fmla="*/ 1782767 h 1782776"/>
                  <a:gd name="connsiteX6" fmla="*/ 4 w 1414135"/>
                  <a:gd name="connsiteY6" fmla="*/ -10 h 1782776"/>
                  <a:gd name="connsiteX7" fmla="*/ 179460 w 1414135"/>
                  <a:gd name="connsiteY7" fmla="*/ -10 h 1782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4135" h="1782776">
                    <a:moveTo>
                      <a:pt x="1234684" y="-10"/>
                    </a:moveTo>
                    <a:cubicBezTo>
                      <a:pt x="1333795" y="-10"/>
                      <a:pt x="1414140" y="-10"/>
                      <a:pt x="1414140" y="-10"/>
                    </a:cubicBezTo>
                    <a:lnTo>
                      <a:pt x="1414140" y="1782767"/>
                    </a:lnTo>
                    <a:cubicBezTo>
                      <a:pt x="1414140" y="1782767"/>
                      <a:pt x="1333795" y="1782767"/>
                      <a:pt x="1234684" y="1782767"/>
                    </a:cubicBezTo>
                    <a:lnTo>
                      <a:pt x="179460" y="1782767"/>
                    </a:lnTo>
                    <a:cubicBezTo>
                      <a:pt x="80350" y="1782767"/>
                      <a:pt x="4" y="1782767"/>
                      <a:pt x="4" y="1782767"/>
                    </a:cubicBezTo>
                    <a:lnTo>
                      <a:pt x="4" y="-10"/>
                    </a:lnTo>
                    <a:cubicBezTo>
                      <a:pt x="4" y="-10"/>
                      <a:pt x="80350" y="-10"/>
                      <a:pt x="179460" y="-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9681572" y="4742803"/>
                <a:ext cx="1495972" cy="1535214"/>
              </a:xfrm>
              <a:custGeom>
                <a:avLst/>
                <a:gdLst>
                  <a:gd name="connsiteX0" fmla="*/ 4 w 1495972"/>
                  <a:gd name="connsiteY0" fmla="*/ 464846 h 1535214"/>
                  <a:gd name="connsiteX1" fmla="*/ 996202 w 1495972"/>
                  <a:gd name="connsiteY1" fmla="*/ -10 h 1535214"/>
                  <a:gd name="connsiteX2" fmla="*/ 83246 w 1495972"/>
                  <a:gd name="connsiteY2" fmla="*/ 643221 h 1535214"/>
                  <a:gd name="connsiteX3" fmla="*/ 1079552 w 1495972"/>
                  <a:gd name="connsiteY3" fmla="*/ 178365 h 1535214"/>
                  <a:gd name="connsiteX4" fmla="*/ 166596 w 1495972"/>
                  <a:gd name="connsiteY4" fmla="*/ 821596 h 1535214"/>
                  <a:gd name="connsiteX5" fmla="*/ 1162793 w 1495972"/>
                  <a:gd name="connsiteY5" fmla="*/ 356740 h 1535214"/>
                  <a:gd name="connsiteX6" fmla="*/ 249838 w 1495972"/>
                  <a:gd name="connsiteY6" fmla="*/ 999971 h 1535214"/>
                  <a:gd name="connsiteX7" fmla="*/ 1246035 w 1495972"/>
                  <a:gd name="connsiteY7" fmla="*/ 535115 h 1535214"/>
                  <a:gd name="connsiteX8" fmla="*/ 333620 w 1495972"/>
                  <a:gd name="connsiteY8" fmla="*/ 1178455 h 1535214"/>
                  <a:gd name="connsiteX9" fmla="*/ 1329926 w 1495972"/>
                  <a:gd name="connsiteY9" fmla="*/ 713598 h 1535214"/>
                  <a:gd name="connsiteX10" fmla="*/ 416429 w 1495972"/>
                  <a:gd name="connsiteY10" fmla="*/ 1356722 h 1535214"/>
                  <a:gd name="connsiteX11" fmla="*/ 1412627 w 1495972"/>
                  <a:gd name="connsiteY11" fmla="*/ 891865 h 1535214"/>
                  <a:gd name="connsiteX12" fmla="*/ 499671 w 1495972"/>
                  <a:gd name="connsiteY12" fmla="*/ 1535205 h 1535214"/>
                  <a:gd name="connsiteX13" fmla="*/ 1495977 w 1495972"/>
                  <a:gd name="connsiteY13" fmla="*/ 1070348 h 1535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5972" h="1535214">
                    <a:moveTo>
                      <a:pt x="4" y="464846"/>
                    </a:moveTo>
                    <a:lnTo>
                      <a:pt x="996202" y="-10"/>
                    </a:lnTo>
                    <a:moveTo>
                      <a:pt x="83246" y="643221"/>
                    </a:moveTo>
                    <a:lnTo>
                      <a:pt x="1079552" y="178365"/>
                    </a:lnTo>
                    <a:moveTo>
                      <a:pt x="166596" y="821596"/>
                    </a:moveTo>
                    <a:lnTo>
                      <a:pt x="1162793" y="356740"/>
                    </a:lnTo>
                    <a:moveTo>
                      <a:pt x="249838" y="999971"/>
                    </a:moveTo>
                    <a:lnTo>
                      <a:pt x="1246035" y="535115"/>
                    </a:lnTo>
                    <a:moveTo>
                      <a:pt x="333620" y="1178455"/>
                    </a:moveTo>
                    <a:lnTo>
                      <a:pt x="1329926" y="713598"/>
                    </a:lnTo>
                    <a:moveTo>
                      <a:pt x="416429" y="1356722"/>
                    </a:moveTo>
                    <a:lnTo>
                      <a:pt x="1412627" y="891865"/>
                    </a:lnTo>
                    <a:moveTo>
                      <a:pt x="499671" y="1535205"/>
                    </a:moveTo>
                    <a:lnTo>
                      <a:pt x="1495977" y="1070348"/>
                    </a:lnTo>
                  </a:path>
                </a:pathLst>
              </a:custGeom>
              <a:noFill/>
              <a:ln w="16279" cap="rnd">
                <a:solidFill>
                  <a:srgbClr val="B7D0F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0214124" y="4686286"/>
                <a:ext cx="1633980" cy="1937000"/>
              </a:xfrm>
              <a:custGeom>
                <a:avLst/>
                <a:gdLst>
                  <a:gd name="connsiteX0" fmla="*/ 1190880 w 1633980"/>
                  <a:gd name="connsiteY0" fmla="*/ 1934527 h 1937000"/>
                  <a:gd name="connsiteX1" fmla="*/ 149927 w 1633980"/>
                  <a:gd name="connsiteY1" fmla="*/ 1761016 h 1937000"/>
                  <a:gd name="connsiteX2" fmla="*/ 2470 w 1633980"/>
                  <a:gd name="connsiteY2" fmla="*/ 1554534 h 1937000"/>
                  <a:gd name="connsiteX3" fmla="*/ 236628 w 1633980"/>
                  <a:gd name="connsiteY3" fmla="*/ 149911 h 1937000"/>
                  <a:gd name="connsiteX4" fmla="*/ 443111 w 1633980"/>
                  <a:gd name="connsiteY4" fmla="*/ 2455 h 1937000"/>
                  <a:gd name="connsiteX5" fmla="*/ 1484064 w 1633980"/>
                  <a:gd name="connsiteY5" fmla="*/ 176073 h 1937000"/>
                  <a:gd name="connsiteX6" fmla="*/ 1631521 w 1633980"/>
                  <a:gd name="connsiteY6" fmla="*/ 382556 h 1937000"/>
                  <a:gd name="connsiteX7" fmla="*/ 1397363 w 1633980"/>
                  <a:gd name="connsiteY7" fmla="*/ 1787070 h 1937000"/>
                  <a:gd name="connsiteX8" fmla="*/ 1190880 w 1633980"/>
                  <a:gd name="connsiteY8" fmla="*/ 1934527 h 193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3980" h="1937000">
                    <a:moveTo>
                      <a:pt x="1190880" y="1934527"/>
                    </a:moveTo>
                    <a:lnTo>
                      <a:pt x="149927" y="1761016"/>
                    </a:lnTo>
                    <a:cubicBezTo>
                      <a:pt x="52202" y="1744692"/>
                      <a:pt x="-13805" y="1652261"/>
                      <a:pt x="2470" y="1554534"/>
                    </a:cubicBezTo>
                    <a:lnTo>
                      <a:pt x="236628" y="149911"/>
                    </a:lnTo>
                    <a:cubicBezTo>
                      <a:pt x="252949" y="52183"/>
                      <a:pt x="345378" y="-13815"/>
                      <a:pt x="443111" y="2455"/>
                    </a:cubicBezTo>
                    <a:lnTo>
                      <a:pt x="1484064" y="176073"/>
                    </a:lnTo>
                    <a:cubicBezTo>
                      <a:pt x="1581792" y="192397"/>
                      <a:pt x="1647791" y="284828"/>
                      <a:pt x="1631521" y="382556"/>
                    </a:cubicBezTo>
                    <a:lnTo>
                      <a:pt x="1397363" y="1787070"/>
                    </a:lnTo>
                    <a:cubicBezTo>
                      <a:pt x="1381039" y="1884798"/>
                      <a:pt x="1288608" y="1950797"/>
                      <a:pt x="1190880" y="19345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 rot="550833">
                <a:off x="10316321" y="4741405"/>
                <a:ext cx="1418160" cy="1787851"/>
              </a:xfrm>
              <a:custGeom>
                <a:avLst/>
                <a:gdLst>
                  <a:gd name="connsiteX0" fmla="*/ 1238199 w 1418160"/>
                  <a:gd name="connsiteY0" fmla="*/ -10 h 1787851"/>
                  <a:gd name="connsiteX1" fmla="*/ 1418166 w 1418160"/>
                  <a:gd name="connsiteY1" fmla="*/ -10 h 1787851"/>
                  <a:gd name="connsiteX2" fmla="*/ 1418166 w 1418160"/>
                  <a:gd name="connsiteY2" fmla="*/ 1787841 h 1787851"/>
                  <a:gd name="connsiteX3" fmla="*/ 1238199 w 1418160"/>
                  <a:gd name="connsiteY3" fmla="*/ 1787841 h 1787851"/>
                  <a:gd name="connsiteX4" fmla="*/ 179972 w 1418160"/>
                  <a:gd name="connsiteY4" fmla="*/ 1787841 h 1787851"/>
                  <a:gd name="connsiteX5" fmla="*/ 6 w 1418160"/>
                  <a:gd name="connsiteY5" fmla="*/ 1787841 h 1787851"/>
                  <a:gd name="connsiteX6" fmla="*/ 6 w 1418160"/>
                  <a:gd name="connsiteY6" fmla="*/ -10 h 1787851"/>
                  <a:gd name="connsiteX7" fmla="*/ 179972 w 1418160"/>
                  <a:gd name="connsiteY7" fmla="*/ -10 h 178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8160" h="1787851">
                    <a:moveTo>
                      <a:pt x="1238199" y="-10"/>
                    </a:moveTo>
                    <a:cubicBezTo>
                      <a:pt x="1337592" y="-10"/>
                      <a:pt x="1418166" y="-10"/>
                      <a:pt x="1418166" y="-10"/>
                    </a:cubicBezTo>
                    <a:lnTo>
                      <a:pt x="1418166" y="1787841"/>
                    </a:lnTo>
                    <a:cubicBezTo>
                      <a:pt x="1418166" y="1787841"/>
                      <a:pt x="1337592" y="1787841"/>
                      <a:pt x="1238199" y="1787841"/>
                    </a:cubicBezTo>
                    <a:lnTo>
                      <a:pt x="179972" y="1787841"/>
                    </a:lnTo>
                    <a:cubicBezTo>
                      <a:pt x="80579" y="1787841"/>
                      <a:pt x="6" y="1787841"/>
                      <a:pt x="6" y="1787841"/>
                    </a:cubicBezTo>
                    <a:lnTo>
                      <a:pt x="6" y="-10"/>
                    </a:lnTo>
                    <a:cubicBezTo>
                      <a:pt x="6" y="-10"/>
                      <a:pt x="80580" y="-10"/>
                      <a:pt x="179972" y="-1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0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10371938" y="4961502"/>
                <a:ext cx="1278246" cy="1346028"/>
              </a:xfrm>
              <a:custGeom>
                <a:avLst/>
                <a:gdLst>
                  <a:gd name="connsiteX0" fmla="*/ 193839 w 1278246"/>
                  <a:gd name="connsiteY0" fmla="*/ -10 h 1346028"/>
                  <a:gd name="connsiteX1" fmla="*/ 1278251 w 1278246"/>
                  <a:gd name="connsiteY1" fmla="*/ 180852 h 1346028"/>
                  <a:gd name="connsiteX2" fmla="*/ 161407 w 1278246"/>
                  <a:gd name="connsiteY2" fmla="*/ 194149 h 1346028"/>
                  <a:gd name="connsiteX3" fmla="*/ 1245927 w 1278246"/>
                  <a:gd name="connsiteY3" fmla="*/ 375010 h 1346028"/>
                  <a:gd name="connsiteX4" fmla="*/ 129083 w 1278246"/>
                  <a:gd name="connsiteY4" fmla="*/ 388415 h 1346028"/>
                  <a:gd name="connsiteX5" fmla="*/ 1213495 w 1278246"/>
                  <a:gd name="connsiteY5" fmla="*/ 569277 h 1346028"/>
                  <a:gd name="connsiteX6" fmla="*/ 96651 w 1278246"/>
                  <a:gd name="connsiteY6" fmla="*/ 582574 h 1346028"/>
                  <a:gd name="connsiteX7" fmla="*/ 1181172 w 1278246"/>
                  <a:gd name="connsiteY7" fmla="*/ 763435 h 1346028"/>
                  <a:gd name="connsiteX8" fmla="*/ 64868 w 1278246"/>
                  <a:gd name="connsiteY8" fmla="*/ 776841 h 1346028"/>
                  <a:gd name="connsiteX9" fmla="*/ 1149280 w 1278246"/>
                  <a:gd name="connsiteY9" fmla="*/ 957594 h 1346028"/>
                  <a:gd name="connsiteX10" fmla="*/ 32436 w 1278246"/>
                  <a:gd name="connsiteY10" fmla="*/ 970999 h 1346028"/>
                  <a:gd name="connsiteX11" fmla="*/ 1116957 w 1278246"/>
                  <a:gd name="connsiteY11" fmla="*/ 1151861 h 1346028"/>
                  <a:gd name="connsiteX12" fmla="*/ 4 w 1278246"/>
                  <a:gd name="connsiteY12" fmla="*/ 1165266 h 1346028"/>
                  <a:gd name="connsiteX13" fmla="*/ 1084525 w 1278246"/>
                  <a:gd name="connsiteY13" fmla="*/ 1346019 h 1346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8246" h="1346028">
                    <a:moveTo>
                      <a:pt x="193839" y="-10"/>
                    </a:moveTo>
                    <a:lnTo>
                      <a:pt x="1278251" y="180852"/>
                    </a:lnTo>
                    <a:moveTo>
                      <a:pt x="161407" y="194149"/>
                    </a:moveTo>
                    <a:lnTo>
                      <a:pt x="1245927" y="375010"/>
                    </a:lnTo>
                    <a:moveTo>
                      <a:pt x="129083" y="388415"/>
                    </a:moveTo>
                    <a:lnTo>
                      <a:pt x="1213495" y="569277"/>
                    </a:lnTo>
                    <a:moveTo>
                      <a:pt x="96651" y="582574"/>
                    </a:moveTo>
                    <a:lnTo>
                      <a:pt x="1181172" y="763435"/>
                    </a:lnTo>
                    <a:moveTo>
                      <a:pt x="64868" y="776841"/>
                    </a:moveTo>
                    <a:lnTo>
                      <a:pt x="1149280" y="957594"/>
                    </a:lnTo>
                    <a:moveTo>
                      <a:pt x="32436" y="970999"/>
                    </a:moveTo>
                    <a:lnTo>
                      <a:pt x="1116957" y="1151861"/>
                    </a:lnTo>
                    <a:moveTo>
                      <a:pt x="4" y="1165266"/>
                    </a:moveTo>
                    <a:lnTo>
                      <a:pt x="1084525" y="1346019"/>
                    </a:lnTo>
                  </a:path>
                </a:pathLst>
              </a:custGeom>
              <a:noFill/>
              <a:ln w="16279" cap="rnd">
                <a:solidFill>
                  <a:srgbClr val="F5F5F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 rot="16764000">
                <a:off x="10149493" y="3861125"/>
                <a:ext cx="1340515" cy="1340515"/>
              </a:xfrm>
              <a:custGeom>
                <a:avLst/>
                <a:gdLst>
                  <a:gd name="connsiteX0" fmla="*/ 1340520 w 1340515"/>
                  <a:gd name="connsiteY0" fmla="*/ 670248 h 1340515"/>
                  <a:gd name="connsiteX1" fmla="*/ 670262 w 1340515"/>
                  <a:gd name="connsiteY1" fmla="*/ 1340505 h 1340515"/>
                  <a:gd name="connsiteX2" fmla="*/ 4 w 1340515"/>
                  <a:gd name="connsiteY2" fmla="*/ 670248 h 1340515"/>
                  <a:gd name="connsiteX3" fmla="*/ 670262 w 1340515"/>
                  <a:gd name="connsiteY3" fmla="*/ -10 h 1340515"/>
                  <a:gd name="connsiteX4" fmla="*/ 1340520 w 1340515"/>
                  <a:gd name="connsiteY4" fmla="*/ 67024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20" y="670248"/>
                    </a:moveTo>
                    <a:cubicBezTo>
                      <a:pt x="1340520" y="1040421"/>
                      <a:pt x="1040435" y="1340505"/>
                      <a:pt x="670262" y="1340505"/>
                    </a:cubicBezTo>
                    <a:cubicBezTo>
                      <a:pt x="300089" y="1340505"/>
                      <a:pt x="4" y="1040421"/>
                      <a:pt x="4" y="670248"/>
                    </a:cubicBezTo>
                    <a:cubicBezTo>
                      <a:pt x="4" y="300075"/>
                      <a:pt x="300089" y="-10"/>
                      <a:pt x="670262" y="-10"/>
                    </a:cubicBezTo>
                    <a:cubicBezTo>
                      <a:pt x="1040435" y="-10"/>
                      <a:pt x="1340520" y="300075"/>
                      <a:pt x="1340520" y="6702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10077673" y="3789200"/>
                <a:ext cx="1340515" cy="1340515"/>
              </a:xfrm>
              <a:custGeom>
                <a:avLst/>
                <a:gdLst>
                  <a:gd name="connsiteX0" fmla="*/ 1340516 w 1340515"/>
                  <a:gd name="connsiteY0" fmla="*/ 670258 h 1340515"/>
                  <a:gd name="connsiteX1" fmla="*/ 670258 w 1340515"/>
                  <a:gd name="connsiteY1" fmla="*/ 1340515 h 1340515"/>
                  <a:gd name="connsiteX2" fmla="*/ 0 w 1340515"/>
                  <a:gd name="connsiteY2" fmla="*/ 670258 h 1340515"/>
                  <a:gd name="connsiteX3" fmla="*/ 670258 w 1340515"/>
                  <a:gd name="connsiteY3" fmla="*/ 0 h 1340515"/>
                  <a:gd name="connsiteX4" fmla="*/ 1340516 w 1340515"/>
                  <a:gd name="connsiteY4" fmla="*/ 67025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16" y="670258"/>
                    </a:moveTo>
                    <a:cubicBezTo>
                      <a:pt x="1340516" y="1040431"/>
                      <a:pt x="1040431" y="1340515"/>
                      <a:pt x="670258" y="1340515"/>
                    </a:cubicBezTo>
                    <a:cubicBezTo>
                      <a:pt x="300085" y="1340515"/>
                      <a:pt x="0" y="1040431"/>
                      <a:pt x="0" y="670258"/>
                    </a:cubicBezTo>
                    <a:cubicBezTo>
                      <a:pt x="0" y="300085"/>
                      <a:pt x="300085" y="0"/>
                      <a:pt x="670258" y="0"/>
                    </a:cubicBezTo>
                    <a:cubicBezTo>
                      <a:pt x="1040431" y="0"/>
                      <a:pt x="1340516" y="300085"/>
                      <a:pt x="1340516" y="670258"/>
                    </a:cubicBezTo>
                    <a:close/>
                  </a:path>
                </a:pathLst>
              </a:custGeom>
              <a:solidFill>
                <a:srgbClr val="F6C94C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rot="16762802">
                <a:off x="10152740" y="3864151"/>
                <a:ext cx="1190464" cy="1190464"/>
              </a:xfrm>
              <a:custGeom>
                <a:avLst/>
                <a:gdLst>
                  <a:gd name="connsiteX0" fmla="*/ 1190469 w 1190464"/>
                  <a:gd name="connsiteY0" fmla="*/ 595222 h 1190464"/>
                  <a:gd name="connsiteX1" fmla="*/ 595236 w 1190464"/>
                  <a:gd name="connsiteY1" fmla="*/ 1190454 h 1190464"/>
                  <a:gd name="connsiteX2" fmla="*/ 4 w 1190464"/>
                  <a:gd name="connsiteY2" fmla="*/ 595222 h 1190464"/>
                  <a:gd name="connsiteX3" fmla="*/ 595236 w 1190464"/>
                  <a:gd name="connsiteY3" fmla="*/ -10 h 1190464"/>
                  <a:gd name="connsiteX4" fmla="*/ 1190469 w 1190464"/>
                  <a:gd name="connsiteY4" fmla="*/ 595222 h 1190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0464" h="1190464">
                    <a:moveTo>
                      <a:pt x="1190469" y="595222"/>
                    </a:moveTo>
                    <a:cubicBezTo>
                      <a:pt x="1190469" y="923960"/>
                      <a:pt x="923974" y="1190454"/>
                      <a:pt x="595236" y="1190454"/>
                    </a:cubicBezTo>
                    <a:cubicBezTo>
                      <a:pt x="266499" y="1190454"/>
                      <a:pt x="4" y="923960"/>
                      <a:pt x="4" y="595222"/>
                    </a:cubicBezTo>
                    <a:cubicBezTo>
                      <a:pt x="4" y="266485"/>
                      <a:pt x="266499" y="-10"/>
                      <a:pt x="595236" y="-10"/>
                    </a:cubicBezTo>
                    <a:cubicBezTo>
                      <a:pt x="923974" y="-10"/>
                      <a:pt x="1190469" y="266485"/>
                      <a:pt x="1190469" y="595222"/>
                    </a:cubicBezTo>
                    <a:close/>
                  </a:path>
                </a:pathLst>
              </a:custGeom>
              <a:solidFill>
                <a:srgbClr val="682D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10256771" y="3676581"/>
                <a:ext cx="428674" cy="798010"/>
              </a:xfrm>
              <a:custGeom>
                <a:avLst/>
                <a:gdLst>
                  <a:gd name="connsiteX0" fmla="*/ 390409 w 428674"/>
                  <a:gd name="connsiteY0" fmla="*/ 798001 h 798010"/>
                  <a:gd name="connsiteX1" fmla="*/ 66091 w 428674"/>
                  <a:gd name="connsiteY1" fmla="*/ 457899 h 798010"/>
                  <a:gd name="connsiteX2" fmla="*/ 58740 w 428674"/>
                  <a:gd name="connsiteY2" fmla="*/ 77042 h 798010"/>
                  <a:gd name="connsiteX3" fmla="*/ 265547 w 428674"/>
                  <a:gd name="connsiteY3" fmla="*/ 7205 h 798010"/>
                  <a:gd name="connsiteX4" fmla="*/ 360464 w 428674"/>
                  <a:gd name="connsiteY4" fmla="*/ 133473 h 798010"/>
                  <a:gd name="connsiteX5" fmla="*/ 391923 w 428674"/>
                  <a:gd name="connsiteY5" fmla="*/ 368928 h 798010"/>
                  <a:gd name="connsiteX6" fmla="*/ 428679 w 428674"/>
                  <a:gd name="connsiteY6" fmla="*/ 779731 h 79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74" h="798010">
                    <a:moveTo>
                      <a:pt x="390409" y="798001"/>
                    </a:moveTo>
                    <a:cubicBezTo>
                      <a:pt x="254934" y="714312"/>
                      <a:pt x="143253" y="597195"/>
                      <a:pt x="66091" y="457899"/>
                    </a:cubicBezTo>
                    <a:cubicBezTo>
                      <a:pt x="-1584" y="336496"/>
                      <a:pt x="-37259" y="190012"/>
                      <a:pt x="58740" y="77042"/>
                    </a:cubicBezTo>
                    <a:cubicBezTo>
                      <a:pt x="102955" y="24826"/>
                      <a:pt x="191494" y="-17443"/>
                      <a:pt x="265547" y="7205"/>
                    </a:cubicBezTo>
                    <a:cubicBezTo>
                      <a:pt x="327383" y="27637"/>
                      <a:pt x="349437" y="83528"/>
                      <a:pt x="360464" y="133473"/>
                    </a:cubicBezTo>
                    <a:cubicBezTo>
                      <a:pt x="376053" y="211192"/>
                      <a:pt x="386561" y="289843"/>
                      <a:pt x="391923" y="368928"/>
                    </a:cubicBezTo>
                    <a:cubicBezTo>
                      <a:pt x="404171" y="505863"/>
                      <a:pt x="416430" y="642796"/>
                      <a:pt x="428679" y="779731"/>
                    </a:cubicBezTo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10747931" y="3742038"/>
                <a:ext cx="517477" cy="667042"/>
              </a:xfrm>
              <a:custGeom>
                <a:avLst/>
                <a:gdLst>
                  <a:gd name="connsiteX0" fmla="*/ 4 w 517477"/>
                  <a:gd name="connsiteY0" fmla="*/ 646817 h 667042"/>
                  <a:gd name="connsiteX1" fmla="*/ 187677 w 517477"/>
                  <a:gd name="connsiteY1" fmla="*/ 108232 h 667042"/>
                  <a:gd name="connsiteX2" fmla="*/ 358052 w 517477"/>
                  <a:gd name="connsiteY2" fmla="*/ 126 h 667042"/>
                  <a:gd name="connsiteX3" fmla="*/ 475455 w 517477"/>
                  <a:gd name="connsiteY3" fmla="*/ 71692 h 667042"/>
                  <a:gd name="connsiteX4" fmla="*/ 491238 w 517477"/>
                  <a:gd name="connsiteY4" fmla="*/ 309526 h 667042"/>
                  <a:gd name="connsiteX5" fmla="*/ 302377 w 517477"/>
                  <a:gd name="connsiteY5" fmla="*/ 472442 h 667042"/>
                  <a:gd name="connsiteX6" fmla="*/ 59571 w 517477"/>
                  <a:gd name="connsiteY6" fmla="*/ 667032 h 667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7477" h="667042">
                    <a:moveTo>
                      <a:pt x="4" y="646817"/>
                    </a:moveTo>
                    <a:cubicBezTo>
                      <a:pt x="5269" y="452184"/>
                      <a:pt x="70846" y="263987"/>
                      <a:pt x="187677" y="108232"/>
                    </a:cubicBezTo>
                    <a:cubicBezTo>
                      <a:pt x="229838" y="52233"/>
                      <a:pt x="287999" y="-3117"/>
                      <a:pt x="358052" y="126"/>
                    </a:cubicBezTo>
                    <a:cubicBezTo>
                      <a:pt x="405618" y="2072"/>
                      <a:pt x="449077" y="32558"/>
                      <a:pt x="475455" y="71692"/>
                    </a:cubicBezTo>
                    <a:cubicBezTo>
                      <a:pt x="521724" y="141096"/>
                      <a:pt x="533832" y="235257"/>
                      <a:pt x="491238" y="309526"/>
                    </a:cubicBezTo>
                    <a:cubicBezTo>
                      <a:pt x="448645" y="383795"/>
                      <a:pt x="367998" y="422064"/>
                      <a:pt x="302377" y="472442"/>
                    </a:cubicBezTo>
                    <a:cubicBezTo>
                      <a:pt x="220325" y="535359"/>
                      <a:pt x="141299" y="603466"/>
                      <a:pt x="59571" y="667032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9899618" y="4166353"/>
                <a:ext cx="788314" cy="454723"/>
              </a:xfrm>
              <a:custGeom>
                <a:avLst/>
                <a:gdLst>
                  <a:gd name="connsiteX0" fmla="*/ 782481 w 788314"/>
                  <a:gd name="connsiteY0" fmla="*/ 310932 h 454723"/>
                  <a:gd name="connsiteX1" fmla="*/ 246707 w 788314"/>
                  <a:gd name="connsiteY1" fmla="*/ 11478 h 454723"/>
                  <a:gd name="connsiteX2" fmla="*/ 73737 w 788314"/>
                  <a:gd name="connsiteY2" fmla="*/ 22289 h 454723"/>
                  <a:gd name="connsiteX3" fmla="*/ 15144 w 788314"/>
                  <a:gd name="connsiteY3" fmla="*/ 250933 h 454723"/>
                  <a:gd name="connsiteX4" fmla="*/ 368867 w 788314"/>
                  <a:gd name="connsiteY4" fmla="*/ 454713 h 454723"/>
                  <a:gd name="connsiteX5" fmla="*/ 788318 w 788314"/>
                  <a:gd name="connsiteY5" fmla="*/ 353310 h 454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8314" h="454723">
                    <a:moveTo>
                      <a:pt x="782481" y="310932"/>
                    </a:moveTo>
                    <a:cubicBezTo>
                      <a:pt x="605727" y="205853"/>
                      <a:pt x="446055" y="61531"/>
                      <a:pt x="246707" y="11478"/>
                    </a:cubicBezTo>
                    <a:cubicBezTo>
                      <a:pt x="189194" y="-3008"/>
                      <a:pt x="124763" y="-8089"/>
                      <a:pt x="73737" y="22289"/>
                    </a:cubicBezTo>
                    <a:cubicBezTo>
                      <a:pt x="333" y="66288"/>
                      <a:pt x="-16315" y="171043"/>
                      <a:pt x="15144" y="250933"/>
                    </a:cubicBezTo>
                    <a:cubicBezTo>
                      <a:pt x="68332" y="385417"/>
                      <a:pt x="224221" y="454821"/>
                      <a:pt x="368867" y="454713"/>
                    </a:cubicBezTo>
                    <a:cubicBezTo>
                      <a:pt x="513513" y="454605"/>
                      <a:pt x="651456" y="400012"/>
                      <a:pt x="788318" y="35331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10164398" y="4419999"/>
                <a:ext cx="642450" cy="741067"/>
              </a:xfrm>
              <a:custGeom>
                <a:avLst/>
                <a:gdLst>
                  <a:gd name="connsiteX0" fmla="*/ 534241 w 642450"/>
                  <a:gd name="connsiteY0" fmla="*/ 518683 h 741067"/>
                  <a:gd name="connsiteX1" fmla="*/ 550997 w 642450"/>
                  <a:gd name="connsiteY1" fmla="*/ 287985 h 741067"/>
                  <a:gd name="connsiteX2" fmla="*/ 642455 w 642450"/>
                  <a:gd name="connsiteY2" fmla="*/ 21611 h 741067"/>
                  <a:gd name="connsiteX3" fmla="*/ 596077 w 642450"/>
                  <a:gd name="connsiteY3" fmla="*/ -10 h 741067"/>
                  <a:gd name="connsiteX4" fmla="*/ 32304 w 642450"/>
                  <a:gd name="connsiteY4" fmla="*/ 379767 h 741067"/>
                  <a:gd name="connsiteX5" fmla="*/ 6142 w 642450"/>
                  <a:gd name="connsiteY5" fmla="*/ 556520 h 741067"/>
                  <a:gd name="connsiteX6" fmla="*/ 155977 w 642450"/>
                  <a:gd name="connsiteY6" fmla="*/ 707869 h 741067"/>
                  <a:gd name="connsiteX7" fmla="*/ 417270 w 642450"/>
                  <a:gd name="connsiteY7" fmla="*/ 710355 h 741067"/>
                  <a:gd name="connsiteX8" fmla="*/ 534241 w 642450"/>
                  <a:gd name="connsiteY8" fmla="*/ 518683 h 741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2450" h="741067">
                    <a:moveTo>
                      <a:pt x="534241" y="518683"/>
                    </a:moveTo>
                    <a:cubicBezTo>
                      <a:pt x="548943" y="443009"/>
                      <a:pt x="545051" y="364956"/>
                      <a:pt x="550997" y="287985"/>
                    </a:cubicBezTo>
                    <a:cubicBezTo>
                      <a:pt x="557267" y="201500"/>
                      <a:pt x="613482" y="104204"/>
                      <a:pt x="642455" y="21611"/>
                    </a:cubicBezTo>
                    <a:lnTo>
                      <a:pt x="596077" y="-10"/>
                    </a:lnTo>
                    <a:cubicBezTo>
                      <a:pt x="357595" y="8963"/>
                      <a:pt x="130248" y="162149"/>
                      <a:pt x="32304" y="379767"/>
                    </a:cubicBezTo>
                    <a:cubicBezTo>
                      <a:pt x="7440" y="435225"/>
                      <a:pt x="-9749" y="497819"/>
                      <a:pt x="6142" y="556520"/>
                    </a:cubicBezTo>
                    <a:cubicBezTo>
                      <a:pt x="25385" y="627438"/>
                      <a:pt x="89060" y="677924"/>
                      <a:pt x="155977" y="707869"/>
                    </a:cubicBezTo>
                    <a:cubicBezTo>
                      <a:pt x="238678" y="745166"/>
                      <a:pt x="339758" y="757598"/>
                      <a:pt x="417270" y="710355"/>
                    </a:cubicBezTo>
                    <a:cubicBezTo>
                      <a:pt x="483106" y="670572"/>
                      <a:pt x="519538" y="594466"/>
                      <a:pt x="534241" y="5186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10727283" y="4394161"/>
                <a:ext cx="805172" cy="528739"/>
              </a:xfrm>
              <a:custGeom>
                <a:avLst/>
                <a:gdLst>
                  <a:gd name="connsiteX0" fmla="*/ 797287 w 805172"/>
                  <a:gd name="connsiteY0" fmla="*/ 317930 h 528739"/>
                  <a:gd name="connsiteX1" fmla="*/ 790476 w 805172"/>
                  <a:gd name="connsiteY1" fmla="*/ 298039 h 528739"/>
                  <a:gd name="connsiteX2" fmla="*/ 613290 w 805172"/>
                  <a:gd name="connsiteY2" fmla="*/ 88313 h 528739"/>
                  <a:gd name="connsiteX3" fmla="*/ 332214 w 805172"/>
                  <a:gd name="connsiteY3" fmla="*/ 1828 h 528739"/>
                  <a:gd name="connsiteX4" fmla="*/ 4869 w 805172"/>
                  <a:gd name="connsiteY4" fmla="*/ -10 h 528739"/>
                  <a:gd name="connsiteX5" fmla="*/ 4 w 805172"/>
                  <a:gd name="connsiteY5" fmla="*/ 26044 h 528739"/>
                  <a:gd name="connsiteX6" fmla="*/ 227027 w 805172"/>
                  <a:gd name="connsiteY6" fmla="*/ 304417 h 528739"/>
                  <a:gd name="connsiteX7" fmla="*/ 358376 w 805172"/>
                  <a:gd name="connsiteY7" fmla="*/ 441604 h 528739"/>
                  <a:gd name="connsiteX8" fmla="*/ 687667 w 805172"/>
                  <a:gd name="connsiteY8" fmla="*/ 518035 h 528739"/>
                  <a:gd name="connsiteX9" fmla="*/ 793827 w 805172"/>
                  <a:gd name="connsiteY9" fmla="*/ 429171 h 528739"/>
                  <a:gd name="connsiteX10" fmla="*/ 797287 w 805172"/>
                  <a:gd name="connsiteY10" fmla="*/ 317930 h 528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172" h="528739">
                    <a:moveTo>
                      <a:pt x="797287" y="317930"/>
                    </a:moveTo>
                    <a:cubicBezTo>
                      <a:pt x="795341" y="311228"/>
                      <a:pt x="793071" y="304525"/>
                      <a:pt x="790476" y="298039"/>
                    </a:cubicBezTo>
                    <a:cubicBezTo>
                      <a:pt x="757504" y="213500"/>
                      <a:pt x="688208" y="137825"/>
                      <a:pt x="613290" y="88313"/>
                    </a:cubicBezTo>
                    <a:cubicBezTo>
                      <a:pt x="529054" y="34790"/>
                      <a:pt x="431964" y="4917"/>
                      <a:pt x="332214" y="1828"/>
                    </a:cubicBezTo>
                    <a:cubicBezTo>
                      <a:pt x="222919" y="-3037"/>
                      <a:pt x="112327" y="19774"/>
                      <a:pt x="4869" y="-10"/>
                    </a:cubicBezTo>
                    <a:lnTo>
                      <a:pt x="4" y="26044"/>
                    </a:lnTo>
                    <a:lnTo>
                      <a:pt x="227027" y="304417"/>
                    </a:lnTo>
                    <a:cubicBezTo>
                      <a:pt x="267243" y="353497"/>
                      <a:pt x="307891" y="403118"/>
                      <a:pt x="358376" y="441604"/>
                    </a:cubicBezTo>
                    <a:cubicBezTo>
                      <a:pt x="444861" y="507116"/>
                      <a:pt x="581075" y="549710"/>
                      <a:pt x="687667" y="518035"/>
                    </a:cubicBezTo>
                    <a:cubicBezTo>
                      <a:pt x="733396" y="504413"/>
                      <a:pt x="775341" y="473170"/>
                      <a:pt x="793827" y="429171"/>
                    </a:cubicBezTo>
                    <a:cubicBezTo>
                      <a:pt x="807665" y="393572"/>
                      <a:pt x="808886" y="354319"/>
                      <a:pt x="797287" y="31793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10520109" y="3841818"/>
                <a:ext cx="385598" cy="622197"/>
              </a:xfrm>
              <a:custGeom>
                <a:avLst/>
                <a:gdLst>
                  <a:gd name="connsiteX0" fmla="*/ 373770 w 385598"/>
                  <a:gd name="connsiteY0" fmla="*/ 129315 h 622197"/>
                  <a:gd name="connsiteX1" fmla="*/ 372365 w 385598"/>
                  <a:gd name="connsiteY1" fmla="*/ 124234 h 622197"/>
                  <a:gd name="connsiteX2" fmla="*/ 303609 w 385598"/>
                  <a:gd name="connsiteY2" fmla="*/ 24776 h 622197"/>
                  <a:gd name="connsiteX3" fmla="*/ 34101 w 385598"/>
                  <a:gd name="connsiteY3" fmla="*/ 119044 h 622197"/>
                  <a:gd name="connsiteX4" fmla="*/ 10101 w 385598"/>
                  <a:gd name="connsiteY4" fmla="*/ 342175 h 622197"/>
                  <a:gd name="connsiteX5" fmla="*/ 219394 w 385598"/>
                  <a:gd name="connsiteY5" fmla="*/ 621846 h 622197"/>
                  <a:gd name="connsiteX6" fmla="*/ 312798 w 385598"/>
                  <a:gd name="connsiteY6" fmla="*/ 472551 h 622197"/>
                  <a:gd name="connsiteX7" fmla="*/ 373770 w 385598"/>
                  <a:gd name="connsiteY7" fmla="*/ 129315 h 62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5598" h="622197">
                    <a:moveTo>
                      <a:pt x="373770" y="129315"/>
                    </a:moveTo>
                    <a:cubicBezTo>
                      <a:pt x="373770" y="127585"/>
                      <a:pt x="372797" y="125855"/>
                      <a:pt x="372365" y="124234"/>
                    </a:cubicBezTo>
                    <a:cubicBezTo>
                      <a:pt x="361316" y="84275"/>
                      <a:pt x="337090" y="49225"/>
                      <a:pt x="303609" y="24776"/>
                    </a:cubicBezTo>
                    <a:cubicBezTo>
                      <a:pt x="210097" y="-39223"/>
                      <a:pt x="82748" y="30938"/>
                      <a:pt x="34101" y="119044"/>
                    </a:cubicBezTo>
                    <a:cubicBezTo>
                      <a:pt x="-2872" y="186070"/>
                      <a:pt x="-7953" y="267798"/>
                      <a:pt x="10101" y="342175"/>
                    </a:cubicBezTo>
                    <a:cubicBezTo>
                      <a:pt x="36371" y="450390"/>
                      <a:pt x="219394" y="621522"/>
                      <a:pt x="219394" y="621846"/>
                    </a:cubicBezTo>
                    <a:cubicBezTo>
                      <a:pt x="228367" y="630170"/>
                      <a:pt x="307068" y="483794"/>
                      <a:pt x="312798" y="472551"/>
                    </a:cubicBezTo>
                    <a:cubicBezTo>
                      <a:pt x="365770" y="369526"/>
                      <a:pt x="406742" y="245096"/>
                      <a:pt x="373770" y="12931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0224998" y="4167826"/>
                <a:ext cx="521419" cy="436623"/>
              </a:xfrm>
              <a:custGeom>
                <a:avLst/>
                <a:gdLst>
                  <a:gd name="connsiteX0" fmla="*/ 233429 w 521419"/>
                  <a:gd name="connsiteY0" fmla="*/ 19194 h 436623"/>
                  <a:gd name="connsiteX1" fmla="*/ 92026 w 521419"/>
                  <a:gd name="connsiteY1" fmla="*/ 9140 h 436623"/>
                  <a:gd name="connsiteX2" fmla="*/ 4136 w 521419"/>
                  <a:gd name="connsiteY2" fmla="*/ 123084 h 436623"/>
                  <a:gd name="connsiteX3" fmla="*/ 152674 w 521419"/>
                  <a:gd name="connsiteY3" fmla="*/ 401890 h 436623"/>
                  <a:gd name="connsiteX4" fmla="*/ 267050 w 521419"/>
                  <a:gd name="connsiteY4" fmla="*/ 436484 h 436623"/>
                  <a:gd name="connsiteX5" fmla="*/ 521424 w 521419"/>
                  <a:gd name="connsiteY5" fmla="*/ 301027 h 436623"/>
                  <a:gd name="connsiteX6" fmla="*/ 233429 w 521419"/>
                  <a:gd name="connsiteY6" fmla="*/ 19194 h 436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1419" h="436623">
                    <a:moveTo>
                      <a:pt x="233429" y="19194"/>
                    </a:moveTo>
                    <a:cubicBezTo>
                      <a:pt x="188241" y="2005"/>
                      <a:pt x="136999" y="-8589"/>
                      <a:pt x="92026" y="9140"/>
                    </a:cubicBezTo>
                    <a:cubicBezTo>
                      <a:pt x="47054" y="26870"/>
                      <a:pt x="14190" y="74004"/>
                      <a:pt x="4136" y="123084"/>
                    </a:cubicBezTo>
                    <a:cubicBezTo>
                      <a:pt x="-18674" y="233136"/>
                      <a:pt x="56027" y="344594"/>
                      <a:pt x="152674" y="401890"/>
                    </a:cubicBezTo>
                    <a:cubicBezTo>
                      <a:pt x="187484" y="422430"/>
                      <a:pt x="226727" y="438213"/>
                      <a:pt x="267050" y="436484"/>
                    </a:cubicBezTo>
                    <a:cubicBezTo>
                      <a:pt x="364346" y="432159"/>
                      <a:pt x="429209" y="332810"/>
                      <a:pt x="521424" y="301027"/>
                    </a:cubicBezTo>
                    <a:cubicBezTo>
                      <a:pt x="521316" y="301027"/>
                      <a:pt x="348670" y="63085"/>
                      <a:pt x="233429" y="1919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10740580" y="4153312"/>
                <a:ext cx="574920" cy="417182"/>
              </a:xfrm>
              <a:custGeom>
                <a:avLst/>
                <a:gdLst>
                  <a:gd name="connsiteX0" fmla="*/ 535238 w 574920"/>
                  <a:gd name="connsiteY0" fmla="*/ 75978 h 417182"/>
                  <a:gd name="connsiteX1" fmla="*/ 351457 w 574920"/>
                  <a:gd name="connsiteY1" fmla="*/ 5277 h 417182"/>
                  <a:gd name="connsiteX2" fmla="*/ 263459 w 574920"/>
                  <a:gd name="connsiteY2" fmla="*/ 53924 h 417182"/>
                  <a:gd name="connsiteX3" fmla="*/ 4 w 574920"/>
                  <a:gd name="connsiteY3" fmla="*/ 293379 h 417182"/>
                  <a:gd name="connsiteX4" fmla="*/ 270270 w 574920"/>
                  <a:gd name="connsiteY4" fmla="*/ 401485 h 417182"/>
                  <a:gd name="connsiteX5" fmla="*/ 527238 w 574920"/>
                  <a:gd name="connsiteY5" fmla="*/ 354567 h 417182"/>
                  <a:gd name="connsiteX6" fmla="*/ 565724 w 574920"/>
                  <a:gd name="connsiteY6" fmla="*/ 276515 h 417182"/>
                  <a:gd name="connsiteX7" fmla="*/ 535238 w 574920"/>
                  <a:gd name="connsiteY7" fmla="*/ 75978 h 41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4920" h="417182">
                    <a:moveTo>
                      <a:pt x="535238" y="75978"/>
                    </a:moveTo>
                    <a:cubicBezTo>
                      <a:pt x="494590" y="19222"/>
                      <a:pt x="419132" y="-13426"/>
                      <a:pt x="351457" y="5277"/>
                    </a:cubicBezTo>
                    <a:cubicBezTo>
                      <a:pt x="319425" y="16032"/>
                      <a:pt x="289610" y="32515"/>
                      <a:pt x="263459" y="53924"/>
                    </a:cubicBezTo>
                    <a:cubicBezTo>
                      <a:pt x="167688" y="124527"/>
                      <a:pt x="79408" y="204766"/>
                      <a:pt x="4" y="293379"/>
                    </a:cubicBezTo>
                    <a:cubicBezTo>
                      <a:pt x="4" y="293379"/>
                      <a:pt x="181623" y="374459"/>
                      <a:pt x="270270" y="401485"/>
                    </a:cubicBezTo>
                    <a:cubicBezTo>
                      <a:pt x="358917" y="428512"/>
                      <a:pt x="467888" y="425269"/>
                      <a:pt x="527238" y="354567"/>
                    </a:cubicBezTo>
                    <a:cubicBezTo>
                      <a:pt x="545594" y="331660"/>
                      <a:pt x="558729" y="305022"/>
                      <a:pt x="565724" y="276515"/>
                    </a:cubicBezTo>
                    <a:cubicBezTo>
                      <a:pt x="583885" y="208408"/>
                      <a:pt x="575886" y="132301"/>
                      <a:pt x="535238" y="759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0659478" y="4459457"/>
                <a:ext cx="468375" cy="561722"/>
              </a:xfrm>
              <a:custGeom>
                <a:avLst/>
                <a:gdLst>
                  <a:gd name="connsiteX0" fmla="*/ 81863 w 468375"/>
                  <a:gd name="connsiteY0" fmla="*/ -10 h 561722"/>
                  <a:gd name="connsiteX1" fmla="*/ 9323 w 468375"/>
                  <a:gd name="connsiteY1" fmla="*/ 156420 h 561722"/>
                  <a:gd name="connsiteX2" fmla="*/ 41755 w 468375"/>
                  <a:gd name="connsiteY2" fmla="*/ 433712 h 561722"/>
                  <a:gd name="connsiteX3" fmla="*/ 277210 w 468375"/>
                  <a:gd name="connsiteY3" fmla="*/ 558682 h 561722"/>
                  <a:gd name="connsiteX4" fmla="*/ 443045 w 468375"/>
                  <a:gd name="connsiteY4" fmla="*/ 226040 h 561722"/>
                  <a:gd name="connsiteX5" fmla="*/ 295805 w 468375"/>
                  <a:gd name="connsiteY5" fmla="*/ 98583 h 561722"/>
                  <a:gd name="connsiteX6" fmla="*/ 81863 w 468375"/>
                  <a:gd name="connsiteY6" fmla="*/ -10 h 5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8375" h="561722">
                    <a:moveTo>
                      <a:pt x="81863" y="-10"/>
                    </a:moveTo>
                    <a:cubicBezTo>
                      <a:pt x="38620" y="39773"/>
                      <a:pt x="19702" y="98907"/>
                      <a:pt x="9323" y="156420"/>
                    </a:cubicBezTo>
                    <a:cubicBezTo>
                      <a:pt x="-7541" y="249823"/>
                      <a:pt x="-4190" y="351011"/>
                      <a:pt x="41755" y="433712"/>
                    </a:cubicBezTo>
                    <a:cubicBezTo>
                      <a:pt x="87700" y="516413"/>
                      <a:pt x="183915" y="576088"/>
                      <a:pt x="277210" y="558682"/>
                    </a:cubicBezTo>
                    <a:cubicBezTo>
                      <a:pt x="421640" y="531764"/>
                      <a:pt x="516233" y="356524"/>
                      <a:pt x="443045" y="226040"/>
                    </a:cubicBezTo>
                    <a:cubicBezTo>
                      <a:pt x="410613" y="168636"/>
                      <a:pt x="353966" y="129501"/>
                      <a:pt x="295805" y="98583"/>
                    </a:cubicBezTo>
                    <a:cubicBezTo>
                      <a:pt x="234508" y="66043"/>
                      <a:pt x="81863" y="-10"/>
                      <a:pt x="81863" y="-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0" name="文本框 49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List3-4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8622747-17A8-598C-3693-C7E09C85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60400" y="1384309"/>
            <a:ext cx="11254554" cy="4421226"/>
            <a:chOff x="645979" y="1646702"/>
            <a:chExt cx="11254554" cy="4421226"/>
          </a:xfrm>
        </p:grpSpPr>
        <p:grpSp>
          <p:nvGrpSpPr>
            <p:cNvPr id="4" name="组合 3"/>
            <p:cNvGrpSpPr/>
            <p:nvPr/>
          </p:nvGrpSpPr>
          <p:grpSpPr>
            <a:xfrm>
              <a:off x="645979" y="1844110"/>
              <a:ext cx="10872922" cy="4214349"/>
              <a:chOff x="645979" y="1844111"/>
              <a:chExt cx="10872922" cy="3644426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645979" y="1844111"/>
                <a:ext cx="10872922" cy="655778"/>
                <a:chOff x="645979" y="1742511"/>
                <a:chExt cx="10872922" cy="655778"/>
              </a:xfrm>
            </p:grpSpPr>
            <p:sp>
              <p:nvSpPr>
                <p:cNvPr id="46" name="矩形: 圆角 45"/>
                <p:cNvSpPr/>
                <p:nvPr/>
              </p:nvSpPr>
              <p:spPr>
                <a:xfrm>
                  <a:off x="728030" y="1796059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" name="矩形: 圆角 46"/>
                <p:cNvSpPr/>
                <p:nvPr/>
              </p:nvSpPr>
              <p:spPr>
                <a:xfrm>
                  <a:off x="645979" y="1742511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01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" name="文本框 47"/>
                <p:cNvSpPr txBox="1"/>
                <p:nvPr/>
              </p:nvSpPr>
              <p:spPr>
                <a:xfrm>
                  <a:off x="1569028" y="1796058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{vItem.item1}</a:t>
                  </a:r>
                  <a:endParaRPr lang="zh-CN" altLang="en-US" b="1" dirty="0"/>
                </a:p>
              </p:txBody>
            </p:sp>
            <p:sp>
              <p:nvSpPr>
                <p:cNvPr id="49" name="文本框 48"/>
                <p:cNvSpPr txBox="1"/>
                <p:nvPr/>
              </p:nvSpPr>
              <p:spPr>
                <a:xfrm>
                  <a:off x="4133090" y="1796058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{vItem.item1_Desc}</a:t>
                  </a: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645979" y="2591273"/>
                <a:ext cx="10872922" cy="655778"/>
                <a:chOff x="645979" y="2489673"/>
                <a:chExt cx="10872922" cy="655778"/>
              </a:xfrm>
            </p:grpSpPr>
            <p:sp>
              <p:nvSpPr>
                <p:cNvPr id="42" name="矩形: 圆角 41"/>
                <p:cNvSpPr/>
                <p:nvPr/>
              </p:nvSpPr>
              <p:spPr>
                <a:xfrm>
                  <a:off x="728030" y="2543221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zh-CN" altLang="en-US"/>
                </a:p>
              </p:txBody>
            </p:sp>
            <p:sp>
              <p:nvSpPr>
                <p:cNvPr id="43" name="矩形: 圆角 42"/>
                <p:cNvSpPr/>
                <p:nvPr/>
              </p:nvSpPr>
              <p:spPr>
                <a:xfrm>
                  <a:off x="645979" y="2489673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02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4" name="文本框 43"/>
                <p:cNvSpPr txBox="1"/>
                <p:nvPr/>
              </p:nvSpPr>
              <p:spPr>
                <a:xfrm>
                  <a:off x="1569028" y="2543220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{vItem.item2}</a:t>
                  </a:r>
                  <a:endParaRPr lang="zh-CN" altLang="en-US" b="1" dirty="0"/>
                </a:p>
              </p:txBody>
            </p:sp>
            <p:sp>
              <p:nvSpPr>
                <p:cNvPr id="45" name="文本框 44"/>
                <p:cNvSpPr txBox="1"/>
                <p:nvPr/>
              </p:nvSpPr>
              <p:spPr>
                <a:xfrm>
                  <a:off x="4133090" y="2543220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{vItem.item2_Desc}</a:t>
                  </a:r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645979" y="3338435"/>
                <a:ext cx="10872922" cy="655778"/>
                <a:chOff x="645979" y="3236835"/>
                <a:chExt cx="10872922" cy="655778"/>
              </a:xfrm>
            </p:grpSpPr>
            <p:sp>
              <p:nvSpPr>
                <p:cNvPr id="38" name="矩形: 圆角 37"/>
                <p:cNvSpPr/>
                <p:nvPr/>
              </p:nvSpPr>
              <p:spPr>
                <a:xfrm>
                  <a:off x="728030" y="3290383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: 圆角 38"/>
                <p:cNvSpPr/>
                <p:nvPr/>
              </p:nvSpPr>
              <p:spPr>
                <a:xfrm>
                  <a:off x="645979" y="3236835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03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0" name="文本框 39"/>
                <p:cNvSpPr txBox="1"/>
                <p:nvPr/>
              </p:nvSpPr>
              <p:spPr>
                <a:xfrm>
                  <a:off x="1569028" y="3290382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{vItem.item3}</a:t>
                  </a:r>
                  <a:endParaRPr lang="zh-CN" altLang="en-US" b="1" dirty="0"/>
                </a:p>
              </p:txBody>
            </p:sp>
            <p:sp>
              <p:nvSpPr>
                <p:cNvPr id="41" name="文本框 40"/>
                <p:cNvSpPr txBox="1"/>
                <p:nvPr/>
              </p:nvSpPr>
              <p:spPr>
                <a:xfrm>
                  <a:off x="4133090" y="3290382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45979" y="4085597"/>
                <a:ext cx="10872922" cy="655778"/>
                <a:chOff x="645979" y="3983997"/>
                <a:chExt cx="10872922" cy="655778"/>
              </a:xfrm>
            </p:grpSpPr>
            <p:sp>
              <p:nvSpPr>
                <p:cNvPr id="34" name="矩形: 圆角 33"/>
                <p:cNvSpPr/>
                <p:nvPr/>
              </p:nvSpPr>
              <p:spPr>
                <a:xfrm>
                  <a:off x="728030" y="4037545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zh-CN" altLang="en-US"/>
                </a:p>
              </p:txBody>
            </p:sp>
            <p:sp>
              <p:nvSpPr>
                <p:cNvPr id="35" name="矩形: 圆角 34"/>
                <p:cNvSpPr/>
                <p:nvPr/>
              </p:nvSpPr>
              <p:spPr>
                <a:xfrm>
                  <a:off x="645979" y="3983997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04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6" name="文本框 35"/>
                <p:cNvSpPr txBox="1"/>
                <p:nvPr/>
              </p:nvSpPr>
              <p:spPr>
                <a:xfrm>
                  <a:off x="1569028" y="4037544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{vItem.item4}</a:t>
                  </a:r>
                  <a:endParaRPr lang="zh-CN" altLang="en-US" b="1" dirty="0"/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4133090" y="4037544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{vItem.item4_Desc}</a:t>
                  </a:r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645979" y="4832759"/>
                <a:ext cx="10872922" cy="655778"/>
                <a:chOff x="645979" y="4731159"/>
                <a:chExt cx="10872922" cy="655778"/>
              </a:xfrm>
            </p:grpSpPr>
            <p:sp>
              <p:nvSpPr>
                <p:cNvPr id="30" name="矩形: 圆角 29"/>
                <p:cNvSpPr/>
                <p:nvPr/>
              </p:nvSpPr>
              <p:spPr>
                <a:xfrm>
                  <a:off x="728030" y="4784707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: 圆角 30"/>
                <p:cNvSpPr/>
                <p:nvPr/>
              </p:nvSpPr>
              <p:spPr>
                <a:xfrm>
                  <a:off x="645979" y="4731159"/>
                  <a:ext cx="588462" cy="490557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85000" lnSpcReduction="1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>
                      <a:solidFill>
                        <a:srgbClr val="FFFFFF"/>
                      </a:solidFill>
                    </a:rPr>
                    <a:t>05</a:t>
                  </a:r>
                  <a:endParaRPr lang="zh-CN" altLang="en-US" sz="3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1569028" y="4784706"/>
                  <a:ext cx="2182430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b="1" dirty="0"/>
                    <a:t>{vItem.item5}</a:t>
                  </a:r>
                  <a:endParaRPr lang="zh-CN" altLang="en-US" b="1" dirty="0"/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>
                  <a:off x="4133090" y="4784706"/>
                  <a:ext cx="4307454" cy="6022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{vItem.item5_Desc}</a:t>
                  </a:r>
                </a:p>
              </p:txBody>
            </p:sp>
          </p:grpSp>
        </p:grpSp>
        <p:grpSp>
          <p:nvGrpSpPr>
            <p:cNvPr id="6" name="组合 5"/>
            <p:cNvGrpSpPr/>
            <p:nvPr/>
          </p:nvGrpSpPr>
          <p:grpSpPr>
            <a:xfrm>
              <a:off x="8649876" y="1646702"/>
              <a:ext cx="3250657" cy="4421226"/>
              <a:chOff x="9681572" y="3676581"/>
              <a:chExt cx="2166532" cy="2946705"/>
            </a:xfrm>
          </p:grpSpPr>
          <p:sp>
            <p:nvSpPr>
              <p:cNvPr id="7" name="任意多边形: 形状 6"/>
              <p:cNvSpPr/>
              <p:nvPr/>
            </p:nvSpPr>
            <p:spPr>
              <a:xfrm rot="20113492">
                <a:off x="9728670" y="4647666"/>
                <a:ext cx="1417314" cy="1786784"/>
              </a:xfrm>
              <a:custGeom>
                <a:avLst/>
                <a:gdLst>
                  <a:gd name="connsiteX0" fmla="*/ 1237459 w 1417314"/>
                  <a:gd name="connsiteY0" fmla="*/ -9 h 1786784"/>
                  <a:gd name="connsiteX1" fmla="*/ 1417318 w 1417314"/>
                  <a:gd name="connsiteY1" fmla="*/ -9 h 1786784"/>
                  <a:gd name="connsiteX2" fmla="*/ 1417318 w 1417314"/>
                  <a:gd name="connsiteY2" fmla="*/ 1786775 h 1786784"/>
                  <a:gd name="connsiteX3" fmla="*/ 1237459 w 1417314"/>
                  <a:gd name="connsiteY3" fmla="*/ 1786775 h 1786784"/>
                  <a:gd name="connsiteX4" fmla="*/ 179864 w 1417314"/>
                  <a:gd name="connsiteY4" fmla="*/ 1786775 h 1786784"/>
                  <a:gd name="connsiteX5" fmla="*/ 4 w 1417314"/>
                  <a:gd name="connsiteY5" fmla="*/ 1786775 h 1786784"/>
                  <a:gd name="connsiteX6" fmla="*/ 4 w 1417314"/>
                  <a:gd name="connsiteY6" fmla="*/ -9 h 1786784"/>
                  <a:gd name="connsiteX7" fmla="*/ 179864 w 1417314"/>
                  <a:gd name="connsiteY7" fmla="*/ -9 h 1786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7314" h="1786784">
                    <a:moveTo>
                      <a:pt x="1237459" y="-9"/>
                    </a:moveTo>
                    <a:cubicBezTo>
                      <a:pt x="1336792" y="-9"/>
                      <a:pt x="1417318" y="-9"/>
                      <a:pt x="1417318" y="-9"/>
                    </a:cubicBezTo>
                    <a:lnTo>
                      <a:pt x="1417318" y="1786775"/>
                    </a:lnTo>
                    <a:cubicBezTo>
                      <a:pt x="1417318" y="1786775"/>
                      <a:pt x="1336793" y="1786775"/>
                      <a:pt x="1237459" y="1786775"/>
                    </a:cubicBezTo>
                    <a:lnTo>
                      <a:pt x="179864" y="1786775"/>
                    </a:lnTo>
                    <a:cubicBezTo>
                      <a:pt x="80530" y="1786775"/>
                      <a:pt x="4" y="1786775"/>
                      <a:pt x="4" y="1786775"/>
                    </a:cubicBezTo>
                    <a:lnTo>
                      <a:pt x="4" y="-9"/>
                    </a:lnTo>
                    <a:cubicBezTo>
                      <a:pt x="4" y="-9"/>
                      <a:pt x="80530" y="-9"/>
                      <a:pt x="179864" y="-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8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" name="任意多边形: 形状 7"/>
              <p:cNvSpPr/>
              <p:nvPr/>
            </p:nvSpPr>
            <p:spPr>
              <a:xfrm rot="20098199">
                <a:off x="9722586" y="4618758"/>
                <a:ext cx="1414135" cy="1782776"/>
              </a:xfrm>
              <a:custGeom>
                <a:avLst/>
                <a:gdLst>
                  <a:gd name="connsiteX0" fmla="*/ 1234684 w 1414135"/>
                  <a:gd name="connsiteY0" fmla="*/ -10 h 1782776"/>
                  <a:gd name="connsiteX1" fmla="*/ 1414140 w 1414135"/>
                  <a:gd name="connsiteY1" fmla="*/ -10 h 1782776"/>
                  <a:gd name="connsiteX2" fmla="*/ 1414140 w 1414135"/>
                  <a:gd name="connsiteY2" fmla="*/ 1782767 h 1782776"/>
                  <a:gd name="connsiteX3" fmla="*/ 1234684 w 1414135"/>
                  <a:gd name="connsiteY3" fmla="*/ 1782767 h 1782776"/>
                  <a:gd name="connsiteX4" fmla="*/ 179460 w 1414135"/>
                  <a:gd name="connsiteY4" fmla="*/ 1782767 h 1782776"/>
                  <a:gd name="connsiteX5" fmla="*/ 4 w 1414135"/>
                  <a:gd name="connsiteY5" fmla="*/ 1782767 h 1782776"/>
                  <a:gd name="connsiteX6" fmla="*/ 4 w 1414135"/>
                  <a:gd name="connsiteY6" fmla="*/ -10 h 1782776"/>
                  <a:gd name="connsiteX7" fmla="*/ 179460 w 1414135"/>
                  <a:gd name="connsiteY7" fmla="*/ -10 h 1782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4135" h="1782776">
                    <a:moveTo>
                      <a:pt x="1234684" y="-10"/>
                    </a:moveTo>
                    <a:cubicBezTo>
                      <a:pt x="1333795" y="-10"/>
                      <a:pt x="1414140" y="-10"/>
                      <a:pt x="1414140" y="-10"/>
                    </a:cubicBezTo>
                    <a:lnTo>
                      <a:pt x="1414140" y="1782767"/>
                    </a:lnTo>
                    <a:cubicBezTo>
                      <a:pt x="1414140" y="1782767"/>
                      <a:pt x="1333795" y="1782767"/>
                      <a:pt x="1234684" y="1782767"/>
                    </a:cubicBezTo>
                    <a:lnTo>
                      <a:pt x="179460" y="1782767"/>
                    </a:lnTo>
                    <a:cubicBezTo>
                      <a:pt x="80350" y="1782767"/>
                      <a:pt x="4" y="1782767"/>
                      <a:pt x="4" y="1782767"/>
                    </a:cubicBezTo>
                    <a:lnTo>
                      <a:pt x="4" y="-10"/>
                    </a:lnTo>
                    <a:cubicBezTo>
                      <a:pt x="4" y="-10"/>
                      <a:pt x="80350" y="-10"/>
                      <a:pt x="179460" y="-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9681572" y="4742803"/>
                <a:ext cx="1495972" cy="1535214"/>
              </a:xfrm>
              <a:custGeom>
                <a:avLst/>
                <a:gdLst>
                  <a:gd name="connsiteX0" fmla="*/ 4 w 1495972"/>
                  <a:gd name="connsiteY0" fmla="*/ 464846 h 1535214"/>
                  <a:gd name="connsiteX1" fmla="*/ 996202 w 1495972"/>
                  <a:gd name="connsiteY1" fmla="*/ -10 h 1535214"/>
                  <a:gd name="connsiteX2" fmla="*/ 83246 w 1495972"/>
                  <a:gd name="connsiteY2" fmla="*/ 643221 h 1535214"/>
                  <a:gd name="connsiteX3" fmla="*/ 1079552 w 1495972"/>
                  <a:gd name="connsiteY3" fmla="*/ 178365 h 1535214"/>
                  <a:gd name="connsiteX4" fmla="*/ 166596 w 1495972"/>
                  <a:gd name="connsiteY4" fmla="*/ 821596 h 1535214"/>
                  <a:gd name="connsiteX5" fmla="*/ 1162793 w 1495972"/>
                  <a:gd name="connsiteY5" fmla="*/ 356740 h 1535214"/>
                  <a:gd name="connsiteX6" fmla="*/ 249838 w 1495972"/>
                  <a:gd name="connsiteY6" fmla="*/ 999971 h 1535214"/>
                  <a:gd name="connsiteX7" fmla="*/ 1246035 w 1495972"/>
                  <a:gd name="connsiteY7" fmla="*/ 535115 h 1535214"/>
                  <a:gd name="connsiteX8" fmla="*/ 333620 w 1495972"/>
                  <a:gd name="connsiteY8" fmla="*/ 1178455 h 1535214"/>
                  <a:gd name="connsiteX9" fmla="*/ 1329926 w 1495972"/>
                  <a:gd name="connsiteY9" fmla="*/ 713598 h 1535214"/>
                  <a:gd name="connsiteX10" fmla="*/ 416429 w 1495972"/>
                  <a:gd name="connsiteY10" fmla="*/ 1356722 h 1535214"/>
                  <a:gd name="connsiteX11" fmla="*/ 1412627 w 1495972"/>
                  <a:gd name="connsiteY11" fmla="*/ 891865 h 1535214"/>
                  <a:gd name="connsiteX12" fmla="*/ 499671 w 1495972"/>
                  <a:gd name="connsiteY12" fmla="*/ 1535205 h 1535214"/>
                  <a:gd name="connsiteX13" fmla="*/ 1495977 w 1495972"/>
                  <a:gd name="connsiteY13" fmla="*/ 1070348 h 1535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5972" h="1535214">
                    <a:moveTo>
                      <a:pt x="4" y="464846"/>
                    </a:moveTo>
                    <a:lnTo>
                      <a:pt x="996202" y="-10"/>
                    </a:lnTo>
                    <a:moveTo>
                      <a:pt x="83246" y="643221"/>
                    </a:moveTo>
                    <a:lnTo>
                      <a:pt x="1079552" y="178365"/>
                    </a:lnTo>
                    <a:moveTo>
                      <a:pt x="166596" y="821596"/>
                    </a:moveTo>
                    <a:lnTo>
                      <a:pt x="1162793" y="356740"/>
                    </a:lnTo>
                    <a:moveTo>
                      <a:pt x="249838" y="999971"/>
                    </a:moveTo>
                    <a:lnTo>
                      <a:pt x="1246035" y="535115"/>
                    </a:lnTo>
                    <a:moveTo>
                      <a:pt x="333620" y="1178455"/>
                    </a:moveTo>
                    <a:lnTo>
                      <a:pt x="1329926" y="713598"/>
                    </a:lnTo>
                    <a:moveTo>
                      <a:pt x="416429" y="1356722"/>
                    </a:moveTo>
                    <a:lnTo>
                      <a:pt x="1412627" y="891865"/>
                    </a:lnTo>
                    <a:moveTo>
                      <a:pt x="499671" y="1535205"/>
                    </a:moveTo>
                    <a:lnTo>
                      <a:pt x="1495977" y="1070348"/>
                    </a:lnTo>
                  </a:path>
                </a:pathLst>
              </a:custGeom>
              <a:noFill/>
              <a:ln w="16279" cap="rnd">
                <a:solidFill>
                  <a:srgbClr val="B7D0F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0214124" y="4686286"/>
                <a:ext cx="1633980" cy="1937000"/>
              </a:xfrm>
              <a:custGeom>
                <a:avLst/>
                <a:gdLst>
                  <a:gd name="connsiteX0" fmla="*/ 1190880 w 1633980"/>
                  <a:gd name="connsiteY0" fmla="*/ 1934527 h 1937000"/>
                  <a:gd name="connsiteX1" fmla="*/ 149927 w 1633980"/>
                  <a:gd name="connsiteY1" fmla="*/ 1761016 h 1937000"/>
                  <a:gd name="connsiteX2" fmla="*/ 2470 w 1633980"/>
                  <a:gd name="connsiteY2" fmla="*/ 1554534 h 1937000"/>
                  <a:gd name="connsiteX3" fmla="*/ 236628 w 1633980"/>
                  <a:gd name="connsiteY3" fmla="*/ 149911 h 1937000"/>
                  <a:gd name="connsiteX4" fmla="*/ 443111 w 1633980"/>
                  <a:gd name="connsiteY4" fmla="*/ 2455 h 1937000"/>
                  <a:gd name="connsiteX5" fmla="*/ 1484064 w 1633980"/>
                  <a:gd name="connsiteY5" fmla="*/ 176073 h 1937000"/>
                  <a:gd name="connsiteX6" fmla="*/ 1631521 w 1633980"/>
                  <a:gd name="connsiteY6" fmla="*/ 382556 h 1937000"/>
                  <a:gd name="connsiteX7" fmla="*/ 1397363 w 1633980"/>
                  <a:gd name="connsiteY7" fmla="*/ 1787070 h 1937000"/>
                  <a:gd name="connsiteX8" fmla="*/ 1190880 w 1633980"/>
                  <a:gd name="connsiteY8" fmla="*/ 1934527 h 193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3980" h="1937000">
                    <a:moveTo>
                      <a:pt x="1190880" y="1934527"/>
                    </a:moveTo>
                    <a:lnTo>
                      <a:pt x="149927" y="1761016"/>
                    </a:lnTo>
                    <a:cubicBezTo>
                      <a:pt x="52202" y="1744692"/>
                      <a:pt x="-13805" y="1652261"/>
                      <a:pt x="2470" y="1554534"/>
                    </a:cubicBezTo>
                    <a:lnTo>
                      <a:pt x="236628" y="149911"/>
                    </a:lnTo>
                    <a:cubicBezTo>
                      <a:pt x="252949" y="52183"/>
                      <a:pt x="345378" y="-13815"/>
                      <a:pt x="443111" y="2455"/>
                    </a:cubicBezTo>
                    <a:lnTo>
                      <a:pt x="1484064" y="176073"/>
                    </a:lnTo>
                    <a:cubicBezTo>
                      <a:pt x="1581792" y="192397"/>
                      <a:pt x="1647791" y="284828"/>
                      <a:pt x="1631521" y="382556"/>
                    </a:cubicBezTo>
                    <a:lnTo>
                      <a:pt x="1397363" y="1787070"/>
                    </a:lnTo>
                    <a:cubicBezTo>
                      <a:pt x="1381039" y="1884798"/>
                      <a:pt x="1288608" y="1950797"/>
                      <a:pt x="1190880" y="19345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 rot="550833">
                <a:off x="10316321" y="4741405"/>
                <a:ext cx="1418160" cy="1787851"/>
              </a:xfrm>
              <a:custGeom>
                <a:avLst/>
                <a:gdLst>
                  <a:gd name="connsiteX0" fmla="*/ 1238199 w 1418160"/>
                  <a:gd name="connsiteY0" fmla="*/ -10 h 1787851"/>
                  <a:gd name="connsiteX1" fmla="*/ 1418166 w 1418160"/>
                  <a:gd name="connsiteY1" fmla="*/ -10 h 1787851"/>
                  <a:gd name="connsiteX2" fmla="*/ 1418166 w 1418160"/>
                  <a:gd name="connsiteY2" fmla="*/ 1787841 h 1787851"/>
                  <a:gd name="connsiteX3" fmla="*/ 1238199 w 1418160"/>
                  <a:gd name="connsiteY3" fmla="*/ 1787841 h 1787851"/>
                  <a:gd name="connsiteX4" fmla="*/ 179972 w 1418160"/>
                  <a:gd name="connsiteY4" fmla="*/ 1787841 h 1787851"/>
                  <a:gd name="connsiteX5" fmla="*/ 6 w 1418160"/>
                  <a:gd name="connsiteY5" fmla="*/ 1787841 h 1787851"/>
                  <a:gd name="connsiteX6" fmla="*/ 6 w 1418160"/>
                  <a:gd name="connsiteY6" fmla="*/ -10 h 1787851"/>
                  <a:gd name="connsiteX7" fmla="*/ 179972 w 1418160"/>
                  <a:gd name="connsiteY7" fmla="*/ -10 h 178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8160" h="1787851">
                    <a:moveTo>
                      <a:pt x="1238199" y="-10"/>
                    </a:moveTo>
                    <a:cubicBezTo>
                      <a:pt x="1337592" y="-10"/>
                      <a:pt x="1418166" y="-10"/>
                      <a:pt x="1418166" y="-10"/>
                    </a:cubicBezTo>
                    <a:lnTo>
                      <a:pt x="1418166" y="1787841"/>
                    </a:lnTo>
                    <a:cubicBezTo>
                      <a:pt x="1418166" y="1787841"/>
                      <a:pt x="1337592" y="1787841"/>
                      <a:pt x="1238199" y="1787841"/>
                    </a:cubicBezTo>
                    <a:lnTo>
                      <a:pt x="179972" y="1787841"/>
                    </a:lnTo>
                    <a:cubicBezTo>
                      <a:pt x="80579" y="1787841"/>
                      <a:pt x="6" y="1787841"/>
                      <a:pt x="6" y="1787841"/>
                    </a:cubicBezTo>
                    <a:lnTo>
                      <a:pt x="6" y="-10"/>
                    </a:lnTo>
                    <a:cubicBezTo>
                      <a:pt x="6" y="-10"/>
                      <a:pt x="80580" y="-10"/>
                      <a:pt x="179972" y="-1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0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10371938" y="4961502"/>
                <a:ext cx="1278246" cy="1346028"/>
              </a:xfrm>
              <a:custGeom>
                <a:avLst/>
                <a:gdLst>
                  <a:gd name="connsiteX0" fmla="*/ 193839 w 1278246"/>
                  <a:gd name="connsiteY0" fmla="*/ -10 h 1346028"/>
                  <a:gd name="connsiteX1" fmla="*/ 1278251 w 1278246"/>
                  <a:gd name="connsiteY1" fmla="*/ 180852 h 1346028"/>
                  <a:gd name="connsiteX2" fmla="*/ 161407 w 1278246"/>
                  <a:gd name="connsiteY2" fmla="*/ 194149 h 1346028"/>
                  <a:gd name="connsiteX3" fmla="*/ 1245927 w 1278246"/>
                  <a:gd name="connsiteY3" fmla="*/ 375010 h 1346028"/>
                  <a:gd name="connsiteX4" fmla="*/ 129083 w 1278246"/>
                  <a:gd name="connsiteY4" fmla="*/ 388415 h 1346028"/>
                  <a:gd name="connsiteX5" fmla="*/ 1213495 w 1278246"/>
                  <a:gd name="connsiteY5" fmla="*/ 569277 h 1346028"/>
                  <a:gd name="connsiteX6" fmla="*/ 96651 w 1278246"/>
                  <a:gd name="connsiteY6" fmla="*/ 582574 h 1346028"/>
                  <a:gd name="connsiteX7" fmla="*/ 1181172 w 1278246"/>
                  <a:gd name="connsiteY7" fmla="*/ 763435 h 1346028"/>
                  <a:gd name="connsiteX8" fmla="*/ 64868 w 1278246"/>
                  <a:gd name="connsiteY8" fmla="*/ 776841 h 1346028"/>
                  <a:gd name="connsiteX9" fmla="*/ 1149280 w 1278246"/>
                  <a:gd name="connsiteY9" fmla="*/ 957594 h 1346028"/>
                  <a:gd name="connsiteX10" fmla="*/ 32436 w 1278246"/>
                  <a:gd name="connsiteY10" fmla="*/ 970999 h 1346028"/>
                  <a:gd name="connsiteX11" fmla="*/ 1116957 w 1278246"/>
                  <a:gd name="connsiteY11" fmla="*/ 1151861 h 1346028"/>
                  <a:gd name="connsiteX12" fmla="*/ 4 w 1278246"/>
                  <a:gd name="connsiteY12" fmla="*/ 1165266 h 1346028"/>
                  <a:gd name="connsiteX13" fmla="*/ 1084525 w 1278246"/>
                  <a:gd name="connsiteY13" fmla="*/ 1346019 h 1346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8246" h="1346028">
                    <a:moveTo>
                      <a:pt x="193839" y="-10"/>
                    </a:moveTo>
                    <a:lnTo>
                      <a:pt x="1278251" y="180852"/>
                    </a:lnTo>
                    <a:moveTo>
                      <a:pt x="161407" y="194149"/>
                    </a:moveTo>
                    <a:lnTo>
                      <a:pt x="1245927" y="375010"/>
                    </a:lnTo>
                    <a:moveTo>
                      <a:pt x="129083" y="388415"/>
                    </a:moveTo>
                    <a:lnTo>
                      <a:pt x="1213495" y="569277"/>
                    </a:lnTo>
                    <a:moveTo>
                      <a:pt x="96651" y="582574"/>
                    </a:moveTo>
                    <a:lnTo>
                      <a:pt x="1181172" y="763435"/>
                    </a:lnTo>
                    <a:moveTo>
                      <a:pt x="64868" y="776841"/>
                    </a:moveTo>
                    <a:lnTo>
                      <a:pt x="1149280" y="957594"/>
                    </a:lnTo>
                    <a:moveTo>
                      <a:pt x="32436" y="970999"/>
                    </a:moveTo>
                    <a:lnTo>
                      <a:pt x="1116957" y="1151861"/>
                    </a:lnTo>
                    <a:moveTo>
                      <a:pt x="4" y="1165266"/>
                    </a:moveTo>
                    <a:lnTo>
                      <a:pt x="1084525" y="1346019"/>
                    </a:lnTo>
                  </a:path>
                </a:pathLst>
              </a:custGeom>
              <a:noFill/>
              <a:ln w="16279" cap="rnd">
                <a:solidFill>
                  <a:srgbClr val="F5F5F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 rot="16764000">
                <a:off x="10149493" y="3861125"/>
                <a:ext cx="1340515" cy="1340515"/>
              </a:xfrm>
              <a:custGeom>
                <a:avLst/>
                <a:gdLst>
                  <a:gd name="connsiteX0" fmla="*/ 1340520 w 1340515"/>
                  <a:gd name="connsiteY0" fmla="*/ 670248 h 1340515"/>
                  <a:gd name="connsiteX1" fmla="*/ 670262 w 1340515"/>
                  <a:gd name="connsiteY1" fmla="*/ 1340505 h 1340515"/>
                  <a:gd name="connsiteX2" fmla="*/ 4 w 1340515"/>
                  <a:gd name="connsiteY2" fmla="*/ 670248 h 1340515"/>
                  <a:gd name="connsiteX3" fmla="*/ 670262 w 1340515"/>
                  <a:gd name="connsiteY3" fmla="*/ -10 h 1340515"/>
                  <a:gd name="connsiteX4" fmla="*/ 1340520 w 1340515"/>
                  <a:gd name="connsiteY4" fmla="*/ 67024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20" y="670248"/>
                    </a:moveTo>
                    <a:cubicBezTo>
                      <a:pt x="1340520" y="1040421"/>
                      <a:pt x="1040435" y="1340505"/>
                      <a:pt x="670262" y="1340505"/>
                    </a:cubicBezTo>
                    <a:cubicBezTo>
                      <a:pt x="300089" y="1340505"/>
                      <a:pt x="4" y="1040421"/>
                      <a:pt x="4" y="670248"/>
                    </a:cubicBezTo>
                    <a:cubicBezTo>
                      <a:pt x="4" y="300075"/>
                      <a:pt x="300089" y="-10"/>
                      <a:pt x="670262" y="-10"/>
                    </a:cubicBezTo>
                    <a:cubicBezTo>
                      <a:pt x="1040435" y="-10"/>
                      <a:pt x="1340520" y="300075"/>
                      <a:pt x="1340520" y="6702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10077673" y="3789200"/>
                <a:ext cx="1340515" cy="1340515"/>
              </a:xfrm>
              <a:custGeom>
                <a:avLst/>
                <a:gdLst>
                  <a:gd name="connsiteX0" fmla="*/ 1340516 w 1340515"/>
                  <a:gd name="connsiteY0" fmla="*/ 670258 h 1340515"/>
                  <a:gd name="connsiteX1" fmla="*/ 670258 w 1340515"/>
                  <a:gd name="connsiteY1" fmla="*/ 1340515 h 1340515"/>
                  <a:gd name="connsiteX2" fmla="*/ 0 w 1340515"/>
                  <a:gd name="connsiteY2" fmla="*/ 670258 h 1340515"/>
                  <a:gd name="connsiteX3" fmla="*/ 670258 w 1340515"/>
                  <a:gd name="connsiteY3" fmla="*/ 0 h 1340515"/>
                  <a:gd name="connsiteX4" fmla="*/ 1340516 w 1340515"/>
                  <a:gd name="connsiteY4" fmla="*/ 67025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16" y="670258"/>
                    </a:moveTo>
                    <a:cubicBezTo>
                      <a:pt x="1340516" y="1040431"/>
                      <a:pt x="1040431" y="1340515"/>
                      <a:pt x="670258" y="1340515"/>
                    </a:cubicBezTo>
                    <a:cubicBezTo>
                      <a:pt x="300085" y="1340515"/>
                      <a:pt x="0" y="1040431"/>
                      <a:pt x="0" y="670258"/>
                    </a:cubicBezTo>
                    <a:cubicBezTo>
                      <a:pt x="0" y="300085"/>
                      <a:pt x="300085" y="0"/>
                      <a:pt x="670258" y="0"/>
                    </a:cubicBezTo>
                    <a:cubicBezTo>
                      <a:pt x="1040431" y="0"/>
                      <a:pt x="1340516" y="300085"/>
                      <a:pt x="1340516" y="670258"/>
                    </a:cubicBezTo>
                    <a:close/>
                  </a:path>
                </a:pathLst>
              </a:custGeom>
              <a:solidFill>
                <a:srgbClr val="F6C94C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rot="16762802">
                <a:off x="10152740" y="3864151"/>
                <a:ext cx="1190464" cy="1190464"/>
              </a:xfrm>
              <a:custGeom>
                <a:avLst/>
                <a:gdLst>
                  <a:gd name="connsiteX0" fmla="*/ 1190469 w 1190464"/>
                  <a:gd name="connsiteY0" fmla="*/ 595222 h 1190464"/>
                  <a:gd name="connsiteX1" fmla="*/ 595236 w 1190464"/>
                  <a:gd name="connsiteY1" fmla="*/ 1190454 h 1190464"/>
                  <a:gd name="connsiteX2" fmla="*/ 4 w 1190464"/>
                  <a:gd name="connsiteY2" fmla="*/ 595222 h 1190464"/>
                  <a:gd name="connsiteX3" fmla="*/ 595236 w 1190464"/>
                  <a:gd name="connsiteY3" fmla="*/ -10 h 1190464"/>
                  <a:gd name="connsiteX4" fmla="*/ 1190469 w 1190464"/>
                  <a:gd name="connsiteY4" fmla="*/ 595222 h 1190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0464" h="1190464">
                    <a:moveTo>
                      <a:pt x="1190469" y="595222"/>
                    </a:moveTo>
                    <a:cubicBezTo>
                      <a:pt x="1190469" y="923960"/>
                      <a:pt x="923974" y="1190454"/>
                      <a:pt x="595236" y="1190454"/>
                    </a:cubicBezTo>
                    <a:cubicBezTo>
                      <a:pt x="266499" y="1190454"/>
                      <a:pt x="4" y="923960"/>
                      <a:pt x="4" y="595222"/>
                    </a:cubicBezTo>
                    <a:cubicBezTo>
                      <a:pt x="4" y="266485"/>
                      <a:pt x="266499" y="-10"/>
                      <a:pt x="595236" y="-10"/>
                    </a:cubicBezTo>
                    <a:cubicBezTo>
                      <a:pt x="923974" y="-10"/>
                      <a:pt x="1190469" y="266485"/>
                      <a:pt x="1190469" y="595222"/>
                    </a:cubicBezTo>
                    <a:close/>
                  </a:path>
                </a:pathLst>
              </a:custGeom>
              <a:solidFill>
                <a:srgbClr val="682D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10256771" y="3676581"/>
                <a:ext cx="428674" cy="798010"/>
              </a:xfrm>
              <a:custGeom>
                <a:avLst/>
                <a:gdLst>
                  <a:gd name="connsiteX0" fmla="*/ 390409 w 428674"/>
                  <a:gd name="connsiteY0" fmla="*/ 798001 h 798010"/>
                  <a:gd name="connsiteX1" fmla="*/ 66091 w 428674"/>
                  <a:gd name="connsiteY1" fmla="*/ 457899 h 798010"/>
                  <a:gd name="connsiteX2" fmla="*/ 58740 w 428674"/>
                  <a:gd name="connsiteY2" fmla="*/ 77042 h 798010"/>
                  <a:gd name="connsiteX3" fmla="*/ 265547 w 428674"/>
                  <a:gd name="connsiteY3" fmla="*/ 7205 h 798010"/>
                  <a:gd name="connsiteX4" fmla="*/ 360464 w 428674"/>
                  <a:gd name="connsiteY4" fmla="*/ 133473 h 798010"/>
                  <a:gd name="connsiteX5" fmla="*/ 391923 w 428674"/>
                  <a:gd name="connsiteY5" fmla="*/ 368928 h 798010"/>
                  <a:gd name="connsiteX6" fmla="*/ 428679 w 428674"/>
                  <a:gd name="connsiteY6" fmla="*/ 779731 h 79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74" h="798010">
                    <a:moveTo>
                      <a:pt x="390409" y="798001"/>
                    </a:moveTo>
                    <a:cubicBezTo>
                      <a:pt x="254934" y="714312"/>
                      <a:pt x="143253" y="597195"/>
                      <a:pt x="66091" y="457899"/>
                    </a:cubicBezTo>
                    <a:cubicBezTo>
                      <a:pt x="-1584" y="336496"/>
                      <a:pt x="-37259" y="190012"/>
                      <a:pt x="58740" y="77042"/>
                    </a:cubicBezTo>
                    <a:cubicBezTo>
                      <a:pt x="102955" y="24826"/>
                      <a:pt x="191494" y="-17443"/>
                      <a:pt x="265547" y="7205"/>
                    </a:cubicBezTo>
                    <a:cubicBezTo>
                      <a:pt x="327383" y="27637"/>
                      <a:pt x="349437" y="83528"/>
                      <a:pt x="360464" y="133473"/>
                    </a:cubicBezTo>
                    <a:cubicBezTo>
                      <a:pt x="376053" y="211192"/>
                      <a:pt x="386561" y="289843"/>
                      <a:pt x="391923" y="368928"/>
                    </a:cubicBezTo>
                    <a:cubicBezTo>
                      <a:pt x="404171" y="505863"/>
                      <a:pt x="416430" y="642796"/>
                      <a:pt x="428679" y="779731"/>
                    </a:cubicBezTo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10747931" y="3742038"/>
                <a:ext cx="517477" cy="667042"/>
              </a:xfrm>
              <a:custGeom>
                <a:avLst/>
                <a:gdLst>
                  <a:gd name="connsiteX0" fmla="*/ 4 w 517477"/>
                  <a:gd name="connsiteY0" fmla="*/ 646817 h 667042"/>
                  <a:gd name="connsiteX1" fmla="*/ 187677 w 517477"/>
                  <a:gd name="connsiteY1" fmla="*/ 108232 h 667042"/>
                  <a:gd name="connsiteX2" fmla="*/ 358052 w 517477"/>
                  <a:gd name="connsiteY2" fmla="*/ 126 h 667042"/>
                  <a:gd name="connsiteX3" fmla="*/ 475455 w 517477"/>
                  <a:gd name="connsiteY3" fmla="*/ 71692 h 667042"/>
                  <a:gd name="connsiteX4" fmla="*/ 491238 w 517477"/>
                  <a:gd name="connsiteY4" fmla="*/ 309526 h 667042"/>
                  <a:gd name="connsiteX5" fmla="*/ 302377 w 517477"/>
                  <a:gd name="connsiteY5" fmla="*/ 472442 h 667042"/>
                  <a:gd name="connsiteX6" fmla="*/ 59571 w 517477"/>
                  <a:gd name="connsiteY6" fmla="*/ 667032 h 667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7477" h="667042">
                    <a:moveTo>
                      <a:pt x="4" y="646817"/>
                    </a:moveTo>
                    <a:cubicBezTo>
                      <a:pt x="5269" y="452184"/>
                      <a:pt x="70846" y="263987"/>
                      <a:pt x="187677" y="108232"/>
                    </a:cubicBezTo>
                    <a:cubicBezTo>
                      <a:pt x="229838" y="52233"/>
                      <a:pt x="287999" y="-3117"/>
                      <a:pt x="358052" y="126"/>
                    </a:cubicBezTo>
                    <a:cubicBezTo>
                      <a:pt x="405618" y="2072"/>
                      <a:pt x="449077" y="32558"/>
                      <a:pt x="475455" y="71692"/>
                    </a:cubicBezTo>
                    <a:cubicBezTo>
                      <a:pt x="521724" y="141096"/>
                      <a:pt x="533832" y="235257"/>
                      <a:pt x="491238" y="309526"/>
                    </a:cubicBezTo>
                    <a:cubicBezTo>
                      <a:pt x="448645" y="383795"/>
                      <a:pt x="367998" y="422064"/>
                      <a:pt x="302377" y="472442"/>
                    </a:cubicBezTo>
                    <a:cubicBezTo>
                      <a:pt x="220325" y="535359"/>
                      <a:pt x="141299" y="603466"/>
                      <a:pt x="59571" y="667032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9899618" y="4166353"/>
                <a:ext cx="788314" cy="454723"/>
              </a:xfrm>
              <a:custGeom>
                <a:avLst/>
                <a:gdLst>
                  <a:gd name="connsiteX0" fmla="*/ 782481 w 788314"/>
                  <a:gd name="connsiteY0" fmla="*/ 310932 h 454723"/>
                  <a:gd name="connsiteX1" fmla="*/ 246707 w 788314"/>
                  <a:gd name="connsiteY1" fmla="*/ 11478 h 454723"/>
                  <a:gd name="connsiteX2" fmla="*/ 73737 w 788314"/>
                  <a:gd name="connsiteY2" fmla="*/ 22289 h 454723"/>
                  <a:gd name="connsiteX3" fmla="*/ 15144 w 788314"/>
                  <a:gd name="connsiteY3" fmla="*/ 250933 h 454723"/>
                  <a:gd name="connsiteX4" fmla="*/ 368867 w 788314"/>
                  <a:gd name="connsiteY4" fmla="*/ 454713 h 454723"/>
                  <a:gd name="connsiteX5" fmla="*/ 788318 w 788314"/>
                  <a:gd name="connsiteY5" fmla="*/ 353310 h 454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8314" h="454723">
                    <a:moveTo>
                      <a:pt x="782481" y="310932"/>
                    </a:moveTo>
                    <a:cubicBezTo>
                      <a:pt x="605727" y="205853"/>
                      <a:pt x="446055" y="61531"/>
                      <a:pt x="246707" y="11478"/>
                    </a:cubicBezTo>
                    <a:cubicBezTo>
                      <a:pt x="189194" y="-3008"/>
                      <a:pt x="124763" y="-8089"/>
                      <a:pt x="73737" y="22289"/>
                    </a:cubicBezTo>
                    <a:cubicBezTo>
                      <a:pt x="333" y="66288"/>
                      <a:pt x="-16315" y="171043"/>
                      <a:pt x="15144" y="250933"/>
                    </a:cubicBezTo>
                    <a:cubicBezTo>
                      <a:pt x="68332" y="385417"/>
                      <a:pt x="224221" y="454821"/>
                      <a:pt x="368867" y="454713"/>
                    </a:cubicBezTo>
                    <a:cubicBezTo>
                      <a:pt x="513513" y="454605"/>
                      <a:pt x="651456" y="400012"/>
                      <a:pt x="788318" y="35331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10164398" y="4419999"/>
                <a:ext cx="642450" cy="741067"/>
              </a:xfrm>
              <a:custGeom>
                <a:avLst/>
                <a:gdLst>
                  <a:gd name="connsiteX0" fmla="*/ 534241 w 642450"/>
                  <a:gd name="connsiteY0" fmla="*/ 518683 h 741067"/>
                  <a:gd name="connsiteX1" fmla="*/ 550997 w 642450"/>
                  <a:gd name="connsiteY1" fmla="*/ 287985 h 741067"/>
                  <a:gd name="connsiteX2" fmla="*/ 642455 w 642450"/>
                  <a:gd name="connsiteY2" fmla="*/ 21611 h 741067"/>
                  <a:gd name="connsiteX3" fmla="*/ 596077 w 642450"/>
                  <a:gd name="connsiteY3" fmla="*/ -10 h 741067"/>
                  <a:gd name="connsiteX4" fmla="*/ 32304 w 642450"/>
                  <a:gd name="connsiteY4" fmla="*/ 379767 h 741067"/>
                  <a:gd name="connsiteX5" fmla="*/ 6142 w 642450"/>
                  <a:gd name="connsiteY5" fmla="*/ 556520 h 741067"/>
                  <a:gd name="connsiteX6" fmla="*/ 155977 w 642450"/>
                  <a:gd name="connsiteY6" fmla="*/ 707869 h 741067"/>
                  <a:gd name="connsiteX7" fmla="*/ 417270 w 642450"/>
                  <a:gd name="connsiteY7" fmla="*/ 710355 h 741067"/>
                  <a:gd name="connsiteX8" fmla="*/ 534241 w 642450"/>
                  <a:gd name="connsiteY8" fmla="*/ 518683 h 741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2450" h="741067">
                    <a:moveTo>
                      <a:pt x="534241" y="518683"/>
                    </a:moveTo>
                    <a:cubicBezTo>
                      <a:pt x="548943" y="443009"/>
                      <a:pt x="545051" y="364956"/>
                      <a:pt x="550997" y="287985"/>
                    </a:cubicBezTo>
                    <a:cubicBezTo>
                      <a:pt x="557267" y="201500"/>
                      <a:pt x="613482" y="104204"/>
                      <a:pt x="642455" y="21611"/>
                    </a:cubicBezTo>
                    <a:lnTo>
                      <a:pt x="596077" y="-10"/>
                    </a:lnTo>
                    <a:cubicBezTo>
                      <a:pt x="357595" y="8963"/>
                      <a:pt x="130248" y="162149"/>
                      <a:pt x="32304" y="379767"/>
                    </a:cubicBezTo>
                    <a:cubicBezTo>
                      <a:pt x="7440" y="435225"/>
                      <a:pt x="-9749" y="497819"/>
                      <a:pt x="6142" y="556520"/>
                    </a:cubicBezTo>
                    <a:cubicBezTo>
                      <a:pt x="25385" y="627438"/>
                      <a:pt x="89060" y="677924"/>
                      <a:pt x="155977" y="707869"/>
                    </a:cubicBezTo>
                    <a:cubicBezTo>
                      <a:pt x="238678" y="745166"/>
                      <a:pt x="339758" y="757598"/>
                      <a:pt x="417270" y="710355"/>
                    </a:cubicBezTo>
                    <a:cubicBezTo>
                      <a:pt x="483106" y="670572"/>
                      <a:pt x="519538" y="594466"/>
                      <a:pt x="534241" y="5186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10727283" y="4394161"/>
                <a:ext cx="805172" cy="528739"/>
              </a:xfrm>
              <a:custGeom>
                <a:avLst/>
                <a:gdLst>
                  <a:gd name="connsiteX0" fmla="*/ 797287 w 805172"/>
                  <a:gd name="connsiteY0" fmla="*/ 317930 h 528739"/>
                  <a:gd name="connsiteX1" fmla="*/ 790476 w 805172"/>
                  <a:gd name="connsiteY1" fmla="*/ 298039 h 528739"/>
                  <a:gd name="connsiteX2" fmla="*/ 613290 w 805172"/>
                  <a:gd name="connsiteY2" fmla="*/ 88313 h 528739"/>
                  <a:gd name="connsiteX3" fmla="*/ 332214 w 805172"/>
                  <a:gd name="connsiteY3" fmla="*/ 1828 h 528739"/>
                  <a:gd name="connsiteX4" fmla="*/ 4869 w 805172"/>
                  <a:gd name="connsiteY4" fmla="*/ -10 h 528739"/>
                  <a:gd name="connsiteX5" fmla="*/ 4 w 805172"/>
                  <a:gd name="connsiteY5" fmla="*/ 26044 h 528739"/>
                  <a:gd name="connsiteX6" fmla="*/ 227027 w 805172"/>
                  <a:gd name="connsiteY6" fmla="*/ 304417 h 528739"/>
                  <a:gd name="connsiteX7" fmla="*/ 358376 w 805172"/>
                  <a:gd name="connsiteY7" fmla="*/ 441604 h 528739"/>
                  <a:gd name="connsiteX8" fmla="*/ 687667 w 805172"/>
                  <a:gd name="connsiteY8" fmla="*/ 518035 h 528739"/>
                  <a:gd name="connsiteX9" fmla="*/ 793827 w 805172"/>
                  <a:gd name="connsiteY9" fmla="*/ 429171 h 528739"/>
                  <a:gd name="connsiteX10" fmla="*/ 797287 w 805172"/>
                  <a:gd name="connsiteY10" fmla="*/ 317930 h 528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172" h="528739">
                    <a:moveTo>
                      <a:pt x="797287" y="317930"/>
                    </a:moveTo>
                    <a:cubicBezTo>
                      <a:pt x="795341" y="311228"/>
                      <a:pt x="793071" y="304525"/>
                      <a:pt x="790476" y="298039"/>
                    </a:cubicBezTo>
                    <a:cubicBezTo>
                      <a:pt x="757504" y="213500"/>
                      <a:pt x="688208" y="137825"/>
                      <a:pt x="613290" y="88313"/>
                    </a:cubicBezTo>
                    <a:cubicBezTo>
                      <a:pt x="529054" y="34790"/>
                      <a:pt x="431964" y="4917"/>
                      <a:pt x="332214" y="1828"/>
                    </a:cubicBezTo>
                    <a:cubicBezTo>
                      <a:pt x="222919" y="-3037"/>
                      <a:pt x="112327" y="19774"/>
                      <a:pt x="4869" y="-10"/>
                    </a:cubicBezTo>
                    <a:lnTo>
                      <a:pt x="4" y="26044"/>
                    </a:lnTo>
                    <a:lnTo>
                      <a:pt x="227027" y="304417"/>
                    </a:lnTo>
                    <a:cubicBezTo>
                      <a:pt x="267243" y="353497"/>
                      <a:pt x="307891" y="403118"/>
                      <a:pt x="358376" y="441604"/>
                    </a:cubicBezTo>
                    <a:cubicBezTo>
                      <a:pt x="444861" y="507116"/>
                      <a:pt x="581075" y="549710"/>
                      <a:pt x="687667" y="518035"/>
                    </a:cubicBezTo>
                    <a:cubicBezTo>
                      <a:pt x="733396" y="504413"/>
                      <a:pt x="775341" y="473170"/>
                      <a:pt x="793827" y="429171"/>
                    </a:cubicBezTo>
                    <a:cubicBezTo>
                      <a:pt x="807665" y="393572"/>
                      <a:pt x="808886" y="354319"/>
                      <a:pt x="797287" y="31793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10520109" y="3841818"/>
                <a:ext cx="385598" cy="622197"/>
              </a:xfrm>
              <a:custGeom>
                <a:avLst/>
                <a:gdLst>
                  <a:gd name="connsiteX0" fmla="*/ 373770 w 385598"/>
                  <a:gd name="connsiteY0" fmla="*/ 129315 h 622197"/>
                  <a:gd name="connsiteX1" fmla="*/ 372365 w 385598"/>
                  <a:gd name="connsiteY1" fmla="*/ 124234 h 622197"/>
                  <a:gd name="connsiteX2" fmla="*/ 303609 w 385598"/>
                  <a:gd name="connsiteY2" fmla="*/ 24776 h 622197"/>
                  <a:gd name="connsiteX3" fmla="*/ 34101 w 385598"/>
                  <a:gd name="connsiteY3" fmla="*/ 119044 h 622197"/>
                  <a:gd name="connsiteX4" fmla="*/ 10101 w 385598"/>
                  <a:gd name="connsiteY4" fmla="*/ 342175 h 622197"/>
                  <a:gd name="connsiteX5" fmla="*/ 219394 w 385598"/>
                  <a:gd name="connsiteY5" fmla="*/ 621846 h 622197"/>
                  <a:gd name="connsiteX6" fmla="*/ 312798 w 385598"/>
                  <a:gd name="connsiteY6" fmla="*/ 472551 h 622197"/>
                  <a:gd name="connsiteX7" fmla="*/ 373770 w 385598"/>
                  <a:gd name="connsiteY7" fmla="*/ 129315 h 62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5598" h="622197">
                    <a:moveTo>
                      <a:pt x="373770" y="129315"/>
                    </a:moveTo>
                    <a:cubicBezTo>
                      <a:pt x="373770" y="127585"/>
                      <a:pt x="372797" y="125855"/>
                      <a:pt x="372365" y="124234"/>
                    </a:cubicBezTo>
                    <a:cubicBezTo>
                      <a:pt x="361316" y="84275"/>
                      <a:pt x="337090" y="49225"/>
                      <a:pt x="303609" y="24776"/>
                    </a:cubicBezTo>
                    <a:cubicBezTo>
                      <a:pt x="210097" y="-39223"/>
                      <a:pt x="82748" y="30938"/>
                      <a:pt x="34101" y="119044"/>
                    </a:cubicBezTo>
                    <a:cubicBezTo>
                      <a:pt x="-2872" y="186070"/>
                      <a:pt x="-7953" y="267798"/>
                      <a:pt x="10101" y="342175"/>
                    </a:cubicBezTo>
                    <a:cubicBezTo>
                      <a:pt x="36371" y="450390"/>
                      <a:pt x="219394" y="621522"/>
                      <a:pt x="219394" y="621846"/>
                    </a:cubicBezTo>
                    <a:cubicBezTo>
                      <a:pt x="228367" y="630170"/>
                      <a:pt x="307068" y="483794"/>
                      <a:pt x="312798" y="472551"/>
                    </a:cubicBezTo>
                    <a:cubicBezTo>
                      <a:pt x="365770" y="369526"/>
                      <a:pt x="406742" y="245096"/>
                      <a:pt x="373770" y="12931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0224998" y="4167826"/>
                <a:ext cx="521419" cy="436623"/>
              </a:xfrm>
              <a:custGeom>
                <a:avLst/>
                <a:gdLst>
                  <a:gd name="connsiteX0" fmla="*/ 233429 w 521419"/>
                  <a:gd name="connsiteY0" fmla="*/ 19194 h 436623"/>
                  <a:gd name="connsiteX1" fmla="*/ 92026 w 521419"/>
                  <a:gd name="connsiteY1" fmla="*/ 9140 h 436623"/>
                  <a:gd name="connsiteX2" fmla="*/ 4136 w 521419"/>
                  <a:gd name="connsiteY2" fmla="*/ 123084 h 436623"/>
                  <a:gd name="connsiteX3" fmla="*/ 152674 w 521419"/>
                  <a:gd name="connsiteY3" fmla="*/ 401890 h 436623"/>
                  <a:gd name="connsiteX4" fmla="*/ 267050 w 521419"/>
                  <a:gd name="connsiteY4" fmla="*/ 436484 h 436623"/>
                  <a:gd name="connsiteX5" fmla="*/ 521424 w 521419"/>
                  <a:gd name="connsiteY5" fmla="*/ 301027 h 436623"/>
                  <a:gd name="connsiteX6" fmla="*/ 233429 w 521419"/>
                  <a:gd name="connsiteY6" fmla="*/ 19194 h 436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1419" h="436623">
                    <a:moveTo>
                      <a:pt x="233429" y="19194"/>
                    </a:moveTo>
                    <a:cubicBezTo>
                      <a:pt x="188241" y="2005"/>
                      <a:pt x="136999" y="-8589"/>
                      <a:pt x="92026" y="9140"/>
                    </a:cubicBezTo>
                    <a:cubicBezTo>
                      <a:pt x="47054" y="26870"/>
                      <a:pt x="14190" y="74004"/>
                      <a:pt x="4136" y="123084"/>
                    </a:cubicBezTo>
                    <a:cubicBezTo>
                      <a:pt x="-18674" y="233136"/>
                      <a:pt x="56027" y="344594"/>
                      <a:pt x="152674" y="401890"/>
                    </a:cubicBezTo>
                    <a:cubicBezTo>
                      <a:pt x="187484" y="422430"/>
                      <a:pt x="226727" y="438213"/>
                      <a:pt x="267050" y="436484"/>
                    </a:cubicBezTo>
                    <a:cubicBezTo>
                      <a:pt x="364346" y="432159"/>
                      <a:pt x="429209" y="332810"/>
                      <a:pt x="521424" y="301027"/>
                    </a:cubicBezTo>
                    <a:cubicBezTo>
                      <a:pt x="521316" y="301027"/>
                      <a:pt x="348670" y="63085"/>
                      <a:pt x="233429" y="1919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10740580" y="4153312"/>
                <a:ext cx="574920" cy="417182"/>
              </a:xfrm>
              <a:custGeom>
                <a:avLst/>
                <a:gdLst>
                  <a:gd name="connsiteX0" fmla="*/ 535238 w 574920"/>
                  <a:gd name="connsiteY0" fmla="*/ 75978 h 417182"/>
                  <a:gd name="connsiteX1" fmla="*/ 351457 w 574920"/>
                  <a:gd name="connsiteY1" fmla="*/ 5277 h 417182"/>
                  <a:gd name="connsiteX2" fmla="*/ 263459 w 574920"/>
                  <a:gd name="connsiteY2" fmla="*/ 53924 h 417182"/>
                  <a:gd name="connsiteX3" fmla="*/ 4 w 574920"/>
                  <a:gd name="connsiteY3" fmla="*/ 293379 h 417182"/>
                  <a:gd name="connsiteX4" fmla="*/ 270270 w 574920"/>
                  <a:gd name="connsiteY4" fmla="*/ 401485 h 417182"/>
                  <a:gd name="connsiteX5" fmla="*/ 527238 w 574920"/>
                  <a:gd name="connsiteY5" fmla="*/ 354567 h 417182"/>
                  <a:gd name="connsiteX6" fmla="*/ 565724 w 574920"/>
                  <a:gd name="connsiteY6" fmla="*/ 276515 h 417182"/>
                  <a:gd name="connsiteX7" fmla="*/ 535238 w 574920"/>
                  <a:gd name="connsiteY7" fmla="*/ 75978 h 41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4920" h="417182">
                    <a:moveTo>
                      <a:pt x="535238" y="75978"/>
                    </a:moveTo>
                    <a:cubicBezTo>
                      <a:pt x="494590" y="19222"/>
                      <a:pt x="419132" y="-13426"/>
                      <a:pt x="351457" y="5277"/>
                    </a:cubicBezTo>
                    <a:cubicBezTo>
                      <a:pt x="319425" y="16032"/>
                      <a:pt x="289610" y="32515"/>
                      <a:pt x="263459" y="53924"/>
                    </a:cubicBezTo>
                    <a:cubicBezTo>
                      <a:pt x="167688" y="124527"/>
                      <a:pt x="79408" y="204766"/>
                      <a:pt x="4" y="293379"/>
                    </a:cubicBezTo>
                    <a:cubicBezTo>
                      <a:pt x="4" y="293379"/>
                      <a:pt x="181623" y="374459"/>
                      <a:pt x="270270" y="401485"/>
                    </a:cubicBezTo>
                    <a:cubicBezTo>
                      <a:pt x="358917" y="428512"/>
                      <a:pt x="467888" y="425269"/>
                      <a:pt x="527238" y="354567"/>
                    </a:cubicBezTo>
                    <a:cubicBezTo>
                      <a:pt x="545594" y="331660"/>
                      <a:pt x="558729" y="305022"/>
                      <a:pt x="565724" y="276515"/>
                    </a:cubicBezTo>
                    <a:cubicBezTo>
                      <a:pt x="583885" y="208408"/>
                      <a:pt x="575886" y="132301"/>
                      <a:pt x="535238" y="759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0659478" y="4459457"/>
                <a:ext cx="468375" cy="561722"/>
              </a:xfrm>
              <a:custGeom>
                <a:avLst/>
                <a:gdLst>
                  <a:gd name="connsiteX0" fmla="*/ 81863 w 468375"/>
                  <a:gd name="connsiteY0" fmla="*/ -10 h 561722"/>
                  <a:gd name="connsiteX1" fmla="*/ 9323 w 468375"/>
                  <a:gd name="connsiteY1" fmla="*/ 156420 h 561722"/>
                  <a:gd name="connsiteX2" fmla="*/ 41755 w 468375"/>
                  <a:gd name="connsiteY2" fmla="*/ 433712 h 561722"/>
                  <a:gd name="connsiteX3" fmla="*/ 277210 w 468375"/>
                  <a:gd name="connsiteY3" fmla="*/ 558682 h 561722"/>
                  <a:gd name="connsiteX4" fmla="*/ 443045 w 468375"/>
                  <a:gd name="connsiteY4" fmla="*/ 226040 h 561722"/>
                  <a:gd name="connsiteX5" fmla="*/ 295805 w 468375"/>
                  <a:gd name="connsiteY5" fmla="*/ 98583 h 561722"/>
                  <a:gd name="connsiteX6" fmla="*/ 81863 w 468375"/>
                  <a:gd name="connsiteY6" fmla="*/ -10 h 5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8375" h="561722">
                    <a:moveTo>
                      <a:pt x="81863" y="-10"/>
                    </a:moveTo>
                    <a:cubicBezTo>
                      <a:pt x="38620" y="39773"/>
                      <a:pt x="19702" y="98907"/>
                      <a:pt x="9323" y="156420"/>
                    </a:cubicBezTo>
                    <a:cubicBezTo>
                      <a:pt x="-7541" y="249823"/>
                      <a:pt x="-4190" y="351011"/>
                      <a:pt x="41755" y="433712"/>
                    </a:cubicBezTo>
                    <a:cubicBezTo>
                      <a:pt x="87700" y="516413"/>
                      <a:pt x="183915" y="576088"/>
                      <a:pt x="277210" y="558682"/>
                    </a:cubicBezTo>
                    <a:cubicBezTo>
                      <a:pt x="421640" y="531764"/>
                      <a:pt x="516233" y="356524"/>
                      <a:pt x="443045" y="226040"/>
                    </a:cubicBezTo>
                    <a:cubicBezTo>
                      <a:pt x="410613" y="168636"/>
                      <a:pt x="353966" y="129501"/>
                      <a:pt x="295805" y="98583"/>
                    </a:cubicBezTo>
                    <a:cubicBezTo>
                      <a:pt x="234508" y="66043"/>
                      <a:pt x="81863" y="-10"/>
                      <a:pt x="81863" y="-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0" name="文本框 49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List3-5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7ADB394-6E69-859E-2220-E2B14C5A54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66750" y="1384549"/>
            <a:ext cx="10858500" cy="3911599"/>
            <a:chOff x="660400" y="2222502"/>
            <a:chExt cx="10858500" cy="3911599"/>
          </a:xfrm>
        </p:grpSpPr>
        <p:grpSp>
          <p:nvGrpSpPr>
            <p:cNvPr id="7" name="组合 6"/>
            <p:cNvGrpSpPr/>
            <p:nvPr/>
          </p:nvGrpSpPr>
          <p:grpSpPr>
            <a:xfrm>
              <a:off x="660400" y="2222502"/>
              <a:ext cx="3403539" cy="3911599"/>
              <a:chOff x="660400" y="2222502"/>
              <a:chExt cx="3403539" cy="3911599"/>
            </a:xfrm>
          </p:grpSpPr>
          <p:grpSp>
            <p:nvGrpSpPr>
              <p:cNvPr id="24" name="组合 23"/>
              <p:cNvGrpSpPr>
                <a:grpSpLocks noChangeAspect="1"/>
              </p:cNvGrpSpPr>
              <p:nvPr/>
            </p:nvGrpSpPr>
            <p:grpSpPr>
              <a:xfrm>
                <a:off x="660406" y="2222502"/>
                <a:ext cx="3403533" cy="3911599"/>
                <a:chOff x="4943929" y="-1119616"/>
                <a:chExt cx="6574971" cy="7253716"/>
              </a:xfrm>
            </p:grpSpPr>
            <p:grpSp>
              <p:nvGrpSpPr>
                <p:cNvPr id="26" name="组合 25"/>
                <p:cNvGrpSpPr/>
                <p:nvPr/>
              </p:nvGrpSpPr>
              <p:grpSpPr>
                <a:xfrm>
                  <a:off x="4943929" y="-1119616"/>
                  <a:ext cx="6574971" cy="7253716"/>
                  <a:chOff x="4943929" y="-3561833"/>
                  <a:chExt cx="6574971" cy="9695933"/>
                </a:xfrm>
              </p:grpSpPr>
              <p:sp>
                <p:nvSpPr>
                  <p:cNvPr id="29" name="矩形 28"/>
                  <p:cNvSpPr/>
                  <p:nvPr/>
                </p:nvSpPr>
                <p:spPr>
                  <a:xfrm>
                    <a:off x="4943929" y="-3561833"/>
                    <a:ext cx="6574971" cy="9695933"/>
                  </a:xfrm>
                  <a:prstGeom prst="rect">
                    <a:avLst/>
                  </a:prstGeom>
                  <a:gradFill flip="none" rotWithShape="1">
                    <a:gsLst>
                      <a:gs pos="55000">
                        <a:schemeClr val="bg1"/>
                      </a:gs>
                      <a:gs pos="99000">
                        <a:schemeClr val="accent1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30" name="矩形 29"/>
                  <p:cNvSpPr/>
                  <p:nvPr/>
                </p:nvSpPr>
                <p:spPr>
                  <a:xfrm>
                    <a:off x="11303988" y="-3561833"/>
                    <a:ext cx="214912" cy="969593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>
                    <a:outerShdw blurRad="50800" dist="50800" dir="5400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  <a:endParaRPr kumimoji="1" lang="zh-CN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27" name="矩形: 圆角 26"/>
                <p:cNvSpPr/>
                <p:nvPr/>
              </p:nvSpPr>
              <p:spPr>
                <a:xfrm>
                  <a:off x="5780889" y="2911911"/>
                  <a:ext cx="4901050" cy="87442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b="1" dirty="0">
                      <a:solidFill>
                        <a:srgbClr val="FFFFFF"/>
                      </a:solidFill>
                    </a:rPr>
                    <a:t>{vItem.item1}</a:t>
                  </a:r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5780887" y="4045613"/>
                  <a:ext cx="4901052" cy="179984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{vItem.item1_Desc}</a:t>
                  </a:r>
                </a:p>
              </p:txBody>
            </p:sp>
          </p:grpSp>
          <p:sp>
            <p:nvSpPr>
              <p:cNvPr id="25" name="流程图: 文档 24"/>
              <p:cNvSpPr>
                <a:spLocks noChangeAspect="1"/>
              </p:cNvSpPr>
              <p:nvPr/>
            </p:nvSpPr>
            <p:spPr>
              <a:xfrm>
                <a:off x="660400" y="2222502"/>
                <a:ext cx="3403538" cy="1970702"/>
              </a:xfrm>
              <a:prstGeom prst="flowChartDocument">
                <a:avLst/>
              </a:prstGeom>
              <a:blipFill>
                <a:blip r:embed="rId2"/>
                <a:stretch>
                  <a:fillRect t="-8361" b="-826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4387886" y="2222502"/>
              <a:ext cx="3403534" cy="3911599"/>
              <a:chOff x="4387886" y="2222502"/>
              <a:chExt cx="3403534" cy="3911599"/>
            </a:xfrm>
          </p:grpSpPr>
          <p:grpSp>
            <p:nvGrpSpPr>
              <p:cNvPr id="17" name="组合 16"/>
              <p:cNvGrpSpPr>
                <a:grpSpLocks noChangeAspect="1"/>
              </p:cNvGrpSpPr>
              <p:nvPr/>
            </p:nvGrpSpPr>
            <p:grpSpPr>
              <a:xfrm>
                <a:off x="4387887" y="2222502"/>
                <a:ext cx="3403533" cy="3911599"/>
                <a:chOff x="4943929" y="-1119616"/>
                <a:chExt cx="6574972" cy="7253716"/>
              </a:xfrm>
            </p:grpSpPr>
            <p:grpSp>
              <p:nvGrpSpPr>
                <p:cNvPr id="19" name="组合 18"/>
                <p:cNvGrpSpPr/>
                <p:nvPr/>
              </p:nvGrpSpPr>
              <p:grpSpPr>
                <a:xfrm>
                  <a:off x="4943929" y="-1119616"/>
                  <a:ext cx="6574972" cy="7253716"/>
                  <a:chOff x="4943929" y="-3561833"/>
                  <a:chExt cx="6574972" cy="9695933"/>
                </a:xfrm>
              </p:grpSpPr>
              <p:sp>
                <p:nvSpPr>
                  <p:cNvPr id="22" name="矩形 21"/>
                  <p:cNvSpPr/>
                  <p:nvPr/>
                </p:nvSpPr>
                <p:spPr>
                  <a:xfrm>
                    <a:off x="4943929" y="-3561833"/>
                    <a:ext cx="6574971" cy="9695933"/>
                  </a:xfrm>
                  <a:prstGeom prst="rect">
                    <a:avLst/>
                  </a:prstGeom>
                  <a:gradFill flip="none" rotWithShape="1">
                    <a:gsLst>
                      <a:gs pos="55000">
                        <a:schemeClr val="bg1"/>
                      </a:gs>
                      <a:gs pos="99000">
                        <a:schemeClr val="accent1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23" name="矩形 22"/>
                  <p:cNvSpPr/>
                  <p:nvPr/>
                </p:nvSpPr>
                <p:spPr>
                  <a:xfrm>
                    <a:off x="11303989" y="-3561833"/>
                    <a:ext cx="214912" cy="969593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/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>
                    <a:outerShdw blurRad="50800" dist="50800" dir="5400000" algn="ctr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  <a:endParaRPr kumimoji="1" lang="zh-CN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20" name="矩形: 圆角 19"/>
                <p:cNvSpPr/>
                <p:nvPr/>
              </p:nvSpPr>
              <p:spPr>
                <a:xfrm>
                  <a:off x="5780889" y="2911911"/>
                  <a:ext cx="4901051" cy="87442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b="1" dirty="0">
                      <a:solidFill>
                        <a:srgbClr val="FFFFFF"/>
                      </a:solidFill>
                    </a:rPr>
                    <a:t>{vItem.item2}</a:t>
                  </a:r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5780887" y="4045613"/>
                  <a:ext cx="4901053" cy="179984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{vItem.item2_Desc}</a:t>
                  </a:r>
                </a:p>
              </p:txBody>
            </p:sp>
          </p:grpSp>
          <p:sp>
            <p:nvSpPr>
              <p:cNvPr id="18" name="流程图: 文档 17"/>
              <p:cNvSpPr>
                <a:spLocks noChangeAspect="1"/>
              </p:cNvSpPr>
              <p:nvPr/>
            </p:nvSpPr>
            <p:spPr>
              <a:xfrm>
                <a:off x="4387886" y="2222502"/>
                <a:ext cx="3403533" cy="1970702"/>
              </a:xfrm>
              <a:prstGeom prst="flowChartDocument">
                <a:avLst/>
              </a:prstGeom>
              <a:blipFill>
                <a:blip r:embed="rId3"/>
                <a:stretch>
                  <a:fillRect t="-20100" b="-19850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115367" y="2222502"/>
              <a:ext cx="3403533" cy="3911599"/>
              <a:chOff x="8115367" y="2222502"/>
              <a:chExt cx="3403533" cy="3911599"/>
            </a:xfrm>
          </p:grpSpPr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8115367" y="2222502"/>
                <a:ext cx="3403533" cy="3911599"/>
                <a:chOff x="4943929" y="-1119616"/>
                <a:chExt cx="6574971" cy="7253716"/>
              </a:xfrm>
            </p:grpSpPr>
            <p:grpSp>
              <p:nvGrpSpPr>
                <p:cNvPr id="12" name="组合 11"/>
                <p:cNvGrpSpPr/>
                <p:nvPr/>
              </p:nvGrpSpPr>
              <p:grpSpPr>
                <a:xfrm>
                  <a:off x="4943929" y="-1119616"/>
                  <a:ext cx="6574971" cy="7253716"/>
                  <a:chOff x="4943929" y="-3561833"/>
                  <a:chExt cx="6574971" cy="9695933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4943929" y="-3561833"/>
                    <a:ext cx="6574971" cy="9695933"/>
                  </a:xfrm>
                  <a:prstGeom prst="rect">
                    <a:avLst/>
                  </a:prstGeom>
                  <a:gradFill flip="none" rotWithShape="1">
                    <a:gsLst>
                      <a:gs pos="55000">
                        <a:schemeClr val="bg1"/>
                      </a:gs>
                      <a:gs pos="99000">
                        <a:schemeClr val="accent1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11303988" y="-3561833"/>
                    <a:ext cx="214912" cy="969593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>
                    <a:outerShdw blurRad="50800" dist="50800" dir="5400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  <a:endParaRPr kumimoji="1" lang="zh-CN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13" name="矩形: 圆角 12"/>
                <p:cNvSpPr/>
                <p:nvPr/>
              </p:nvSpPr>
              <p:spPr>
                <a:xfrm>
                  <a:off x="5780889" y="2911911"/>
                  <a:ext cx="4901050" cy="87442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b="1" dirty="0">
                      <a:solidFill>
                        <a:srgbClr val="FFFFFF"/>
                      </a:solidFill>
                    </a:rPr>
                    <a:t>{vItem.item3}</a:t>
                  </a:r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5780887" y="4045613"/>
                  <a:ext cx="4901052" cy="179984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{vItem.item3_Desc}</a:t>
                  </a:r>
                </a:p>
              </p:txBody>
            </p:sp>
          </p:grpSp>
          <p:sp>
            <p:nvSpPr>
              <p:cNvPr id="11" name="流程图: 文档 10"/>
              <p:cNvSpPr>
                <a:spLocks noChangeAspect="1"/>
              </p:cNvSpPr>
              <p:nvPr/>
            </p:nvSpPr>
            <p:spPr>
              <a:xfrm>
                <a:off x="8115367" y="2222502"/>
                <a:ext cx="3403533" cy="1970702"/>
              </a:xfrm>
              <a:prstGeom prst="flowChartDocument">
                <a:avLst/>
              </a:prstGeom>
              <a:blipFill>
                <a:blip r:embed="rId4"/>
                <a:stretch>
                  <a:fillRect t="-8361" b="-826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imageList1-3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9739FCC-4380-F038-C649-280BE36281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969310" y="1442275"/>
            <a:ext cx="10218442" cy="4022811"/>
            <a:chOff x="969310" y="1904555"/>
            <a:chExt cx="10218442" cy="4022811"/>
          </a:xfrm>
        </p:grpSpPr>
        <p:grpSp>
          <p:nvGrpSpPr>
            <p:cNvPr id="4" name="组合 3"/>
            <p:cNvGrpSpPr/>
            <p:nvPr/>
          </p:nvGrpSpPr>
          <p:grpSpPr>
            <a:xfrm>
              <a:off x="969310" y="1904555"/>
              <a:ext cx="2050928" cy="4022811"/>
              <a:chOff x="660397" y="2111290"/>
              <a:chExt cx="2050928" cy="4022811"/>
            </a:xfrm>
          </p:grpSpPr>
          <p:grpSp>
            <p:nvGrpSpPr>
              <p:cNvPr id="6" name="组合 5"/>
              <p:cNvGrpSpPr>
                <a:grpSpLocks noChangeAspect="1"/>
              </p:cNvGrpSpPr>
              <p:nvPr/>
            </p:nvGrpSpPr>
            <p:grpSpPr>
              <a:xfrm>
                <a:off x="660397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32" name="矩形: 单圆角 31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01</a:t>
                  </a:r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{vItem.item1_Desc}</a:t>
                  </a:r>
                </a:p>
              </p:txBody>
            </p:sp>
          </p:grpSp>
          <p:sp>
            <p:nvSpPr>
              <p:cNvPr id="7" name="矩形: 圆角 6"/>
              <p:cNvSpPr>
                <a:spLocks noChangeAspect="1"/>
              </p:cNvSpPr>
              <p:nvPr/>
            </p:nvSpPr>
            <p:spPr>
              <a:xfrm>
                <a:off x="660397" y="2111290"/>
                <a:ext cx="1922923" cy="1892930"/>
              </a:xfrm>
              <a:prstGeom prst="roundRect">
                <a:avLst/>
              </a:prstGeom>
              <a:blipFill>
                <a:blip r:embed="rId2"/>
                <a:stretch>
                  <a:fillRect l="-23987" r="-2367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3691815" y="1904555"/>
              <a:ext cx="2050928" cy="4022811"/>
              <a:chOff x="2830285" y="2111290"/>
              <a:chExt cx="2050928" cy="4022811"/>
            </a:xfrm>
          </p:grpSpPr>
          <p:grpSp>
            <p:nvGrpSpPr>
              <p:cNvPr id="8" name="组合 7"/>
              <p:cNvGrpSpPr>
                <a:grpSpLocks noChangeAspect="1"/>
              </p:cNvGrpSpPr>
              <p:nvPr/>
            </p:nvGrpSpPr>
            <p:grpSpPr>
              <a:xfrm>
                <a:off x="2830285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8" name="矩形: 单圆角 27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02</a:t>
                  </a: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{vItem.item2_Desc}</a:t>
                  </a:r>
                </a:p>
              </p:txBody>
            </p:sp>
          </p:grpSp>
          <p:sp>
            <p:nvSpPr>
              <p:cNvPr id="9" name="矩形: 圆角 8"/>
              <p:cNvSpPr>
                <a:spLocks noChangeAspect="1"/>
              </p:cNvSpPr>
              <p:nvPr/>
            </p:nvSpPr>
            <p:spPr>
              <a:xfrm>
                <a:off x="2830288" y="2111290"/>
                <a:ext cx="1922920" cy="1892930"/>
              </a:xfrm>
              <a:prstGeom prst="roundRect">
                <a:avLst/>
              </a:prstGeom>
              <a:blipFill>
                <a:blip r:embed="rId3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6414320" y="1904555"/>
              <a:ext cx="2050928" cy="4022811"/>
              <a:chOff x="5000170" y="2111290"/>
              <a:chExt cx="2050928" cy="4022811"/>
            </a:xfrm>
          </p:grpSpPr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5000170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4" name="矩形: 单圆角 23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03</a:t>
                  </a:r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</a:p>
              </p:txBody>
            </p:sp>
          </p:grpSp>
          <p:sp>
            <p:nvSpPr>
              <p:cNvPr id="11" name="矩形: 圆角 10"/>
              <p:cNvSpPr>
                <a:spLocks noChangeAspect="1"/>
              </p:cNvSpPr>
              <p:nvPr/>
            </p:nvSpPr>
            <p:spPr>
              <a:xfrm>
                <a:off x="5000173" y="2111290"/>
                <a:ext cx="1922920" cy="1892930"/>
              </a:xfrm>
              <a:prstGeom prst="roundRect">
                <a:avLst/>
              </a:prstGeom>
              <a:blipFill>
                <a:blip r:embed="rId4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9136824" y="1904555"/>
              <a:ext cx="2050928" cy="4022811"/>
              <a:chOff x="7170052" y="2111290"/>
              <a:chExt cx="2050928" cy="4022811"/>
            </a:xfrm>
          </p:grpSpPr>
          <p:grpSp>
            <p:nvGrpSpPr>
              <p:cNvPr id="12" name="组合 11"/>
              <p:cNvGrpSpPr>
                <a:grpSpLocks noChangeAspect="1"/>
              </p:cNvGrpSpPr>
              <p:nvPr/>
            </p:nvGrpSpPr>
            <p:grpSpPr>
              <a:xfrm>
                <a:off x="7170052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0" name="矩形: 单圆角 19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04</a:t>
                  </a: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{vItem.item4_Desc}</a:t>
                  </a:r>
                </a:p>
              </p:txBody>
            </p:sp>
          </p:grpSp>
          <p:sp>
            <p:nvSpPr>
              <p:cNvPr id="13" name="矩形: 圆角 12"/>
              <p:cNvSpPr>
                <a:spLocks noChangeAspect="1"/>
              </p:cNvSpPr>
              <p:nvPr/>
            </p:nvSpPr>
            <p:spPr>
              <a:xfrm>
                <a:off x="7170055" y="2111290"/>
                <a:ext cx="1922920" cy="1892930"/>
              </a:xfrm>
              <a:prstGeom prst="roundRect">
                <a:avLst/>
              </a:prstGeom>
              <a:blipFill>
                <a:blip r:embed="rId5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imageList1-4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E9ECC1-B09A-C424-37E4-60573D28AF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730885" y="1364615"/>
            <a:ext cx="10730230" cy="4022725"/>
            <a:chOff x="660397" y="2111290"/>
            <a:chExt cx="10730462" cy="4022811"/>
          </a:xfrm>
        </p:grpSpPr>
        <p:grpSp>
          <p:nvGrpSpPr>
            <p:cNvPr id="4" name="组合 3"/>
            <p:cNvGrpSpPr/>
            <p:nvPr/>
          </p:nvGrpSpPr>
          <p:grpSpPr>
            <a:xfrm>
              <a:off x="660397" y="2111290"/>
              <a:ext cx="2050928" cy="4022811"/>
              <a:chOff x="660397" y="2111290"/>
              <a:chExt cx="2050928" cy="4022811"/>
            </a:xfrm>
          </p:grpSpPr>
          <p:grpSp>
            <p:nvGrpSpPr>
              <p:cNvPr id="6" name="组合 5"/>
              <p:cNvGrpSpPr>
                <a:grpSpLocks noChangeAspect="1"/>
              </p:cNvGrpSpPr>
              <p:nvPr/>
            </p:nvGrpSpPr>
            <p:grpSpPr>
              <a:xfrm>
                <a:off x="660397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32" name="矩形: 单圆角 31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01</a:t>
                  </a:r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{vItem.item1}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{vItem.item1_Desc}</a:t>
                  </a:r>
                </a:p>
              </p:txBody>
            </p:sp>
          </p:grpSp>
          <p:sp>
            <p:nvSpPr>
              <p:cNvPr id="7" name="矩形: 圆角 6"/>
              <p:cNvSpPr>
                <a:spLocks noChangeAspect="1"/>
              </p:cNvSpPr>
              <p:nvPr/>
            </p:nvSpPr>
            <p:spPr>
              <a:xfrm>
                <a:off x="660397" y="2111290"/>
                <a:ext cx="1922923" cy="1892930"/>
              </a:xfrm>
              <a:prstGeom prst="roundRect">
                <a:avLst/>
              </a:prstGeom>
              <a:blipFill>
                <a:blip r:embed="rId2"/>
                <a:stretch>
                  <a:fillRect l="-23987" r="-2367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830285" y="2111290"/>
              <a:ext cx="2050928" cy="4022811"/>
              <a:chOff x="2830285" y="2111290"/>
              <a:chExt cx="2050928" cy="4022811"/>
            </a:xfrm>
          </p:grpSpPr>
          <p:grpSp>
            <p:nvGrpSpPr>
              <p:cNvPr id="8" name="组合 7"/>
              <p:cNvGrpSpPr>
                <a:grpSpLocks noChangeAspect="1"/>
              </p:cNvGrpSpPr>
              <p:nvPr/>
            </p:nvGrpSpPr>
            <p:grpSpPr>
              <a:xfrm>
                <a:off x="2830285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8" name="矩形: 单圆角 27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02</a:t>
                  </a: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{vItem.item2}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{vItem.item2_Desc}</a:t>
                  </a:r>
                </a:p>
              </p:txBody>
            </p:sp>
          </p:grpSp>
          <p:sp>
            <p:nvSpPr>
              <p:cNvPr id="9" name="矩形: 圆角 8"/>
              <p:cNvSpPr>
                <a:spLocks noChangeAspect="1"/>
              </p:cNvSpPr>
              <p:nvPr/>
            </p:nvSpPr>
            <p:spPr>
              <a:xfrm>
                <a:off x="2830288" y="2111290"/>
                <a:ext cx="1922920" cy="1892930"/>
              </a:xfrm>
              <a:prstGeom prst="roundRect">
                <a:avLst/>
              </a:prstGeom>
              <a:blipFill>
                <a:blip r:embed="rId3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5000170" y="2111290"/>
              <a:ext cx="2050928" cy="4022811"/>
              <a:chOff x="5000170" y="2111290"/>
              <a:chExt cx="2050928" cy="4022811"/>
            </a:xfrm>
          </p:grpSpPr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5000170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4" name="矩形: 单圆角 23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03</a:t>
                  </a:r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{vItem.item3}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</a:p>
              </p:txBody>
            </p:sp>
          </p:grpSp>
          <p:sp>
            <p:nvSpPr>
              <p:cNvPr id="11" name="矩形: 圆角 10"/>
              <p:cNvSpPr>
                <a:spLocks noChangeAspect="1"/>
              </p:cNvSpPr>
              <p:nvPr/>
            </p:nvSpPr>
            <p:spPr>
              <a:xfrm>
                <a:off x="5000173" y="2111290"/>
                <a:ext cx="1922920" cy="1892930"/>
              </a:xfrm>
              <a:prstGeom prst="roundRect">
                <a:avLst/>
              </a:prstGeom>
              <a:blipFill>
                <a:blip r:embed="rId4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7170052" y="2111290"/>
              <a:ext cx="2050928" cy="4022811"/>
              <a:chOff x="7170052" y="2111290"/>
              <a:chExt cx="2050928" cy="4022811"/>
            </a:xfrm>
          </p:grpSpPr>
          <p:grpSp>
            <p:nvGrpSpPr>
              <p:cNvPr id="12" name="组合 11"/>
              <p:cNvGrpSpPr>
                <a:grpSpLocks noChangeAspect="1"/>
              </p:cNvGrpSpPr>
              <p:nvPr/>
            </p:nvGrpSpPr>
            <p:grpSpPr>
              <a:xfrm>
                <a:off x="7170052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20" name="矩形: 单圆角 19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04</a:t>
                  </a: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{vItem.item4}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{vItem.item4_Desc}</a:t>
                  </a:r>
                </a:p>
              </p:txBody>
            </p:sp>
          </p:grpSp>
          <p:sp>
            <p:nvSpPr>
              <p:cNvPr id="13" name="矩形: 圆角 12"/>
              <p:cNvSpPr>
                <a:spLocks noChangeAspect="1"/>
              </p:cNvSpPr>
              <p:nvPr/>
            </p:nvSpPr>
            <p:spPr>
              <a:xfrm>
                <a:off x="7170055" y="2111290"/>
                <a:ext cx="1922920" cy="1892930"/>
              </a:xfrm>
              <a:prstGeom prst="roundRect">
                <a:avLst/>
              </a:prstGeom>
              <a:blipFill>
                <a:blip r:embed="rId5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9339931" y="2111290"/>
              <a:ext cx="2050928" cy="4022811"/>
              <a:chOff x="9339931" y="2111290"/>
              <a:chExt cx="2050928" cy="4022811"/>
            </a:xfrm>
          </p:grpSpPr>
          <p:grpSp>
            <p:nvGrpSpPr>
              <p:cNvPr id="14" name="组合 13"/>
              <p:cNvGrpSpPr>
                <a:grpSpLocks noChangeAspect="1"/>
              </p:cNvGrpSpPr>
              <p:nvPr/>
            </p:nvGrpSpPr>
            <p:grpSpPr>
              <a:xfrm>
                <a:off x="9339931" y="4115434"/>
                <a:ext cx="2050928" cy="2018667"/>
                <a:chOff x="5314043" y="4048863"/>
                <a:chExt cx="1654476" cy="2809136"/>
              </a:xfrm>
            </p:grpSpPr>
            <p:sp>
              <p:nvSpPr>
                <p:cNvPr id="16" name="矩形: 单圆角 15"/>
                <p:cNvSpPr/>
                <p:nvPr/>
              </p:nvSpPr>
              <p:spPr>
                <a:xfrm>
                  <a:off x="5314044" y="4048863"/>
                  <a:ext cx="1654474" cy="2809136"/>
                </a:xfrm>
                <a:prstGeom prst="round1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7" name="任意多边形: 形状 16"/>
                <p:cNvSpPr/>
                <p:nvPr/>
              </p:nvSpPr>
              <p:spPr>
                <a:xfrm>
                  <a:off x="5314045" y="4048864"/>
                  <a:ext cx="580821" cy="628885"/>
                </a:xfrm>
                <a:custGeom>
                  <a:avLst/>
                  <a:gdLst>
                    <a:gd name="connsiteX0" fmla="*/ 0 w 1507673"/>
                    <a:gd name="connsiteY0" fmla="*/ 0 h 1741714"/>
                    <a:gd name="connsiteX1" fmla="*/ 1074057 w 1507673"/>
                    <a:gd name="connsiteY1" fmla="*/ 0 h 1741714"/>
                    <a:gd name="connsiteX2" fmla="*/ 1507673 w 1507673"/>
                    <a:gd name="connsiteY2" fmla="*/ 870857 h 1741714"/>
                    <a:gd name="connsiteX3" fmla="*/ 1074057 w 1507673"/>
                    <a:gd name="connsiteY3" fmla="*/ 1741714 h 1741714"/>
                    <a:gd name="connsiteX4" fmla="*/ 0 w 1507673"/>
                    <a:gd name="connsiteY4" fmla="*/ 1741714 h 1741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7673" h="1741714">
                      <a:moveTo>
                        <a:pt x="0" y="0"/>
                      </a:moveTo>
                      <a:lnTo>
                        <a:pt x="1074057" y="0"/>
                      </a:lnTo>
                      <a:cubicBezTo>
                        <a:pt x="1313537" y="0"/>
                        <a:pt x="1507673" y="389896"/>
                        <a:pt x="1507673" y="870857"/>
                      </a:cubicBezTo>
                      <a:cubicBezTo>
                        <a:pt x="1507673" y="1351818"/>
                        <a:pt x="1313537" y="1741714"/>
                        <a:pt x="1074057" y="1741714"/>
                      </a:cubicBezTo>
                      <a:lnTo>
                        <a:pt x="0" y="174171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de-DE" altLang="zh-CN" sz="2000" b="1" dirty="0">
                      <a:solidFill>
                        <a:schemeClr val="bg1"/>
                      </a:solidFill>
                    </a:rPr>
                    <a:t>05</a:t>
                  </a: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5314044" y="4766115"/>
                  <a:ext cx="1654475" cy="748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{vItem.item5}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5314043" y="5533374"/>
                  <a:ext cx="1654475" cy="12224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{vItem.item5_Desc}</a:t>
                  </a:r>
                </a:p>
              </p:txBody>
            </p:sp>
          </p:grpSp>
          <p:sp>
            <p:nvSpPr>
              <p:cNvPr id="15" name="矩形: 圆角 14"/>
              <p:cNvSpPr>
                <a:spLocks noChangeAspect="1"/>
              </p:cNvSpPr>
              <p:nvPr/>
            </p:nvSpPr>
            <p:spPr>
              <a:xfrm>
                <a:off x="9339934" y="2111290"/>
                <a:ext cx="1922920" cy="1892930"/>
              </a:xfrm>
              <a:prstGeom prst="roundRect">
                <a:avLst/>
              </a:prstGeom>
              <a:blipFill>
                <a:blip r:embed="rId6"/>
                <a:stretch>
                  <a:fillRect l="-23988" r="-23674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imageList1-4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FF4563A-5F19-39DD-34FB-A90DA3689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1430" y="920099"/>
            <a:ext cx="12192000" cy="4289718"/>
            <a:chOff x="0" y="1844382"/>
            <a:chExt cx="12192000" cy="4289718"/>
          </a:xfrm>
        </p:grpSpPr>
        <p:sp>
          <p:nvSpPr>
            <p:cNvPr id="5" name="双波形 4"/>
            <p:cNvSpPr>
              <a:spLocks noChangeAspect="1"/>
            </p:cNvSpPr>
            <p:nvPr/>
          </p:nvSpPr>
          <p:spPr>
            <a:xfrm>
              <a:off x="0" y="1844382"/>
              <a:ext cx="12192000" cy="2106522"/>
            </a:xfrm>
            <a:prstGeom prst="doubleWave">
              <a:avLst/>
            </a:prstGeom>
            <a:blipFill>
              <a:blip r:embed="rId2"/>
              <a:srcRect/>
              <a:stretch>
                <a:fillRect t="-144705" b="-1429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660399" y="4077454"/>
              <a:ext cx="3392672" cy="1881300"/>
              <a:chOff x="3595122" y="2635398"/>
              <a:chExt cx="4329677" cy="2400888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{vItem.item1}</a:t>
                </a:r>
                <a:endParaRPr lang="de-DE" dirty="0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37" name="弧形 36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8" name="弧形 3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32" name="直接连接符 31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组合 32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35" name="文本框 34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6" name="任意多边形: 形状 35"/>
                <p:cNvSpPr/>
                <p:nvPr/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34" name="矩形: 圆角 33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" name="组合 6"/>
            <p:cNvGrpSpPr>
              <a:grpSpLocks noChangeAspect="1"/>
            </p:cNvGrpSpPr>
            <p:nvPr/>
          </p:nvGrpSpPr>
          <p:grpSpPr>
            <a:xfrm>
              <a:off x="4393313" y="4252800"/>
              <a:ext cx="3392672" cy="1881300"/>
              <a:chOff x="3595122" y="2635398"/>
              <a:chExt cx="4329677" cy="2400888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{vItem.item2}</a:t>
                </a:r>
                <a:endParaRPr lang="de-DE" dirty="0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27" name="弧形 26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8" name="弧形 2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22" name="直接连接符 21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25" name="文本框 24"/>
                <p:cNvSpPr txBox="1">
                  <a:spLocks noChangeAspect="1"/>
                </p:cNvSpPr>
                <p:nvPr/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26" name="任意多边形: 形状 25"/>
                <p:cNvSpPr/>
                <p:nvPr/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24" name="矩形: 圆角 23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8" name="组合 7"/>
            <p:cNvGrpSpPr>
              <a:grpSpLocks noChangeAspect="1"/>
            </p:cNvGrpSpPr>
            <p:nvPr/>
          </p:nvGrpSpPr>
          <p:grpSpPr>
            <a:xfrm>
              <a:off x="8126228" y="4077454"/>
              <a:ext cx="3392672" cy="1881300"/>
              <a:chOff x="3595122" y="2635398"/>
              <a:chExt cx="4329677" cy="2400888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{vItem.item3}</a:t>
                </a:r>
                <a:endParaRPr lang="de-DE" dirty="0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17" name="弧形 16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8" name="弧形 1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12" name="直接连接符 11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组合 12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15" name="文本框 14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16" name="任意多边形: 形状 15"/>
                <p:cNvSpPr/>
                <p:nvPr/>
              </p:nvSpPr>
              <p:spPr>
                <a:xfrm>
                  <a:off x="4125189" y="3596251"/>
                  <a:ext cx="361949" cy="301329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6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4" name="矩形: 圆角 13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03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9" name="文本框 38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imageList2-3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4EB7AD-63BC-9F39-352F-55011CF36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 77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imageList2-4</a:t>
            </a:r>
            <a:endParaRPr lang="en-US" sz="1050" dirty="0"/>
          </a:p>
        </p:txBody>
      </p:sp>
      <p:grpSp>
        <p:nvGrpSpPr>
          <p:cNvPr id="101" name="组合 100"/>
          <p:cNvGrpSpPr/>
          <p:nvPr/>
        </p:nvGrpSpPr>
        <p:grpSpPr>
          <a:xfrm>
            <a:off x="0" y="708416"/>
            <a:ext cx="12192000" cy="5751693"/>
            <a:chOff x="0" y="708416"/>
            <a:chExt cx="12192000" cy="5751693"/>
          </a:xfrm>
        </p:grpSpPr>
        <p:sp>
          <p:nvSpPr>
            <p:cNvPr id="43" name="双波形 42"/>
            <p:cNvSpPr>
              <a:spLocks noChangeAspect="1"/>
            </p:cNvSpPr>
            <p:nvPr/>
          </p:nvSpPr>
          <p:spPr>
            <a:xfrm>
              <a:off x="0" y="2416882"/>
              <a:ext cx="12192000" cy="2106522"/>
            </a:xfrm>
            <a:prstGeom prst="doubleWave">
              <a:avLst/>
            </a:prstGeom>
            <a:blipFill>
              <a:blip r:embed="rId2"/>
              <a:srcRect/>
              <a:stretch>
                <a:fillRect t="-144705" b="-1429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888410" y="4436616"/>
              <a:ext cx="3392672" cy="1881300"/>
              <a:chOff x="3595122" y="2635398"/>
              <a:chExt cx="4329677" cy="2400888"/>
            </a:xfrm>
          </p:grpSpPr>
          <p:sp>
            <p:nvSpPr>
              <p:cNvPr id="45" name="文本框 44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{vItem.item1}</a:t>
                </a:r>
                <a:endParaRPr lang="de-DE" dirty="0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53" name="弧形 52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4" name="弧形 53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48" name="直接连接符 47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合 48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51" name="文本框 50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50" name="矩形: 圆角 49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" name="组合 54"/>
            <p:cNvGrpSpPr>
              <a:grpSpLocks noChangeAspect="1"/>
            </p:cNvGrpSpPr>
            <p:nvPr/>
          </p:nvGrpSpPr>
          <p:grpSpPr>
            <a:xfrm>
              <a:off x="6214584" y="4578809"/>
              <a:ext cx="3392672" cy="1881300"/>
              <a:chOff x="3595122" y="2635398"/>
              <a:chExt cx="4329677" cy="2400888"/>
            </a:xfrm>
          </p:grpSpPr>
          <p:sp>
            <p:nvSpPr>
              <p:cNvPr id="56" name="文本框 55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{vItem.item3}</a:t>
                </a:r>
                <a:endParaRPr lang="de-DE" dirty="0"/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64" name="弧形 63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65" name="弧形 64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59" name="直接连接符 58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组合 59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62" name="文本框 61"/>
                <p:cNvSpPr txBox="1">
                  <a:spLocks noChangeAspect="1"/>
                </p:cNvSpPr>
                <p:nvPr/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61" name="矩形: 圆角 60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9" name="组合 78"/>
            <p:cNvGrpSpPr>
              <a:grpSpLocks noChangeAspect="1"/>
            </p:cNvGrpSpPr>
            <p:nvPr/>
          </p:nvGrpSpPr>
          <p:grpSpPr>
            <a:xfrm>
              <a:off x="3154913" y="783169"/>
              <a:ext cx="3392672" cy="1881300"/>
              <a:chOff x="3595122" y="2635398"/>
              <a:chExt cx="4329677" cy="2400888"/>
            </a:xfrm>
          </p:grpSpPr>
          <p:sp>
            <p:nvSpPr>
              <p:cNvPr id="80" name="文本框 79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{vItem.item2}</a:t>
                </a:r>
                <a:endParaRPr lang="de-DE" dirty="0"/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88" name="弧形 8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89" name="弧形 88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83" name="直接连接符 82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组合 83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86" name="文本框 85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85" name="矩形: 圆角 84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0" name="组合 89"/>
            <p:cNvGrpSpPr>
              <a:grpSpLocks noChangeAspect="1"/>
            </p:cNvGrpSpPr>
            <p:nvPr/>
          </p:nvGrpSpPr>
          <p:grpSpPr>
            <a:xfrm>
              <a:off x="7729572" y="708416"/>
              <a:ext cx="3392672" cy="1881300"/>
              <a:chOff x="3595122" y="2635398"/>
              <a:chExt cx="4329677" cy="2400888"/>
            </a:xfrm>
          </p:grpSpPr>
          <p:sp>
            <p:nvSpPr>
              <p:cNvPr id="91" name="文本框 90"/>
              <p:cNvSpPr txBox="1"/>
              <p:nvPr/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{vItem.item4}</a:t>
                </a:r>
                <a:endParaRPr lang="de-DE" dirty="0"/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93" name="组合 92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99" name="弧形 98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00" name="弧形 99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94" name="直接连接符 93"/>
              <p:cNvCxnSpPr/>
              <p:nvPr/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组合 94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97" name="文本框 96"/>
                <p:cNvSpPr txBox="1">
                  <a:spLocks noChangeAspect="1"/>
                </p:cNvSpPr>
                <p:nvPr/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98" name="任意多边形: 形状 97"/>
                <p:cNvSpPr/>
                <p:nvPr/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96" name="矩形: 圆角 95"/>
              <p:cNvSpPr/>
              <p:nvPr/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FDCEADF-A244-C6E1-0CA7-21EE3B908B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 77"/>
          <p:cNvSpPr txBox="1"/>
          <p:nvPr/>
        </p:nvSpPr>
        <p:spPr>
          <a:xfrm>
            <a:off x="11163632" y="17605"/>
            <a:ext cx="1017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imageList2-5</a:t>
            </a:r>
            <a:endParaRPr lang="en-US" sz="1050" dirty="0"/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0" y="661264"/>
            <a:ext cx="12192000" cy="6045336"/>
            <a:chOff x="0" y="661264"/>
            <a:chExt cx="12192000" cy="6045336"/>
          </a:xfrm>
        </p:grpSpPr>
        <p:sp>
          <p:nvSpPr>
            <p:cNvPr id="43" name="双波形 42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>
            <a:xfrm>
              <a:off x="0" y="2416882"/>
              <a:ext cx="12192000" cy="2106522"/>
            </a:xfrm>
            <a:prstGeom prst="doubleWave">
              <a:avLst/>
            </a:prstGeom>
            <a:blipFill>
              <a:blip r:embed="rId44"/>
              <a:srcRect/>
              <a:stretch>
                <a:fillRect t="-144705" b="-1429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660399" y="4649954"/>
              <a:ext cx="3392672" cy="1881300"/>
              <a:chOff x="3595122" y="2635398"/>
              <a:chExt cx="4329677" cy="2400888"/>
            </a:xfrm>
          </p:grpSpPr>
          <p:sp>
            <p:nvSpPr>
              <p:cNvPr id="45" name="文本框 44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{vItem.item1}</a:t>
                </a:r>
                <a:endParaRPr lang="de-DE" dirty="0"/>
              </a:p>
            </p:txBody>
          </p:sp>
          <p:sp>
            <p:nvSpPr>
              <p:cNvPr id="46" name="文本框 45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53" name="弧形 52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4" name="弧形 53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48" name="直接连接符 47"/>
              <p:cNvCxnSpPr/>
              <p:nvPr>
                <p:custDataLst>
                  <p:tags r:id="rId37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合 48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51" name="文本框 50"/>
                <p:cNvSpPr txBox="1">
                  <a:spLocks noChangeAspect="1"/>
                </p:cNvSpPr>
                <p:nvPr>
                  <p:custDataLst>
                    <p:tags r:id="rId39"/>
                  </p:custDataLst>
                </p:nvPr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2" name="任意多边形: 形状 51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50" name="矩形: 圆角 49"/>
              <p:cNvSpPr/>
              <p:nvPr>
                <p:custDataLst>
                  <p:tags r:id="rId38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" name="组合 54"/>
            <p:cNvGrpSpPr>
              <a:grpSpLocks noChangeAspect="1"/>
            </p:cNvGrpSpPr>
            <p:nvPr/>
          </p:nvGrpSpPr>
          <p:grpSpPr>
            <a:xfrm>
              <a:off x="4393313" y="4825300"/>
              <a:ext cx="3392672" cy="1881300"/>
              <a:chOff x="3595122" y="2635398"/>
              <a:chExt cx="4329677" cy="2400888"/>
            </a:xfrm>
          </p:grpSpPr>
          <p:sp>
            <p:nvSpPr>
              <p:cNvPr id="56" name="文本框 55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{vItem.item3}</a:t>
                </a:r>
                <a:endParaRPr lang="de-DE" dirty="0"/>
              </a:p>
            </p:txBody>
          </p:sp>
          <p:sp>
            <p:nvSpPr>
              <p:cNvPr id="57" name="文本框 56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64" name="弧形 6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65" name="弧形 64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59" name="直接连接符 58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组合 59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62" name="文本框 61"/>
                <p:cNvSpPr txBox="1">
                  <a:spLocks noChangeAspect="1"/>
                </p:cNvSpPr>
                <p:nvPr>
                  <p:custDataLst>
                    <p:tags r:id="rId31"/>
                  </p:custDataLst>
                </p:nvPr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61" name="矩形: 圆角 60"/>
              <p:cNvSpPr/>
              <p:nvPr>
                <p:custDataLst>
                  <p:tags r:id="rId30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03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6" name="组合 65"/>
            <p:cNvGrpSpPr>
              <a:grpSpLocks noChangeAspect="1"/>
            </p:cNvGrpSpPr>
            <p:nvPr/>
          </p:nvGrpSpPr>
          <p:grpSpPr>
            <a:xfrm>
              <a:off x="8126228" y="4649954"/>
              <a:ext cx="3392672" cy="1881300"/>
              <a:chOff x="3595122" y="2635398"/>
              <a:chExt cx="4329677" cy="2400888"/>
            </a:xfrm>
          </p:grpSpPr>
          <p:sp>
            <p:nvSpPr>
              <p:cNvPr id="67" name="文本框 6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{vItem.item5}</a:t>
                </a:r>
                <a:endParaRPr lang="de-DE" dirty="0"/>
              </a:p>
            </p:txBody>
          </p:sp>
          <p:sp>
            <p:nvSpPr>
              <p:cNvPr id="68" name="文本框 67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{vItem.item5_Desc}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69" name="组合 68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75" name="弧形 74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76" name="弧形 75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70" name="直接连接符 69"/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1" name="组合 70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73" name="文本框 72"/>
                <p:cNvSpPr txBox="1">
                  <a:spLocks noChangeAspect="1"/>
                </p:cNvSpPr>
                <p:nvPr>
                  <p:custDataLst>
                    <p:tags r:id="rId23"/>
                  </p:custDataLst>
                </p:nvPr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74" name="任意多边形: 形状 73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4125189" y="3596251"/>
                  <a:ext cx="361949" cy="301329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6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72" name="矩形: 圆角 71"/>
              <p:cNvSpPr/>
              <p:nvPr>
                <p:custDataLst>
                  <p:tags r:id="rId22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05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9" name="组合 78"/>
            <p:cNvGrpSpPr>
              <a:grpSpLocks noChangeAspect="1"/>
            </p:cNvGrpSpPr>
            <p:nvPr/>
          </p:nvGrpSpPr>
          <p:grpSpPr>
            <a:xfrm>
              <a:off x="3267144" y="661264"/>
              <a:ext cx="3392672" cy="1881300"/>
              <a:chOff x="3595122" y="2635398"/>
              <a:chExt cx="4329677" cy="2400888"/>
            </a:xfrm>
          </p:grpSpPr>
          <p:sp>
            <p:nvSpPr>
              <p:cNvPr id="80" name="文本框 7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{vItem.item2}</a:t>
                </a:r>
                <a:endParaRPr lang="de-DE" dirty="0"/>
              </a:p>
            </p:txBody>
          </p:sp>
          <p:sp>
            <p:nvSpPr>
              <p:cNvPr id="81" name="文本框 8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88" name="弧形 87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89" name="弧形 88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83" name="直接连接符 82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组合 83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86" name="文本框 85"/>
                <p:cNvSpPr txBox="1">
                  <a:spLocks noChangeAspect="1"/>
                </p:cNvSpPr>
                <p:nvPr>
                  <p:custDataLst>
                    <p:tags r:id="rId15"/>
                  </p:custDataLst>
                </p:nvPr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87" name="任意多边形: 形状 86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85" name="矩形: 圆角 84"/>
              <p:cNvSpPr/>
              <p:nvPr>
                <p:custDataLst>
                  <p:tags r:id="rId14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0" name="组合 89"/>
            <p:cNvGrpSpPr>
              <a:grpSpLocks noChangeAspect="1"/>
            </p:cNvGrpSpPr>
            <p:nvPr/>
          </p:nvGrpSpPr>
          <p:grpSpPr>
            <a:xfrm>
              <a:off x="7729572" y="708416"/>
              <a:ext cx="3392672" cy="1881300"/>
              <a:chOff x="3595122" y="2635398"/>
              <a:chExt cx="4329677" cy="2400888"/>
            </a:xfrm>
          </p:grpSpPr>
          <p:sp>
            <p:nvSpPr>
              <p:cNvPr id="91" name="文本框 90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050400" y="2635398"/>
                <a:ext cx="2874399" cy="103684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{vItem.item4}</a:t>
                </a:r>
                <a:endParaRPr lang="de-DE" dirty="0"/>
              </a:p>
            </p:txBody>
          </p:sp>
          <p:sp>
            <p:nvSpPr>
              <p:cNvPr id="92" name="文本框 9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050400" y="3820061"/>
                <a:ext cx="2874399" cy="121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93" name="组合 92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99" name="弧形 9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00" name="弧形 9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94" name="直接连接符 93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5050401" y="378620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组合 94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97" name="文本框 96"/>
                <p:cNvSpPr txBox="1">
                  <a:spLocks noChangeAspect="1"/>
                </p:cNvSpPr>
                <p:nvPr>
                  <p:custDataLst>
                    <p:tags r:id="rId7"/>
                  </p:custDataLst>
                </p:nvPr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98" name="任意多边形: 形状 97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96" name="矩形: 圆角 95"/>
              <p:cNvSpPr/>
              <p:nvPr>
                <p:custDataLst>
                  <p:tags r:id="rId6"/>
                </p:custDataLst>
              </p:nvPr>
            </p:nvSpPr>
            <p:spPr>
              <a:xfrm>
                <a:off x="3966171" y="4258469"/>
                <a:ext cx="697904" cy="29431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FFFFFF"/>
                    </a:solidFill>
                  </a:rPr>
                  <a:t>04</a:t>
                </a:r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3CAB23F6-4C44-84EF-0483-87E73373E0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24DA0-26DC-7D89-B91D-6DB2796A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CD050-EF2A-3E07-02B8-4D5F6C227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8B47D0-006F-7C62-712A-2F37ECA86E76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progress1-3</a:t>
            </a:r>
            <a:endParaRPr lang="en-US" sz="1050" dirty="0"/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6A8C88A0-1D53-5016-F1B8-A64C6A99C0E5}"/>
              </a:ext>
            </a:extLst>
          </p:cNvPr>
          <p:cNvSpPr/>
          <p:nvPr/>
        </p:nvSpPr>
        <p:spPr>
          <a:xfrm>
            <a:off x="2843395" y="2112750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6BD2B9D1-AA25-3CB7-3A48-018E82285A29}"/>
              </a:ext>
            </a:extLst>
          </p:cNvPr>
          <p:cNvSpPr/>
          <p:nvPr/>
        </p:nvSpPr>
        <p:spPr>
          <a:xfrm>
            <a:off x="2843395" y="2112750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93B40973-E5E8-3FEB-1393-4937C281A379}"/>
              </a:ext>
            </a:extLst>
          </p:cNvPr>
          <p:cNvSpPr txBox="1"/>
          <p:nvPr/>
        </p:nvSpPr>
        <p:spPr>
          <a:xfrm>
            <a:off x="2953123" y="2341350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3B044F90-6D2B-F47D-A835-3D63CF2E34D9}"/>
              </a:ext>
            </a:extLst>
          </p:cNvPr>
          <p:cNvSpPr txBox="1"/>
          <p:nvPr/>
        </p:nvSpPr>
        <p:spPr>
          <a:xfrm>
            <a:off x="2953123" y="3324816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67" name="Rounded Rectangle 11">
            <a:extLst>
              <a:ext uri="{FF2B5EF4-FFF2-40B4-BE49-F238E27FC236}">
                <a16:creationId xmlns:a16="http://schemas.microsoft.com/office/drawing/2014/main" id="{1F7F3537-C200-0BFF-7137-BF3B0F4B9FBB}"/>
              </a:ext>
            </a:extLst>
          </p:cNvPr>
          <p:cNvSpPr/>
          <p:nvPr/>
        </p:nvSpPr>
        <p:spPr>
          <a:xfrm>
            <a:off x="7114226" y="2080746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12">
            <a:extLst>
              <a:ext uri="{FF2B5EF4-FFF2-40B4-BE49-F238E27FC236}">
                <a16:creationId xmlns:a16="http://schemas.microsoft.com/office/drawing/2014/main" id="{5F394F08-44E8-B32A-B705-D88AFEDB0AA8}"/>
              </a:ext>
            </a:extLst>
          </p:cNvPr>
          <p:cNvSpPr/>
          <p:nvPr/>
        </p:nvSpPr>
        <p:spPr>
          <a:xfrm>
            <a:off x="7114226" y="2080746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13">
            <a:extLst>
              <a:ext uri="{FF2B5EF4-FFF2-40B4-BE49-F238E27FC236}">
                <a16:creationId xmlns:a16="http://schemas.microsoft.com/office/drawing/2014/main" id="{959AF170-618D-829F-3CD4-042E14782170}"/>
              </a:ext>
            </a:extLst>
          </p:cNvPr>
          <p:cNvSpPr txBox="1"/>
          <p:nvPr/>
        </p:nvSpPr>
        <p:spPr>
          <a:xfrm>
            <a:off x="7223954" y="2309346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73" name="TextBox 14">
            <a:extLst>
              <a:ext uri="{FF2B5EF4-FFF2-40B4-BE49-F238E27FC236}">
                <a16:creationId xmlns:a16="http://schemas.microsoft.com/office/drawing/2014/main" id="{E8EA0D76-80F2-6B36-3173-E104FA78A55F}"/>
              </a:ext>
            </a:extLst>
          </p:cNvPr>
          <p:cNvSpPr txBox="1"/>
          <p:nvPr/>
        </p:nvSpPr>
        <p:spPr>
          <a:xfrm>
            <a:off x="7223954" y="3370633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60956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73D61-CB27-4B85-469F-7F78F790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B990E-93D0-A1DA-DE6A-98E2A9FE33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471470-8B1B-03C1-CD00-08082E60144C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progress1-3</a:t>
            </a:r>
            <a:endParaRPr lang="en-US" sz="1050" dirty="0"/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401F386C-3822-3CE0-B0EA-3250A213ED52}"/>
              </a:ext>
            </a:extLst>
          </p:cNvPr>
          <p:cNvSpPr/>
          <p:nvPr/>
        </p:nvSpPr>
        <p:spPr>
          <a:xfrm>
            <a:off x="2113821" y="221206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1391CEF5-6DE0-55AE-649B-D66DC8D23A9B}"/>
              </a:ext>
            </a:extLst>
          </p:cNvPr>
          <p:cNvSpPr/>
          <p:nvPr/>
        </p:nvSpPr>
        <p:spPr>
          <a:xfrm>
            <a:off x="2113821" y="2212069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1F4B0FE6-E765-62F1-BFC0-F66F14F75C1C}"/>
              </a:ext>
            </a:extLst>
          </p:cNvPr>
          <p:cNvSpPr txBox="1"/>
          <p:nvPr/>
        </p:nvSpPr>
        <p:spPr>
          <a:xfrm>
            <a:off x="2223549" y="244066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44847F90-5DBA-358D-F547-4D4976EBDE89}"/>
              </a:ext>
            </a:extLst>
          </p:cNvPr>
          <p:cNvSpPr txBox="1"/>
          <p:nvPr/>
        </p:nvSpPr>
        <p:spPr>
          <a:xfrm>
            <a:off x="2223549" y="353113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67" name="Rounded Rectangle 11">
            <a:extLst>
              <a:ext uri="{FF2B5EF4-FFF2-40B4-BE49-F238E27FC236}">
                <a16:creationId xmlns:a16="http://schemas.microsoft.com/office/drawing/2014/main" id="{939E5A57-B8B5-7C58-52AE-C02F3BA998AE}"/>
              </a:ext>
            </a:extLst>
          </p:cNvPr>
          <p:cNvSpPr/>
          <p:nvPr/>
        </p:nvSpPr>
        <p:spPr>
          <a:xfrm>
            <a:off x="4847682" y="221206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12">
            <a:extLst>
              <a:ext uri="{FF2B5EF4-FFF2-40B4-BE49-F238E27FC236}">
                <a16:creationId xmlns:a16="http://schemas.microsoft.com/office/drawing/2014/main" id="{388254CC-2D07-B56A-D71E-F951E155C75F}"/>
              </a:ext>
            </a:extLst>
          </p:cNvPr>
          <p:cNvSpPr/>
          <p:nvPr/>
        </p:nvSpPr>
        <p:spPr>
          <a:xfrm>
            <a:off x="4847682" y="2212069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13">
            <a:extLst>
              <a:ext uri="{FF2B5EF4-FFF2-40B4-BE49-F238E27FC236}">
                <a16:creationId xmlns:a16="http://schemas.microsoft.com/office/drawing/2014/main" id="{247C4474-12D4-291A-1FF1-E86C6B19B06D}"/>
              </a:ext>
            </a:extLst>
          </p:cNvPr>
          <p:cNvSpPr txBox="1"/>
          <p:nvPr/>
        </p:nvSpPr>
        <p:spPr>
          <a:xfrm>
            <a:off x="4957410" y="244066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73" name="TextBox 14">
            <a:extLst>
              <a:ext uri="{FF2B5EF4-FFF2-40B4-BE49-F238E27FC236}">
                <a16:creationId xmlns:a16="http://schemas.microsoft.com/office/drawing/2014/main" id="{60F817F5-AAD7-BD9D-5C7D-67CC75252F3C}"/>
              </a:ext>
            </a:extLst>
          </p:cNvPr>
          <p:cNvSpPr txBox="1"/>
          <p:nvPr/>
        </p:nvSpPr>
        <p:spPr>
          <a:xfrm>
            <a:off x="4957410" y="353113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75" name="Rounded Rectangle 15">
            <a:extLst>
              <a:ext uri="{FF2B5EF4-FFF2-40B4-BE49-F238E27FC236}">
                <a16:creationId xmlns:a16="http://schemas.microsoft.com/office/drawing/2014/main" id="{6C3FD072-6F06-60D5-D43B-AE016E596B91}"/>
              </a:ext>
            </a:extLst>
          </p:cNvPr>
          <p:cNvSpPr/>
          <p:nvPr/>
        </p:nvSpPr>
        <p:spPr>
          <a:xfrm>
            <a:off x="7586400" y="221206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16">
            <a:extLst>
              <a:ext uri="{FF2B5EF4-FFF2-40B4-BE49-F238E27FC236}">
                <a16:creationId xmlns:a16="http://schemas.microsoft.com/office/drawing/2014/main" id="{92740C2F-C5E7-70DE-3A90-D726A36332D0}"/>
              </a:ext>
            </a:extLst>
          </p:cNvPr>
          <p:cNvSpPr/>
          <p:nvPr/>
        </p:nvSpPr>
        <p:spPr>
          <a:xfrm>
            <a:off x="7586400" y="2212069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17">
            <a:extLst>
              <a:ext uri="{FF2B5EF4-FFF2-40B4-BE49-F238E27FC236}">
                <a16:creationId xmlns:a16="http://schemas.microsoft.com/office/drawing/2014/main" id="{22A7D110-4829-937E-897D-32B9614DB877}"/>
              </a:ext>
            </a:extLst>
          </p:cNvPr>
          <p:cNvSpPr txBox="1"/>
          <p:nvPr/>
        </p:nvSpPr>
        <p:spPr>
          <a:xfrm>
            <a:off x="7696128" y="244066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81" name="TextBox 18">
            <a:extLst>
              <a:ext uri="{FF2B5EF4-FFF2-40B4-BE49-F238E27FC236}">
                <a16:creationId xmlns:a16="http://schemas.microsoft.com/office/drawing/2014/main" id="{9F1CE9C5-224B-7FC5-A263-D0EE60F47358}"/>
              </a:ext>
            </a:extLst>
          </p:cNvPr>
          <p:cNvSpPr txBox="1"/>
          <p:nvPr/>
        </p:nvSpPr>
        <p:spPr>
          <a:xfrm>
            <a:off x="7696128" y="353113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68170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3DA5-3F82-B40F-FC29-6A705084E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A6CCF-F7A6-A1A7-4FC4-010E8761E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1CE52E-C1BE-CA3F-CF16-0D1C1D923270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progress1-3</a:t>
            </a:r>
            <a:endParaRPr lang="en-US" sz="1050" dirty="0"/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A2D2D5A9-7ED9-1CD0-0DA1-6D55EEE7133B}"/>
              </a:ext>
            </a:extLst>
          </p:cNvPr>
          <p:cNvSpPr/>
          <p:nvPr/>
        </p:nvSpPr>
        <p:spPr>
          <a:xfrm>
            <a:off x="1825754" y="20029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7659E4E1-FAC9-FF7F-B6ED-2E9CEB9B5746}"/>
              </a:ext>
            </a:extLst>
          </p:cNvPr>
          <p:cNvSpPr/>
          <p:nvPr/>
        </p:nvSpPr>
        <p:spPr>
          <a:xfrm>
            <a:off x="1825754" y="2002925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771F52CA-AD09-5292-1E30-F3B69FE9C89F}"/>
              </a:ext>
            </a:extLst>
          </p:cNvPr>
          <p:cNvSpPr txBox="1"/>
          <p:nvPr/>
        </p:nvSpPr>
        <p:spPr>
          <a:xfrm>
            <a:off x="1935482" y="22315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643ED8CB-6336-4E4D-1AC4-78B147BDE619}"/>
              </a:ext>
            </a:extLst>
          </p:cNvPr>
          <p:cNvSpPr txBox="1"/>
          <p:nvPr/>
        </p:nvSpPr>
        <p:spPr>
          <a:xfrm>
            <a:off x="1896570" y="3360905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67" name="Rounded Rectangle 11">
            <a:extLst>
              <a:ext uri="{FF2B5EF4-FFF2-40B4-BE49-F238E27FC236}">
                <a16:creationId xmlns:a16="http://schemas.microsoft.com/office/drawing/2014/main" id="{E95D6C84-7F34-A250-84AC-636D26E7A497}"/>
              </a:ext>
            </a:extLst>
          </p:cNvPr>
          <p:cNvSpPr/>
          <p:nvPr/>
        </p:nvSpPr>
        <p:spPr>
          <a:xfrm>
            <a:off x="4029457" y="20029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12">
            <a:extLst>
              <a:ext uri="{FF2B5EF4-FFF2-40B4-BE49-F238E27FC236}">
                <a16:creationId xmlns:a16="http://schemas.microsoft.com/office/drawing/2014/main" id="{606384A9-1538-BA44-6814-E1EDB27468EB}"/>
              </a:ext>
            </a:extLst>
          </p:cNvPr>
          <p:cNvSpPr/>
          <p:nvPr/>
        </p:nvSpPr>
        <p:spPr>
          <a:xfrm>
            <a:off x="4029457" y="2002925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13">
            <a:extLst>
              <a:ext uri="{FF2B5EF4-FFF2-40B4-BE49-F238E27FC236}">
                <a16:creationId xmlns:a16="http://schemas.microsoft.com/office/drawing/2014/main" id="{A007D2D8-FD4E-F78A-B417-3CC6D7983A9C}"/>
              </a:ext>
            </a:extLst>
          </p:cNvPr>
          <p:cNvSpPr txBox="1"/>
          <p:nvPr/>
        </p:nvSpPr>
        <p:spPr>
          <a:xfrm>
            <a:off x="4139185" y="22315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73" name="TextBox 14">
            <a:extLst>
              <a:ext uri="{FF2B5EF4-FFF2-40B4-BE49-F238E27FC236}">
                <a16:creationId xmlns:a16="http://schemas.microsoft.com/office/drawing/2014/main" id="{56611350-523E-ADA7-5636-91DCE23B0D1A}"/>
              </a:ext>
            </a:extLst>
          </p:cNvPr>
          <p:cNvSpPr txBox="1"/>
          <p:nvPr/>
        </p:nvSpPr>
        <p:spPr>
          <a:xfrm>
            <a:off x="4100273" y="3360905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75" name="Rounded Rectangle 15">
            <a:extLst>
              <a:ext uri="{FF2B5EF4-FFF2-40B4-BE49-F238E27FC236}">
                <a16:creationId xmlns:a16="http://schemas.microsoft.com/office/drawing/2014/main" id="{C5CE15FE-5CAE-7DBE-1061-4A55BF23E310}"/>
              </a:ext>
            </a:extLst>
          </p:cNvPr>
          <p:cNvSpPr/>
          <p:nvPr/>
        </p:nvSpPr>
        <p:spPr>
          <a:xfrm>
            <a:off x="6233160" y="20029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16">
            <a:extLst>
              <a:ext uri="{FF2B5EF4-FFF2-40B4-BE49-F238E27FC236}">
                <a16:creationId xmlns:a16="http://schemas.microsoft.com/office/drawing/2014/main" id="{71018988-B0A9-CC5B-9BDA-389386B771A6}"/>
              </a:ext>
            </a:extLst>
          </p:cNvPr>
          <p:cNvSpPr/>
          <p:nvPr/>
        </p:nvSpPr>
        <p:spPr>
          <a:xfrm>
            <a:off x="6233160" y="2002925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17">
            <a:extLst>
              <a:ext uri="{FF2B5EF4-FFF2-40B4-BE49-F238E27FC236}">
                <a16:creationId xmlns:a16="http://schemas.microsoft.com/office/drawing/2014/main" id="{3C26B446-C013-D422-F7E3-17A0DC760D92}"/>
              </a:ext>
            </a:extLst>
          </p:cNvPr>
          <p:cNvSpPr txBox="1"/>
          <p:nvPr/>
        </p:nvSpPr>
        <p:spPr>
          <a:xfrm>
            <a:off x="6342888" y="22315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81" name="TextBox 18">
            <a:extLst>
              <a:ext uri="{FF2B5EF4-FFF2-40B4-BE49-F238E27FC236}">
                <a16:creationId xmlns:a16="http://schemas.microsoft.com/office/drawing/2014/main" id="{F2E3DBB5-292A-1C1D-DD79-ABE03F756936}"/>
              </a:ext>
            </a:extLst>
          </p:cNvPr>
          <p:cNvSpPr txBox="1"/>
          <p:nvPr/>
        </p:nvSpPr>
        <p:spPr>
          <a:xfrm>
            <a:off x="6303976" y="3360905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83" name="Rounded Rectangle 19">
            <a:extLst>
              <a:ext uri="{FF2B5EF4-FFF2-40B4-BE49-F238E27FC236}">
                <a16:creationId xmlns:a16="http://schemas.microsoft.com/office/drawing/2014/main" id="{1638942B-DE4A-829F-79A0-28E18D01419C}"/>
              </a:ext>
            </a:extLst>
          </p:cNvPr>
          <p:cNvSpPr/>
          <p:nvPr/>
        </p:nvSpPr>
        <p:spPr>
          <a:xfrm>
            <a:off x="8436863" y="20029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20">
            <a:extLst>
              <a:ext uri="{FF2B5EF4-FFF2-40B4-BE49-F238E27FC236}">
                <a16:creationId xmlns:a16="http://schemas.microsoft.com/office/drawing/2014/main" id="{DA2273C2-EA24-7230-B878-D2C29492210C}"/>
              </a:ext>
            </a:extLst>
          </p:cNvPr>
          <p:cNvSpPr/>
          <p:nvPr/>
        </p:nvSpPr>
        <p:spPr>
          <a:xfrm>
            <a:off x="8436863" y="2002925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21">
            <a:extLst>
              <a:ext uri="{FF2B5EF4-FFF2-40B4-BE49-F238E27FC236}">
                <a16:creationId xmlns:a16="http://schemas.microsoft.com/office/drawing/2014/main" id="{EE73B419-F057-138F-1A71-9CBDAF3F63C6}"/>
              </a:ext>
            </a:extLst>
          </p:cNvPr>
          <p:cNvSpPr txBox="1"/>
          <p:nvPr/>
        </p:nvSpPr>
        <p:spPr>
          <a:xfrm>
            <a:off x="8546591" y="22315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89" name="TextBox 22">
            <a:extLst>
              <a:ext uri="{FF2B5EF4-FFF2-40B4-BE49-F238E27FC236}">
                <a16:creationId xmlns:a16="http://schemas.microsoft.com/office/drawing/2014/main" id="{E3672863-6865-05E5-A240-0DA92A4E4DED}"/>
              </a:ext>
            </a:extLst>
          </p:cNvPr>
          <p:cNvSpPr txBox="1"/>
          <p:nvPr/>
        </p:nvSpPr>
        <p:spPr>
          <a:xfrm>
            <a:off x="8507679" y="3360905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39531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E682A-2B5E-A505-21D7-A9365199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618AA-D723-0B38-B60B-54D0EA3DD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B1E7B4-2C4D-6C8A-6DA2-5110861E150C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progress1-3</a:t>
            </a:r>
            <a:endParaRPr lang="en-US" sz="1050" dirty="0"/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51A693C9-D69D-CCC5-E550-790BF37AF459}"/>
              </a:ext>
            </a:extLst>
          </p:cNvPr>
          <p:cNvSpPr/>
          <p:nvPr/>
        </p:nvSpPr>
        <p:spPr>
          <a:xfrm>
            <a:off x="732493" y="22315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521DEB4E-BC54-9D9B-4C93-02AD5D41142A}"/>
              </a:ext>
            </a:extLst>
          </p:cNvPr>
          <p:cNvSpPr/>
          <p:nvPr/>
        </p:nvSpPr>
        <p:spPr>
          <a:xfrm>
            <a:off x="732493" y="2231525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588D7D9C-06FD-A98E-FC26-82DE52463E28}"/>
              </a:ext>
            </a:extLst>
          </p:cNvPr>
          <p:cNvSpPr txBox="1"/>
          <p:nvPr/>
        </p:nvSpPr>
        <p:spPr>
          <a:xfrm>
            <a:off x="842221" y="24601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1BC0CF4D-3905-A398-5E5F-B899487D753F}"/>
              </a:ext>
            </a:extLst>
          </p:cNvPr>
          <p:cNvSpPr txBox="1"/>
          <p:nvPr/>
        </p:nvSpPr>
        <p:spPr>
          <a:xfrm>
            <a:off x="769266" y="3584643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67" name="Rounded Rectangle 11">
            <a:extLst>
              <a:ext uri="{FF2B5EF4-FFF2-40B4-BE49-F238E27FC236}">
                <a16:creationId xmlns:a16="http://schemas.microsoft.com/office/drawing/2014/main" id="{DFCB0CF8-2C9F-E1B9-EDE0-F35FF51099DB}"/>
              </a:ext>
            </a:extLst>
          </p:cNvPr>
          <p:cNvSpPr/>
          <p:nvPr/>
        </p:nvSpPr>
        <p:spPr>
          <a:xfrm>
            <a:off x="2936196" y="22315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12">
            <a:extLst>
              <a:ext uri="{FF2B5EF4-FFF2-40B4-BE49-F238E27FC236}">
                <a16:creationId xmlns:a16="http://schemas.microsoft.com/office/drawing/2014/main" id="{028FA17D-3FE1-6F7C-541F-54C127055686}"/>
              </a:ext>
            </a:extLst>
          </p:cNvPr>
          <p:cNvSpPr/>
          <p:nvPr/>
        </p:nvSpPr>
        <p:spPr>
          <a:xfrm>
            <a:off x="2936196" y="2231525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13">
            <a:extLst>
              <a:ext uri="{FF2B5EF4-FFF2-40B4-BE49-F238E27FC236}">
                <a16:creationId xmlns:a16="http://schemas.microsoft.com/office/drawing/2014/main" id="{2A9F117D-7F9F-F3F3-9F5A-98CA44D4E473}"/>
              </a:ext>
            </a:extLst>
          </p:cNvPr>
          <p:cNvSpPr txBox="1"/>
          <p:nvPr/>
        </p:nvSpPr>
        <p:spPr>
          <a:xfrm>
            <a:off x="3045924" y="24601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73" name="TextBox 14">
            <a:extLst>
              <a:ext uri="{FF2B5EF4-FFF2-40B4-BE49-F238E27FC236}">
                <a16:creationId xmlns:a16="http://schemas.microsoft.com/office/drawing/2014/main" id="{97467D8D-CF83-6906-C9FA-DF624D6AE257}"/>
              </a:ext>
            </a:extLst>
          </p:cNvPr>
          <p:cNvSpPr txBox="1"/>
          <p:nvPr/>
        </p:nvSpPr>
        <p:spPr>
          <a:xfrm>
            <a:off x="2972969" y="3584643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75" name="Rounded Rectangle 15">
            <a:extLst>
              <a:ext uri="{FF2B5EF4-FFF2-40B4-BE49-F238E27FC236}">
                <a16:creationId xmlns:a16="http://schemas.microsoft.com/office/drawing/2014/main" id="{055033D9-AE0D-26B7-3E1A-FF1B3CDB194F}"/>
              </a:ext>
            </a:extLst>
          </p:cNvPr>
          <p:cNvSpPr/>
          <p:nvPr/>
        </p:nvSpPr>
        <p:spPr>
          <a:xfrm>
            <a:off x="5139899" y="22315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16">
            <a:extLst>
              <a:ext uri="{FF2B5EF4-FFF2-40B4-BE49-F238E27FC236}">
                <a16:creationId xmlns:a16="http://schemas.microsoft.com/office/drawing/2014/main" id="{62D453E3-D6D5-2C3F-8E2F-6A86F848066F}"/>
              </a:ext>
            </a:extLst>
          </p:cNvPr>
          <p:cNvSpPr/>
          <p:nvPr/>
        </p:nvSpPr>
        <p:spPr>
          <a:xfrm>
            <a:off x="5139899" y="2231525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17">
            <a:extLst>
              <a:ext uri="{FF2B5EF4-FFF2-40B4-BE49-F238E27FC236}">
                <a16:creationId xmlns:a16="http://schemas.microsoft.com/office/drawing/2014/main" id="{D778A4F4-8C08-A420-BB4C-CBC926930531}"/>
              </a:ext>
            </a:extLst>
          </p:cNvPr>
          <p:cNvSpPr txBox="1"/>
          <p:nvPr/>
        </p:nvSpPr>
        <p:spPr>
          <a:xfrm>
            <a:off x="5249627" y="24601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81" name="TextBox 18">
            <a:extLst>
              <a:ext uri="{FF2B5EF4-FFF2-40B4-BE49-F238E27FC236}">
                <a16:creationId xmlns:a16="http://schemas.microsoft.com/office/drawing/2014/main" id="{ECDD9E83-7161-E551-14FF-467275F6C22D}"/>
              </a:ext>
            </a:extLst>
          </p:cNvPr>
          <p:cNvSpPr txBox="1"/>
          <p:nvPr/>
        </p:nvSpPr>
        <p:spPr>
          <a:xfrm>
            <a:off x="5176672" y="3584643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83" name="Rounded Rectangle 19">
            <a:extLst>
              <a:ext uri="{FF2B5EF4-FFF2-40B4-BE49-F238E27FC236}">
                <a16:creationId xmlns:a16="http://schemas.microsoft.com/office/drawing/2014/main" id="{77D525DA-13B6-6F23-8E3C-CFA20911F8BF}"/>
              </a:ext>
            </a:extLst>
          </p:cNvPr>
          <p:cNvSpPr/>
          <p:nvPr/>
        </p:nvSpPr>
        <p:spPr>
          <a:xfrm>
            <a:off x="7343602" y="22315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20">
            <a:extLst>
              <a:ext uri="{FF2B5EF4-FFF2-40B4-BE49-F238E27FC236}">
                <a16:creationId xmlns:a16="http://schemas.microsoft.com/office/drawing/2014/main" id="{CC7F7A19-AFF0-598B-2C7E-9C6985E6E612}"/>
              </a:ext>
            </a:extLst>
          </p:cNvPr>
          <p:cNvSpPr/>
          <p:nvPr/>
        </p:nvSpPr>
        <p:spPr>
          <a:xfrm>
            <a:off x="7343602" y="2231525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21">
            <a:extLst>
              <a:ext uri="{FF2B5EF4-FFF2-40B4-BE49-F238E27FC236}">
                <a16:creationId xmlns:a16="http://schemas.microsoft.com/office/drawing/2014/main" id="{0BEA9701-0453-7E79-575C-C45037CDEAAB}"/>
              </a:ext>
            </a:extLst>
          </p:cNvPr>
          <p:cNvSpPr txBox="1"/>
          <p:nvPr/>
        </p:nvSpPr>
        <p:spPr>
          <a:xfrm>
            <a:off x="7453330" y="24601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89" name="TextBox 22">
            <a:extLst>
              <a:ext uri="{FF2B5EF4-FFF2-40B4-BE49-F238E27FC236}">
                <a16:creationId xmlns:a16="http://schemas.microsoft.com/office/drawing/2014/main" id="{A3998A7E-8CDD-FD1A-B6AB-4A827756C1E1}"/>
              </a:ext>
            </a:extLst>
          </p:cNvPr>
          <p:cNvSpPr txBox="1"/>
          <p:nvPr/>
        </p:nvSpPr>
        <p:spPr>
          <a:xfrm>
            <a:off x="7380375" y="3584643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  <p:sp>
        <p:nvSpPr>
          <p:cNvPr id="91" name="Rounded Rectangle 23">
            <a:extLst>
              <a:ext uri="{FF2B5EF4-FFF2-40B4-BE49-F238E27FC236}">
                <a16:creationId xmlns:a16="http://schemas.microsoft.com/office/drawing/2014/main" id="{BBD19251-5C32-699B-BDA8-E14E20BB987D}"/>
              </a:ext>
            </a:extLst>
          </p:cNvPr>
          <p:cNvSpPr/>
          <p:nvPr/>
        </p:nvSpPr>
        <p:spPr>
          <a:xfrm>
            <a:off x="9547305" y="22315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24">
            <a:extLst>
              <a:ext uri="{FF2B5EF4-FFF2-40B4-BE49-F238E27FC236}">
                <a16:creationId xmlns:a16="http://schemas.microsoft.com/office/drawing/2014/main" id="{E2118A2B-625D-4453-B0E6-C2A37BD3E06B}"/>
              </a:ext>
            </a:extLst>
          </p:cNvPr>
          <p:cNvSpPr/>
          <p:nvPr/>
        </p:nvSpPr>
        <p:spPr>
          <a:xfrm>
            <a:off x="9547305" y="2231525"/>
            <a:ext cx="2066543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25">
            <a:extLst>
              <a:ext uri="{FF2B5EF4-FFF2-40B4-BE49-F238E27FC236}">
                <a16:creationId xmlns:a16="http://schemas.microsoft.com/office/drawing/2014/main" id="{B56582C4-1436-8BE1-88AE-F60FEE07B0F4}"/>
              </a:ext>
            </a:extLst>
          </p:cNvPr>
          <p:cNvSpPr txBox="1"/>
          <p:nvPr/>
        </p:nvSpPr>
        <p:spPr>
          <a:xfrm>
            <a:off x="9657033" y="24601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2D6CEF"/>
                </a:solidFill>
                <a:latin typeface="微软雅黑"/>
                <a:ea typeface="微软雅黑"/>
              </a:rPr>
              <a:t>{vItem.item5}</a:t>
            </a:r>
            <a:endParaRPr sz="2600" b="1" dirty="0">
              <a:solidFill>
                <a:srgbClr val="2D6CEF"/>
              </a:solidFill>
              <a:latin typeface="微软雅黑"/>
              <a:ea typeface="微软雅黑"/>
            </a:endParaRPr>
          </a:p>
        </p:txBody>
      </p:sp>
      <p:sp>
        <p:nvSpPr>
          <p:cNvPr id="97" name="TextBox 26">
            <a:extLst>
              <a:ext uri="{FF2B5EF4-FFF2-40B4-BE49-F238E27FC236}">
                <a16:creationId xmlns:a16="http://schemas.microsoft.com/office/drawing/2014/main" id="{11BEDDFE-64D7-8125-8165-963DD4833BF7}"/>
              </a:ext>
            </a:extLst>
          </p:cNvPr>
          <p:cNvSpPr txBox="1"/>
          <p:nvPr/>
        </p:nvSpPr>
        <p:spPr>
          <a:xfrm>
            <a:off x="9584078" y="3584643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{vItem.item5_Desc}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65215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E4B3-4867-F701-B912-014EFE45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54BBB9F-B5C0-B306-E649-2E7A4EDD8447}"/>
              </a:ext>
            </a:extLst>
          </p:cNvPr>
          <p:cNvSpPr/>
          <p:nvPr/>
        </p:nvSpPr>
        <p:spPr>
          <a:xfrm flipH="1">
            <a:off x="1425252" y="1700011"/>
            <a:ext cx="3764453" cy="3173545"/>
          </a:xfrm>
          <a:prstGeom prst="roundRect">
            <a:avLst/>
          </a:pr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62000"/>
                </a:schemeClr>
              </a:gs>
            </a:gsLst>
            <a:lin ang="5400000" scaled="1"/>
            <a:tileRect/>
          </a:gradFill>
          <a:ln w="381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24000"/>
                  </a:schemeClr>
                </a:gs>
              </a:gsLst>
              <a:lin ang="16200000" scaled="1"/>
              <a:tileRect/>
            </a:gradFill>
          </a:ln>
          <a:effectLst>
            <a:outerShdw blurRad="533400" dist="508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4F10073-F02F-2F1A-884B-9E925FF02511}"/>
              </a:ext>
            </a:extLst>
          </p:cNvPr>
          <p:cNvSpPr/>
          <p:nvPr/>
        </p:nvSpPr>
        <p:spPr>
          <a:xfrm flipH="1">
            <a:off x="6563802" y="1773001"/>
            <a:ext cx="3726000" cy="3074400"/>
          </a:xfrm>
          <a:prstGeom prst="roundRect">
            <a:avLst/>
          </a:pr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62000"/>
                </a:schemeClr>
              </a:gs>
            </a:gsLst>
            <a:lin ang="5400000" scaled="1"/>
            <a:tileRect/>
          </a:gradFill>
          <a:ln w="381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24000"/>
                  </a:schemeClr>
                </a:gs>
              </a:gsLst>
              <a:lin ang="16200000" scaled="1"/>
              <a:tileRect/>
            </a:gradFill>
          </a:ln>
          <a:effectLst>
            <a:outerShdw blurRad="533400" dist="50800" dir="5400000" algn="ctr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34AA05-AAFD-030E-0D3E-DDA0FAF5EC96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97CC5BA-1352-8334-40C8-3E346682A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8CA1E2CC-5AAA-F984-6661-433E853E6EF0}"/>
              </a:ext>
            </a:extLst>
          </p:cNvPr>
          <p:cNvGrpSpPr/>
          <p:nvPr/>
        </p:nvGrpSpPr>
        <p:grpSpPr>
          <a:xfrm>
            <a:off x="1459138" y="1755113"/>
            <a:ext cx="3725696" cy="3074670"/>
            <a:chOff x="2256806" y="1823207"/>
            <a:chExt cx="3725696" cy="3074670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9AC615BE-6A3A-8DB4-5B53-E454B3C58D54}"/>
                </a:ext>
              </a:extLst>
            </p:cNvPr>
            <p:cNvSpPr txBox="1"/>
            <p:nvPr/>
          </p:nvSpPr>
          <p:spPr>
            <a:xfrm>
              <a:off x="2256806" y="1823207"/>
              <a:ext cx="3725686" cy="380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{col1Title}</a:t>
              </a:r>
              <a:endParaRPr kumimoji="0" lang="de-DE" sz="17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4CC485D-9DCD-3589-8296-BC5511B111CD}"/>
                </a:ext>
              </a:extLst>
            </p:cNvPr>
            <p:cNvSpPr txBox="1"/>
            <p:nvPr/>
          </p:nvSpPr>
          <p:spPr>
            <a:xfrm>
              <a:off x="2256816" y="2178351"/>
              <a:ext cx="3725686" cy="3216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rPr>
                <a:t>{col1Sub}</a:t>
              </a:r>
              <a:endPara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srgbClr val="CFCFE6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6E91DB46-076D-D674-E5AC-29CA0E5FFA65}"/>
                </a:ext>
              </a:extLst>
            </p:cNvPr>
            <p:cNvSpPr txBox="1"/>
            <p:nvPr/>
          </p:nvSpPr>
          <p:spPr>
            <a:xfrm>
              <a:off x="2256817" y="2589219"/>
              <a:ext cx="3725685" cy="23086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285750" marR="0" lvl="0" indent="-28575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{col1.item1}</a:t>
              </a:r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{col1.item2}</a:t>
              </a:r>
              <a:endParaRPr lang="de-DE" sz="1600" dirty="0"/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{col1.item3}</a:t>
              </a:r>
              <a:endParaRPr lang="de-DE" sz="1600" dirty="0"/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{col1.item4}</a:t>
              </a:r>
              <a:endParaRPr lang="de-DE" sz="1600" dirty="0"/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{col1.item5}</a:t>
              </a:r>
              <a:endParaRPr lang="de-DE" sz="1600" dirty="0"/>
            </a:p>
            <a:p>
              <a:pPr marL="285750" marR="0" lvl="0" indent="-28575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 typeface="Wingdings" panose="05000000000000000000" pitchFamily="2" charset="2"/>
                <a:buChar char="q"/>
                <a:defRPr/>
              </a:pPr>
              <a:endParaRPr kumimoji="0" lang="de-DE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A88B6BC5-5C86-F130-536E-CBDC05C96767}"/>
              </a:ext>
            </a:extLst>
          </p:cNvPr>
          <p:cNvGrpSpPr/>
          <p:nvPr/>
        </p:nvGrpSpPr>
        <p:grpSpPr>
          <a:xfrm>
            <a:off x="6614797" y="1798886"/>
            <a:ext cx="3725696" cy="3074670"/>
            <a:chOff x="2256806" y="1823207"/>
            <a:chExt cx="3725696" cy="3074670"/>
          </a:xfrm>
        </p:grpSpPr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3BF6636D-1069-9F86-F987-B5F9B07F8610}"/>
                </a:ext>
              </a:extLst>
            </p:cNvPr>
            <p:cNvSpPr txBox="1"/>
            <p:nvPr/>
          </p:nvSpPr>
          <p:spPr>
            <a:xfrm>
              <a:off x="2256806" y="1823207"/>
              <a:ext cx="3725686" cy="380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{col2Title}</a:t>
              </a:r>
              <a:endParaRPr kumimoji="0" lang="de-DE" sz="17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50AD2556-3C34-DD93-42BD-63FE743C466B}"/>
                </a:ext>
              </a:extLst>
            </p:cNvPr>
            <p:cNvSpPr txBox="1"/>
            <p:nvPr/>
          </p:nvSpPr>
          <p:spPr>
            <a:xfrm>
              <a:off x="2256816" y="2178351"/>
              <a:ext cx="3725686" cy="3216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rPr>
                <a:t>{col2Sub}</a:t>
              </a:r>
              <a:endPara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srgbClr val="CFCFE6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44EFCCF0-18CB-816F-B0A4-08096B6F0AE3}"/>
                </a:ext>
              </a:extLst>
            </p:cNvPr>
            <p:cNvSpPr txBox="1"/>
            <p:nvPr/>
          </p:nvSpPr>
          <p:spPr>
            <a:xfrm>
              <a:off x="2256817" y="2589219"/>
              <a:ext cx="3725685" cy="23086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285750" marR="0" lvl="0" indent="-28575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{col2.item1}</a:t>
              </a:r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{col2.item2}</a:t>
              </a:r>
              <a:endParaRPr lang="de-DE" sz="1600" dirty="0"/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{col2.item3}</a:t>
              </a:r>
              <a:endParaRPr lang="de-DE" sz="1600" dirty="0"/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{col2.item4}</a:t>
              </a:r>
              <a:endParaRPr lang="de-DE" sz="1600" dirty="0"/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{col2.item5}</a:t>
              </a:r>
              <a:endParaRPr lang="de-DE" sz="1600" dirty="0"/>
            </a:p>
            <a:p>
              <a:pPr marL="285750" marR="0" lvl="0" indent="-28575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 typeface="Wingdings" panose="05000000000000000000" pitchFamily="2" charset="2"/>
                <a:buChar char="q"/>
                <a:defRPr/>
              </a:pPr>
              <a:endParaRPr kumimoji="0" lang="de-DE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625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93B5-6D11-A8F6-0769-68DAA1C1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EFF018E-8554-B260-16E4-6EF3C801BB57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C810C13-EABE-DB1A-7322-DAE398A39A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C5D0146-C452-E1E8-33FB-E3FAA9307A93}"/>
              </a:ext>
            </a:extLst>
          </p:cNvPr>
          <p:cNvGrpSpPr/>
          <p:nvPr/>
        </p:nvGrpSpPr>
        <p:grpSpPr>
          <a:xfrm>
            <a:off x="189840" y="1700011"/>
            <a:ext cx="3764453" cy="3173545"/>
            <a:chOff x="1425252" y="1700011"/>
            <a:chExt cx="3764453" cy="317354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685BFE20-521E-FC7F-3DE8-8776A52CBEA8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31B8ACD9-9DF4-A036-49C5-226BAF76EC3C}"/>
                </a:ext>
              </a:extLst>
            </p:cNvPr>
            <p:cNvGrpSpPr/>
            <p:nvPr/>
          </p:nvGrpSpPr>
          <p:grpSpPr>
            <a:xfrm>
              <a:off x="1459138" y="1755113"/>
              <a:ext cx="3725696" cy="3074670"/>
              <a:chOff x="2256806" y="1823207"/>
              <a:chExt cx="3725696" cy="30746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C1D31FDD-694A-034E-C416-AF68B00CB3B9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2717A3D1-0C86-FA0D-9ADE-8C1B3DA834FB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A0F8F370-16B5-D1ED-CC25-8D227322C150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D7740C4-A1D1-2654-FA67-146E7D1F8045}"/>
              </a:ext>
            </a:extLst>
          </p:cNvPr>
          <p:cNvGrpSpPr/>
          <p:nvPr/>
        </p:nvGrpSpPr>
        <p:grpSpPr>
          <a:xfrm>
            <a:off x="4212222" y="1773001"/>
            <a:ext cx="3776691" cy="3100555"/>
            <a:chOff x="6563802" y="1773001"/>
            <a:chExt cx="3776691" cy="310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A0E0345-2A93-3C62-D6C4-03970FD97FCC}"/>
                </a:ext>
              </a:extLst>
            </p:cNvPr>
            <p:cNvSpPr/>
            <p:nvPr/>
          </p:nvSpPr>
          <p:spPr>
            <a:xfrm flipH="1">
              <a:off x="6563802" y="1773001"/>
              <a:ext cx="3726000" cy="3074400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12E39DDB-1986-8977-949F-C5AF99071802}"/>
                </a:ext>
              </a:extLst>
            </p:cNvPr>
            <p:cNvGrpSpPr/>
            <p:nvPr/>
          </p:nvGrpSpPr>
          <p:grpSpPr>
            <a:xfrm>
              <a:off x="6614797" y="1798886"/>
              <a:ext cx="3725696" cy="3074670"/>
              <a:chOff x="2256806" y="1823207"/>
              <a:chExt cx="3725696" cy="3074670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6550D179-1B7D-9A5F-24E9-F4D681C0EFBC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97A3882A-645A-C6B1-22DA-F0D9BA7C45BD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0F1F33B-5F19-4D52-12FD-3E43A146E836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154A02B-4211-B7D2-9D1B-840E1838791D}"/>
              </a:ext>
            </a:extLst>
          </p:cNvPr>
          <p:cNvGrpSpPr/>
          <p:nvPr/>
        </p:nvGrpSpPr>
        <p:grpSpPr>
          <a:xfrm>
            <a:off x="8246843" y="1755113"/>
            <a:ext cx="3764453" cy="3173545"/>
            <a:chOff x="1425252" y="1700011"/>
            <a:chExt cx="3764453" cy="317354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4D665C0-6C1A-92AE-5D65-4ED6707F5007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E4A4389-81B4-5F77-DA5D-21F9F3498BA3}"/>
                </a:ext>
              </a:extLst>
            </p:cNvPr>
            <p:cNvGrpSpPr/>
            <p:nvPr/>
          </p:nvGrpSpPr>
          <p:grpSpPr>
            <a:xfrm>
              <a:off x="1459138" y="1755113"/>
              <a:ext cx="3725696" cy="3074670"/>
              <a:chOff x="2256806" y="1823207"/>
              <a:chExt cx="3725696" cy="3074670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590E9E1-782F-8417-D428-3D63100DA6D2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5462DC4-AFFA-1783-5478-85096C52D90A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{col3Sub}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95ABA02-31DF-2996-29A0-D62F5505DCA4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790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2CCB-31EB-D4D9-0FEC-2EF48D955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D3FB013-64AF-A5DE-AB30-B51434734FF0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8D1F1D0-98AB-3DA1-EE6D-7B3BFAE93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BB61C85A-CE41-9828-466D-39824F96D91F}"/>
              </a:ext>
            </a:extLst>
          </p:cNvPr>
          <p:cNvGrpSpPr/>
          <p:nvPr/>
        </p:nvGrpSpPr>
        <p:grpSpPr>
          <a:xfrm>
            <a:off x="208063" y="1549234"/>
            <a:ext cx="2880000" cy="3074400"/>
            <a:chOff x="660400" y="1549234"/>
            <a:chExt cx="2134793" cy="2487158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01F86FAD-C66E-1B67-9380-3E2E439F705A}"/>
                </a:ext>
              </a:extLst>
            </p:cNvPr>
            <p:cNvSpPr/>
            <p:nvPr/>
          </p:nvSpPr>
          <p:spPr>
            <a:xfrm flipH="1">
              <a:off x="671366" y="1549234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1805995A-B7C9-A03F-3B11-65513CB9DFA2}"/>
                </a:ext>
              </a:extLst>
            </p:cNvPr>
            <p:cNvGrpSpPr/>
            <p:nvPr/>
          </p:nvGrpSpPr>
          <p:grpSpPr>
            <a:xfrm>
              <a:off x="660400" y="1604335"/>
              <a:ext cx="2129926" cy="2160270"/>
              <a:chOff x="660400" y="1604335"/>
              <a:chExt cx="2129926" cy="21602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21EC28DE-3913-E1F0-767C-6286BD29F3E0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D7576F1D-A14A-73C5-0489-24019BFF1862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FAD9A13-F6B7-95A5-852B-B6DA7900A490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AD4457B7-75BB-A44F-BF29-8963537A1756}"/>
              </a:ext>
            </a:extLst>
          </p:cNvPr>
          <p:cNvGrpSpPr/>
          <p:nvPr/>
        </p:nvGrpSpPr>
        <p:grpSpPr>
          <a:xfrm>
            <a:off x="9209608" y="1549232"/>
            <a:ext cx="2880000" cy="3074400"/>
            <a:chOff x="7215441" y="1549233"/>
            <a:chExt cx="2178306" cy="2487157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DCEC10A5-47FE-72F0-EE40-DF02A1A4AB10}"/>
                </a:ext>
              </a:extLst>
            </p:cNvPr>
            <p:cNvSpPr/>
            <p:nvPr/>
          </p:nvSpPr>
          <p:spPr>
            <a:xfrm flipH="1">
              <a:off x="7215441" y="1549233"/>
              <a:ext cx="2123827" cy="24871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C69A464E-03F3-608B-2F4F-97D80F9BC082}"/>
                </a:ext>
              </a:extLst>
            </p:cNvPr>
            <p:cNvGrpSpPr/>
            <p:nvPr/>
          </p:nvGrpSpPr>
          <p:grpSpPr>
            <a:xfrm>
              <a:off x="7263821" y="1604335"/>
              <a:ext cx="2129926" cy="2160270"/>
              <a:chOff x="660400" y="1604335"/>
              <a:chExt cx="2129926" cy="2160270"/>
            </a:xfrm>
          </p:grpSpPr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9C2725A-BF61-7C6B-C8BF-756A3CCD35A7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{col4Title}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4E82F09-AE11-683B-D856-19FCBB38A3E5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DBEA"/>
                    </a:solidFill>
                    <a:effectLst/>
                    <a:uLnTx/>
                    <a:uFillTx/>
                  </a:rPr>
                  <a:t>{col4Sub}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E3DBEA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D52A67F7-CA34-77F2-D4C8-B86143463152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{col4.item1}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89E3A918-2D73-F00B-A6C7-7914E867D9D8}"/>
              </a:ext>
            </a:extLst>
          </p:cNvPr>
          <p:cNvGrpSpPr/>
          <p:nvPr/>
        </p:nvGrpSpPr>
        <p:grpSpPr>
          <a:xfrm>
            <a:off x="6209093" y="1549235"/>
            <a:ext cx="2880000" cy="3074400"/>
            <a:chOff x="5034083" y="1549235"/>
            <a:chExt cx="2152582" cy="2487158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77ECA8F8-48E8-1389-CBFF-E7C3D4C080C7}"/>
                </a:ext>
              </a:extLst>
            </p:cNvPr>
            <p:cNvSpPr/>
            <p:nvPr/>
          </p:nvSpPr>
          <p:spPr>
            <a:xfrm flipH="1">
              <a:off x="5034083" y="1549235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12A6A8E7-36B4-DF41-0E00-D9EFD3E16388}"/>
                </a:ext>
              </a:extLst>
            </p:cNvPr>
            <p:cNvGrpSpPr/>
            <p:nvPr/>
          </p:nvGrpSpPr>
          <p:grpSpPr>
            <a:xfrm>
              <a:off x="5056739" y="1604335"/>
              <a:ext cx="2129926" cy="2160270"/>
              <a:chOff x="660400" y="1604335"/>
              <a:chExt cx="2129926" cy="2160270"/>
            </a:xfrm>
          </p:grpSpPr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2EAAD1E8-09A8-6673-FC34-A53E9C43FF21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CFA3AA27-AAA5-91B8-5033-5A8D2C9750A1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CFE9"/>
                    </a:solidFill>
                    <a:effectLst/>
                    <a:uLnTx/>
                    <a:uFillTx/>
                  </a:rPr>
                  <a:t>{col3Sub}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D1CFE9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21C8979-4036-0B5B-5E6C-47FE7FC12187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930140D4-CD22-3359-9718-3B72EE567C16}"/>
              </a:ext>
            </a:extLst>
          </p:cNvPr>
          <p:cNvGrpSpPr/>
          <p:nvPr/>
        </p:nvGrpSpPr>
        <p:grpSpPr>
          <a:xfrm>
            <a:off x="3208578" y="1549234"/>
            <a:ext cx="2880000" cy="3074400"/>
            <a:chOff x="2835713" y="1549234"/>
            <a:chExt cx="2140838" cy="2487158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503E6811-57DF-F86D-60B8-F1987F64FA2B}"/>
                </a:ext>
              </a:extLst>
            </p:cNvPr>
            <p:cNvSpPr/>
            <p:nvPr/>
          </p:nvSpPr>
          <p:spPr>
            <a:xfrm flipH="1">
              <a:off x="2852724" y="1549234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4BE09CFE-F558-5C96-07CA-30135889C13D}"/>
                </a:ext>
              </a:extLst>
            </p:cNvPr>
            <p:cNvGrpSpPr/>
            <p:nvPr/>
          </p:nvGrpSpPr>
          <p:grpSpPr>
            <a:xfrm>
              <a:off x="2835713" y="1604335"/>
              <a:ext cx="2129926" cy="2160270"/>
              <a:chOff x="660400" y="1604335"/>
              <a:chExt cx="2129926" cy="2160270"/>
            </a:xfrm>
          </p:grpSpPr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DC317947-E3D1-1611-C6DB-625FB8D58899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E9B5882E-D5D1-449F-1E48-9794F762C578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D7E7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E0D7E7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080755D9-C791-D645-4BE1-36574293B1D4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70982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ADEDC-8646-E657-993D-2D917B9B6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92A8512-7A34-8BEB-CD44-B1BECECC56C4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687C35B-1E76-A779-0546-B06C0852A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83C6381-B463-A118-EBBF-13AE871E09FE}"/>
              </a:ext>
            </a:extLst>
          </p:cNvPr>
          <p:cNvGrpSpPr/>
          <p:nvPr/>
        </p:nvGrpSpPr>
        <p:grpSpPr>
          <a:xfrm>
            <a:off x="203199" y="1549234"/>
            <a:ext cx="2160000" cy="3074400"/>
            <a:chOff x="660400" y="1549234"/>
            <a:chExt cx="2134793" cy="2487158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5C893EED-F9C9-6A0D-0995-22630A766EBA}"/>
                </a:ext>
              </a:extLst>
            </p:cNvPr>
            <p:cNvSpPr/>
            <p:nvPr/>
          </p:nvSpPr>
          <p:spPr>
            <a:xfrm flipH="1">
              <a:off x="671366" y="1549234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3B283296-050E-8FE2-A71B-45F70411ABEE}"/>
                </a:ext>
              </a:extLst>
            </p:cNvPr>
            <p:cNvGrpSpPr/>
            <p:nvPr/>
          </p:nvGrpSpPr>
          <p:grpSpPr>
            <a:xfrm>
              <a:off x="660400" y="1604335"/>
              <a:ext cx="2129926" cy="2160270"/>
              <a:chOff x="660400" y="1604335"/>
              <a:chExt cx="2129926" cy="21602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233007D5-903F-CE92-3888-44F12C312960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713A559-99D2-2BF1-90F3-EC1E011CFFCB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1EB33055-DD42-64AA-BFB3-75FA86984449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7678598E-E932-9681-07ED-ADE1A52E6B72}"/>
              </a:ext>
            </a:extLst>
          </p:cNvPr>
          <p:cNvGrpSpPr/>
          <p:nvPr/>
        </p:nvGrpSpPr>
        <p:grpSpPr>
          <a:xfrm>
            <a:off x="7474964" y="1549232"/>
            <a:ext cx="2160000" cy="3074400"/>
            <a:chOff x="7215441" y="1549233"/>
            <a:chExt cx="2178306" cy="2487157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EC42160C-C0B7-38A0-118F-645EB1D06EDE}"/>
                </a:ext>
              </a:extLst>
            </p:cNvPr>
            <p:cNvSpPr/>
            <p:nvPr/>
          </p:nvSpPr>
          <p:spPr>
            <a:xfrm flipH="1">
              <a:off x="7215441" y="1549233"/>
              <a:ext cx="2123827" cy="24871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5A4E42EF-405C-6244-86F0-4EDBC809025E}"/>
                </a:ext>
              </a:extLst>
            </p:cNvPr>
            <p:cNvGrpSpPr/>
            <p:nvPr/>
          </p:nvGrpSpPr>
          <p:grpSpPr>
            <a:xfrm>
              <a:off x="7263821" y="1604335"/>
              <a:ext cx="2129926" cy="2160270"/>
              <a:chOff x="660400" y="1604335"/>
              <a:chExt cx="2129926" cy="2160270"/>
            </a:xfrm>
          </p:grpSpPr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AC88F5C6-4D00-040C-89FE-A37FD99D0ECD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{col4Title}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F541B54-73C4-3740-E146-9F0AA2925ACB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DBEA"/>
                    </a:solidFill>
                    <a:effectLst/>
                    <a:uLnTx/>
                    <a:uFillTx/>
                  </a:rPr>
                  <a:t>{col4Sub}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E3DBEA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5AC7832-28B8-0F85-712E-467B0970FCA5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{col4.item1}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3B7E6821-220F-163A-34D1-633211F5EA21}"/>
              </a:ext>
            </a:extLst>
          </p:cNvPr>
          <p:cNvGrpSpPr/>
          <p:nvPr/>
        </p:nvGrpSpPr>
        <p:grpSpPr>
          <a:xfrm>
            <a:off x="5051042" y="1549235"/>
            <a:ext cx="2160000" cy="3074400"/>
            <a:chOff x="5034083" y="1549235"/>
            <a:chExt cx="2152582" cy="2487158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3C283193-5FF1-63AF-FBBE-AFFD82B87E5E}"/>
                </a:ext>
              </a:extLst>
            </p:cNvPr>
            <p:cNvSpPr/>
            <p:nvPr/>
          </p:nvSpPr>
          <p:spPr>
            <a:xfrm flipH="1">
              <a:off x="5034083" y="1549235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53C3F13B-E946-3924-907C-54E8EB6B043F}"/>
                </a:ext>
              </a:extLst>
            </p:cNvPr>
            <p:cNvGrpSpPr/>
            <p:nvPr/>
          </p:nvGrpSpPr>
          <p:grpSpPr>
            <a:xfrm>
              <a:off x="5056739" y="1604335"/>
              <a:ext cx="2129926" cy="2160270"/>
              <a:chOff x="660400" y="1604335"/>
              <a:chExt cx="2129926" cy="2160270"/>
            </a:xfrm>
          </p:grpSpPr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FC229151-6F2D-372E-1790-4C75DE02FC50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39CC69F9-9D66-DA9C-4621-D41200216698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CFE9"/>
                    </a:solidFill>
                    <a:effectLst/>
                    <a:uLnTx/>
                    <a:uFillTx/>
                  </a:rPr>
                  <a:t>{col3Sub}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D1CFE9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109B0A79-4977-8574-D280-CA9A609AC190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FF01449-F84C-1E81-DF8B-93BC061463C0}"/>
              </a:ext>
            </a:extLst>
          </p:cNvPr>
          <p:cNvGrpSpPr/>
          <p:nvPr/>
        </p:nvGrpSpPr>
        <p:grpSpPr>
          <a:xfrm>
            <a:off x="2627120" y="1549234"/>
            <a:ext cx="2160000" cy="3074400"/>
            <a:chOff x="2835713" y="1549234"/>
            <a:chExt cx="2140838" cy="2487158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82C1A9CE-7DCA-94A4-660A-4B17EC05C4FA}"/>
                </a:ext>
              </a:extLst>
            </p:cNvPr>
            <p:cNvSpPr/>
            <p:nvPr/>
          </p:nvSpPr>
          <p:spPr>
            <a:xfrm flipH="1">
              <a:off x="2852724" y="1549234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A8E5631C-B04E-CBFA-A638-A0D19EB7C3EF}"/>
                </a:ext>
              </a:extLst>
            </p:cNvPr>
            <p:cNvGrpSpPr/>
            <p:nvPr/>
          </p:nvGrpSpPr>
          <p:grpSpPr>
            <a:xfrm>
              <a:off x="2835713" y="1604335"/>
              <a:ext cx="2129926" cy="2160270"/>
              <a:chOff x="660400" y="1604335"/>
              <a:chExt cx="2129926" cy="2160270"/>
            </a:xfrm>
          </p:grpSpPr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CBFC0C9-444B-0086-0B22-E136FA15B8BD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E647B5BE-0AD7-B02A-B9A1-4801EAF3B5F7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D7E7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E0D7E7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227D7576-EABE-28B6-D0B1-2BC2504FF353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2CFF903-CF04-5EC3-DBFC-1349547B08B5}"/>
              </a:ext>
            </a:extLst>
          </p:cNvPr>
          <p:cNvGrpSpPr/>
          <p:nvPr/>
        </p:nvGrpSpPr>
        <p:grpSpPr>
          <a:xfrm>
            <a:off x="9898885" y="1549232"/>
            <a:ext cx="2160000" cy="3074400"/>
            <a:chOff x="5034083" y="1549235"/>
            <a:chExt cx="2152582" cy="2487158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4509E17-F09E-336D-C1C3-B99A314359F7}"/>
                </a:ext>
              </a:extLst>
            </p:cNvPr>
            <p:cNvSpPr/>
            <p:nvPr/>
          </p:nvSpPr>
          <p:spPr>
            <a:xfrm flipH="1">
              <a:off x="5034083" y="1549235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966A47C-6536-9B90-671A-726725CA59B2}"/>
                </a:ext>
              </a:extLst>
            </p:cNvPr>
            <p:cNvGrpSpPr/>
            <p:nvPr/>
          </p:nvGrpSpPr>
          <p:grpSpPr>
            <a:xfrm>
              <a:off x="5056739" y="1604335"/>
              <a:ext cx="2129926" cy="2160270"/>
              <a:chOff x="660400" y="1604335"/>
              <a:chExt cx="2129926" cy="2160270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5F63C9F-63BA-7DE2-6923-C7DFFDE2E7BF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{col5Title}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3EE976B-6038-F531-98EF-32CD930D6D0F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CFE9"/>
                    </a:solidFill>
                    <a:effectLst/>
                    <a:uLnTx/>
                    <a:uFillTx/>
                  </a:rPr>
                  <a:t>{col5Sub}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D1CFE9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DFA083A-589B-6D15-5D48-6E11A9894938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{col5.item1}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{col5.item2}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{col5.item3}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{col5.item4}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{col5.item5}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4359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771F-C7F3-7D63-A715-9598F4AE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981E08-17B4-E988-4AC4-686AC8632747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A12AFE2-564E-5EB6-C783-1BE010ACA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9C7D4C33-5226-694B-0FCB-5B2C73436005}"/>
              </a:ext>
            </a:extLst>
          </p:cNvPr>
          <p:cNvGrpSpPr/>
          <p:nvPr/>
        </p:nvGrpSpPr>
        <p:grpSpPr>
          <a:xfrm>
            <a:off x="1308199" y="3429000"/>
            <a:ext cx="4320000" cy="2520000"/>
            <a:chOff x="1425252" y="1700011"/>
            <a:chExt cx="3764453" cy="317354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A187599E-8835-BB59-AB41-B59641C4E5B8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EEF8D78-8A0C-A62F-BD45-6A2C44CA3A42}"/>
                </a:ext>
              </a:extLst>
            </p:cNvPr>
            <p:cNvGrpSpPr/>
            <p:nvPr/>
          </p:nvGrpSpPr>
          <p:grpSpPr>
            <a:xfrm>
              <a:off x="1464009" y="1742817"/>
              <a:ext cx="3725696" cy="3074670"/>
              <a:chOff x="2256806" y="1823207"/>
              <a:chExt cx="3725696" cy="30746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CF3ECEE-67AA-83F0-3A37-D5B64DC7B355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EF9FDED6-4613-9CC6-2B35-2010F6C2F0D4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41AF4CF9-2828-9A7E-8EC5-F5B4C990668D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DB81ACB5-8DC4-9DBF-DCEB-56C1CDAF996E}"/>
              </a:ext>
            </a:extLst>
          </p:cNvPr>
          <p:cNvGrpSpPr/>
          <p:nvPr/>
        </p:nvGrpSpPr>
        <p:grpSpPr>
          <a:xfrm>
            <a:off x="6432478" y="3429000"/>
            <a:ext cx="4320000" cy="2520000"/>
            <a:chOff x="6563802" y="1773001"/>
            <a:chExt cx="3776691" cy="310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8ACB0FA-D91C-4E14-ED5F-EEF248FBBC3C}"/>
                </a:ext>
              </a:extLst>
            </p:cNvPr>
            <p:cNvSpPr/>
            <p:nvPr/>
          </p:nvSpPr>
          <p:spPr>
            <a:xfrm flipH="1">
              <a:off x="6563802" y="1773001"/>
              <a:ext cx="3726000" cy="3074400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ECE50C4C-EA55-D192-F298-8BC6DF05C2D6}"/>
                </a:ext>
              </a:extLst>
            </p:cNvPr>
            <p:cNvGrpSpPr/>
            <p:nvPr/>
          </p:nvGrpSpPr>
          <p:grpSpPr>
            <a:xfrm>
              <a:off x="6614797" y="1798886"/>
              <a:ext cx="3725696" cy="3074670"/>
              <a:chOff x="2256806" y="1823207"/>
              <a:chExt cx="3725696" cy="3074670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5B32495F-4C8E-7020-9EE6-2A19012DC40F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548D7FDA-0799-2DA1-58FD-F08D928C09DD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75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6D6702D-D21C-2F93-0D7E-38B1BBCE40F7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7F2153F4-B9AE-21EE-238F-8CC828BEF91F}"/>
              </a:ext>
            </a:extLst>
          </p:cNvPr>
          <p:cNvGrpSpPr/>
          <p:nvPr/>
        </p:nvGrpSpPr>
        <p:grpSpPr>
          <a:xfrm>
            <a:off x="3002216" y="1111001"/>
            <a:ext cx="2520000" cy="2160000"/>
            <a:chOff x="3892297" y="1228234"/>
            <a:chExt cx="2066543" cy="1600200"/>
          </a:xfrm>
        </p:grpSpPr>
        <p:sp>
          <p:nvSpPr>
            <p:cNvPr id="91" name="Rounded Rectangle 7">
              <a:extLst>
                <a:ext uri="{FF2B5EF4-FFF2-40B4-BE49-F238E27FC236}">
                  <a16:creationId xmlns:a16="http://schemas.microsoft.com/office/drawing/2014/main" id="{ED590D32-8908-E37B-CC89-78FA6EA02878}"/>
                </a:ext>
              </a:extLst>
            </p:cNvPr>
            <p:cNvSpPr/>
            <p:nvPr/>
          </p:nvSpPr>
          <p:spPr>
            <a:xfrm>
              <a:off x="3892297" y="1228234"/>
              <a:ext cx="2066543" cy="1600200"/>
            </a:xfrm>
            <a:prstGeom prst="roundRect">
              <a:avLst>
                <a:gd name="adj" fmla="val 6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Rectangle 8">
              <a:extLst>
                <a:ext uri="{FF2B5EF4-FFF2-40B4-BE49-F238E27FC236}">
                  <a16:creationId xmlns:a16="http://schemas.microsoft.com/office/drawing/2014/main" id="{71870BAE-612B-94C2-5C10-BDCC3955A0FB}"/>
                </a:ext>
              </a:extLst>
            </p:cNvPr>
            <p:cNvSpPr/>
            <p:nvPr/>
          </p:nvSpPr>
          <p:spPr>
            <a:xfrm>
              <a:off x="3892297" y="1228234"/>
              <a:ext cx="2066543" cy="64008"/>
            </a:xfrm>
            <a:prstGeom prst="rect">
              <a:avLst/>
            </a:prstGeom>
            <a:solidFill>
              <a:srgbClr val="FE2C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TextBox 9">
              <a:extLst>
                <a:ext uri="{FF2B5EF4-FFF2-40B4-BE49-F238E27FC236}">
                  <a16:creationId xmlns:a16="http://schemas.microsoft.com/office/drawing/2014/main" id="{D3D3252B-B059-E1D3-0928-097B30CAC6D3}"/>
                </a:ext>
              </a:extLst>
            </p:cNvPr>
            <p:cNvSpPr txBox="1"/>
            <p:nvPr/>
          </p:nvSpPr>
          <p:spPr>
            <a:xfrm>
              <a:off x="3953902" y="1569408"/>
              <a:ext cx="1883570" cy="2964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2600" b="1" dirty="0">
                  <a:solidFill>
                    <a:srgbClr val="FE2C55"/>
                  </a:solidFill>
                  <a:latin typeface="微软雅黑"/>
                  <a:ea typeface="微软雅黑"/>
                </a:rPr>
                <a:t>{vItem.item1}</a:t>
              </a:r>
              <a:endParaRPr sz="2600" b="1" dirty="0">
                <a:solidFill>
                  <a:srgbClr val="FE2C55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7" name="TextBox 10">
              <a:extLst>
                <a:ext uri="{FF2B5EF4-FFF2-40B4-BE49-F238E27FC236}">
                  <a16:creationId xmlns:a16="http://schemas.microsoft.com/office/drawing/2014/main" id="{19AF69A3-E6E2-9ED9-474B-7220F43F9A21}"/>
                </a:ext>
              </a:extLst>
            </p:cNvPr>
            <p:cNvSpPr txBox="1"/>
            <p:nvPr/>
          </p:nvSpPr>
          <p:spPr>
            <a:xfrm>
              <a:off x="3953902" y="2310900"/>
              <a:ext cx="1847087" cy="1844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{vItem.item1_Desc}</a:t>
              </a:r>
              <a:endParaRPr lang="en-US" sz="1100" dirty="0"/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A8F8A669-8B6B-F3DB-34D7-6FBF9C2B7F3D}"/>
              </a:ext>
            </a:extLst>
          </p:cNvPr>
          <p:cNvGrpSpPr/>
          <p:nvPr/>
        </p:nvGrpSpPr>
        <p:grpSpPr>
          <a:xfrm>
            <a:off x="6432476" y="1108185"/>
            <a:ext cx="2520003" cy="2160000"/>
            <a:chOff x="6095998" y="1228234"/>
            <a:chExt cx="2066545" cy="1600200"/>
          </a:xfrm>
        </p:grpSpPr>
        <p:sp>
          <p:nvSpPr>
            <p:cNvPr id="99" name="Rounded Rectangle 11">
              <a:extLst>
                <a:ext uri="{FF2B5EF4-FFF2-40B4-BE49-F238E27FC236}">
                  <a16:creationId xmlns:a16="http://schemas.microsoft.com/office/drawing/2014/main" id="{2A50E936-F42D-A7E8-54B6-10C8ABD59F93}"/>
                </a:ext>
              </a:extLst>
            </p:cNvPr>
            <p:cNvSpPr/>
            <p:nvPr/>
          </p:nvSpPr>
          <p:spPr>
            <a:xfrm>
              <a:off x="6095999" y="1228234"/>
              <a:ext cx="2066543" cy="1600200"/>
            </a:xfrm>
            <a:prstGeom prst="roundRect">
              <a:avLst>
                <a:gd name="adj" fmla="val 6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Rectangle 12">
              <a:extLst>
                <a:ext uri="{FF2B5EF4-FFF2-40B4-BE49-F238E27FC236}">
                  <a16:creationId xmlns:a16="http://schemas.microsoft.com/office/drawing/2014/main" id="{A6DCE46B-E110-840B-4DDC-63E9AE88C733}"/>
                </a:ext>
              </a:extLst>
            </p:cNvPr>
            <p:cNvSpPr/>
            <p:nvPr/>
          </p:nvSpPr>
          <p:spPr>
            <a:xfrm>
              <a:off x="6096000" y="1228234"/>
              <a:ext cx="2066543" cy="64008"/>
            </a:xfrm>
            <a:prstGeom prst="rect">
              <a:avLst/>
            </a:prstGeom>
            <a:solidFill>
              <a:srgbClr val="0FB8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TextBox 13">
              <a:extLst>
                <a:ext uri="{FF2B5EF4-FFF2-40B4-BE49-F238E27FC236}">
                  <a16:creationId xmlns:a16="http://schemas.microsoft.com/office/drawing/2014/main" id="{82B217F6-BFA1-A581-B2A8-24530E83FCF7}"/>
                </a:ext>
              </a:extLst>
            </p:cNvPr>
            <p:cNvSpPr txBox="1"/>
            <p:nvPr/>
          </p:nvSpPr>
          <p:spPr>
            <a:xfrm>
              <a:off x="6150862" y="1571494"/>
              <a:ext cx="1956815" cy="2964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2600" b="1" dirty="0">
                  <a:solidFill>
                    <a:srgbClr val="0FB8C9"/>
                  </a:solidFill>
                  <a:latin typeface="微软雅黑"/>
                  <a:ea typeface="微软雅黑"/>
                </a:rPr>
                <a:t>{vItem.item2}</a:t>
              </a:r>
              <a:endParaRPr sz="2600" b="1" dirty="0">
                <a:solidFill>
                  <a:srgbClr val="0FB8C9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5" name="TextBox 14">
              <a:extLst>
                <a:ext uri="{FF2B5EF4-FFF2-40B4-BE49-F238E27FC236}">
                  <a16:creationId xmlns:a16="http://schemas.microsoft.com/office/drawing/2014/main" id="{149ECD95-F40A-6D77-B9FD-017AC12404B0}"/>
                </a:ext>
              </a:extLst>
            </p:cNvPr>
            <p:cNvSpPr txBox="1"/>
            <p:nvPr/>
          </p:nvSpPr>
          <p:spPr>
            <a:xfrm>
              <a:off x="6095998" y="2312986"/>
              <a:ext cx="1847087" cy="1844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{vItem.item2_Desc}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2973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77647-2821-908A-CB92-305F9C9E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480F824-AA63-922F-0D43-459C39AF7F49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181ECB-11AB-4266-4C7D-1BAFB31559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133E0EA5-E012-0017-EFDA-E6CC776A440E}"/>
              </a:ext>
            </a:extLst>
          </p:cNvPr>
          <p:cNvGrpSpPr/>
          <p:nvPr/>
        </p:nvGrpSpPr>
        <p:grpSpPr>
          <a:xfrm>
            <a:off x="1308199" y="3429000"/>
            <a:ext cx="4320000" cy="2520000"/>
            <a:chOff x="1425252" y="1700011"/>
            <a:chExt cx="3764453" cy="317354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D78D9453-B468-8B96-95F2-D0C78DA050DE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94C88AEF-4E40-89EC-60FD-7424C3A7BEE5}"/>
                </a:ext>
              </a:extLst>
            </p:cNvPr>
            <p:cNvGrpSpPr/>
            <p:nvPr/>
          </p:nvGrpSpPr>
          <p:grpSpPr>
            <a:xfrm>
              <a:off x="1464009" y="1742817"/>
              <a:ext cx="3725696" cy="3074670"/>
              <a:chOff x="2256806" y="1823207"/>
              <a:chExt cx="3725696" cy="30746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07934EA7-8A30-AD6B-838A-9C20EFECCAD2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CB92320-C0B3-C08E-C6A6-96094746A18F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8742B828-96FC-B633-0FD0-7E147A5203B7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453F5023-4ECB-5EFC-9005-AB650AEAAF11}"/>
              </a:ext>
            </a:extLst>
          </p:cNvPr>
          <p:cNvGrpSpPr/>
          <p:nvPr/>
        </p:nvGrpSpPr>
        <p:grpSpPr>
          <a:xfrm>
            <a:off x="6432478" y="3429000"/>
            <a:ext cx="4320000" cy="2520000"/>
            <a:chOff x="6563802" y="1773001"/>
            <a:chExt cx="3776691" cy="310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5A87890-37D0-19A7-15A2-8F8D24BF6B65}"/>
                </a:ext>
              </a:extLst>
            </p:cNvPr>
            <p:cNvSpPr/>
            <p:nvPr/>
          </p:nvSpPr>
          <p:spPr>
            <a:xfrm flipH="1">
              <a:off x="6563802" y="1773001"/>
              <a:ext cx="3726000" cy="3074400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808BCC37-FEE4-95D4-8C37-AD290D8FFB8B}"/>
                </a:ext>
              </a:extLst>
            </p:cNvPr>
            <p:cNvGrpSpPr/>
            <p:nvPr/>
          </p:nvGrpSpPr>
          <p:grpSpPr>
            <a:xfrm>
              <a:off x="6614797" y="1798886"/>
              <a:ext cx="3725696" cy="3074670"/>
              <a:chOff x="2256806" y="1823207"/>
              <a:chExt cx="3725696" cy="3074670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56DD9E17-3512-56EB-CAAF-65F42CA71021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EE0B18C-B366-41EE-9F5A-FA7A56BE09A9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75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21FF091-17F7-CD91-74D4-7AFF1A4C005E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7D836EB7-C8FA-E2D7-3567-E079E50C89AD}"/>
              </a:ext>
            </a:extLst>
          </p:cNvPr>
          <p:cNvSpPr/>
          <p:nvPr/>
        </p:nvSpPr>
        <p:spPr>
          <a:xfrm>
            <a:off x="2692607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8">
            <a:extLst>
              <a:ext uri="{FF2B5EF4-FFF2-40B4-BE49-F238E27FC236}">
                <a16:creationId xmlns:a16="http://schemas.microsoft.com/office/drawing/2014/main" id="{92ED824F-C9E3-9BC8-8C1F-85973EC34040}"/>
              </a:ext>
            </a:extLst>
          </p:cNvPr>
          <p:cNvSpPr/>
          <p:nvPr/>
        </p:nvSpPr>
        <p:spPr>
          <a:xfrm>
            <a:off x="2692607" y="1372581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">
            <a:extLst>
              <a:ext uri="{FF2B5EF4-FFF2-40B4-BE49-F238E27FC236}">
                <a16:creationId xmlns:a16="http://schemas.microsoft.com/office/drawing/2014/main" id="{1B8255E5-3CD7-DFB8-9695-24D00FFC45D2}"/>
              </a:ext>
            </a:extLst>
          </p:cNvPr>
          <p:cNvSpPr txBox="1"/>
          <p:nvPr/>
        </p:nvSpPr>
        <p:spPr>
          <a:xfrm>
            <a:off x="2802335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97" name="TextBox 10">
            <a:extLst>
              <a:ext uri="{FF2B5EF4-FFF2-40B4-BE49-F238E27FC236}">
                <a16:creationId xmlns:a16="http://schemas.microsoft.com/office/drawing/2014/main" id="{723A51AB-222F-32E7-5FCD-8493DAF6CD72}"/>
              </a:ext>
            </a:extLst>
          </p:cNvPr>
          <p:cNvSpPr txBox="1"/>
          <p:nvPr/>
        </p:nvSpPr>
        <p:spPr>
          <a:xfrm>
            <a:off x="2729380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99" name="Rounded Rectangle 11">
            <a:extLst>
              <a:ext uri="{FF2B5EF4-FFF2-40B4-BE49-F238E27FC236}">
                <a16:creationId xmlns:a16="http://schemas.microsoft.com/office/drawing/2014/main" id="{2B46A072-36BA-1858-0473-1A452336C97E}"/>
              </a:ext>
            </a:extLst>
          </p:cNvPr>
          <p:cNvSpPr/>
          <p:nvPr/>
        </p:nvSpPr>
        <p:spPr>
          <a:xfrm>
            <a:off x="4896310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DDA5D352-F52E-0C73-0CD6-C7166DB08000}"/>
              </a:ext>
            </a:extLst>
          </p:cNvPr>
          <p:cNvSpPr/>
          <p:nvPr/>
        </p:nvSpPr>
        <p:spPr>
          <a:xfrm>
            <a:off x="4896310" y="1372581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3">
            <a:extLst>
              <a:ext uri="{FF2B5EF4-FFF2-40B4-BE49-F238E27FC236}">
                <a16:creationId xmlns:a16="http://schemas.microsoft.com/office/drawing/2014/main" id="{E4B1C585-7E2B-7A72-78F9-81A234F145FC}"/>
              </a:ext>
            </a:extLst>
          </p:cNvPr>
          <p:cNvSpPr txBox="1"/>
          <p:nvPr/>
        </p:nvSpPr>
        <p:spPr>
          <a:xfrm>
            <a:off x="5006038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105" name="TextBox 14">
            <a:extLst>
              <a:ext uri="{FF2B5EF4-FFF2-40B4-BE49-F238E27FC236}">
                <a16:creationId xmlns:a16="http://schemas.microsoft.com/office/drawing/2014/main" id="{6876C0E4-06D6-57CE-33DE-EFFA5B3419C3}"/>
              </a:ext>
            </a:extLst>
          </p:cNvPr>
          <p:cNvSpPr txBox="1"/>
          <p:nvPr/>
        </p:nvSpPr>
        <p:spPr>
          <a:xfrm>
            <a:off x="4933083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107" name="Rounded Rectangle 15">
            <a:extLst>
              <a:ext uri="{FF2B5EF4-FFF2-40B4-BE49-F238E27FC236}">
                <a16:creationId xmlns:a16="http://schemas.microsoft.com/office/drawing/2014/main" id="{1023A8FB-0E1D-F46B-EC0D-311872CAB9E4}"/>
              </a:ext>
            </a:extLst>
          </p:cNvPr>
          <p:cNvSpPr/>
          <p:nvPr/>
        </p:nvSpPr>
        <p:spPr>
          <a:xfrm>
            <a:off x="7100013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6">
            <a:extLst>
              <a:ext uri="{FF2B5EF4-FFF2-40B4-BE49-F238E27FC236}">
                <a16:creationId xmlns:a16="http://schemas.microsoft.com/office/drawing/2014/main" id="{62B81267-639F-170D-E751-8F4499B39142}"/>
              </a:ext>
            </a:extLst>
          </p:cNvPr>
          <p:cNvSpPr/>
          <p:nvPr/>
        </p:nvSpPr>
        <p:spPr>
          <a:xfrm>
            <a:off x="7100013" y="1372581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80B5A961-0572-AC5E-F7BE-3AA87255FEB7}"/>
              </a:ext>
            </a:extLst>
          </p:cNvPr>
          <p:cNvSpPr txBox="1"/>
          <p:nvPr/>
        </p:nvSpPr>
        <p:spPr>
          <a:xfrm>
            <a:off x="7209741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113" name="TextBox 18">
            <a:extLst>
              <a:ext uri="{FF2B5EF4-FFF2-40B4-BE49-F238E27FC236}">
                <a16:creationId xmlns:a16="http://schemas.microsoft.com/office/drawing/2014/main" id="{6F460ACF-692C-01A1-F062-E0D524C915BB}"/>
              </a:ext>
            </a:extLst>
          </p:cNvPr>
          <p:cNvSpPr txBox="1"/>
          <p:nvPr/>
        </p:nvSpPr>
        <p:spPr>
          <a:xfrm>
            <a:off x="7136786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519164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753E0-A27F-EC6A-9851-DF7B76BA8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906A208-97F9-5B54-A09D-3CC7B1D63639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99CD13E-8877-894D-4C61-9278A6523A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9BD85B8B-DB88-70C4-0EFC-6199BB411C8B}"/>
              </a:ext>
            </a:extLst>
          </p:cNvPr>
          <p:cNvGrpSpPr/>
          <p:nvPr/>
        </p:nvGrpSpPr>
        <p:grpSpPr>
          <a:xfrm>
            <a:off x="1308199" y="3429000"/>
            <a:ext cx="4320000" cy="2520000"/>
            <a:chOff x="1425252" y="1700011"/>
            <a:chExt cx="3764453" cy="317354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BDEF4954-ED8D-32E8-406F-5F3946673EF1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64EF05F7-A0D4-FC8C-101D-C9ECDAE0B4C9}"/>
                </a:ext>
              </a:extLst>
            </p:cNvPr>
            <p:cNvGrpSpPr/>
            <p:nvPr/>
          </p:nvGrpSpPr>
          <p:grpSpPr>
            <a:xfrm>
              <a:off x="1464009" y="1742817"/>
              <a:ext cx="3725696" cy="3074670"/>
              <a:chOff x="2256806" y="1823207"/>
              <a:chExt cx="3725696" cy="30746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0F76AD48-42D0-1F01-089C-4F20BF28E548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2B9DDA04-3709-155F-EFE4-FF4A97A9BE0D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17F40615-DF9C-221B-49D2-93758A1032B7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7E238566-0A12-02C2-40AE-36D979876801}"/>
              </a:ext>
            </a:extLst>
          </p:cNvPr>
          <p:cNvGrpSpPr/>
          <p:nvPr/>
        </p:nvGrpSpPr>
        <p:grpSpPr>
          <a:xfrm>
            <a:off x="6432478" y="3429000"/>
            <a:ext cx="4320000" cy="2520000"/>
            <a:chOff x="6563802" y="1773001"/>
            <a:chExt cx="3776691" cy="310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963AFA5-8E42-7F90-F448-22FAFD9F2778}"/>
                </a:ext>
              </a:extLst>
            </p:cNvPr>
            <p:cNvSpPr/>
            <p:nvPr/>
          </p:nvSpPr>
          <p:spPr>
            <a:xfrm flipH="1">
              <a:off x="6563802" y="1773001"/>
              <a:ext cx="3726000" cy="3074400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74E7E8D2-0300-E347-9DBA-0FFCA26FEF52}"/>
                </a:ext>
              </a:extLst>
            </p:cNvPr>
            <p:cNvGrpSpPr/>
            <p:nvPr/>
          </p:nvGrpSpPr>
          <p:grpSpPr>
            <a:xfrm>
              <a:off x="6614797" y="1798886"/>
              <a:ext cx="3725696" cy="3074670"/>
              <a:chOff x="2256806" y="1823207"/>
              <a:chExt cx="3725696" cy="3074670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18480DA8-E45A-81FE-2FA5-78E89EC5A7E0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E65D4BC2-29A7-A4B8-60D3-2184F66C978A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75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6384424A-ED15-6769-36A7-CA3D16891EDC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56AEDFB0-37B6-21BE-8221-18AE686BC9FC}"/>
              </a:ext>
            </a:extLst>
          </p:cNvPr>
          <p:cNvSpPr/>
          <p:nvPr/>
        </p:nvSpPr>
        <p:spPr>
          <a:xfrm>
            <a:off x="1646893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8">
            <a:extLst>
              <a:ext uri="{FF2B5EF4-FFF2-40B4-BE49-F238E27FC236}">
                <a16:creationId xmlns:a16="http://schemas.microsoft.com/office/drawing/2014/main" id="{33732223-0604-9BDF-B4B7-C6157E9E5A81}"/>
              </a:ext>
            </a:extLst>
          </p:cNvPr>
          <p:cNvSpPr/>
          <p:nvPr/>
        </p:nvSpPr>
        <p:spPr>
          <a:xfrm>
            <a:off x="1646893" y="1266739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">
            <a:extLst>
              <a:ext uri="{FF2B5EF4-FFF2-40B4-BE49-F238E27FC236}">
                <a16:creationId xmlns:a16="http://schemas.microsoft.com/office/drawing/2014/main" id="{5504E43C-914A-0488-781A-236677D63D89}"/>
              </a:ext>
            </a:extLst>
          </p:cNvPr>
          <p:cNvSpPr txBox="1"/>
          <p:nvPr/>
        </p:nvSpPr>
        <p:spPr>
          <a:xfrm>
            <a:off x="1756621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97" name="TextBox 10">
            <a:extLst>
              <a:ext uri="{FF2B5EF4-FFF2-40B4-BE49-F238E27FC236}">
                <a16:creationId xmlns:a16="http://schemas.microsoft.com/office/drawing/2014/main" id="{E57A0C7D-323A-32C5-D59F-80BB5DBBBEA6}"/>
              </a:ext>
            </a:extLst>
          </p:cNvPr>
          <p:cNvSpPr txBox="1"/>
          <p:nvPr/>
        </p:nvSpPr>
        <p:spPr>
          <a:xfrm>
            <a:off x="1683666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99" name="Rounded Rectangle 11">
            <a:extLst>
              <a:ext uri="{FF2B5EF4-FFF2-40B4-BE49-F238E27FC236}">
                <a16:creationId xmlns:a16="http://schemas.microsoft.com/office/drawing/2014/main" id="{FEA07DBF-8FF9-713E-E11E-CE6F73D41B30}"/>
              </a:ext>
            </a:extLst>
          </p:cNvPr>
          <p:cNvSpPr/>
          <p:nvPr/>
        </p:nvSpPr>
        <p:spPr>
          <a:xfrm>
            <a:off x="3850596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901A8425-56F2-29AC-225A-90C0486F6138}"/>
              </a:ext>
            </a:extLst>
          </p:cNvPr>
          <p:cNvSpPr/>
          <p:nvPr/>
        </p:nvSpPr>
        <p:spPr>
          <a:xfrm>
            <a:off x="3850596" y="1266739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3">
            <a:extLst>
              <a:ext uri="{FF2B5EF4-FFF2-40B4-BE49-F238E27FC236}">
                <a16:creationId xmlns:a16="http://schemas.microsoft.com/office/drawing/2014/main" id="{9BC7F92E-D66E-8622-5857-DF149DEC1B9A}"/>
              </a:ext>
            </a:extLst>
          </p:cNvPr>
          <p:cNvSpPr txBox="1"/>
          <p:nvPr/>
        </p:nvSpPr>
        <p:spPr>
          <a:xfrm>
            <a:off x="3960324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105" name="TextBox 14">
            <a:extLst>
              <a:ext uri="{FF2B5EF4-FFF2-40B4-BE49-F238E27FC236}">
                <a16:creationId xmlns:a16="http://schemas.microsoft.com/office/drawing/2014/main" id="{2CCC1D57-047C-A14E-EEB0-FABFECA9B931}"/>
              </a:ext>
            </a:extLst>
          </p:cNvPr>
          <p:cNvSpPr txBox="1"/>
          <p:nvPr/>
        </p:nvSpPr>
        <p:spPr>
          <a:xfrm>
            <a:off x="3887369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107" name="Rounded Rectangle 15">
            <a:extLst>
              <a:ext uri="{FF2B5EF4-FFF2-40B4-BE49-F238E27FC236}">
                <a16:creationId xmlns:a16="http://schemas.microsoft.com/office/drawing/2014/main" id="{DD85AC2D-8863-2181-1DA9-E3949042F386}"/>
              </a:ext>
            </a:extLst>
          </p:cNvPr>
          <p:cNvSpPr/>
          <p:nvPr/>
        </p:nvSpPr>
        <p:spPr>
          <a:xfrm>
            <a:off x="6054299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6">
            <a:extLst>
              <a:ext uri="{FF2B5EF4-FFF2-40B4-BE49-F238E27FC236}">
                <a16:creationId xmlns:a16="http://schemas.microsoft.com/office/drawing/2014/main" id="{00E72D46-92C3-4BB6-EF03-4C34CF5B8E42}"/>
              </a:ext>
            </a:extLst>
          </p:cNvPr>
          <p:cNvSpPr/>
          <p:nvPr/>
        </p:nvSpPr>
        <p:spPr>
          <a:xfrm>
            <a:off x="6054299" y="1266739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94189A14-6A36-164C-CBC7-FCA43E011A83}"/>
              </a:ext>
            </a:extLst>
          </p:cNvPr>
          <p:cNvSpPr txBox="1"/>
          <p:nvPr/>
        </p:nvSpPr>
        <p:spPr>
          <a:xfrm>
            <a:off x="6164027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113" name="TextBox 18">
            <a:extLst>
              <a:ext uri="{FF2B5EF4-FFF2-40B4-BE49-F238E27FC236}">
                <a16:creationId xmlns:a16="http://schemas.microsoft.com/office/drawing/2014/main" id="{C1C286FC-CAD7-B041-45A6-80756C3A9632}"/>
              </a:ext>
            </a:extLst>
          </p:cNvPr>
          <p:cNvSpPr txBox="1"/>
          <p:nvPr/>
        </p:nvSpPr>
        <p:spPr>
          <a:xfrm>
            <a:off x="6091072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115" name="Rounded Rectangle 19">
            <a:extLst>
              <a:ext uri="{FF2B5EF4-FFF2-40B4-BE49-F238E27FC236}">
                <a16:creationId xmlns:a16="http://schemas.microsoft.com/office/drawing/2014/main" id="{18465F60-7D5A-933C-B72A-A54A2DCE4C88}"/>
              </a:ext>
            </a:extLst>
          </p:cNvPr>
          <p:cNvSpPr/>
          <p:nvPr/>
        </p:nvSpPr>
        <p:spPr>
          <a:xfrm>
            <a:off x="8258002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20">
            <a:extLst>
              <a:ext uri="{FF2B5EF4-FFF2-40B4-BE49-F238E27FC236}">
                <a16:creationId xmlns:a16="http://schemas.microsoft.com/office/drawing/2014/main" id="{CD127C57-770F-97FB-7DC4-99D0206EC98F}"/>
              </a:ext>
            </a:extLst>
          </p:cNvPr>
          <p:cNvSpPr/>
          <p:nvPr/>
        </p:nvSpPr>
        <p:spPr>
          <a:xfrm>
            <a:off x="8258002" y="1266739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21">
            <a:extLst>
              <a:ext uri="{FF2B5EF4-FFF2-40B4-BE49-F238E27FC236}">
                <a16:creationId xmlns:a16="http://schemas.microsoft.com/office/drawing/2014/main" id="{550C2813-B38C-18BD-6093-EE98DAE579FE}"/>
              </a:ext>
            </a:extLst>
          </p:cNvPr>
          <p:cNvSpPr txBox="1"/>
          <p:nvPr/>
        </p:nvSpPr>
        <p:spPr>
          <a:xfrm>
            <a:off x="8367730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121" name="TextBox 22">
            <a:extLst>
              <a:ext uri="{FF2B5EF4-FFF2-40B4-BE49-F238E27FC236}">
                <a16:creationId xmlns:a16="http://schemas.microsoft.com/office/drawing/2014/main" id="{71C1C24C-93EF-9F3D-491B-F37FC7ADEEBE}"/>
              </a:ext>
            </a:extLst>
          </p:cNvPr>
          <p:cNvSpPr txBox="1"/>
          <p:nvPr/>
        </p:nvSpPr>
        <p:spPr>
          <a:xfrm>
            <a:off x="8294775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20815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EC73-6F0D-F865-935E-C6757AE68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B2AD26B-4A70-DD4E-30FD-F3A55A974F70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4DA7012-48F8-3143-3BBE-7B29F33628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4554AE04-EB53-1232-4EFD-1328B8476AF9}"/>
              </a:ext>
            </a:extLst>
          </p:cNvPr>
          <p:cNvGrpSpPr/>
          <p:nvPr/>
        </p:nvGrpSpPr>
        <p:grpSpPr>
          <a:xfrm>
            <a:off x="1308199" y="3429000"/>
            <a:ext cx="4320000" cy="2520000"/>
            <a:chOff x="1425252" y="1700011"/>
            <a:chExt cx="3764453" cy="317354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236AA9C1-44F3-0D51-06DA-98CCAEC4F416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14B4BCEF-8069-B6CC-E441-820B6EECD72B}"/>
                </a:ext>
              </a:extLst>
            </p:cNvPr>
            <p:cNvGrpSpPr/>
            <p:nvPr/>
          </p:nvGrpSpPr>
          <p:grpSpPr>
            <a:xfrm>
              <a:off x="1464009" y="1742817"/>
              <a:ext cx="3725696" cy="3074670"/>
              <a:chOff x="2256806" y="1823207"/>
              <a:chExt cx="3725696" cy="30746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B135CA25-EE32-82C9-9D5F-BC90B81AB924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ABD1600-EE4A-05C1-38DA-A90DF5292B1C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56DE8F5C-C58F-A485-F97B-448323B34B41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712200B3-72E1-197C-A7BF-25DC039FA7DD}"/>
              </a:ext>
            </a:extLst>
          </p:cNvPr>
          <p:cNvGrpSpPr/>
          <p:nvPr/>
        </p:nvGrpSpPr>
        <p:grpSpPr>
          <a:xfrm>
            <a:off x="6432478" y="3429000"/>
            <a:ext cx="4320000" cy="2520000"/>
            <a:chOff x="6563802" y="1773001"/>
            <a:chExt cx="3776691" cy="310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8CAF3FC-D1F9-C495-752A-C87F0A8BF753}"/>
                </a:ext>
              </a:extLst>
            </p:cNvPr>
            <p:cNvSpPr/>
            <p:nvPr/>
          </p:nvSpPr>
          <p:spPr>
            <a:xfrm flipH="1">
              <a:off x="6563802" y="1773001"/>
              <a:ext cx="3726000" cy="3074400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658F48CE-E8B4-1AF1-D34C-37E0A29D058A}"/>
                </a:ext>
              </a:extLst>
            </p:cNvPr>
            <p:cNvGrpSpPr/>
            <p:nvPr/>
          </p:nvGrpSpPr>
          <p:grpSpPr>
            <a:xfrm>
              <a:off x="6614797" y="1798886"/>
              <a:ext cx="3725696" cy="3074670"/>
              <a:chOff x="2256806" y="1823207"/>
              <a:chExt cx="3725696" cy="3074670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008A1AA5-7959-BF2B-C215-9FD592F903E5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CA258629-1CDC-7D41-418F-DB0E9BF3603A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75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DDC362DC-B5EB-2C09-934E-7EECD9EB00CE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4725D922-1211-6C7B-726D-4977E87DE8AA}"/>
              </a:ext>
            </a:extLst>
          </p:cNvPr>
          <p:cNvSpPr/>
          <p:nvPr/>
        </p:nvSpPr>
        <p:spPr>
          <a:xfrm>
            <a:off x="576851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8">
            <a:extLst>
              <a:ext uri="{FF2B5EF4-FFF2-40B4-BE49-F238E27FC236}">
                <a16:creationId xmlns:a16="http://schemas.microsoft.com/office/drawing/2014/main" id="{BB8038B6-2D93-0828-6485-92FB161B020F}"/>
              </a:ext>
            </a:extLst>
          </p:cNvPr>
          <p:cNvSpPr/>
          <p:nvPr/>
        </p:nvSpPr>
        <p:spPr>
          <a:xfrm>
            <a:off x="576851" y="1372581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">
            <a:extLst>
              <a:ext uri="{FF2B5EF4-FFF2-40B4-BE49-F238E27FC236}">
                <a16:creationId xmlns:a16="http://schemas.microsoft.com/office/drawing/2014/main" id="{1FA62651-F388-5FF1-74F4-15B87505D5B2}"/>
              </a:ext>
            </a:extLst>
          </p:cNvPr>
          <p:cNvSpPr txBox="1"/>
          <p:nvPr/>
        </p:nvSpPr>
        <p:spPr>
          <a:xfrm>
            <a:off x="686579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97" name="TextBox 10">
            <a:extLst>
              <a:ext uri="{FF2B5EF4-FFF2-40B4-BE49-F238E27FC236}">
                <a16:creationId xmlns:a16="http://schemas.microsoft.com/office/drawing/2014/main" id="{81CB51CB-F82F-3EE6-500B-C3A4165255D4}"/>
              </a:ext>
            </a:extLst>
          </p:cNvPr>
          <p:cNvSpPr txBox="1"/>
          <p:nvPr/>
        </p:nvSpPr>
        <p:spPr>
          <a:xfrm>
            <a:off x="613624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99" name="Rounded Rectangle 11">
            <a:extLst>
              <a:ext uri="{FF2B5EF4-FFF2-40B4-BE49-F238E27FC236}">
                <a16:creationId xmlns:a16="http://schemas.microsoft.com/office/drawing/2014/main" id="{5208F3DE-5455-7AFF-3A9E-5037202F1D02}"/>
              </a:ext>
            </a:extLst>
          </p:cNvPr>
          <p:cNvSpPr/>
          <p:nvPr/>
        </p:nvSpPr>
        <p:spPr>
          <a:xfrm>
            <a:off x="2780554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3945365E-8FCA-CE1C-6715-D138696D93D7}"/>
              </a:ext>
            </a:extLst>
          </p:cNvPr>
          <p:cNvSpPr/>
          <p:nvPr/>
        </p:nvSpPr>
        <p:spPr>
          <a:xfrm>
            <a:off x="2780554" y="1372581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3">
            <a:extLst>
              <a:ext uri="{FF2B5EF4-FFF2-40B4-BE49-F238E27FC236}">
                <a16:creationId xmlns:a16="http://schemas.microsoft.com/office/drawing/2014/main" id="{474182F6-67AF-B0A4-1482-12763BD0BCDB}"/>
              </a:ext>
            </a:extLst>
          </p:cNvPr>
          <p:cNvSpPr txBox="1"/>
          <p:nvPr/>
        </p:nvSpPr>
        <p:spPr>
          <a:xfrm>
            <a:off x="2890282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105" name="TextBox 14">
            <a:extLst>
              <a:ext uri="{FF2B5EF4-FFF2-40B4-BE49-F238E27FC236}">
                <a16:creationId xmlns:a16="http://schemas.microsoft.com/office/drawing/2014/main" id="{A0239FDA-63E8-C711-61E3-450A07DA881E}"/>
              </a:ext>
            </a:extLst>
          </p:cNvPr>
          <p:cNvSpPr txBox="1"/>
          <p:nvPr/>
        </p:nvSpPr>
        <p:spPr>
          <a:xfrm>
            <a:off x="2817327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107" name="Rounded Rectangle 15">
            <a:extLst>
              <a:ext uri="{FF2B5EF4-FFF2-40B4-BE49-F238E27FC236}">
                <a16:creationId xmlns:a16="http://schemas.microsoft.com/office/drawing/2014/main" id="{4CD60D74-456E-3CF7-E58D-A66C9B5376D7}"/>
              </a:ext>
            </a:extLst>
          </p:cNvPr>
          <p:cNvSpPr/>
          <p:nvPr/>
        </p:nvSpPr>
        <p:spPr>
          <a:xfrm>
            <a:off x="4984257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6">
            <a:extLst>
              <a:ext uri="{FF2B5EF4-FFF2-40B4-BE49-F238E27FC236}">
                <a16:creationId xmlns:a16="http://schemas.microsoft.com/office/drawing/2014/main" id="{A5F3D766-97A7-2A15-B46D-94733EA2D104}"/>
              </a:ext>
            </a:extLst>
          </p:cNvPr>
          <p:cNvSpPr/>
          <p:nvPr/>
        </p:nvSpPr>
        <p:spPr>
          <a:xfrm>
            <a:off x="4984257" y="1372581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E1E2A3C6-3114-60D2-F32F-6173BE025E6A}"/>
              </a:ext>
            </a:extLst>
          </p:cNvPr>
          <p:cNvSpPr txBox="1"/>
          <p:nvPr/>
        </p:nvSpPr>
        <p:spPr>
          <a:xfrm>
            <a:off x="5093985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113" name="TextBox 18">
            <a:extLst>
              <a:ext uri="{FF2B5EF4-FFF2-40B4-BE49-F238E27FC236}">
                <a16:creationId xmlns:a16="http://schemas.microsoft.com/office/drawing/2014/main" id="{6A20892B-DF44-A042-905D-108713A522CA}"/>
              </a:ext>
            </a:extLst>
          </p:cNvPr>
          <p:cNvSpPr txBox="1"/>
          <p:nvPr/>
        </p:nvSpPr>
        <p:spPr>
          <a:xfrm>
            <a:off x="5021030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115" name="Rounded Rectangle 19">
            <a:extLst>
              <a:ext uri="{FF2B5EF4-FFF2-40B4-BE49-F238E27FC236}">
                <a16:creationId xmlns:a16="http://schemas.microsoft.com/office/drawing/2014/main" id="{1FA20946-3CCF-F27B-7B37-9B685165D014}"/>
              </a:ext>
            </a:extLst>
          </p:cNvPr>
          <p:cNvSpPr/>
          <p:nvPr/>
        </p:nvSpPr>
        <p:spPr>
          <a:xfrm>
            <a:off x="7187960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20">
            <a:extLst>
              <a:ext uri="{FF2B5EF4-FFF2-40B4-BE49-F238E27FC236}">
                <a16:creationId xmlns:a16="http://schemas.microsoft.com/office/drawing/2014/main" id="{A9325EDB-6FB4-D5DC-1E12-EFB056FECCD0}"/>
              </a:ext>
            </a:extLst>
          </p:cNvPr>
          <p:cNvSpPr/>
          <p:nvPr/>
        </p:nvSpPr>
        <p:spPr>
          <a:xfrm>
            <a:off x="7187960" y="1372581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21">
            <a:extLst>
              <a:ext uri="{FF2B5EF4-FFF2-40B4-BE49-F238E27FC236}">
                <a16:creationId xmlns:a16="http://schemas.microsoft.com/office/drawing/2014/main" id="{7670BD5B-4BDA-990F-0B04-090950AEDD51}"/>
              </a:ext>
            </a:extLst>
          </p:cNvPr>
          <p:cNvSpPr txBox="1"/>
          <p:nvPr/>
        </p:nvSpPr>
        <p:spPr>
          <a:xfrm>
            <a:off x="7297688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121" name="TextBox 22">
            <a:extLst>
              <a:ext uri="{FF2B5EF4-FFF2-40B4-BE49-F238E27FC236}">
                <a16:creationId xmlns:a16="http://schemas.microsoft.com/office/drawing/2014/main" id="{03B7A87F-9EDC-A8EE-7D37-6C94981D0558}"/>
              </a:ext>
            </a:extLst>
          </p:cNvPr>
          <p:cNvSpPr txBox="1"/>
          <p:nvPr/>
        </p:nvSpPr>
        <p:spPr>
          <a:xfrm>
            <a:off x="7224733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  <p:sp>
        <p:nvSpPr>
          <p:cNvPr id="123" name="Rounded Rectangle 23">
            <a:extLst>
              <a:ext uri="{FF2B5EF4-FFF2-40B4-BE49-F238E27FC236}">
                <a16:creationId xmlns:a16="http://schemas.microsoft.com/office/drawing/2014/main" id="{5DB08E16-7681-4E42-46C2-946DB345FF22}"/>
              </a:ext>
            </a:extLst>
          </p:cNvPr>
          <p:cNvSpPr/>
          <p:nvPr/>
        </p:nvSpPr>
        <p:spPr>
          <a:xfrm>
            <a:off x="9391663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24">
            <a:extLst>
              <a:ext uri="{FF2B5EF4-FFF2-40B4-BE49-F238E27FC236}">
                <a16:creationId xmlns:a16="http://schemas.microsoft.com/office/drawing/2014/main" id="{1B5699E5-3E73-40E9-02C8-DBF710BF5BED}"/>
              </a:ext>
            </a:extLst>
          </p:cNvPr>
          <p:cNvSpPr/>
          <p:nvPr/>
        </p:nvSpPr>
        <p:spPr>
          <a:xfrm>
            <a:off x="9391663" y="1372581"/>
            <a:ext cx="2066543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25">
            <a:extLst>
              <a:ext uri="{FF2B5EF4-FFF2-40B4-BE49-F238E27FC236}">
                <a16:creationId xmlns:a16="http://schemas.microsoft.com/office/drawing/2014/main" id="{557077BE-84A3-2149-F850-1DDF5AB27A83}"/>
              </a:ext>
            </a:extLst>
          </p:cNvPr>
          <p:cNvSpPr txBox="1"/>
          <p:nvPr/>
        </p:nvSpPr>
        <p:spPr>
          <a:xfrm>
            <a:off x="9501391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2D6CEF"/>
                </a:solidFill>
                <a:latin typeface="微软雅黑"/>
                <a:ea typeface="微软雅黑"/>
              </a:rPr>
              <a:t>{vItem.item5}</a:t>
            </a:r>
            <a:endParaRPr sz="2600" b="1" dirty="0">
              <a:solidFill>
                <a:srgbClr val="2D6CEF"/>
              </a:solidFill>
              <a:latin typeface="微软雅黑"/>
              <a:ea typeface="微软雅黑"/>
            </a:endParaRPr>
          </a:p>
        </p:txBody>
      </p:sp>
      <p:sp>
        <p:nvSpPr>
          <p:cNvPr id="129" name="TextBox 26">
            <a:extLst>
              <a:ext uri="{FF2B5EF4-FFF2-40B4-BE49-F238E27FC236}">
                <a16:creationId xmlns:a16="http://schemas.microsoft.com/office/drawing/2014/main" id="{E6214613-2C60-B6E1-D5BB-D87FE926EA1A}"/>
              </a:ext>
            </a:extLst>
          </p:cNvPr>
          <p:cNvSpPr txBox="1"/>
          <p:nvPr/>
        </p:nvSpPr>
        <p:spPr>
          <a:xfrm>
            <a:off x="9428436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{vItem.item5_Desc}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571229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54F5-A883-F16A-8AB6-5ADF51CA7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D3EA432-3234-4A43-52AA-CEC805FE98F4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4A36EAE-83CB-1146-2549-E7457C1B8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EBCA993-9F86-A325-B45A-87AD8CC7B872}"/>
              </a:ext>
            </a:extLst>
          </p:cNvPr>
          <p:cNvGrpSpPr/>
          <p:nvPr/>
        </p:nvGrpSpPr>
        <p:grpSpPr>
          <a:xfrm>
            <a:off x="183618" y="3606665"/>
            <a:ext cx="3780000" cy="2520000"/>
            <a:chOff x="1425252" y="1700011"/>
            <a:chExt cx="3764453" cy="317354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7475DD9F-44C6-E341-E2C2-B884C736F0DF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E5761A0E-6C2F-B964-B5FA-148A2E30A3C8}"/>
                </a:ext>
              </a:extLst>
            </p:cNvPr>
            <p:cNvGrpSpPr/>
            <p:nvPr/>
          </p:nvGrpSpPr>
          <p:grpSpPr>
            <a:xfrm>
              <a:off x="1459138" y="1755113"/>
              <a:ext cx="3725696" cy="3074670"/>
              <a:chOff x="2256806" y="1823207"/>
              <a:chExt cx="3725696" cy="30746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579370A-8B4A-61B3-73D1-2BE92D321507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D33EAD70-744E-0E47-C914-846119E05AD3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39420843-FD02-D726-2C3D-7F2F062C6A3E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D4F2506-C3FC-7572-932C-238FA05ACD9D}"/>
              </a:ext>
            </a:extLst>
          </p:cNvPr>
          <p:cNvGrpSpPr/>
          <p:nvPr/>
        </p:nvGrpSpPr>
        <p:grpSpPr>
          <a:xfrm>
            <a:off x="4212120" y="3606665"/>
            <a:ext cx="3780000" cy="2520000"/>
            <a:chOff x="6563802" y="1773001"/>
            <a:chExt cx="3776691" cy="310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08E51F2-1E30-7EF2-B4D6-0B7218267F91}"/>
                </a:ext>
              </a:extLst>
            </p:cNvPr>
            <p:cNvSpPr/>
            <p:nvPr/>
          </p:nvSpPr>
          <p:spPr>
            <a:xfrm flipH="1">
              <a:off x="6563802" y="1773001"/>
              <a:ext cx="3726000" cy="3074400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3F00D83D-E50A-ED48-F49B-F150CF0BB69A}"/>
                </a:ext>
              </a:extLst>
            </p:cNvPr>
            <p:cNvGrpSpPr/>
            <p:nvPr/>
          </p:nvGrpSpPr>
          <p:grpSpPr>
            <a:xfrm>
              <a:off x="6614797" y="1798886"/>
              <a:ext cx="3725696" cy="3074670"/>
              <a:chOff x="2256806" y="1823207"/>
              <a:chExt cx="3725696" cy="3074670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9F1D17CF-DACE-C7F7-CEE0-0EDCFF49E4B4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7936BC6C-5B48-F20A-3448-44542738250A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75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F187E0E7-F593-A2C6-2151-14F9B6A46E69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70CB927-4204-0F0E-743E-B5691E8595C5}"/>
              </a:ext>
            </a:extLst>
          </p:cNvPr>
          <p:cNvGrpSpPr/>
          <p:nvPr/>
        </p:nvGrpSpPr>
        <p:grpSpPr>
          <a:xfrm>
            <a:off x="8240621" y="3606665"/>
            <a:ext cx="3780000" cy="2520000"/>
            <a:chOff x="1425252" y="1700011"/>
            <a:chExt cx="3764453" cy="317354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997F16A-3155-3989-6AAF-A5965ADC1E8A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F15B0FA-BD37-5D0B-ACFD-6D2C92A539C4}"/>
                </a:ext>
              </a:extLst>
            </p:cNvPr>
            <p:cNvGrpSpPr/>
            <p:nvPr/>
          </p:nvGrpSpPr>
          <p:grpSpPr>
            <a:xfrm>
              <a:off x="1459138" y="1755113"/>
              <a:ext cx="3725696" cy="3074670"/>
              <a:chOff x="2256806" y="1823207"/>
              <a:chExt cx="3725696" cy="3074670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B33FFEE-8E43-5624-D2F4-399AC86F4DB0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6204F32-556D-A57F-3245-30CC8AC3A018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{col3Sub}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F7BF9E0-813D-0714-7C28-3A9513C4924C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C598345-5AE5-6EC3-29F9-F288D08DB43B}"/>
              </a:ext>
            </a:extLst>
          </p:cNvPr>
          <p:cNvSpPr/>
          <p:nvPr/>
        </p:nvSpPr>
        <p:spPr>
          <a:xfrm>
            <a:off x="576851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66C5F18B-7EC9-D7F1-B774-9E9FD6666A4A}"/>
              </a:ext>
            </a:extLst>
          </p:cNvPr>
          <p:cNvSpPr/>
          <p:nvPr/>
        </p:nvSpPr>
        <p:spPr>
          <a:xfrm>
            <a:off x="576851" y="1372581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8EE01B67-A9FD-59C1-7A64-47130CBE7BAA}"/>
              </a:ext>
            </a:extLst>
          </p:cNvPr>
          <p:cNvSpPr txBox="1"/>
          <p:nvPr/>
        </p:nvSpPr>
        <p:spPr>
          <a:xfrm>
            <a:off x="686579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30AF1595-0999-F1BA-BB88-608FCC9CA1E4}"/>
              </a:ext>
            </a:extLst>
          </p:cNvPr>
          <p:cNvSpPr txBox="1"/>
          <p:nvPr/>
        </p:nvSpPr>
        <p:spPr>
          <a:xfrm>
            <a:off x="613624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DC99DAAA-7D85-274D-B5AA-F11BA44C8E66}"/>
              </a:ext>
            </a:extLst>
          </p:cNvPr>
          <p:cNvSpPr/>
          <p:nvPr/>
        </p:nvSpPr>
        <p:spPr>
          <a:xfrm>
            <a:off x="2780554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9AF7B28A-62F1-BCAC-8D3C-F3D27BA96DB7}"/>
              </a:ext>
            </a:extLst>
          </p:cNvPr>
          <p:cNvSpPr/>
          <p:nvPr/>
        </p:nvSpPr>
        <p:spPr>
          <a:xfrm>
            <a:off x="2780554" y="1372581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E28F9642-9873-1C89-C19D-7CD8372D4453}"/>
              </a:ext>
            </a:extLst>
          </p:cNvPr>
          <p:cNvSpPr txBox="1"/>
          <p:nvPr/>
        </p:nvSpPr>
        <p:spPr>
          <a:xfrm>
            <a:off x="2890282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D2A28E6E-B0E5-942F-BBDD-C78538269A7A}"/>
              </a:ext>
            </a:extLst>
          </p:cNvPr>
          <p:cNvSpPr txBox="1"/>
          <p:nvPr/>
        </p:nvSpPr>
        <p:spPr>
          <a:xfrm>
            <a:off x="2817327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30" name="Rounded Rectangle 15">
            <a:extLst>
              <a:ext uri="{FF2B5EF4-FFF2-40B4-BE49-F238E27FC236}">
                <a16:creationId xmlns:a16="http://schemas.microsoft.com/office/drawing/2014/main" id="{5F11BCB8-ACCB-B23B-8E22-59F22E3FBD8E}"/>
              </a:ext>
            </a:extLst>
          </p:cNvPr>
          <p:cNvSpPr/>
          <p:nvPr/>
        </p:nvSpPr>
        <p:spPr>
          <a:xfrm>
            <a:off x="4984257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6">
            <a:extLst>
              <a:ext uri="{FF2B5EF4-FFF2-40B4-BE49-F238E27FC236}">
                <a16:creationId xmlns:a16="http://schemas.microsoft.com/office/drawing/2014/main" id="{CAA04F0A-41EA-4881-4081-8179A6F4DE2A}"/>
              </a:ext>
            </a:extLst>
          </p:cNvPr>
          <p:cNvSpPr/>
          <p:nvPr/>
        </p:nvSpPr>
        <p:spPr>
          <a:xfrm>
            <a:off x="4984257" y="1372581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9001527D-78DA-B5B6-7DEA-AF877FE39261}"/>
              </a:ext>
            </a:extLst>
          </p:cNvPr>
          <p:cNvSpPr txBox="1"/>
          <p:nvPr/>
        </p:nvSpPr>
        <p:spPr>
          <a:xfrm>
            <a:off x="5093985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315FB4A9-BBC8-AA29-5A14-C8A6DD4B2444}"/>
              </a:ext>
            </a:extLst>
          </p:cNvPr>
          <p:cNvSpPr txBox="1"/>
          <p:nvPr/>
        </p:nvSpPr>
        <p:spPr>
          <a:xfrm>
            <a:off x="5021030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38" name="Rounded Rectangle 19">
            <a:extLst>
              <a:ext uri="{FF2B5EF4-FFF2-40B4-BE49-F238E27FC236}">
                <a16:creationId xmlns:a16="http://schemas.microsoft.com/office/drawing/2014/main" id="{F4FF65D7-4661-1F80-5733-397E0AD86EB5}"/>
              </a:ext>
            </a:extLst>
          </p:cNvPr>
          <p:cNvSpPr/>
          <p:nvPr/>
        </p:nvSpPr>
        <p:spPr>
          <a:xfrm>
            <a:off x="7187960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A3B1CA02-CA21-1965-E357-D71A9498A254}"/>
              </a:ext>
            </a:extLst>
          </p:cNvPr>
          <p:cNvSpPr/>
          <p:nvPr/>
        </p:nvSpPr>
        <p:spPr>
          <a:xfrm>
            <a:off x="7187960" y="1372581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D1D012CC-54E3-BD86-7EBB-F18B18B5EEE0}"/>
              </a:ext>
            </a:extLst>
          </p:cNvPr>
          <p:cNvSpPr txBox="1"/>
          <p:nvPr/>
        </p:nvSpPr>
        <p:spPr>
          <a:xfrm>
            <a:off x="7297688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44" name="TextBox 22">
            <a:extLst>
              <a:ext uri="{FF2B5EF4-FFF2-40B4-BE49-F238E27FC236}">
                <a16:creationId xmlns:a16="http://schemas.microsoft.com/office/drawing/2014/main" id="{434414CB-546F-C5E0-E682-504C4112559C}"/>
              </a:ext>
            </a:extLst>
          </p:cNvPr>
          <p:cNvSpPr txBox="1"/>
          <p:nvPr/>
        </p:nvSpPr>
        <p:spPr>
          <a:xfrm>
            <a:off x="7224733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  <p:sp>
        <p:nvSpPr>
          <p:cNvPr id="46" name="Rounded Rectangle 23">
            <a:extLst>
              <a:ext uri="{FF2B5EF4-FFF2-40B4-BE49-F238E27FC236}">
                <a16:creationId xmlns:a16="http://schemas.microsoft.com/office/drawing/2014/main" id="{DC2DD1FD-95D5-D441-BE59-A6DCD5984D4D}"/>
              </a:ext>
            </a:extLst>
          </p:cNvPr>
          <p:cNvSpPr/>
          <p:nvPr/>
        </p:nvSpPr>
        <p:spPr>
          <a:xfrm>
            <a:off x="9391663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24">
            <a:extLst>
              <a:ext uri="{FF2B5EF4-FFF2-40B4-BE49-F238E27FC236}">
                <a16:creationId xmlns:a16="http://schemas.microsoft.com/office/drawing/2014/main" id="{B0DA2A9C-322A-825E-F0CB-BCB83EF97457}"/>
              </a:ext>
            </a:extLst>
          </p:cNvPr>
          <p:cNvSpPr/>
          <p:nvPr/>
        </p:nvSpPr>
        <p:spPr>
          <a:xfrm>
            <a:off x="9391663" y="1372581"/>
            <a:ext cx="2066543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FC9C1B96-B52B-C73F-AE18-35B67C25303A}"/>
              </a:ext>
            </a:extLst>
          </p:cNvPr>
          <p:cNvSpPr txBox="1"/>
          <p:nvPr/>
        </p:nvSpPr>
        <p:spPr>
          <a:xfrm>
            <a:off x="9501391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2D6CEF"/>
                </a:solidFill>
                <a:latin typeface="微软雅黑"/>
                <a:ea typeface="微软雅黑"/>
              </a:rPr>
              <a:t>{vItem.item5}</a:t>
            </a:r>
            <a:endParaRPr sz="2600" b="1" dirty="0">
              <a:solidFill>
                <a:srgbClr val="2D6CEF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26">
            <a:extLst>
              <a:ext uri="{FF2B5EF4-FFF2-40B4-BE49-F238E27FC236}">
                <a16:creationId xmlns:a16="http://schemas.microsoft.com/office/drawing/2014/main" id="{90239EF1-01FA-19DC-4469-9954A6294325}"/>
              </a:ext>
            </a:extLst>
          </p:cNvPr>
          <p:cNvSpPr txBox="1"/>
          <p:nvPr/>
        </p:nvSpPr>
        <p:spPr>
          <a:xfrm>
            <a:off x="9428436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{vItem.item5_Desc}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3908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3C2B-FB33-9962-FF98-8CBBE55A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542FF2A-B1C9-5492-5891-539D0EE9028C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A1E14DF-F7A3-6BA0-B58E-022B97597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F301C308-0605-2A7C-F93F-1D9350E606F0}"/>
              </a:ext>
            </a:extLst>
          </p:cNvPr>
          <p:cNvGrpSpPr/>
          <p:nvPr/>
        </p:nvGrpSpPr>
        <p:grpSpPr>
          <a:xfrm>
            <a:off x="3002216" y="1111001"/>
            <a:ext cx="2520000" cy="2160000"/>
            <a:chOff x="3892297" y="1228234"/>
            <a:chExt cx="2066543" cy="1600200"/>
          </a:xfrm>
        </p:grpSpPr>
        <p:sp>
          <p:nvSpPr>
            <p:cNvPr id="91" name="Rounded Rectangle 7">
              <a:extLst>
                <a:ext uri="{FF2B5EF4-FFF2-40B4-BE49-F238E27FC236}">
                  <a16:creationId xmlns:a16="http://schemas.microsoft.com/office/drawing/2014/main" id="{A11B4717-B441-2423-EC01-439C1A55D9AD}"/>
                </a:ext>
              </a:extLst>
            </p:cNvPr>
            <p:cNvSpPr/>
            <p:nvPr/>
          </p:nvSpPr>
          <p:spPr>
            <a:xfrm>
              <a:off x="3892297" y="1228234"/>
              <a:ext cx="2066543" cy="1600200"/>
            </a:xfrm>
            <a:prstGeom prst="roundRect">
              <a:avLst>
                <a:gd name="adj" fmla="val 6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Rectangle 8">
              <a:extLst>
                <a:ext uri="{FF2B5EF4-FFF2-40B4-BE49-F238E27FC236}">
                  <a16:creationId xmlns:a16="http://schemas.microsoft.com/office/drawing/2014/main" id="{84299607-20F0-6483-F658-516D0B71A445}"/>
                </a:ext>
              </a:extLst>
            </p:cNvPr>
            <p:cNvSpPr/>
            <p:nvPr/>
          </p:nvSpPr>
          <p:spPr>
            <a:xfrm>
              <a:off x="3892297" y="1228234"/>
              <a:ext cx="2066543" cy="64008"/>
            </a:xfrm>
            <a:prstGeom prst="rect">
              <a:avLst/>
            </a:prstGeom>
            <a:solidFill>
              <a:srgbClr val="FE2C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TextBox 9">
              <a:extLst>
                <a:ext uri="{FF2B5EF4-FFF2-40B4-BE49-F238E27FC236}">
                  <a16:creationId xmlns:a16="http://schemas.microsoft.com/office/drawing/2014/main" id="{9719FC04-846D-0AC1-C233-12584EF84F15}"/>
                </a:ext>
              </a:extLst>
            </p:cNvPr>
            <p:cNvSpPr txBox="1"/>
            <p:nvPr/>
          </p:nvSpPr>
          <p:spPr>
            <a:xfrm>
              <a:off x="3953902" y="1569408"/>
              <a:ext cx="1883570" cy="2964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2600" b="1" dirty="0">
                  <a:solidFill>
                    <a:srgbClr val="FE2C55"/>
                  </a:solidFill>
                  <a:latin typeface="微软雅黑"/>
                  <a:ea typeface="微软雅黑"/>
                </a:rPr>
                <a:t>{vItem.item1}</a:t>
              </a:r>
              <a:endParaRPr sz="2600" b="1" dirty="0">
                <a:solidFill>
                  <a:srgbClr val="FE2C55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7" name="TextBox 10">
              <a:extLst>
                <a:ext uri="{FF2B5EF4-FFF2-40B4-BE49-F238E27FC236}">
                  <a16:creationId xmlns:a16="http://schemas.microsoft.com/office/drawing/2014/main" id="{5098529D-BF83-A1A7-A841-125343EAB7BC}"/>
                </a:ext>
              </a:extLst>
            </p:cNvPr>
            <p:cNvSpPr txBox="1"/>
            <p:nvPr/>
          </p:nvSpPr>
          <p:spPr>
            <a:xfrm>
              <a:off x="3953902" y="2310900"/>
              <a:ext cx="1847087" cy="1844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{vItem.item1_Desc}</a:t>
              </a:r>
              <a:endParaRPr lang="en-US" sz="1100" dirty="0"/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53E32FB6-C29B-6B01-8408-2CFBA37F6EA6}"/>
              </a:ext>
            </a:extLst>
          </p:cNvPr>
          <p:cNvGrpSpPr/>
          <p:nvPr/>
        </p:nvGrpSpPr>
        <p:grpSpPr>
          <a:xfrm>
            <a:off x="6432476" y="1108185"/>
            <a:ext cx="2520003" cy="2160000"/>
            <a:chOff x="6095998" y="1228234"/>
            <a:chExt cx="2066545" cy="1600200"/>
          </a:xfrm>
        </p:grpSpPr>
        <p:sp>
          <p:nvSpPr>
            <p:cNvPr id="99" name="Rounded Rectangle 11">
              <a:extLst>
                <a:ext uri="{FF2B5EF4-FFF2-40B4-BE49-F238E27FC236}">
                  <a16:creationId xmlns:a16="http://schemas.microsoft.com/office/drawing/2014/main" id="{80C1CB3E-5F0C-AFD8-EB0D-B407A2897E57}"/>
                </a:ext>
              </a:extLst>
            </p:cNvPr>
            <p:cNvSpPr/>
            <p:nvPr/>
          </p:nvSpPr>
          <p:spPr>
            <a:xfrm>
              <a:off x="6095999" y="1228234"/>
              <a:ext cx="2066543" cy="1600200"/>
            </a:xfrm>
            <a:prstGeom prst="roundRect">
              <a:avLst>
                <a:gd name="adj" fmla="val 6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Rectangle 12">
              <a:extLst>
                <a:ext uri="{FF2B5EF4-FFF2-40B4-BE49-F238E27FC236}">
                  <a16:creationId xmlns:a16="http://schemas.microsoft.com/office/drawing/2014/main" id="{75B2E123-0897-AD1F-1678-6871A023F30A}"/>
                </a:ext>
              </a:extLst>
            </p:cNvPr>
            <p:cNvSpPr/>
            <p:nvPr/>
          </p:nvSpPr>
          <p:spPr>
            <a:xfrm>
              <a:off x="6096000" y="1228234"/>
              <a:ext cx="2066543" cy="64008"/>
            </a:xfrm>
            <a:prstGeom prst="rect">
              <a:avLst/>
            </a:prstGeom>
            <a:solidFill>
              <a:srgbClr val="0FB8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TextBox 13">
              <a:extLst>
                <a:ext uri="{FF2B5EF4-FFF2-40B4-BE49-F238E27FC236}">
                  <a16:creationId xmlns:a16="http://schemas.microsoft.com/office/drawing/2014/main" id="{F4C1ED94-2F75-0DDE-2A4E-10DD2EBE837E}"/>
                </a:ext>
              </a:extLst>
            </p:cNvPr>
            <p:cNvSpPr txBox="1"/>
            <p:nvPr/>
          </p:nvSpPr>
          <p:spPr>
            <a:xfrm>
              <a:off x="6150862" y="1571494"/>
              <a:ext cx="1956815" cy="2964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2600" b="1" dirty="0">
                  <a:solidFill>
                    <a:srgbClr val="0FB8C9"/>
                  </a:solidFill>
                  <a:latin typeface="微软雅黑"/>
                  <a:ea typeface="微软雅黑"/>
                </a:rPr>
                <a:t>{vItem.item2}</a:t>
              </a:r>
              <a:endParaRPr sz="2600" b="1" dirty="0">
                <a:solidFill>
                  <a:srgbClr val="0FB8C9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5" name="TextBox 14">
              <a:extLst>
                <a:ext uri="{FF2B5EF4-FFF2-40B4-BE49-F238E27FC236}">
                  <a16:creationId xmlns:a16="http://schemas.microsoft.com/office/drawing/2014/main" id="{8E4E4268-D9B3-644D-2082-FBB0E1C6C360}"/>
                </a:ext>
              </a:extLst>
            </p:cNvPr>
            <p:cNvSpPr txBox="1"/>
            <p:nvPr/>
          </p:nvSpPr>
          <p:spPr>
            <a:xfrm>
              <a:off x="6095998" y="2312986"/>
              <a:ext cx="1847087" cy="1844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{vItem.item2_Desc}</a:t>
              </a:r>
              <a:endParaRPr lang="en-US" sz="1100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929FEFC-002B-7ED2-3B8D-75BA1D88C9B0}"/>
              </a:ext>
            </a:extLst>
          </p:cNvPr>
          <p:cNvGrpSpPr/>
          <p:nvPr/>
        </p:nvGrpSpPr>
        <p:grpSpPr>
          <a:xfrm>
            <a:off x="660400" y="3666812"/>
            <a:ext cx="10872922" cy="758330"/>
            <a:chOff x="645979" y="1742511"/>
            <a:chExt cx="10872922" cy="65577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62AC5E9-0724-2A53-670F-69D1A8D0ADF0}"/>
                </a:ext>
              </a:extLst>
            </p:cNvPr>
            <p:cNvSpPr/>
            <p:nvPr/>
          </p:nvSpPr>
          <p:spPr>
            <a:xfrm>
              <a:off x="728030" y="1796059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DFB41AD9-0DFB-A4C8-AF93-5834993838E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5979" y="1742511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{vItem2.item1}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08FBCCC-2957-2BE8-B925-33AD344FEC3F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205433" y="1796058"/>
              <a:ext cx="8238351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{vItem2.item1_Desc}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47B4584-1911-7689-CA01-30FF3542E7FE}"/>
              </a:ext>
            </a:extLst>
          </p:cNvPr>
          <p:cNvGrpSpPr/>
          <p:nvPr/>
        </p:nvGrpSpPr>
        <p:grpSpPr>
          <a:xfrm>
            <a:off x="660400" y="4689171"/>
            <a:ext cx="10872922" cy="758330"/>
            <a:chOff x="645979" y="2489673"/>
            <a:chExt cx="10872922" cy="655778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C6B96AA2-0B55-6FFB-EC43-69009D5269D7}"/>
                </a:ext>
              </a:extLst>
            </p:cNvPr>
            <p:cNvSpPr/>
            <p:nvPr/>
          </p:nvSpPr>
          <p:spPr>
            <a:xfrm>
              <a:off x="728030" y="2543221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0"/>
              <a:tileRect/>
            </a:gradFill>
            <a:ln w="127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9DFB6AE-1451-AF14-541F-EF325A1CE62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45979" y="2489673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</a:rPr>
                <a:t>{</a:t>
              </a: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vItem2.item2</a:t>
              </a:r>
              <a:r>
                <a:rPr lang="en-US" altLang="zh-CN" sz="3000" b="1" dirty="0">
                  <a:solidFill>
                    <a:srgbClr val="FFFFFF"/>
                  </a:solidFill>
                </a:rPr>
                <a:t>}</a:t>
              </a:r>
              <a:endParaRPr lang="zh-CN" altLang="en-US" sz="3000" b="1" dirty="0">
                <a:solidFill>
                  <a:srgbClr val="FFFFFF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4DF611A-D233-423A-6CC1-77855C31EB30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165979" y="2543220"/>
              <a:ext cx="8338500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{vItem2.item2_Desc}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81116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1F31-5499-765F-BA0F-23881961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1C0D48-88D2-3BBE-6959-4CD5D5C5C38B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2144092-8D81-AC7D-3E48-228400E31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FA72DE8D-BB6B-9DA8-EC9D-27CA3FC0750C}"/>
              </a:ext>
            </a:extLst>
          </p:cNvPr>
          <p:cNvSpPr/>
          <p:nvPr/>
        </p:nvSpPr>
        <p:spPr>
          <a:xfrm>
            <a:off x="2692607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8">
            <a:extLst>
              <a:ext uri="{FF2B5EF4-FFF2-40B4-BE49-F238E27FC236}">
                <a16:creationId xmlns:a16="http://schemas.microsoft.com/office/drawing/2014/main" id="{FA8AE1BC-CA0D-DFB3-EB93-CD271605D0CC}"/>
              </a:ext>
            </a:extLst>
          </p:cNvPr>
          <p:cNvSpPr/>
          <p:nvPr/>
        </p:nvSpPr>
        <p:spPr>
          <a:xfrm>
            <a:off x="2692607" y="1372581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">
            <a:extLst>
              <a:ext uri="{FF2B5EF4-FFF2-40B4-BE49-F238E27FC236}">
                <a16:creationId xmlns:a16="http://schemas.microsoft.com/office/drawing/2014/main" id="{833692C3-0753-DB6D-0D6C-C3151FEDED2F}"/>
              </a:ext>
            </a:extLst>
          </p:cNvPr>
          <p:cNvSpPr txBox="1"/>
          <p:nvPr/>
        </p:nvSpPr>
        <p:spPr>
          <a:xfrm>
            <a:off x="2802335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97" name="TextBox 10">
            <a:extLst>
              <a:ext uri="{FF2B5EF4-FFF2-40B4-BE49-F238E27FC236}">
                <a16:creationId xmlns:a16="http://schemas.microsoft.com/office/drawing/2014/main" id="{BF6DB15C-3EC3-ADF4-B129-1B07259C75EB}"/>
              </a:ext>
            </a:extLst>
          </p:cNvPr>
          <p:cNvSpPr txBox="1"/>
          <p:nvPr/>
        </p:nvSpPr>
        <p:spPr>
          <a:xfrm>
            <a:off x="2729380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99" name="Rounded Rectangle 11">
            <a:extLst>
              <a:ext uri="{FF2B5EF4-FFF2-40B4-BE49-F238E27FC236}">
                <a16:creationId xmlns:a16="http://schemas.microsoft.com/office/drawing/2014/main" id="{FE1D4284-E878-0B26-73C0-7C30E6253B2D}"/>
              </a:ext>
            </a:extLst>
          </p:cNvPr>
          <p:cNvSpPr/>
          <p:nvPr/>
        </p:nvSpPr>
        <p:spPr>
          <a:xfrm>
            <a:off x="4896310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5DB10152-84D9-9361-1990-DFC0EFC05F0B}"/>
              </a:ext>
            </a:extLst>
          </p:cNvPr>
          <p:cNvSpPr/>
          <p:nvPr/>
        </p:nvSpPr>
        <p:spPr>
          <a:xfrm>
            <a:off x="4896310" y="1372581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3">
            <a:extLst>
              <a:ext uri="{FF2B5EF4-FFF2-40B4-BE49-F238E27FC236}">
                <a16:creationId xmlns:a16="http://schemas.microsoft.com/office/drawing/2014/main" id="{D175AB8D-7B20-2B22-A1DE-23C7435AD31E}"/>
              </a:ext>
            </a:extLst>
          </p:cNvPr>
          <p:cNvSpPr txBox="1"/>
          <p:nvPr/>
        </p:nvSpPr>
        <p:spPr>
          <a:xfrm>
            <a:off x="5006038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105" name="TextBox 14">
            <a:extLst>
              <a:ext uri="{FF2B5EF4-FFF2-40B4-BE49-F238E27FC236}">
                <a16:creationId xmlns:a16="http://schemas.microsoft.com/office/drawing/2014/main" id="{CB698772-17B2-2F55-6C28-49909AEF1508}"/>
              </a:ext>
            </a:extLst>
          </p:cNvPr>
          <p:cNvSpPr txBox="1"/>
          <p:nvPr/>
        </p:nvSpPr>
        <p:spPr>
          <a:xfrm>
            <a:off x="4933083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107" name="Rounded Rectangle 15">
            <a:extLst>
              <a:ext uri="{FF2B5EF4-FFF2-40B4-BE49-F238E27FC236}">
                <a16:creationId xmlns:a16="http://schemas.microsoft.com/office/drawing/2014/main" id="{54ABE536-DE6A-F31A-1FB7-BED11FD8E84C}"/>
              </a:ext>
            </a:extLst>
          </p:cNvPr>
          <p:cNvSpPr/>
          <p:nvPr/>
        </p:nvSpPr>
        <p:spPr>
          <a:xfrm>
            <a:off x="7100013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6">
            <a:extLst>
              <a:ext uri="{FF2B5EF4-FFF2-40B4-BE49-F238E27FC236}">
                <a16:creationId xmlns:a16="http://schemas.microsoft.com/office/drawing/2014/main" id="{3474CB4F-5CA5-5D82-75A7-D43973667409}"/>
              </a:ext>
            </a:extLst>
          </p:cNvPr>
          <p:cNvSpPr/>
          <p:nvPr/>
        </p:nvSpPr>
        <p:spPr>
          <a:xfrm>
            <a:off x="7100013" y="1372581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F0EF0B17-0BEC-706A-7812-1B5E03AA9104}"/>
              </a:ext>
            </a:extLst>
          </p:cNvPr>
          <p:cNvSpPr txBox="1"/>
          <p:nvPr/>
        </p:nvSpPr>
        <p:spPr>
          <a:xfrm>
            <a:off x="7209741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113" name="TextBox 18">
            <a:extLst>
              <a:ext uri="{FF2B5EF4-FFF2-40B4-BE49-F238E27FC236}">
                <a16:creationId xmlns:a16="http://schemas.microsoft.com/office/drawing/2014/main" id="{B128ADAE-1E1D-BF95-7AE6-B019F516C484}"/>
              </a:ext>
            </a:extLst>
          </p:cNvPr>
          <p:cNvSpPr txBox="1"/>
          <p:nvPr/>
        </p:nvSpPr>
        <p:spPr>
          <a:xfrm>
            <a:off x="7136786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244BD66-0686-BD38-F407-E2BA98A93FC5}"/>
              </a:ext>
            </a:extLst>
          </p:cNvPr>
          <p:cNvGrpSpPr/>
          <p:nvPr/>
        </p:nvGrpSpPr>
        <p:grpSpPr>
          <a:xfrm>
            <a:off x="660400" y="3666812"/>
            <a:ext cx="10872922" cy="758330"/>
            <a:chOff x="645979" y="1742511"/>
            <a:chExt cx="10872922" cy="65577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E8AA0FD-0260-076A-CDBF-856F33137A16}"/>
                </a:ext>
              </a:extLst>
            </p:cNvPr>
            <p:cNvSpPr/>
            <p:nvPr/>
          </p:nvSpPr>
          <p:spPr>
            <a:xfrm>
              <a:off x="728030" y="1796059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593996F5-1301-46B2-50F9-C84B6667A30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5979" y="1742511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{vItem2.item1}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6D12A12-F6F6-7E56-7A5F-C2E00C835FBC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205433" y="1796058"/>
              <a:ext cx="8238351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{vItem2.item1_Desc}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25FE984-E951-3AE4-28DB-F905B0B6A373}"/>
              </a:ext>
            </a:extLst>
          </p:cNvPr>
          <p:cNvGrpSpPr/>
          <p:nvPr/>
        </p:nvGrpSpPr>
        <p:grpSpPr>
          <a:xfrm>
            <a:off x="660400" y="4689171"/>
            <a:ext cx="10872922" cy="758330"/>
            <a:chOff x="645979" y="2489673"/>
            <a:chExt cx="10872922" cy="655778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278115F-6FD4-D5BC-4F76-D7B68E4D7BBF}"/>
                </a:ext>
              </a:extLst>
            </p:cNvPr>
            <p:cNvSpPr/>
            <p:nvPr/>
          </p:nvSpPr>
          <p:spPr>
            <a:xfrm>
              <a:off x="728030" y="2543221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0"/>
              <a:tileRect/>
            </a:gradFill>
            <a:ln w="127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DAC13A1-4C43-7FAE-0470-15980FC2F688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45979" y="2489673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</a:rPr>
                <a:t>{</a:t>
              </a: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vItem2.item2</a:t>
              </a:r>
              <a:r>
                <a:rPr lang="en-US" altLang="zh-CN" sz="3000" b="1" dirty="0">
                  <a:solidFill>
                    <a:srgbClr val="FFFFFF"/>
                  </a:solidFill>
                </a:rPr>
                <a:t>}</a:t>
              </a:r>
              <a:endParaRPr lang="zh-CN" altLang="en-US" sz="3000" b="1" dirty="0">
                <a:solidFill>
                  <a:srgbClr val="FFFFFF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5E4FF4A-9308-C8B6-1F18-5E608AB0CEC3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165979" y="2543220"/>
              <a:ext cx="8338500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{vItem2.item2_Desc}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2180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EA982-3B0A-B942-C484-C6183B8A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7AD7850-7166-8FD0-0FBA-5E9057236E77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88E7EF2-ADA5-5810-34A0-CCCB5919E9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DF3D0E3A-8F35-605F-AF09-27206ACBDA54}"/>
              </a:ext>
            </a:extLst>
          </p:cNvPr>
          <p:cNvSpPr/>
          <p:nvPr/>
        </p:nvSpPr>
        <p:spPr>
          <a:xfrm>
            <a:off x="1646893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8">
            <a:extLst>
              <a:ext uri="{FF2B5EF4-FFF2-40B4-BE49-F238E27FC236}">
                <a16:creationId xmlns:a16="http://schemas.microsoft.com/office/drawing/2014/main" id="{FFA55DDE-21E4-DEDD-3E70-1104DF29458D}"/>
              </a:ext>
            </a:extLst>
          </p:cNvPr>
          <p:cNvSpPr/>
          <p:nvPr/>
        </p:nvSpPr>
        <p:spPr>
          <a:xfrm>
            <a:off x="1646893" y="1266739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">
            <a:extLst>
              <a:ext uri="{FF2B5EF4-FFF2-40B4-BE49-F238E27FC236}">
                <a16:creationId xmlns:a16="http://schemas.microsoft.com/office/drawing/2014/main" id="{DFA5933C-DFB0-1402-09E9-120CCB1AE1BF}"/>
              </a:ext>
            </a:extLst>
          </p:cNvPr>
          <p:cNvSpPr txBox="1"/>
          <p:nvPr/>
        </p:nvSpPr>
        <p:spPr>
          <a:xfrm>
            <a:off x="1756621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97" name="TextBox 10">
            <a:extLst>
              <a:ext uri="{FF2B5EF4-FFF2-40B4-BE49-F238E27FC236}">
                <a16:creationId xmlns:a16="http://schemas.microsoft.com/office/drawing/2014/main" id="{250EDB17-7DFE-7883-AE1A-2B6675613B39}"/>
              </a:ext>
            </a:extLst>
          </p:cNvPr>
          <p:cNvSpPr txBox="1"/>
          <p:nvPr/>
        </p:nvSpPr>
        <p:spPr>
          <a:xfrm>
            <a:off x="1683666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99" name="Rounded Rectangle 11">
            <a:extLst>
              <a:ext uri="{FF2B5EF4-FFF2-40B4-BE49-F238E27FC236}">
                <a16:creationId xmlns:a16="http://schemas.microsoft.com/office/drawing/2014/main" id="{860B06F0-EDA3-DF87-1943-0F3BB761DC2F}"/>
              </a:ext>
            </a:extLst>
          </p:cNvPr>
          <p:cNvSpPr/>
          <p:nvPr/>
        </p:nvSpPr>
        <p:spPr>
          <a:xfrm>
            <a:off x="3850596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8F4AB378-54B8-E821-A29C-ACB0166C92F7}"/>
              </a:ext>
            </a:extLst>
          </p:cNvPr>
          <p:cNvSpPr/>
          <p:nvPr/>
        </p:nvSpPr>
        <p:spPr>
          <a:xfrm>
            <a:off x="3850596" y="1266739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3">
            <a:extLst>
              <a:ext uri="{FF2B5EF4-FFF2-40B4-BE49-F238E27FC236}">
                <a16:creationId xmlns:a16="http://schemas.microsoft.com/office/drawing/2014/main" id="{E4B95EC3-9EB5-9856-5202-9E5D922C8DB8}"/>
              </a:ext>
            </a:extLst>
          </p:cNvPr>
          <p:cNvSpPr txBox="1"/>
          <p:nvPr/>
        </p:nvSpPr>
        <p:spPr>
          <a:xfrm>
            <a:off x="3960324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105" name="TextBox 14">
            <a:extLst>
              <a:ext uri="{FF2B5EF4-FFF2-40B4-BE49-F238E27FC236}">
                <a16:creationId xmlns:a16="http://schemas.microsoft.com/office/drawing/2014/main" id="{1662F64D-D6B2-5C2B-B1DA-7A5CC510A15A}"/>
              </a:ext>
            </a:extLst>
          </p:cNvPr>
          <p:cNvSpPr txBox="1"/>
          <p:nvPr/>
        </p:nvSpPr>
        <p:spPr>
          <a:xfrm>
            <a:off x="3887369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107" name="Rounded Rectangle 15">
            <a:extLst>
              <a:ext uri="{FF2B5EF4-FFF2-40B4-BE49-F238E27FC236}">
                <a16:creationId xmlns:a16="http://schemas.microsoft.com/office/drawing/2014/main" id="{F5C3754B-5F39-23A4-BF99-D4A025202547}"/>
              </a:ext>
            </a:extLst>
          </p:cNvPr>
          <p:cNvSpPr/>
          <p:nvPr/>
        </p:nvSpPr>
        <p:spPr>
          <a:xfrm>
            <a:off x="6054299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6">
            <a:extLst>
              <a:ext uri="{FF2B5EF4-FFF2-40B4-BE49-F238E27FC236}">
                <a16:creationId xmlns:a16="http://schemas.microsoft.com/office/drawing/2014/main" id="{7B4FA29B-E03B-D1DF-4F6C-C89F39B4D3A3}"/>
              </a:ext>
            </a:extLst>
          </p:cNvPr>
          <p:cNvSpPr/>
          <p:nvPr/>
        </p:nvSpPr>
        <p:spPr>
          <a:xfrm>
            <a:off x="6054299" y="1266739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C224815C-D6DA-D911-9336-02E28B23AB99}"/>
              </a:ext>
            </a:extLst>
          </p:cNvPr>
          <p:cNvSpPr txBox="1"/>
          <p:nvPr/>
        </p:nvSpPr>
        <p:spPr>
          <a:xfrm>
            <a:off x="6164027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113" name="TextBox 18">
            <a:extLst>
              <a:ext uri="{FF2B5EF4-FFF2-40B4-BE49-F238E27FC236}">
                <a16:creationId xmlns:a16="http://schemas.microsoft.com/office/drawing/2014/main" id="{F7A96E46-2CAB-5616-3C2B-EBDD33D55A0E}"/>
              </a:ext>
            </a:extLst>
          </p:cNvPr>
          <p:cNvSpPr txBox="1"/>
          <p:nvPr/>
        </p:nvSpPr>
        <p:spPr>
          <a:xfrm>
            <a:off x="6091072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115" name="Rounded Rectangle 19">
            <a:extLst>
              <a:ext uri="{FF2B5EF4-FFF2-40B4-BE49-F238E27FC236}">
                <a16:creationId xmlns:a16="http://schemas.microsoft.com/office/drawing/2014/main" id="{37C1226B-85EC-E9C7-E5DB-CA5ACF08819C}"/>
              </a:ext>
            </a:extLst>
          </p:cNvPr>
          <p:cNvSpPr/>
          <p:nvPr/>
        </p:nvSpPr>
        <p:spPr>
          <a:xfrm>
            <a:off x="8258002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20">
            <a:extLst>
              <a:ext uri="{FF2B5EF4-FFF2-40B4-BE49-F238E27FC236}">
                <a16:creationId xmlns:a16="http://schemas.microsoft.com/office/drawing/2014/main" id="{5E0E99AF-E6B7-89A0-A270-0AD7F1DE24F3}"/>
              </a:ext>
            </a:extLst>
          </p:cNvPr>
          <p:cNvSpPr/>
          <p:nvPr/>
        </p:nvSpPr>
        <p:spPr>
          <a:xfrm>
            <a:off x="8258002" y="1266739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21">
            <a:extLst>
              <a:ext uri="{FF2B5EF4-FFF2-40B4-BE49-F238E27FC236}">
                <a16:creationId xmlns:a16="http://schemas.microsoft.com/office/drawing/2014/main" id="{C70A4E60-C5B5-D0A2-F241-23B40341FE5C}"/>
              </a:ext>
            </a:extLst>
          </p:cNvPr>
          <p:cNvSpPr txBox="1"/>
          <p:nvPr/>
        </p:nvSpPr>
        <p:spPr>
          <a:xfrm>
            <a:off x="8367730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121" name="TextBox 22">
            <a:extLst>
              <a:ext uri="{FF2B5EF4-FFF2-40B4-BE49-F238E27FC236}">
                <a16:creationId xmlns:a16="http://schemas.microsoft.com/office/drawing/2014/main" id="{CD58A04C-831D-CD9B-2E86-02E3ACAF8DD9}"/>
              </a:ext>
            </a:extLst>
          </p:cNvPr>
          <p:cNvSpPr txBox="1"/>
          <p:nvPr/>
        </p:nvSpPr>
        <p:spPr>
          <a:xfrm>
            <a:off x="8294775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9F5AE10-C2C6-9B0B-6353-C5D6B285174E}"/>
              </a:ext>
            </a:extLst>
          </p:cNvPr>
          <p:cNvGrpSpPr/>
          <p:nvPr/>
        </p:nvGrpSpPr>
        <p:grpSpPr>
          <a:xfrm>
            <a:off x="660400" y="3666812"/>
            <a:ext cx="10872922" cy="758330"/>
            <a:chOff x="645979" y="1742511"/>
            <a:chExt cx="10872922" cy="65577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2F5B59A6-51F9-8443-5C07-3C8D21311BA7}"/>
                </a:ext>
              </a:extLst>
            </p:cNvPr>
            <p:cNvSpPr/>
            <p:nvPr/>
          </p:nvSpPr>
          <p:spPr>
            <a:xfrm>
              <a:off x="728030" y="1796059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7904547-A5E5-CBE1-913F-D3628632B00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5979" y="1742511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{vItem2.item1}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2232606-50F8-D384-4E95-B5921C22BC4F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205433" y="1796058"/>
              <a:ext cx="8238351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{vItem2.item1_Desc}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1BD2816-695E-15BD-C421-2459D7416809}"/>
              </a:ext>
            </a:extLst>
          </p:cNvPr>
          <p:cNvGrpSpPr/>
          <p:nvPr/>
        </p:nvGrpSpPr>
        <p:grpSpPr>
          <a:xfrm>
            <a:off x="660400" y="4689171"/>
            <a:ext cx="10872922" cy="758330"/>
            <a:chOff x="645979" y="2489673"/>
            <a:chExt cx="10872922" cy="655778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F321D32-910B-D1A1-1549-443FB879AEBC}"/>
                </a:ext>
              </a:extLst>
            </p:cNvPr>
            <p:cNvSpPr/>
            <p:nvPr/>
          </p:nvSpPr>
          <p:spPr>
            <a:xfrm>
              <a:off x="728030" y="2543221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0"/>
              <a:tileRect/>
            </a:gradFill>
            <a:ln w="127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BFB24BD4-78F5-5E7E-048A-1C81AB07F6D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45979" y="2489673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</a:rPr>
                <a:t>{</a:t>
              </a: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vItem2.item2</a:t>
              </a:r>
              <a:r>
                <a:rPr lang="en-US" altLang="zh-CN" sz="3000" b="1" dirty="0">
                  <a:solidFill>
                    <a:srgbClr val="FFFFFF"/>
                  </a:solidFill>
                </a:rPr>
                <a:t>}</a:t>
              </a:r>
              <a:endParaRPr lang="zh-CN" altLang="en-US" sz="3000" b="1" dirty="0">
                <a:solidFill>
                  <a:srgbClr val="FFFFFF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64313FD-AC9F-D279-C908-1AE1C351A98C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165979" y="2543220"/>
              <a:ext cx="8338500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{vItem2.item2_Desc}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27473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1689-1615-082C-323A-3C799BAA2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5E2170C-1E77-8569-C193-0C3646C96DDD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F23943-22A4-EB7B-74AF-AB7BDC187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FA63BA92-1FFF-4C9F-0A78-60BCAAD2DE11}"/>
              </a:ext>
            </a:extLst>
          </p:cNvPr>
          <p:cNvSpPr/>
          <p:nvPr/>
        </p:nvSpPr>
        <p:spPr>
          <a:xfrm>
            <a:off x="576851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2B65E332-6168-0E8A-B046-2D014C8F5A7B}"/>
              </a:ext>
            </a:extLst>
          </p:cNvPr>
          <p:cNvSpPr/>
          <p:nvPr/>
        </p:nvSpPr>
        <p:spPr>
          <a:xfrm>
            <a:off x="576851" y="1372581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E5BD701-B885-BF13-5C6C-590D703B82E6}"/>
              </a:ext>
            </a:extLst>
          </p:cNvPr>
          <p:cNvSpPr txBox="1"/>
          <p:nvPr/>
        </p:nvSpPr>
        <p:spPr>
          <a:xfrm>
            <a:off x="686579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1F76570C-3854-1274-37CB-EB2D1D5B110A}"/>
              </a:ext>
            </a:extLst>
          </p:cNvPr>
          <p:cNvSpPr txBox="1"/>
          <p:nvPr/>
        </p:nvSpPr>
        <p:spPr>
          <a:xfrm>
            <a:off x="613624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8F7BA8C8-A551-1030-7117-D336FB05E08D}"/>
              </a:ext>
            </a:extLst>
          </p:cNvPr>
          <p:cNvSpPr/>
          <p:nvPr/>
        </p:nvSpPr>
        <p:spPr>
          <a:xfrm>
            <a:off x="2780554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0DA18C6F-4D62-DE0B-7299-9E8E471D99DE}"/>
              </a:ext>
            </a:extLst>
          </p:cNvPr>
          <p:cNvSpPr/>
          <p:nvPr/>
        </p:nvSpPr>
        <p:spPr>
          <a:xfrm>
            <a:off x="2780554" y="1372581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E450B376-E005-D41D-5798-492DD03003BC}"/>
              </a:ext>
            </a:extLst>
          </p:cNvPr>
          <p:cNvSpPr txBox="1"/>
          <p:nvPr/>
        </p:nvSpPr>
        <p:spPr>
          <a:xfrm>
            <a:off x="2890282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A7486652-FC67-8C77-2B78-04D4E766C2D2}"/>
              </a:ext>
            </a:extLst>
          </p:cNvPr>
          <p:cNvSpPr txBox="1"/>
          <p:nvPr/>
        </p:nvSpPr>
        <p:spPr>
          <a:xfrm>
            <a:off x="2817327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30" name="Rounded Rectangle 15">
            <a:extLst>
              <a:ext uri="{FF2B5EF4-FFF2-40B4-BE49-F238E27FC236}">
                <a16:creationId xmlns:a16="http://schemas.microsoft.com/office/drawing/2014/main" id="{62DD7111-82E7-7DD5-B220-E0CD304489A8}"/>
              </a:ext>
            </a:extLst>
          </p:cNvPr>
          <p:cNvSpPr/>
          <p:nvPr/>
        </p:nvSpPr>
        <p:spPr>
          <a:xfrm>
            <a:off x="4984257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6">
            <a:extLst>
              <a:ext uri="{FF2B5EF4-FFF2-40B4-BE49-F238E27FC236}">
                <a16:creationId xmlns:a16="http://schemas.microsoft.com/office/drawing/2014/main" id="{3999E8E1-06B6-B9F1-6382-AFDEBB434C26}"/>
              </a:ext>
            </a:extLst>
          </p:cNvPr>
          <p:cNvSpPr/>
          <p:nvPr/>
        </p:nvSpPr>
        <p:spPr>
          <a:xfrm>
            <a:off x="4984257" y="1372581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FB4CF883-3D26-15A4-362A-1184332612FE}"/>
              </a:ext>
            </a:extLst>
          </p:cNvPr>
          <p:cNvSpPr txBox="1"/>
          <p:nvPr/>
        </p:nvSpPr>
        <p:spPr>
          <a:xfrm>
            <a:off x="5093985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4F413CA9-7400-4C4A-D3E1-62874F39716C}"/>
              </a:ext>
            </a:extLst>
          </p:cNvPr>
          <p:cNvSpPr txBox="1"/>
          <p:nvPr/>
        </p:nvSpPr>
        <p:spPr>
          <a:xfrm>
            <a:off x="5021030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38" name="Rounded Rectangle 19">
            <a:extLst>
              <a:ext uri="{FF2B5EF4-FFF2-40B4-BE49-F238E27FC236}">
                <a16:creationId xmlns:a16="http://schemas.microsoft.com/office/drawing/2014/main" id="{125D52B8-8CD8-F22A-F187-DE6CFF93FBAD}"/>
              </a:ext>
            </a:extLst>
          </p:cNvPr>
          <p:cNvSpPr/>
          <p:nvPr/>
        </p:nvSpPr>
        <p:spPr>
          <a:xfrm>
            <a:off x="7187960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9DAF0C3C-F836-6D37-58C6-7FB1317B83B6}"/>
              </a:ext>
            </a:extLst>
          </p:cNvPr>
          <p:cNvSpPr/>
          <p:nvPr/>
        </p:nvSpPr>
        <p:spPr>
          <a:xfrm>
            <a:off x="7187960" y="1372581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CC550426-7F74-9504-87A7-0A56AB8302ED}"/>
              </a:ext>
            </a:extLst>
          </p:cNvPr>
          <p:cNvSpPr txBox="1"/>
          <p:nvPr/>
        </p:nvSpPr>
        <p:spPr>
          <a:xfrm>
            <a:off x="7297688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44" name="TextBox 22">
            <a:extLst>
              <a:ext uri="{FF2B5EF4-FFF2-40B4-BE49-F238E27FC236}">
                <a16:creationId xmlns:a16="http://schemas.microsoft.com/office/drawing/2014/main" id="{005133F3-9F49-F77E-2774-09CA05CC4D8E}"/>
              </a:ext>
            </a:extLst>
          </p:cNvPr>
          <p:cNvSpPr txBox="1"/>
          <p:nvPr/>
        </p:nvSpPr>
        <p:spPr>
          <a:xfrm>
            <a:off x="7224733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  <p:sp>
        <p:nvSpPr>
          <p:cNvPr id="46" name="Rounded Rectangle 23">
            <a:extLst>
              <a:ext uri="{FF2B5EF4-FFF2-40B4-BE49-F238E27FC236}">
                <a16:creationId xmlns:a16="http://schemas.microsoft.com/office/drawing/2014/main" id="{25CE7DB4-8B38-C6E2-1CCF-AF8E87E87848}"/>
              </a:ext>
            </a:extLst>
          </p:cNvPr>
          <p:cNvSpPr/>
          <p:nvPr/>
        </p:nvSpPr>
        <p:spPr>
          <a:xfrm>
            <a:off x="9391663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24">
            <a:extLst>
              <a:ext uri="{FF2B5EF4-FFF2-40B4-BE49-F238E27FC236}">
                <a16:creationId xmlns:a16="http://schemas.microsoft.com/office/drawing/2014/main" id="{9CACB026-F557-95A9-9A8C-3FD33266F7E3}"/>
              </a:ext>
            </a:extLst>
          </p:cNvPr>
          <p:cNvSpPr/>
          <p:nvPr/>
        </p:nvSpPr>
        <p:spPr>
          <a:xfrm>
            <a:off x="9391663" y="1372581"/>
            <a:ext cx="2066543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E5700906-D78D-2578-4109-C62838977337}"/>
              </a:ext>
            </a:extLst>
          </p:cNvPr>
          <p:cNvSpPr txBox="1"/>
          <p:nvPr/>
        </p:nvSpPr>
        <p:spPr>
          <a:xfrm>
            <a:off x="9501391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2D6CEF"/>
                </a:solidFill>
                <a:latin typeface="微软雅黑"/>
                <a:ea typeface="微软雅黑"/>
              </a:rPr>
              <a:t>{vItem.item5}</a:t>
            </a:r>
            <a:endParaRPr sz="2600" b="1" dirty="0">
              <a:solidFill>
                <a:srgbClr val="2D6CEF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26">
            <a:extLst>
              <a:ext uri="{FF2B5EF4-FFF2-40B4-BE49-F238E27FC236}">
                <a16:creationId xmlns:a16="http://schemas.microsoft.com/office/drawing/2014/main" id="{6F7643C9-ED82-8228-A09F-244215EAC335}"/>
              </a:ext>
            </a:extLst>
          </p:cNvPr>
          <p:cNvSpPr txBox="1"/>
          <p:nvPr/>
        </p:nvSpPr>
        <p:spPr>
          <a:xfrm>
            <a:off x="9428436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{vItem.item5_Desc}</a:t>
            </a:r>
            <a:endParaRPr lang="en-US" sz="11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68C08DC-821F-8F8A-5698-57EA5EC61E7C}"/>
              </a:ext>
            </a:extLst>
          </p:cNvPr>
          <p:cNvGrpSpPr/>
          <p:nvPr/>
        </p:nvGrpSpPr>
        <p:grpSpPr>
          <a:xfrm>
            <a:off x="660400" y="3666812"/>
            <a:ext cx="10872922" cy="758330"/>
            <a:chOff x="645979" y="1742511"/>
            <a:chExt cx="10872922" cy="655778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978DD3DB-B919-C57D-12BB-95C95E213074}"/>
                </a:ext>
              </a:extLst>
            </p:cNvPr>
            <p:cNvSpPr/>
            <p:nvPr/>
          </p:nvSpPr>
          <p:spPr>
            <a:xfrm>
              <a:off x="728030" y="1796059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DFEC580B-31BE-DE04-3AF9-C64081A915E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5979" y="1742511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{vItem2.item1}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4423EB3-B996-1F9F-5137-D1DA30F04D3D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205433" y="1796058"/>
              <a:ext cx="8238351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{vItem2.item1_Desc}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1358864-A922-ECE3-CF2B-DD0453EEAB55}"/>
              </a:ext>
            </a:extLst>
          </p:cNvPr>
          <p:cNvGrpSpPr/>
          <p:nvPr/>
        </p:nvGrpSpPr>
        <p:grpSpPr>
          <a:xfrm>
            <a:off x="660400" y="4689171"/>
            <a:ext cx="10872922" cy="758330"/>
            <a:chOff x="645979" y="2489673"/>
            <a:chExt cx="10872922" cy="655778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EB557ECC-84FB-CE68-FBA1-42C71F7626EF}"/>
                </a:ext>
              </a:extLst>
            </p:cNvPr>
            <p:cNvSpPr/>
            <p:nvPr/>
          </p:nvSpPr>
          <p:spPr>
            <a:xfrm>
              <a:off x="728030" y="2543221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0"/>
              <a:tileRect/>
            </a:gradFill>
            <a:ln w="127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970332E5-F9A5-91EC-39DE-0A65DD4C2C6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45979" y="2489673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</a:rPr>
                <a:t>{</a:t>
              </a: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vItem2.item2</a:t>
              </a:r>
              <a:r>
                <a:rPr lang="en-US" altLang="zh-CN" sz="3000" b="1" dirty="0">
                  <a:solidFill>
                    <a:srgbClr val="FFFFFF"/>
                  </a:solidFill>
                </a:rPr>
                <a:t>}</a:t>
              </a:r>
              <a:endParaRPr lang="zh-CN" altLang="en-US" sz="3000" b="1" dirty="0">
                <a:solidFill>
                  <a:srgbClr val="FFFFFF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487F4FA-E678-7DBC-39F1-E939F2263923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165979" y="2543220"/>
              <a:ext cx="8338500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{vItem2.item2_Desc}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37066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70367-DB53-FD03-3354-24F869CAA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5314C5-C122-BEAF-1471-B622D1E94D35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D81BD4-A1F0-96B9-53F4-A2531225E0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4CFACE4D-4B1A-3010-7510-4D268C65943B}"/>
              </a:ext>
            </a:extLst>
          </p:cNvPr>
          <p:cNvSpPr/>
          <p:nvPr/>
        </p:nvSpPr>
        <p:spPr>
          <a:xfrm>
            <a:off x="576851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A5584AA3-DA98-120C-491F-52AE09CAB5AE}"/>
              </a:ext>
            </a:extLst>
          </p:cNvPr>
          <p:cNvSpPr/>
          <p:nvPr/>
        </p:nvSpPr>
        <p:spPr>
          <a:xfrm>
            <a:off x="576851" y="1372581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1B4FFF1-6AD4-E38C-75F5-CCD04FD2FCEB}"/>
              </a:ext>
            </a:extLst>
          </p:cNvPr>
          <p:cNvSpPr txBox="1"/>
          <p:nvPr/>
        </p:nvSpPr>
        <p:spPr>
          <a:xfrm>
            <a:off x="686579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0484895-A2DF-A455-E994-0C6B06C866CD}"/>
              </a:ext>
            </a:extLst>
          </p:cNvPr>
          <p:cNvSpPr txBox="1"/>
          <p:nvPr/>
        </p:nvSpPr>
        <p:spPr>
          <a:xfrm>
            <a:off x="613624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258BB2DB-EA2A-1D79-A1FD-3CBA5319DC9B}"/>
              </a:ext>
            </a:extLst>
          </p:cNvPr>
          <p:cNvSpPr/>
          <p:nvPr/>
        </p:nvSpPr>
        <p:spPr>
          <a:xfrm>
            <a:off x="2780554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78BE6860-E47E-0475-205A-BE20CD5A3A52}"/>
              </a:ext>
            </a:extLst>
          </p:cNvPr>
          <p:cNvSpPr/>
          <p:nvPr/>
        </p:nvSpPr>
        <p:spPr>
          <a:xfrm>
            <a:off x="2780554" y="1372581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91BFD95A-0CB8-E92C-9F07-79EB134E36A0}"/>
              </a:ext>
            </a:extLst>
          </p:cNvPr>
          <p:cNvSpPr txBox="1"/>
          <p:nvPr/>
        </p:nvSpPr>
        <p:spPr>
          <a:xfrm>
            <a:off x="2890282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C5873564-5330-DE97-7820-4B53714A7F98}"/>
              </a:ext>
            </a:extLst>
          </p:cNvPr>
          <p:cNvSpPr txBox="1"/>
          <p:nvPr/>
        </p:nvSpPr>
        <p:spPr>
          <a:xfrm>
            <a:off x="2817327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30" name="Rounded Rectangle 15">
            <a:extLst>
              <a:ext uri="{FF2B5EF4-FFF2-40B4-BE49-F238E27FC236}">
                <a16:creationId xmlns:a16="http://schemas.microsoft.com/office/drawing/2014/main" id="{2A883DFF-D159-6ADD-E617-4967DAA0B226}"/>
              </a:ext>
            </a:extLst>
          </p:cNvPr>
          <p:cNvSpPr/>
          <p:nvPr/>
        </p:nvSpPr>
        <p:spPr>
          <a:xfrm>
            <a:off x="4984257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6">
            <a:extLst>
              <a:ext uri="{FF2B5EF4-FFF2-40B4-BE49-F238E27FC236}">
                <a16:creationId xmlns:a16="http://schemas.microsoft.com/office/drawing/2014/main" id="{30EE07D9-F44F-D2CB-52FA-2C86480C0DD1}"/>
              </a:ext>
            </a:extLst>
          </p:cNvPr>
          <p:cNvSpPr/>
          <p:nvPr/>
        </p:nvSpPr>
        <p:spPr>
          <a:xfrm>
            <a:off x="4984257" y="1372581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63954E2B-993D-AC7D-036C-DF43299F6F26}"/>
              </a:ext>
            </a:extLst>
          </p:cNvPr>
          <p:cNvSpPr txBox="1"/>
          <p:nvPr/>
        </p:nvSpPr>
        <p:spPr>
          <a:xfrm>
            <a:off x="5093985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C295FA22-8853-6B64-0D31-4BD0E5C1E74F}"/>
              </a:ext>
            </a:extLst>
          </p:cNvPr>
          <p:cNvSpPr txBox="1"/>
          <p:nvPr/>
        </p:nvSpPr>
        <p:spPr>
          <a:xfrm>
            <a:off x="5021030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38" name="Rounded Rectangle 19">
            <a:extLst>
              <a:ext uri="{FF2B5EF4-FFF2-40B4-BE49-F238E27FC236}">
                <a16:creationId xmlns:a16="http://schemas.microsoft.com/office/drawing/2014/main" id="{4029A83B-8D2F-36F9-08E3-DAD5554BE23A}"/>
              </a:ext>
            </a:extLst>
          </p:cNvPr>
          <p:cNvSpPr/>
          <p:nvPr/>
        </p:nvSpPr>
        <p:spPr>
          <a:xfrm>
            <a:off x="7187960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E17EF5E6-581E-8CA1-9F08-7EA1E68C4708}"/>
              </a:ext>
            </a:extLst>
          </p:cNvPr>
          <p:cNvSpPr/>
          <p:nvPr/>
        </p:nvSpPr>
        <p:spPr>
          <a:xfrm>
            <a:off x="7187960" y="1372581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8EEDADF9-CF6E-54EA-EB9A-14AFD5861642}"/>
              </a:ext>
            </a:extLst>
          </p:cNvPr>
          <p:cNvSpPr txBox="1"/>
          <p:nvPr/>
        </p:nvSpPr>
        <p:spPr>
          <a:xfrm>
            <a:off x="7297688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44" name="TextBox 22">
            <a:extLst>
              <a:ext uri="{FF2B5EF4-FFF2-40B4-BE49-F238E27FC236}">
                <a16:creationId xmlns:a16="http://schemas.microsoft.com/office/drawing/2014/main" id="{76E23AA4-373A-3261-25F2-2F50D67BC9E4}"/>
              </a:ext>
            </a:extLst>
          </p:cNvPr>
          <p:cNvSpPr txBox="1"/>
          <p:nvPr/>
        </p:nvSpPr>
        <p:spPr>
          <a:xfrm>
            <a:off x="7224733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  <p:sp>
        <p:nvSpPr>
          <p:cNvPr id="46" name="Rounded Rectangle 23">
            <a:extLst>
              <a:ext uri="{FF2B5EF4-FFF2-40B4-BE49-F238E27FC236}">
                <a16:creationId xmlns:a16="http://schemas.microsoft.com/office/drawing/2014/main" id="{494A7050-8D5C-0E05-7A82-FA43C990B91D}"/>
              </a:ext>
            </a:extLst>
          </p:cNvPr>
          <p:cNvSpPr/>
          <p:nvPr/>
        </p:nvSpPr>
        <p:spPr>
          <a:xfrm>
            <a:off x="9391663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24">
            <a:extLst>
              <a:ext uri="{FF2B5EF4-FFF2-40B4-BE49-F238E27FC236}">
                <a16:creationId xmlns:a16="http://schemas.microsoft.com/office/drawing/2014/main" id="{476D2170-EC06-5CA5-F6F4-2811BF9F7786}"/>
              </a:ext>
            </a:extLst>
          </p:cNvPr>
          <p:cNvSpPr/>
          <p:nvPr/>
        </p:nvSpPr>
        <p:spPr>
          <a:xfrm>
            <a:off x="9391663" y="1372581"/>
            <a:ext cx="2066543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C444E7BF-8AD3-779E-10B0-4BB9309D3E5B}"/>
              </a:ext>
            </a:extLst>
          </p:cNvPr>
          <p:cNvSpPr txBox="1"/>
          <p:nvPr/>
        </p:nvSpPr>
        <p:spPr>
          <a:xfrm>
            <a:off x="9501391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2D6CEF"/>
                </a:solidFill>
                <a:latin typeface="微软雅黑"/>
                <a:ea typeface="微软雅黑"/>
              </a:rPr>
              <a:t>{vItem.item5}</a:t>
            </a:r>
            <a:endParaRPr sz="2600" b="1" dirty="0">
              <a:solidFill>
                <a:srgbClr val="2D6CEF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26">
            <a:extLst>
              <a:ext uri="{FF2B5EF4-FFF2-40B4-BE49-F238E27FC236}">
                <a16:creationId xmlns:a16="http://schemas.microsoft.com/office/drawing/2014/main" id="{BB14E4AF-7471-F37F-3BBB-C9731497FDBB}"/>
              </a:ext>
            </a:extLst>
          </p:cNvPr>
          <p:cNvSpPr txBox="1"/>
          <p:nvPr/>
        </p:nvSpPr>
        <p:spPr>
          <a:xfrm>
            <a:off x="9428436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{vItem.item5_Desc}</a:t>
            </a:r>
            <a:endParaRPr lang="en-US" sz="11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6AD7531-1E6E-14EE-7B84-F953F242E70F}"/>
              </a:ext>
            </a:extLst>
          </p:cNvPr>
          <p:cNvGrpSpPr/>
          <p:nvPr/>
        </p:nvGrpSpPr>
        <p:grpSpPr>
          <a:xfrm>
            <a:off x="660400" y="3666812"/>
            <a:ext cx="10872922" cy="758330"/>
            <a:chOff x="645979" y="1742511"/>
            <a:chExt cx="10872922" cy="655778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4F1052D3-1D58-E464-5853-BA6912F1F31C}"/>
                </a:ext>
              </a:extLst>
            </p:cNvPr>
            <p:cNvSpPr/>
            <p:nvPr/>
          </p:nvSpPr>
          <p:spPr>
            <a:xfrm>
              <a:off x="728030" y="1796059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CADAD4A1-FC1A-1078-5E71-AF0BDE1D608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45979" y="1742511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{vItem2.item1}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BD485F4-0D7A-020D-8195-D5ACC51C4CE2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205433" y="1796058"/>
              <a:ext cx="8238351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{vItem2.item1_Desc}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AF8ED5A-B0AD-4035-D1D7-EE6CB33B2DC8}"/>
              </a:ext>
            </a:extLst>
          </p:cNvPr>
          <p:cNvGrpSpPr/>
          <p:nvPr/>
        </p:nvGrpSpPr>
        <p:grpSpPr>
          <a:xfrm>
            <a:off x="660400" y="4689171"/>
            <a:ext cx="10872922" cy="758330"/>
            <a:chOff x="645979" y="2489673"/>
            <a:chExt cx="10872922" cy="655778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CDC254DC-8C4F-4782-DE55-A410B7BD515F}"/>
                </a:ext>
              </a:extLst>
            </p:cNvPr>
            <p:cNvSpPr/>
            <p:nvPr/>
          </p:nvSpPr>
          <p:spPr>
            <a:xfrm>
              <a:off x="728030" y="2543221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0"/>
              <a:tileRect/>
            </a:gradFill>
            <a:ln w="127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84A94F49-7E71-B3A3-15EB-8D1178872DA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5979" y="2489673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</a:rPr>
                <a:t>{</a:t>
              </a: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vItem2.item2</a:t>
              </a:r>
              <a:r>
                <a:rPr lang="en-US" altLang="zh-CN" sz="3000" b="1" dirty="0">
                  <a:solidFill>
                    <a:srgbClr val="FFFFFF"/>
                  </a:solidFill>
                </a:rPr>
                <a:t>}</a:t>
              </a:r>
              <a:endParaRPr lang="zh-CN" altLang="en-US" sz="3000" b="1" dirty="0">
                <a:solidFill>
                  <a:srgbClr val="FFFFFF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0A3D4CB-9461-2642-9312-A766CF6F3984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165979" y="2543220"/>
              <a:ext cx="8338500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{vItem2.item2_Desc}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68775FF-D139-9EB2-B50F-9F8EF7E6E66A}"/>
              </a:ext>
            </a:extLst>
          </p:cNvPr>
          <p:cNvGrpSpPr/>
          <p:nvPr/>
        </p:nvGrpSpPr>
        <p:grpSpPr>
          <a:xfrm>
            <a:off x="660400" y="5711529"/>
            <a:ext cx="10872922" cy="758330"/>
            <a:chOff x="645979" y="3236835"/>
            <a:chExt cx="10872922" cy="655778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EA5B51B5-6973-2C64-82BA-7FD4A7BF0B95}"/>
                </a:ext>
              </a:extLst>
            </p:cNvPr>
            <p:cNvSpPr/>
            <p:nvPr/>
          </p:nvSpPr>
          <p:spPr>
            <a:xfrm>
              <a:off x="728030" y="3290383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972E2979-58A1-BF13-4286-84A78C42627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45979" y="3236835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</a:rPr>
                <a:t>{</a:t>
              </a: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vItem2.item3</a:t>
              </a:r>
              <a:r>
                <a:rPr lang="en-US" altLang="zh-CN" sz="3000" b="1" dirty="0">
                  <a:solidFill>
                    <a:srgbClr val="FFFFFF"/>
                  </a:solidFill>
                </a:rPr>
                <a:t>}</a:t>
              </a:r>
              <a:endParaRPr lang="zh-CN" altLang="en-US" sz="3000" b="1" dirty="0">
                <a:solidFill>
                  <a:srgbClr val="FFFFFF"/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44B000-29C2-04CE-29A9-EF030E489E5F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165979" y="3290382"/>
              <a:ext cx="8351200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{vItem2.item3_Desc}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4321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443475" y="1105844"/>
            <a:ext cx="9305050" cy="3810326"/>
            <a:chOff x="1437125" y="2323774"/>
            <a:chExt cx="9305050" cy="3810326"/>
          </a:xfrm>
        </p:grpSpPr>
        <p:grpSp>
          <p:nvGrpSpPr>
            <p:cNvPr id="5" name="组合 4"/>
            <p:cNvGrpSpPr/>
            <p:nvPr/>
          </p:nvGrpSpPr>
          <p:grpSpPr>
            <a:xfrm>
              <a:off x="1437125" y="2323774"/>
              <a:ext cx="2435170" cy="3810326"/>
              <a:chOff x="665517" y="2323774"/>
              <a:chExt cx="2435170" cy="3810326"/>
            </a:xfrm>
          </p:grpSpPr>
          <p:sp>
            <p:nvSpPr>
              <p:cNvPr id="18" name="任意多边形: 形状 17"/>
              <p:cNvSpPr/>
              <p:nvPr>
                <p:custDataLst>
                  <p:tags r:id="rId12"/>
                </p:custDataLst>
              </p:nvPr>
            </p:nvSpPr>
            <p:spPr>
              <a:xfrm>
                <a:off x="1200913" y="2323774"/>
                <a:ext cx="1365084" cy="1365082"/>
              </a:xfrm>
              <a:custGeom>
                <a:avLst/>
                <a:gdLst>
                  <a:gd name="connsiteX0" fmla="*/ 0 w 2599531"/>
                  <a:gd name="connsiteY0" fmla="*/ 1299766 h 2599531"/>
                  <a:gd name="connsiteX1" fmla="*/ 1299766 w 2599531"/>
                  <a:gd name="connsiteY1" fmla="*/ 0 h 2599531"/>
                  <a:gd name="connsiteX2" fmla="*/ 2599532 w 2599531"/>
                  <a:gd name="connsiteY2" fmla="*/ 1299766 h 2599531"/>
                  <a:gd name="connsiteX3" fmla="*/ 1299766 w 2599531"/>
                  <a:gd name="connsiteY3" fmla="*/ 2599532 h 2599531"/>
                  <a:gd name="connsiteX4" fmla="*/ 0 w 2599531"/>
                  <a:gd name="connsiteY4" fmla="*/ 1299766 h 259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9531" h="2599531">
                    <a:moveTo>
                      <a:pt x="0" y="1299766"/>
                    </a:moveTo>
                    <a:cubicBezTo>
                      <a:pt x="0" y="581925"/>
                      <a:pt x="581925" y="0"/>
                      <a:pt x="1299766" y="0"/>
                    </a:cubicBezTo>
                    <a:cubicBezTo>
                      <a:pt x="2017607" y="0"/>
                      <a:pt x="2599532" y="581925"/>
                      <a:pt x="2599532" y="1299766"/>
                    </a:cubicBezTo>
                    <a:cubicBezTo>
                      <a:pt x="2599532" y="2017607"/>
                      <a:pt x="2017607" y="2599532"/>
                      <a:pt x="1299766" y="2599532"/>
                    </a:cubicBezTo>
                    <a:cubicBezTo>
                      <a:pt x="581925" y="2599532"/>
                      <a:pt x="0" y="2017607"/>
                      <a:pt x="0" y="12997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4000" b="1" dirty="0">
                    <a:solidFill>
                      <a:srgbClr val="FFFFFF"/>
                    </a:solidFill>
                  </a:rPr>
                  <a:t>01</a:t>
                </a:r>
                <a:endParaRPr kumimoji="1" lang="zh-CN" altLang="en-US" sz="4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椭圆 18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793454" y="3787791"/>
                <a:ext cx="180000" cy="17887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endParaRPr kumimoji="1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65517" y="4531614"/>
                <a:ext cx="2435170" cy="598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cxnSp>
            <p:nvCxnSpPr>
              <p:cNvPr id="21" name="直接连接符 20"/>
              <p:cNvCxnSpPr>
                <a:stCxn id="19" idx="4"/>
                <a:endCxn id="20" idx="0"/>
              </p:cNvCxnSpPr>
              <p:nvPr>
                <p:custDataLst>
                  <p:tags r:id="rId15"/>
                </p:custDataLst>
              </p:nvPr>
            </p:nvCxnSpPr>
            <p:spPr>
              <a:xfrm flipH="1">
                <a:off x="1883102" y="3966665"/>
                <a:ext cx="352" cy="564949"/>
              </a:xfrm>
              <a:prstGeom prst="line">
                <a:avLst/>
              </a:prstGeom>
              <a:ln w="12700" cap="rnd">
                <a:solidFill>
                  <a:schemeClr val="accent1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65517" y="5192794"/>
                <a:ext cx="2435170" cy="941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872065" y="2345377"/>
              <a:ext cx="2435170" cy="3788723"/>
              <a:chOff x="2419020" y="2345377"/>
              <a:chExt cx="2435170" cy="3788723"/>
            </a:xfrm>
          </p:grpSpPr>
          <p:sp>
            <p:nvSpPr>
              <p:cNvPr id="13" name="任意多边形: 形状 12"/>
              <p:cNvSpPr/>
              <p:nvPr>
                <p:custDataLst>
                  <p:tags r:id="rId7"/>
                </p:custDataLst>
              </p:nvPr>
            </p:nvSpPr>
            <p:spPr>
              <a:xfrm>
                <a:off x="3006843" y="2345377"/>
                <a:ext cx="1259524" cy="1196906"/>
              </a:xfrm>
              <a:custGeom>
                <a:avLst/>
                <a:gdLst>
                  <a:gd name="connsiteX0" fmla="*/ 0 w 2176015"/>
                  <a:gd name="connsiteY0" fmla="*/ 1139634 h 2279268"/>
                  <a:gd name="connsiteX1" fmla="*/ 1088008 w 2176015"/>
                  <a:gd name="connsiteY1" fmla="*/ 0 h 2279268"/>
                  <a:gd name="connsiteX2" fmla="*/ 2176016 w 2176015"/>
                  <a:gd name="connsiteY2" fmla="*/ 1139634 h 2279268"/>
                  <a:gd name="connsiteX3" fmla="*/ 1088008 w 2176015"/>
                  <a:gd name="connsiteY3" fmla="*/ 2279268 h 2279268"/>
                  <a:gd name="connsiteX4" fmla="*/ 0 w 2176015"/>
                  <a:gd name="connsiteY4" fmla="*/ 1139634 h 2279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76015" h="2279268">
                    <a:moveTo>
                      <a:pt x="0" y="1139634"/>
                    </a:moveTo>
                    <a:cubicBezTo>
                      <a:pt x="0" y="510232"/>
                      <a:pt x="487118" y="0"/>
                      <a:pt x="1088008" y="0"/>
                    </a:cubicBezTo>
                    <a:cubicBezTo>
                      <a:pt x="1688898" y="0"/>
                      <a:pt x="2176016" y="510232"/>
                      <a:pt x="2176016" y="1139634"/>
                    </a:cubicBezTo>
                    <a:cubicBezTo>
                      <a:pt x="2176016" y="1769036"/>
                      <a:pt x="1688898" y="2279268"/>
                      <a:pt x="1088008" y="2279268"/>
                    </a:cubicBezTo>
                    <a:cubicBezTo>
                      <a:pt x="487118" y="2279268"/>
                      <a:pt x="0" y="1769036"/>
                      <a:pt x="0" y="113963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chemeClr val="bg1"/>
                    </a:solidFill>
                  </a:rPr>
                  <a:t>02</a:t>
                </a:r>
                <a:endParaRPr lang="zh-CN" altLang="en-US" sz="4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3546604" y="3638675"/>
                <a:ext cx="180000" cy="178874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25000" lnSpcReduction="20000"/>
              </a:bodyPr>
              <a:lstStyle/>
              <a:p>
                <a:pPr algn="ctr"/>
                <a:endParaRPr sz="24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文本框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419020" y="4531614"/>
                <a:ext cx="2435170" cy="598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cxnSp>
            <p:nvCxnSpPr>
              <p:cNvPr id="16" name="直接连接符 15"/>
              <p:cNvCxnSpPr>
                <a:stCxn id="14" idx="4"/>
                <a:endCxn id="15" idx="0"/>
              </p:cNvCxnSpPr>
              <p:nvPr>
                <p:custDataLst>
                  <p:tags r:id="rId10"/>
                </p:custDataLst>
              </p:nvPr>
            </p:nvCxnSpPr>
            <p:spPr>
              <a:xfrm>
                <a:off x="3636604" y="3817549"/>
                <a:ext cx="1" cy="714065"/>
              </a:xfrm>
              <a:prstGeom prst="line">
                <a:avLst/>
              </a:prstGeom>
              <a:ln w="12700" cap="rnd">
                <a:solidFill>
                  <a:schemeClr val="accent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419020" y="5192794"/>
                <a:ext cx="2435170" cy="941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307005" y="2394954"/>
              <a:ext cx="2435170" cy="3739146"/>
              <a:chOff x="3935139" y="2394954"/>
              <a:chExt cx="2435170" cy="3739146"/>
            </a:xfrm>
          </p:grpSpPr>
          <p:sp>
            <p:nvSpPr>
              <p:cNvPr id="8" name="任意多边形: 形状 7"/>
              <p:cNvSpPr/>
              <p:nvPr>
                <p:custDataLst>
                  <p:tags r:id="rId2"/>
                </p:custDataLst>
              </p:nvPr>
            </p:nvSpPr>
            <p:spPr>
              <a:xfrm>
                <a:off x="4603848" y="2394954"/>
                <a:ext cx="1097750" cy="1097750"/>
              </a:xfrm>
              <a:custGeom>
                <a:avLst/>
                <a:gdLst>
                  <a:gd name="connsiteX0" fmla="*/ 0 w 1799993"/>
                  <a:gd name="connsiteY0" fmla="*/ 899997 h 1799993"/>
                  <a:gd name="connsiteX1" fmla="*/ 899997 w 1799993"/>
                  <a:gd name="connsiteY1" fmla="*/ 0 h 1799993"/>
                  <a:gd name="connsiteX2" fmla="*/ 1799994 w 1799993"/>
                  <a:gd name="connsiteY2" fmla="*/ 899997 h 1799993"/>
                  <a:gd name="connsiteX3" fmla="*/ 899997 w 1799993"/>
                  <a:gd name="connsiteY3" fmla="*/ 1799994 h 1799993"/>
                  <a:gd name="connsiteX4" fmla="*/ 0 w 1799993"/>
                  <a:gd name="connsiteY4" fmla="*/ 899997 h 1799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99993" h="1799993">
                    <a:moveTo>
                      <a:pt x="0" y="899997"/>
                    </a:moveTo>
                    <a:cubicBezTo>
                      <a:pt x="0" y="402942"/>
                      <a:pt x="402942" y="0"/>
                      <a:pt x="899997" y="0"/>
                    </a:cubicBezTo>
                    <a:cubicBezTo>
                      <a:pt x="1397052" y="0"/>
                      <a:pt x="1799994" y="402942"/>
                      <a:pt x="1799994" y="899997"/>
                    </a:cubicBezTo>
                    <a:cubicBezTo>
                      <a:pt x="1799994" y="1397052"/>
                      <a:pt x="1397052" y="1799994"/>
                      <a:pt x="899997" y="1799994"/>
                    </a:cubicBezTo>
                    <a:cubicBezTo>
                      <a:pt x="402942" y="1799994"/>
                      <a:pt x="0" y="1397052"/>
                      <a:pt x="0" y="89999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4000" b="1" dirty="0">
                    <a:solidFill>
                      <a:srgbClr val="FFFFFF"/>
                    </a:solidFill>
                  </a:rPr>
                  <a:t>03</a:t>
                </a:r>
                <a:endParaRPr kumimoji="1" lang="zh-CN" altLang="en-US" sz="4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9" name="椭圆 8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5062723" y="3550759"/>
                <a:ext cx="180000" cy="17887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/>
                <a:endParaRPr kumimoji="1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935139" y="4531614"/>
                <a:ext cx="2435170" cy="598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cxnSp>
            <p:nvCxnSpPr>
              <p:cNvPr id="11" name="直接连接符 10"/>
              <p:cNvCxnSpPr>
                <a:stCxn id="9" idx="4"/>
                <a:endCxn id="10" idx="0"/>
              </p:cNvCxnSpPr>
              <p:nvPr>
                <p:custDataLst>
                  <p:tags r:id="rId5"/>
                </p:custDataLst>
              </p:nvPr>
            </p:nvCxnSpPr>
            <p:spPr>
              <a:xfrm>
                <a:off x="5152723" y="3729633"/>
                <a:ext cx="1" cy="801981"/>
              </a:xfrm>
              <a:prstGeom prst="line">
                <a:avLst/>
              </a:prstGeom>
              <a:ln w="12700" cap="rnd">
                <a:solidFill>
                  <a:schemeClr val="accent1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935139" y="5192794"/>
                <a:ext cx="2435170" cy="941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D3CFD3E-09BB-4FE7-0665-613BB4889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66750" y="1130300"/>
            <a:ext cx="10858500" cy="5003800"/>
            <a:chOff x="660400" y="1130300"/>
            <a:chExt cx="10858500" cy="5003800"/>
          </a:xfrm>
        </p:grpSpPr>
        <p:sp>
          <p:nvSpPr>
            <p:cNvPr id="6" name="椭圆 5"/>
            <p:cNvSpPr/>
            <p:nvPr/>
          </p:nvSpPr>
          <p:spPr bwMode="auto">
            <a:xfrm>
              <a:off x="3875852" y="1459763"/>
              <a:ext cx="4466014" cy="447225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 w="9525">
              <a:solidFill>
                <a:schemeClr val="bg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接连接符 6"/>
            <p:cNvCxnSpPr>
              <a:endCxn id="14" idx="0"/>
            </p:cNvCxnSpPr>
            <p:nvPr/>
          </p:nvCxnSpPr>
          <p:spPr>
            <a:xfrm flipH="1">
              <a:off x="6083139" y="2038416"/>
              <a:ext cx="0" cy="3536691"/>
            </a:xfrm>
            <a:prstGeom prst="line">
              <a:avLst/>
            </a:prstGeom>
            <a:ln w="12700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 flipH="1">
              <a:off x="5993986" y="1911933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flipH="1">
              <a:off x="5993986" y="2522462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 flipH="1">
              <a:off x="5993986" y="3132991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 flipH="1">
              <a:off x="5993986" y="3743520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 flipH="1">
              <a:off x="5993986" y="4354049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 flipH="1">
              <a:off x="5993986" y="4964578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 flipH="1">
              <a:off x="5993986" y="5575107"/>
              <a:ext cx="178306" cy="17830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928913" y="1130300"/>
              <a:ext cx="4785672" cy="8368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en-US" altLang="zh-CN" sz="2400" b="1" dirty="0">
                  <a:solidFill>
                    <a:schemeClr val="tx1"/>
                  </a:solidFill>
                </a:rPr>
                <a:t>{vItem.item1_Desc}</a:t>
              </a: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660400" y="1222939"/>
              <a:ext cx="104775" cy="65485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5400000" scaled="1"/>
              <a:tileRect/>
            </a:gradFill>
            <a:ln w="127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451853" y="1527085"/>
              <a:ext cx="5067047" cy="943841"/>
              <a:chOff x="6451853" y="1527085"/>
              <a:chExt cx="5067047" cy="943841"/>
            </a:xfrm>
          </p:grpSpPr>
          <p:sp>
            <p:nvSpPr>
              <p:cNvPr id="48" name="对话气泡: 圆角矩形 47"/>
              <p:cNvSpPr/>
              <p:nvPr/>
            </p:nvSpPr>
            <p:spPr>
              <a:xfrm>
                <a:off x="6451853" y="1531246"/>
                <a:ext cx="5067047" cy="939680"/>
              </a:xfrm>
              <a:prstGeom prst="wedgeRoundRectCallout">
                <a:avLst>
                  <a:gd name="adj1" fmla="val -53644"/>
                  <a:gd name="adj2" fmla="val 4367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1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 bwMode="auto">
              <a:xfrm>
                <a:off x="7541582" y="1527085"/>
                <a:ext cx="3570819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50" name="矩形: 圆角 49"/>
              <p:cNvSpPr/>
              <p:nvPr/>
            </p:nvSpPr>
            <p:spPr>
              <a:xfrm>
                <a:off x="6713741" y="1725285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rgbClr val="FFFFFF"/>
                    </a:solidFill>
                  </a:rPr>
                  <a:t>01</a:t>
                </a:r>
              </a:p>
            </p:txBody>
          </p:sp>
          <p:sp>
            <p:nvSpPr>
              <p:cNvPr id="51" name="文本框 50"/>
              <p:cNvSpPr txBox="1"/>
              <p:nvPr/>
            </p:nvSpPr>
            <p:spPr bwMode="auto">
              <a:xfrm>
                <a:off x="7541582" y="1911130"/>
                <a:ext cx="3570819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60400" y="2137614"/>
              <a:ext cx="5067047" cy="943841"/>
              <a:chOff x="660400" y="2137614"/>
              <a:chExt cx="5067047" cy="943841"/>
            </a:xfrm>
          </p:grpSpPr>
          <p:sp>
            <p:nvSpPr>
              <p:cNvPr id="44" name="对话气泡: 圆角矩形 43"/>
              <p:cNvSpPr/>
              <p:nvPr/>
            </p:nvSpPr>
            <p:spPr>
              <a:xfrm flipH="1">
                <a:off x="660400" y="2141775"/>
                <a:ext cx="5067047" cy="939680"/>
              </a:xfrm>
              <a:prstGeom prst="wedgeRoundRectCallout">
                <a:avLst>
                  <a:gd name="adj1" fmla="val -53644"/>
                  <a:gd name="adj2" fmla="val 1839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2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4904257" y="2335814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rgbClr val="FFFFFF"/>
                    </a:solidFill>
                  </a:rPr>
                  <a:t>02</a:t>
                </a:r>
              </a:p>
            </p:txBody>
          </p:sp>
          <p:sp>
            <p:nvSpPr>
              <p:cNvPr id="46" name="文本框 45"/>
              <p:cNvSpPr txBox="1"/>
              <p:nvPr/>
            </p:nvSpPr>
            <p:spPr bwMode="auto">
              <a:xfrm flipH="1">
                <a:off x="928911" y="2137614"/>
                <a:ext cx="3708805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 bwMode="auto">
              <a:xfrm flipH="1">
                <a:off x="928911" y="2521659"/>
                <a:ext cx="3708805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451853" y="2748143"/>
              <a:ext cx="5067047" cy="943841"/>
              <a:chOff x="6451853" y="2748143"/>
              <a:chExt cx="5067047" cy="943841"/>
            </a:xfrm>
          </p:grpSpPr>
          <p:sp>
            <p:nvSpPr>
              <p:cNvPr id="40" name="对话气泡: 圆角矩形 39"/>
              <p:cNvSpPr/>
              <p:nvPr/>
            </p:nvSpPr>
            <p:spPr>
              <a:xfrm>
                <a:off x="6451853" y="2752304"/>
                <a:ext cx="5067047" cy="939680"/>
              </a:xfrm>
              <a:prstGeom prst="wedgeRoundRectCallout">
                <a:avLst>
                  <a:gd name="adj1" fmla="val -52941"/>
                  <a:gd name="adj2" fmla="val 4367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1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6713741" y="2946343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>
                    <a:solidFill>
                      <a:srgbClr val="FFFFFF"/>
                    </a:solidFill>
                  </a:rPr>
                  <a:t>03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 bwMode="auto">
              <a:xfrm>
                <a:off x="7541582" y="2748143"/>
                <a:ext cx="3570819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43" name="文本框 42"/>
              <p:cNvSpPr txBox="1"/>
              <p:nvPr/>
            </p:nvSpPr>
            <p:spPr bwMode="auto">
              <a:xfrm>
                <a:off x="7541582" y="3132188"/>
                <a:ext cx="3570819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60400" y="3358672"/>
              <a:ext cx="5067047" cy="943841"/>
              <a:chOff x="660400" y="3358672"/>
              <a:chExt cx="5067047" cy="943841"/>
            </a:xfrm>
          </p:grpSpPr>
          <p:sp>
            <p:nvSpPr>
              <p:cNvPr id="36" name="对话气泡: 圆角矩形 35"/>
              <p:cNvSpPr/>
              <p:nvPr/>
            </p:nvSpPr>
            <p:spPr>
              <a:xfrm flipH="1">
                <a:off x="660400" y="3362833"/>
                <a:ext cx="5067047" cy="939680"/>
              </a:xfrm>
              <a:prstGeom prst="wedgeRoundRectCallout">
                <a:avLst>
                  <a:gd name="adj1" fmla="val -53644"/>
                  <a:gd name="adj2" fmla="val 1839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2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7" name="矩形: 圆角 36"/>
              <p:cNvSpPr/>
              <p:nvPr/>
            </p:nvSpPr>
            <p:spPr>
              <a:xfrm>
                <a:off x="4904257" y="3556872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rgbClr val="FFFFFF"/>
                    </a:solidFill>
                  </a:rPr>
                  <a:t>04</a:t>
                </a:r>
              </a:p>
            </p:txBody>
          </p:sp>
          <p:sp>
            <p:nvSpPr>
              <p:cNvPr id="38" name="文本框 37"/>
              <p:cNvSpPr txBox="1"/>
              <p:nvPr/>
            </p:nvSpPr>
            <p:spPr bwMode="auto">
              <a:xfrm flipH="1">
                <a:off x="928911" y="3742717"/>
                <a:ext cx="3708805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 bwMode="auto">
              <a:xfrm flipH="1">
                <a:off x="928911" y="3358672"/>
                <a:ext cx="3708805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6451853" y="3969201"/>
              <a:ext cx="5067047" cy="943841"/>
              <a:chOff x="6451853" y="3969201"/>
              <a:chExt cx="5067047" cy="943841"/>
            </a:xfrm>
          </p:grpSpPr>
          <p:sp>
            <p:nvSpPr>
              <p:cNvPr id="32" name="对话气泡: 圆角矩形 31"/>
              <p:cNvSpPr/>
              <p:nvPr/>
            </p:nvSpPr>
            <p:spPr>
              <a:xfrm>
                <a:off x="6451853" y="3973362"/>
                <a:ext cx="5067047" cy="939680"/>
              </a:xfrm>
              <a:prstGeom prst="wedgeRoundRectCallout">
                <a:avLst>
                  <a:gd name="adj1" fmla="val -53644"/>
                  <a:gd name="adj2" fmla="val 1839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1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 bwMode="auto">
              <a:xfrm>
                <a:off x="7541582" y="3969201"/>
                <a:ext cx="3570819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6713741" y="4167401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>
                    <a:solidFill>
                      <a:srgbClr val="FFFFFF"/>
                    </a:solidFill>
                  </a:rPr>
                  <a:t>05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 bwMode="auto">
              <a:xfrm>
                <a:off x="7541582" y="4353246"/>
                <a:ext cx="3570819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660400" y="4579730"/>
              <a:ext cx="5067047" cy="943841"/>
              <a:chOff x="660400" y="4579730"/>
              <a:chExt cx="5067047" cy="943841"/>
            </a:xfrm>
          </p:grpSpPr>
          <p:sp>
            <p:nvSpPr>
              <p:cNvPr id="28" name="对话气泡: 圆角矩形 27"/>
              <p:cNvSpPr/>
              <p:nvPr/>
            </p:nvSpPr>
            <p:spPr>
              <a:xfrm flipH="1">
                <a:off x="660400" y="4583891"/>
                <a:ext cx="5067047" cy="939680"/>
              </a:xfrm>
              <a:prstGeom prst="wedgeRoundRectCallout">
                <a:avLst>
                  <a:gd name="adj1" fmla="val -53644"/>
                  <a:gd name="adj2" fmla="val 1839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2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 bwMode="auto">
              <a:xfrm flipH="1">
                <a:off x="928911" y="4579730"/>
                <a:ext cx="3708805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30" name="矩形: 圆角 29"/>
              <p:cNvSpPr/>
              <p:nvPr/>
            </p:nvSpPr>
            <p:spPr>
              <a:xfrm>
                <a:off x="4904257" y="4777930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rgbClr val="FFFFFF"/>
                    </a:solidFill>
                  </a:rPr>
                  <a:t>06</a:t>
                </a:r>
              </a:p>
            </p:txBody>
          </p:sp>
          <p:sp>
            <p:nvSpPr>
              <p:cNvPr id="31" name="文本框 30"/>
              <p:cNvSpPr txBox="1"/>
              <p:nvPr/>
            </p:nvSpPr>
            <p:spPr bwMode="auto">
              <a:xfrm flipH="1">
                <a:off x="928911" y="4963775"/>
                <a:ext cx="3708805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51853" y="5190259"/>
              <a:ext cx="5067047" cy="943841"/>
              <a:chOff x="6451853" y="5190259"/>
              <a:chExt cx="5067047" cy="943841"/>
            </a:xfrm>
          </p:grpSpPr>
          <p:sp>
            <p:nvSpPr>
              <p:cNvPr id="24" name="对话气泡: 圆角矩形 23"/>
              <p:cNvSpPr/>
              <p:nvPr/>
            </p:nvSpPr>
            <p:spPr>
              <a:xfrm>
                <a:off x="6451853" y="5194420"/>
                <a:ext cx="5067047" cy="939680"/>
              </a:xfrm>
              <a:prstGeom prst="wedgeRoundRectCallout">
                <a:avLst>
                  <a:gd name="adj1" fmla="val -53878"/>
                  <a:gd name="adj2" fmla="val 3103"/>
                  <a:gd name="adj3" fmla="val 16667"/>
                </a:avLst>
              </a:prstGeom>
              <a:solidFill>
                <a:schemeClr val="bg1"/>
              </a:solidFill>
              <a:ln w="12700" cap="rnd">
                <a:solidFill>
                  <a:schemeClr val="accent1"/>
                </a:soli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 bwMode="auto">
              <a:xfrm>
                <a:off x="7541582" y="5190259"/>
                <a:ext cx="3570819" cy="384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>
                <a:off x="6713741" y="5388459"/>
                <a:ext cx="561302" cy="5474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>
                    <a:solidFill>
                      <a:srgbClr val="FFFFFF"/>
                    </a:solidFill>
                  </a:rPr>
                  <a:t>07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 bwMode="auto">
              <a:xfrm>
                <a:off x="7541582" y="5574304"/>
                <a:ext cx="3570819" cy="5474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导师见面会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0" y="1303481"/>
            <a:ext cx="11983453" cy="4618634"/>
            <a:chOff x="0" y="1303481"/>
            <a:chExt cx="11983453" cy="4618634"/>
          </a:xfrm>
        </p:grpSpPr>
        <p:sp>
          <p:nvSpPr>
            <p:cNvPr id="31" name="矩形 30"/>
            <p:cNvSpPr/>
            <p:nvPr/>
          </p:nvSpPr>
          <p:spPr>
            <a:xfrm>
              <a:off x="6855964" y="2417893"/>
              <a:ext cx="3355174" cy="463331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215401" y="2417893"/>
              <a:ext cx="3731688" cy="463331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0" y="2417893"/>
              <a:ext cx="3152240" cy="463331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34" name="箭头: 右 33"/>
            <p:cNvSpPr/>
            <p:nvPr/>
          </p:nvSpPr>
          <p:spPr>
            <a:xfrm>
              <a:off x="10496532" y="2174032"/>
              <a:ext cx="1486921" cy="941168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b="1">
                <a:solidFill>
                  <a:srgbClr val="FFFFFF"/>
                </a:solidFill>
              </a:endParaRPr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660400" y="1303481"/>
              <a:ext cx="10858500" cy="7200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en-US" altLang="zh-CN" sz="2400" b="1" dirty="0">
                  <a:solidFill>
                    <a:schemeClr val="tx1"/>
                  </a:solidFill>
                </a:rPr>
                <a:t>{vItem.item1_Desc}</a:t>
              </a:r>
            </a:p>
          </p:txBody>
        </p:sp>
        <p:sp>
          <p:nvSpPr>
            <p:cNvPr id="27" name="矩形: 圆角 26"/>
            <p:cNvSpPr/>
            <p:nvPr/>
          </p:nvSpPr>
          <p:spPr>
            <a:xfrm flipH="1">
              <a:off x="660420" y="3244258"/>
              <a:ext cx="3513728" cy="26778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29796" y="3560626"/>
              <a:ext cx="3174976" cy="786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29799" y="4376063"/>
              <a:ext cx="3174976" cy="9002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0" name="矩形: 圆角 29"/>
            <p:cNvSpPr/>
            <p:nvPr/>
          </p:nvSpPr>
          <p:spPr>
            <a:xfrm>
              <a:off x="1117502" y="5367294"/>
              <a:ext cx="2599566" cy="5548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rgbClr val="FFFFFF"/>
                  </a:solidFill>
                </a:rPr>
                <a:t>01</a:t>
              </a:r>
              <a:endParaRPr lang="zh-CN" altLang="en-US" sz="2400" b="1" dirty="0">
                <a:solidFill>
                  <a:srgbClr val="FFFFFF"/>
                </a:solidFill>
              </a:endParaRPr>
            </a:p>
          </p:txBody>
        </p:sp>
        <p:sp>
          <p:nvSpPr>
            <p:cNvPr id="23" name="矩形: 圆角 22"/>
            <p:cNvSpPr/>
            <p:nvPr/>
          </p:nvSpPr>
          <p:spPr>
            <a:xfrm flipH="1">
              <a:off x="4332796" y="3244258"/>
              <a:ext cx="3513728" cy="26778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502175" y="3560626"/>
              <a:ext cx="3174976" cy="786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502175" y="4376063"/>
              <a:ext cx="3174976" cy="9002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矩形: 圆角 25"/>
            <p:cNvSpPr/>
            <p:nvPr/>
          </p:nvSpPr>
          <p:spPr>
            <a:xfrm>
              <a:off x="4789878" y="5367294"/>
              <a:ext cx="2599566" cy="5548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rgbClr val="FFFFFF"/>
                  </a:solidFill>
                </a:rPr>
                <a:t>02</a:t>
              </a:r>
              <a:endParaRPr lang="zh-CN" altLang="en-US" sz="2400" b="1" dirty="0">
                <a:solidFill>
                  <a:srgbClr val="FFFFFF"/>
                </a:solidFill>
              </a:endParaRPr>
            </a:p>
          </p:txBody>
        </p:sp>
        <p:sp>
          <p:nvSpPr>
            <p:cNvPr id="19" name="矩形: 圆角 18"/>
            <p:cNvSpPr/>
            <p:nvPr/>
          </p:nvSpPr>
          <p:spPr>
            <a:xfrm flipH="1">
              <a:off x="8005172" y="3244258"/>
              <a:ext cx="3513728" cy="26778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174551" y="3560626"/>
              <a:ext cx="3174976" cy="786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174551" y="4376063"/>
              <a:ext cx="3174976" cy="9002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8462254" y="5367294"/>
              <a:ext cx="2599566" cy="5548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rgbClr val="FFFFFF"/>
                  </a:solidFill>
                </a:rPr>
                <a:t>03</a:t>
              </a:r>
              <a:endParaRPr lang="zh-CN" altLang="en-US" sz="2400" b="1" dirty="0">
                <a:solidFill>
                  <a:srgbClr val="FFFFFF"/>
                </a:solidFill>
              </a:endParaRPr>
            </a:p>
          </p:txBody>
        </p:sp>
        <p:sp>
          <p:nvSpPr>
            <p:cNvPr id="17" name="文本框 16"/>
            <p:cNvSpPr txBox="1">
              <a:spLocks noChangeAspect="1"/>
            </p:cNvSpPr>
            <p:nvPr/>
          </p:nvSpPr>
          <p:spPr>
            <a:xfrm>
              <a:off x="2732094" y="2277743"/>
              <a:ext cx="681223" cy="68122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000" b="1">
                  <a:solidFill>
                    <a:srgbClr val="FFFFFF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2930008" y="2461939"/>
              <a:ext cx="285393" cy="312830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文本框 14"/>
            <p:cNvSpPr txBox="1">
              <a:spLocks noChangeAspect="1"/>
            </p:cNvSpPr>
            <p:nvPr/>
          </p:nvSpPr>
          <p:spPr>
            <a:xfrm>
              <a:off x="6372660" y="2277743"/>
              <a:ext cx="681223" cy="68122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000" b="1">
                  <a:solidFill>
                    <a:srgbClr val="FFFFFF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6570574" y="2467428"/>
              <a:ext cx="285393" cy="301856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文本框 12"/>
            <p:cNvSpPr txBox="1">
              <a:spLocks noChangeAspect="1"/>
            </p:cNvSpPr>
            <p:nvPr/>
          </p:nvSpPr>
          <p:spPr>
            <a:xfrm>
              <a:off x="10013225" y="2277743"/>
              <a:ext cx="681223" cy="68122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000" b="1">
                  <a:solidFill>
                    <a:srgbClr val="FFFFFF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211139" y="2478208"/>
              <a:ext cx="285393" cy="280294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学术沙龙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761503" y="1144812"/>
            <a:ext cx="10668994" cy="4989288"/>
            <a:chOff x="660398" y="1144812"/>
            <a:chExt cx="10668994" cy="4989288"/>
          </a:xfrm>
        </p:grpSpPr>
        <p:sp>
          <p:nvSpPr>
            <p:cNvPr id="4" name="椭圆 3"/>
            <p:cNvSpPr/>
            <p:nvPr/>
          </p:nvSpPr>
          <p:spPr>
            <a:xfrm>
              <a:off x="7436842" y="1685925"/>
              <a:ext cx="3892550" cy="3892550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accent1">
                      <a:lumMod val="45000"/>
                      <a:lumOff val="55000"/>
                      <a:alpha val="36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7963176" y="2212260"/>
              <a:ext cx="2839883" cy="28398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50800" dir="2400000" sx="98000" sy="98000" algn="ctr" rotWithShape="0">
                <a:schemeClr val="accent1">
                  <a:alpha val="29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>
                <a:buSzPct val="25000"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{vItem.item1_Desc}</a:t>
              </a: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660401" y="1246412"/>
              <a:ext cx="2839884" cy="2281044"/>
            </a:xfrm>
            <a:prstGeom prst="roundRect">
              <a:avLst>
                <a:gd name="adj" fmla="val 9607"/>
              </a:avLst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783279" y="1144812"/>
              <a:ext cx="535258" cy="514350"/>
            </a:xfrm>
            <a:custGeom>
              <a:avLst/>
              <a:gdLst>
                <a:gd name="connsiteX0" fmla="*/ 0 w 535258"/>
                <a:gd name="connsiteY0" fmla="*/ 0 h 514350"/>
                <a:gd name="connsiteX1" fmla="*/ 535258 w 535258"/>
                <a:gd name="connsiteY1" fmla="*/ 0 h 514350"/>
                <a:gd name="connsiteX2" fmla="*/ 535258 w 535258"/>
                <a:gd name="connsiteY2" fmla="*/ 246721 h 514350"/>
                <a:gd name="connsiteX3" fmla="*/ 267629 w 535258"/>
                <a:gd name="connsiteY3" fmla="*/ 514350 h 514350"/>
                <a:gd name="connsiteX4" fmla="*/ 0 w 535258"/>
                <a:gd name="connsiteY4" fmla="*/ 2467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8" h="514350">
                  <a:moveTo>
                    <a:pt x="0" y="0"/>
                  </a:moveTo>
                  <a:lnTo>
                    <a:pt x="535258" y="0"/>
                  </a:lnTo>
                  <a:lnTo>
                    <a:pt x="535258" y="246721"/>
                  </a:lnTo>
                  <a:cubicBezTo>
                    <a:pt x="535258" y="394528"/>
                    <a:pt x="415436" y="514350"/>
                    <a:pt x="267629" y="514350"/>
                  </a:cubicBezTo>
                  <a:cubicBezTo>
                    <a:pt x="119822" y="514350"/>
                    <a:pt x="0" y="394528"/>
                    <a:pt x="0" y="24672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rgbClr val="FFFFFF"/>
                </a:solidFill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 flipH="1">
              <a:off x="660398" y="2459000"/>
              <a:ext cx="2832151" cy="1068456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/>
                <a:t>{vItem.item1_Desc}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 flipH="1">
              <a:off x="660398" y="1828537"/>
              <a:ext cx="2832153" cy="63046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4044756" y="1246412"/>
              <a:ext cx="2839884" cy="2281044"/>
            </a:xfrm>
            <a:prstGeom prst="roundRect">
              <a:avLst>
                <a:gd name="adj" fmla="val 9607"/>
              </a:avLst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4167634" y="1144812"/>
              <a:ext cx="535258" cy="514350"/>
            </a:xfrm>
            <a:custGeom>
              <a:avLst/>
              <a:gdLst>
                <a:gd name="connsiteX0" fmla="*/ 0 w 535258"/>
                <a:gd name="connsiteY0" fmla="*/ 0 h 514350"/>
                <a:gd name="connsiteX1" fmla="*/ 535258 w 535258"/>
                <a:gd name="connsiteY1" fmla="*/ 0 h 514350"/>
                <a:gd name="connsiteX2" fmla="*/ 535258 w 535258"/>
                <a:gd name="connsiteY2" fmla="*/ 246721 h 514350"/>
                <a:gd name="connsiteX3" fmla="*/ 267629 w 535258"/>
                <a:gd name="connsiteY3" fmla="*/ 514350 h 514350"/>
                <a:gd name="connsiteX4" fmla="*/ 0 w 535258"/>
                <a:gd name="connsiteY4" fmla="*/ 2467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8" h="514350">
                  <a:moveTo>
                    <a:pt x="0" y="0"/>
                  </a:moveTo>
                  <a:lnTo>
                    <a:pt x="535258" y="0"/>
                  </a:lnTo>
                  <a:lnTo>
                    <a:pt x="535258" y="246721"/>
                  </a:lnTo>
                  <a:cubicBezTo>
                    <a:pt x="535258" y="394528"/>
                    <a:pt x="415436" y="514350"/>
                    <a:pt x="267629" y="514350"/>
                  </a:cubicBezTo>
                  <a:cubicBezTo>
                    <a:pt x="119822" y="514350"/>
                    <a:pt x="0" y="394528"/>
                    <a:pt x="0" y="24672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rgbClr val="FFFFFF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 flipH="1">
              <a:off x="4044753" y="2459000"/>
              <a:ext cx="2832151" cy="1068456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/>
                <a:t>{vItem.item1_Desc}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 flipH="1">
              <a:off x="4044753" y="1828537"/>
              <a:ext cx="2832153" cy="63046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660401" y="3853056"/>
              <a:ext cx="2839884" cy="2281044"/>
            </a:xfrm>
            <a:prstGeom prst="roundRect">
              <a:avLst>
                <a:gd name="adj" fmla="val 9607"/>
              </a:avLst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783279" y="3751456"/>
              <a:ext cx="535258" cy="514350"/>
            </a:xfrm>
            <a:custGeom>
              <a:avLst/>
              <a:gdLst>
                <a:gd name="connsiteX0" fmla="*/ 0 w 535258"/>
                <a:gd name="connsiteY0" fmla="*/ 0 h 514350"/>
                <a:gd name="connsiteX1" fmla="*/ 535258 w 535258"/>
                <a:gd name="connsiteY1" fmla="*/ 0 h 514350"/>
                <a:gd name="connsiteX2" fmla="*/ 535258 w 535258"/>
                <a:gd name="connsiteY2" fmla="*/ 246721 h 514350"/>
                <a:gd name="connsiteX3" fmla="*/ 267629 w 535258"/>
                <a:gd name="connsiteY3" fmla="*/ 514350 h 514350"/>
                <a:gd name="connsiteX4" fmla="*/ 0 w 535258"/>
                <a:gd name="connsiteY4" fmla="*/ 2467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8" h="514350">
                  <a:moveTo>
                    <a:pt x="0" y="0"/>
                  </a:moveTo>
                  <a:lnTo>
                    <a:pt x="535258" y="0"/>
                  </a:lnTo>
                  <a:lnTo>
                    <a:pt x="535258" y="246721"/>
                  </a:lnTo>
                  <a:cubicBezTo>
                    <a:pt x="535258" y="394528"/>
                    <a:pt x="415436" y="514350"/>
                    <a:pt x="267629" y="514350"/>
                  </a:cubicBezTo>
                  <a:cubicBezTo>
                    <a:pt x="119822" y="514350"/>
                    <a:pt x="0" y="394528"/>
                    <a:pt x="0" y="24672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rgbClr val="FFFFFF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 flipH="1">
              <a:off x="660398" y="5065644"/>
              <a:ext cx="2832151" cy="1068456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/>
                <a:t>{vItem.item1_Desc}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 flipH="1">
              <a:off x="660398" y="4435181"/>
              <a:ext cx="2832153" cy="63046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4044756" y="3853056"/>
              <a:ext cx="2839884" cy="2281044"/>
            </a:xfrm>
            <a:prstGeom prst="roundRect">
              <a:avLst>
                <a:gd name="adj" fmla="val 9607"/>
              </a:avLst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4167634" y="3751456"/>
              <a:ext cx="535258" cy="514350"/>
            </a:xfrm>
            <a:custGeom>
              <a:avLst/>
              <a:gdLst>
                <a:gd name="connsiteX0" fmla="*/ 0 w 535258"/>
                <a:gd name="connsiteY0" fmla="*/ 0 h 514350"/>
                <a:gd name="connsiteX1" fmla="*/ 535258 w 535258"/>
                <a:gd name="connsiteY1" fmla="*/ 0 h 514350"/>
                <a:gd name="connsiteX2" fmla="*/ 535258 w 535258"/>
                <a:gd name="connsiteY2" fmla="*/ 246721 h 514350"/>
                <a:gd name="connsiteX3" fmla="*/ 267629 w 535258"/>
                <a:gd name="connsiteY3" fmla="*/ 514350 h 514350"/>
                <a:gd name="connsiteX4" fmla="*/ 0 w 535258"/>
                <a:gd name="connsiteY4" fmla="*/ 2467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8" h="514350">
                  <a:moveTo>
                    <a:pt x="0" y="0"/>
                  </a:moveTo>
                  <a:lnTo>
                    <a:pt x="535258" y="0"/>
                  </a:lnTo>
                  <a:lnTo>
                    <a:pt x="535258" y="246721"/>
                  </a:lnTo>
                  <a:cubicBezTo>
                    <a:pt x="535258" y="394528"/>
                    <a:pt x="415436" y="514350"/>
                    <a:pt x="267629" y="514350"/>
                  </a:cubicBezTo>
                  <a:cubicBezTo>
                    <a:pt x="119822" y="514350"/>
                    <a:pt x="0" y="394528"/>
                    <a:pt x="0" y="24672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rgbClr val="FFFFFF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 flipH="1">
              <a:off x="4044753" y="5065644"/>
              <a:ext cx="2832151" cy="1068456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/>
                <a:t>{vItem.item1_Desc}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 flipH="1">
              <a:off x="4044753" y="4435181"/>
              <a:ext cx="2832153" cy="63046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职业规划指导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75205" y="1130300"/>
            <a:ext cx="10641591" cy="5035004"/>
            <a:chOff x="877308" y="1130300"/>
            <a:chExt cx="10641591" cy="5035004"/>
          </a:xfrm>
        </p:grpSpPr>
        <p:grpSp>
          <p:nvGrpSpPr>
            <p:cNvPr id="4" name="组合 3"/>
            <p:cNvGrpSpPr/>
            <p:nvPr/>
          </p:nvGrpSpPr>
          <p:grpSpPr>
            <a:xfrm>
              <a:off x="877308" y="1241591"/>
              <a:ext cx="7328911" cy="4923713"/>
              <a:chOff x="877308" y="1241591"/>
              <a:chExt cx="7328911" cy="4923713"/>
            </a:xfrm>
          </p:grpSpPr>
          <p:sp>
            <p:nvSpPr>
              <p:cNvPr id="26" name="任意多边形: 形状 25"/>
              <p:cNvSpPr/>
              <p:nvPr/>
            </p:nvSpPr>
            <p:spPr bwMode="auto">
              <a:xfrm flipH="1">
                <a:off x="2006210" y="2800840"/>
                <a:ext cx="692494" cy="447015"/>
              </a:xfrm>
              <a:custGeom>
                <a:avLst/>
                <a:gdLst/>
                <a:ahLst/>
                <a:cxnLst>
                  <a:cxn ang="0">
                    <a:pos x="474" y="335"/>
                  </a:cxn>
                  <a:cxn ang="0">
                    <a:pos x="525" y="323"/>
                  </a:cxn>
                  <a:cxn ang="0">
                    <a:pos x="512" y="270"/>
                  </a:cxn>
                  <a:cxn ang="0">
                    <a:pos x="61" y="10"/>
                  </a:cxn>
                  <a:cxn ang="0">
                    <a:pos x="11" y="22"/>
                  </a:cxn>
                  <a:cxn ang="0">
                    <a:pos x="23" y="75"/>
                  </a:cxn>
                  <a:cxn ang="0">
                    <a:pos x="474" y="335"/>
                  </a:cxn>
                </a:cxnLst>
                <a:rect l="0" t="0" r="r" b="b"/>
                <a:pathLst>
                  <a:path w="535" h="345">
                    <a:moveTo>
                      <a:pt x="474" y="335"/>
                    </a:moveTo>
                    <a:cubicBezTo>
                      <a:pt x="492" y="345"/>
                      <a:pt x="514" y="341"/>
                      <a:pt x="525" y="323"/>
                    </a:cubicBezTo>
                    <a:cubicBezTo>
                      <a:pt x="535" y="305"/>
                      <a:pt x="530" y="281"/>
                      <a:pt x="512" y="270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43" y="0"/>
                      <a:pt x="21" y="5"/>
                      <a:pt x="11" y="22"/>
                    </a:cubicBezTo>
                    <a:cubicBezTo>
                      <a:pt x="0" y="40"/>
                      <a:pt x="5" y="64"/>
                      <a:pt x="23" y="75"/>
                    </a:cubicBezTo>
                    <a:lnTo>
                      <a:pt x="474" y="335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7" name="任意多边形: 形状 26"/>
              <p:cNvSpPr/>
              <p:nvPr/>
            </p:nvSpPr>
            <p:spPr bwMode="auto">
              <a:xfrm flipH="1">
                <a:off x="2078944" y="2925095"/>
                <a:ext cx="692494" cy="447015"/>
              </a:xfrm>
              <a:custGeom>
                <a:avLst/>
                <a:gdLst/>
                <a:ahLst/>
                <a:cxnLst>
                  <a:cxn ang="0">
                    <a:pos x="24" y="76"/>
                  </a:cxn>
                  <a:cxn ang="0">
                    <a:pos x="474" y="336"/>
                  </a:cxn>
                  <a:cxn ang="0">
                    <a:pos x="525" y="323"/>
                  </a:cxn>
                  <a:cxn ang="0">
                    <a:pos x="512" y="271"/>
                  </a:cxn>
                  <a:cxn ang="0">
                    <a:pos x="61" y="11"/>
                  </a:cxn>
                  <a:cxn ang="0">
                    <a:pos x="11" y="23"/>
                  </a:cxn>
                  <a:cxn ang="0">
                    <a:pos x="24" y="76"/>
                  </a:cxn>
                </a:cxnLst>
                <a:rect l="0" t="0" r="r" b="b"/>
                <a:pathLst>
                  <a:path w="535" h="346">
                    <a:moveTo>
                      <a:pt x="24" y="76"/>
                    </a:moveTo>
                    <a:cubicBezTo>
                      <a:pt x="474" y="336"/>
                      <a:pt x="474" y="336"/>
                      <a:pt x="474" y="336"/>
                    </a:cubicBezTo>
                    <a:cubicBezTo>
                      <a:pt x="492" y="346"/>
                      <a:pt x="514" y="341"/>
                      <a:pt x="525" y="323"/>
                    </a:cubicBezTo>
                    <a:cubicBezTo>
                      <a:pt x="535" y="306"/>
                      <a:pt x="530" y="281"/>
                      <a:pt x="512" y="271"/>
                    </a:cubicBezTo>
                    <a:cubicBezTo>
                      <a:pt x="61" y="11"/>
                      <a:pt x="61" y="11"/>
                      <a:pt x="61" y="11"/>
                    </a:cubicBezTo>
                    <a:cubicBezTo>
                      <a:pt x="43" y="0"/>
                      <a:pt x="21" y="5"/>
                      <a:pt x="11" y="23"/>
                    </a:cubicBezTo>
                    <a:cubicBezTo>
                      <a:pt x="0" y="41"/>
                      <a:pt x="6" y="65"/>
                      <a:pt x="24" y="76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8" name="任意多边形: 形状 27"/>
              <p:cNvSpPr/>
              <p:nvPr/>
            </p:nvSpPr>
            <p:spPr bwMode="auto">
              <a:xfrm flipH="1">
                <a:off x="2139557" y="3050865"/>
                <a:ext cx="1384988" cy="1962320"/>
              </a:xfrm>
              <a:custGeom>
                <a:avLst/>
                <a:gdLst/>
                <a:ahLst/>
                <a:cxnLst>
                  <a:cxn ang="0">
                    <a:pos x="1068" y="298"/>
                  </a:cxn>
                  <a:cxn ang="0">
                    <a:pos x="1058" y="284"/>
                  </a:cxn>
                  <a:cxn ang="0">
                    <a:pos x="1038" y="271"/>
                  </a:cxn>
                  <a:cxn ang="0">
                    <a:pos x="587" y="11"/>
                  </a:cxn>
                  <a:cxn ang="0">
                    <a:pos x="567" y="3"/>
                  </a:cxn>
                  <a:cxn ang="0">
                    <a:pos x="536" y="17"/>
                  </a:cxn>
                  <a:cxn ang="0">
                    <a:pos x="24" y="903"/>
                  </a:cxn>
                  <a:cxn ang="0">
                    <a:pos x="24" y="903"/>
                  </a:cxn>
                  <a:cxn ang="0">
                    <a:pos x="1" y="1456"/>
                  </a:cxn>
                  <a:cxn ang="0">
                    <a:pos x="29" y="1507"/>
                  </a:cxn>
                  <a:cxn ang="0">
                    <a:pos x="87" y="1506"/>
                  </a:cxn>
                  <a:cxn ang="0">
                    <a:pos x="554" y="1209"/>
                  </a:cxn>
                  <a:cxn ang="0">
                    <a:pos x="554" y="1209"/>
                  </a:cxn>
                  <a:cxn ang="0">
                    <a:pos x="1066" y="323"/>
                  </a:cxn>
                  <a:cxn ang="0">
                    <a:pos x="1069" y="304"/>
                  </a:cxn>
                  <a:cxn ang="0">
                    <a:pos x="1068" y="298"/>
                  </a:cxn>
                  <a:cxn ang="0">
                    <a:pos x="509" y="1167"/>
                  </a:cxn>
                  <a:cxn ang="0">
                    <a:pos x="509" y="1167"/>
                  </a:cxn>
                  <a:cxn ang="0">
                    <a:pos x="195" y="1367"/>
                  </a:cxn>
                  <a:cxn ang="0">
                    <a:pos x="194" y="1366"/>
                  </a:cxn>
                  <a:cxn ang="0">
                    <a:pos x="142" y="1310"/>
                  </a:cxn>
                  <a:cxn ang="0">
                    <a:pos x="68" y="1289"/>
                  </a:cxn>
                  <a:cxn ang="0">
                    <a:pos x="68" y="1289"/>
                  </a:cxn>
                  <a:cxn ang="0">
                    <a:pos x="83" y="921"/>
                  </a:cxn>
                  <a:cxn ang="0">
                    <a:pos x="83" y="921"/>
                  </a:cxn>
                  <a:cxn ang="0">
                    <a:pos x="87" y="914"/>
                  </a:cxn>
                  <a:cxn ang="0">
                    <a:pos x="87" y="914"/>
                  </a:cxn>
                  <a:cxn ang="0">
                    <a:pos x="229" y="896"/>
                  </a:cxn>
                  <a:cxn ang="0">
                    <a:pos x="237" y="898"/>
                  </a:cxn>
                  <a:cxn ang="0">
                    <a:pos x="241" y="905"/>
                  </a:cxn>
                  <a:cxn ang="0">
                    <a:pos x="255" y="1023"/>
                  </a:cxn>
                  <a:cxn ang="0">
                    <a:pos x="281" y="1063"/>
                  </a:cxn>
                  <a:cxn ang="0">
                    <a:pos x="281" y="1063"/>
                  </a:cxn>
                  <a:cxn ang="0">
                    <a:pos x="328" y="1067"/>
                  </a:cxn>
                  <a:cxn ang="0">
                    <a:pos x="446" y="1021"/>
                  </a:cxn>
                  <a:cxn ang="0">
                    <a:pos x="457" y="1025"/>
                  </a:cxn>
                  <a:cxn ang="0">
                    <a:pos x="513" y="1161"/>
                  </a:cxn>
                  <a:cxn ang="0">
                    <a:pos x="513" y="1161"/>
                  </a:cxn>
                  <a:cxn ang="0">
                    <a:pos x="509" y="1167"/>
                  </a:cxn>
                  <a:cxn ang="0">
                    <a:pos x="538" y="1117"/>
                  </a:cxn>
                  <a:cxn ang="0">
                    <a:pos x="538" y="1117"/>
                  </a:cxn>
                  <a:cxn ang="0">
                    <a:pos x="494" y="1010"/>
                  </a:cxn>
                  <a:cxn ang="0">
                    <a:pos x="432" y="984"/>
                  </a:cxn>
                  <a:cxn ang="0">
                    <a:pos x="314" y="1030"/>
                  </a:cxn>
                  <a:cxn ang="0">
                    <a:pos x="301" y="1029"/>
                  </a:cxn>
                  <a:cxn ang="0">
                    <a:pos x="294" y="1018"/>
                  </a:cxn>
                  <a:cxn ang="0">
                    <a:pos x="280" y="901"/>
                  </a:cxn>
                  <a:cxn ang="0">
                    <a:pos x="267" y="872"/>
                  </a:cxn>
                  <a:cxn ang="0">
                    <a:pos x="224" y="856"/>
                  </a:cxn>
                  <a:cxn ang="0">
                    <a:pos x="113" y="871"/>
                  </a:cxn>
                  <a:cxn ang="0">
                    <a:pos x="112" y="870"/>
                  </a:cxn>
                  <a:cxn ang="0">
                    <a:pos x="566" y="85"/>
                  </a:cxn>
                  <a:cxn ang="0">
                    <a:pos x="566" y="85"/>
                  </a:cxn>
                  <a:cxn ang="0">
                    <a:pos x="992" y="331"/>
                  </a:cxn>
                  <a:cxn ang="0">
                    <a:pos x="992" y="331"/>
                  </a:cxn>
                  <a:cxn ang="0">
                    <a:pos x="538" y="1117"/>
                  </a:cxn>
                </a:cxnLst>
                <a:rect l="0" t="0" r="r" b="b"/>
                <a:pathLst>
                  <a:path w="1070" h="1517">
                    <a:moveTo>
                      <a:pt x="1068" y="298"/>
                    </a:moveTo>
                    <a:cubicBezTo>
                      <a:pt x="1066" y="293"/>
                      <a:pt x="1063" y="288"/>
                      <a:pt x="1058" y="284"/>
                    </a:cubicBezTo>
                    <a:cubicBezTo>
                      <a:pt x="1053" y="280"/>
                      <a:pt x="1046" y="275"/>
                      <a:pt x="1038" y="271"/>
                    </a:cubicBezTo>
                    <a:cubicBezTo>
                      <a:pt x="587" y="11"/>
                      <a:pt x="587" y="11"/>
                      <a:pt x="587" y="11"/>
                    </a:cubicBezTo>
                    <a:cubicBezTo>
                      <a:pt x="580" y="6"/>
                      <a:pt x="573" y="4"/>
                      <a:pt x="567" y="3"/>
                    </a:cubicBezTo>
                    <a:cubicBezTo>
                      <a:pt x="555" y="0"/>
                      <a:pt x="542" y="6"/>
                      <a:pt x="536" y="17"/>
                    </a:cubicBezTo>
                    <a:cubicBezTo>
                      <a:pt x="24" y="903"/>
                      <a:pt x="24" y="903"/>
                      <a:pt x="24" y="903"/>
                    </a:cubicBezTo>
                    <a:cubicBezTo>
                      <a:pt x="24" y="903"/>
                      <a:pt x="24" y="903"/>
                      <a:pt x="24" y="903"/>
                    </a:cubicBezTo>
                    <a:cubicBezTo>
                      <a:pt x="1" y="1456"/>
                      <a:pt x="1" y="1456"/>
                      <a:pt x="1" y="1456"/>
                    </a:cubicBezTo>
                    <a:cubicBezTo>
                      <a:pt x="0" y="1477"/>
                      <a:pt x="11" y="1496"/>
                      <a:pt x="29" y="1507"/>
                    </a:cubicBezTo>
                    <a:cubicBezTo>
                      <a:pt x="47" y="1517"/>
                      <a:pt x="70" y="1517"/>
                      <a:pt x="87" y="1506"/>
                    </a:cubicBezTo>
                    <a:cubicBezTo>
                      <a:pt x="554" y="1209"/>
                      <a:pt x="554" y="1209"/>
                      <a:pt x="554" y="1209"/>
                    </a:cubicBezTo>
                    <a:cubicBezTo>
                      <a:pt x="554" y="1209"/>
                      <a:pt x="554" y="1209"/>
                      <a:pt x="554" y="1209"/>
                    </a:cubicBezTo>
                    <a:cubicBezTo>
                      <a:pt x="1066" y="323"/>
                      <a:pt x="1066" y="323"/>
                      <a:pt x="1066" y="323"/>
                    </a:cubicBezTo>
                    <a:cubicBezTo>
                      <a:pt x="1069" y="317"/>
                      <a:pt x="1070" y="311"/>
                      <a:pt x="1069" y="304"/>
                    </a:cubicBezTo>
                    <a:cubicBezTo>
                      <a:pt x="1069" y="302"/>
                      <a:pt x="1069" y="300"/>
                      <a:pt x="1068" y="298"/>
                    </a:cubicBezTo>
                    <a:close/>
                    <a:moveTo>
                      <a:pt x="509" y="1167"/>
                    </a:moveTo>
                    <a:cubicBezTo>
                      <a:pt x="509" y="1167"/>
                      <a:pt x="509" y="1167"/>
                      <a:pt x="509" y="1167"/>
                    </a:cubicBezTo>
                    <a:cubicBezTo>
                      <a:pt x="195" y="1367"/>
                      <a:pt x="195" y="1367"/>
                      <a:pt x="195" y="1367"/>
                    </a:cubicBezTo>
                    <a:cubicBezTo>
                      <a:pt x="194" y="1366"/>
                      <a:pt x="194" y="1366"/>
                      <a:pt x="194" y="1366"/>
                    </a:cubicBezTo>
                    <a:cubicBezTo>
                      <a:pt x="179" y="1342"/>
                      <a:pt x="158" y="1320"/>
                      <a:pt x="142" y="1310"/>
                    </a:cubicBezTo>
                    <a:cubicBezTo>
                      <a:pt x="124" y="1300"/>
                      <a:pt x="95" y="1292"/>
                      <a:pt x="68" y="1289"/>
                    </a:cubicBezTo>
                    <a:cubicBezTo>
                      <a:pt x="68" y="1289"/>
                      <a:pt x="68" y="1289"/>
                      <a:pt x="68" y="1289"/>
                    </a:cubicBezTo>
                    <a:cubicBezTo>
                      <a:pt x="83" y="921"/>
                      <a:pt x="83" y="921"/>
                      <a:pt x="83" y="921"/>
                    </a:cubicBezTo>
                    <a:cubicBezTo>
                      <a:pt x="83" y="921"/>
                      <a:pt x="83" y="921"/>
                      <a:pt x="83" y="921"/>
                    </a:cubicBezTo>
                    <a:cubicBezTo>
                      <a:pt x="87" y="914"/>
                      <a:pt x="87" y="914"/>
                      <a:pt x="87" y="914"/>
                    </a:cubicBezTo>
                    <a:cubicBezTo>
                      <a:pt x="87" y="914"/>
                      <a:pt x="87" y="914"/>
                      <a:pt x="87" y="914"/>
                    </a:cubicBezTo>
                    <a:cubicBezTo>
                      <a:pt x="229" y="896"/>
                      <a:pt x="229" y="896"/>
                      <a:pt x="229" y="896"/>
                    </a:cubicBezTo>
                    <a:cubicBezTo>
                      <a:pt x="233" y="896"/>
                      <a:pt x="235" y="897"/>
                      <a:pt x="237" y="898"/>
                    </a:cubicBezTo>
                    <a:cubicBezTo>
                      <a:pt x="238" y="899"/>
                      <a:pt x="240" y="901"/>
                      <a:pt x="241" y="905"/>
                    </a:cubicBezTo>
                    <a:cubicBezTo>
                      <a:pt x="255" y="1023"/>
                      <a:pt x="255" y="1023"/>
                      <a:pt x="255" y="1023"/>
                    </a:cubicBezTo>
                    <a:cubicBezTo>
                      <a:pt x="257" y="1040"/>
                      <a:pt x="266" y="1054"/>
                      <a:pt x="281" y="1063"/>
                    </a:cubicBezTo>
                    <a:cubicBezTo>
                      <a:pt x="281" y="1063"/>
                      <a:pt x="281" y="1063"/>
                      <a:pt x="281" y="1063"/>
                    </a:cubicBezTo>
                    <a:cubicBezTo>
                      <a:pt x="296" y="1072"/>
                      <a:pt x="313" y="1073"/>
                      <a:pt x="328" y="1067"/>
                    </a:cubicBezTo>
                    <a:cubicBezTo>
                      <a:pt x="446" y="1021"/>
                      <a:pt x="446" y="1021"/>
                      <a:pt x="446" y="1021"/>
                    </a:cubicBezTo>
                    <a:cubicBezTo>
                      <a:pt x="450" y="1019"/>
                      <a:pt x="455" y="1021"/>
                      <a:pt x="457" y="1025"/>
                    </a:cubicBezTo>
                    <a:cubicBezTo>
                      <a:pt x="513" y="1161"/>
                      <a:pt x="513" y="1161"/>
                      <a:pt x="513" y="1161"/>
                    </a:cubicBezTo>
                    <a:cubicBezTo>
                      <a:pt x="513" y="1161"/>
                      <a:pt x="513" y="1161"/>
                      <a:pt x="513" y="1161"/>
                    </a:cubicBezTo>
                    <a:lnTo>
                      <a:pt x="509" y="1167"/>
                    </a:lnTo>
                    <a:close/>
                    <a:moveTo>
                      <a:pt x="538" y="1117"/>
                    </a:moveTo>
                    <a:cubicBezTo>
                      <a:pt x="538" y="1117"/>
                      <a:pt x="538" y="1117"/>
                      <a:pt x="538" y="1117"/>
                    </a:cubicBezTo>
                    <a:cubicBezTo>
                      <a:pt x="494" y="1010"/>
                      <a:pt x="494" y="1010"/>
                      <a:pt x="494" y="1010"/>
                    </a:cubicBezTo>
                    <a:cubicBezTo>
                      <a:pt x="484" y="986"/>
                      <a:pt x="456" y="974"/>
                      <a:pt x="432" y="984"/>
                    </a:cubicBezTo>
                    <a:cubicBezTo>
                      <a:pt x="314" y="1030"/>
                      <a:pt x="314" y="1030"/>
                      <a:pt x="314" y="1030"/>
                    </a:cubicBezTo>
                    <a:cubicBezTo>
                      <a:pt x="308" y="1032"/>
                      <a:pt x="303" y="1030"/>
                      <a:pt x="301" y="1029"/>
                    </a:cubicBezTo>
                    <a:cubicBezTo>
                      <a:pt x="299" y="1027"/>
                      <a:pt x="295" y="1024"/>
                      <a:pt x="294" y="1018"/>
                    </a:cubicBezTo>
                    <a:cubicBezTo>
                      <a:pt x="280" y="901"/>
                      <a:pt x="280" y="901"/>
                      <a:pt x="280" y="901"/>
                    </a:cubicBezTo>
                    <a:cubicBezTo>
                      <a:pt x="279" y="891"/>
                      <a:pt x="275" y="880"/>
                      <a:pt x="267" y="872"/>
                    </a:cubicBezTo>
                    <a:cubicBezTo>
                      <a:pt x="256" y="860"/>
                      <a:pt x="240" y="854"/>
                      <a:pt x="224" y="856"/>
                    </a:cubicBezTo>
                    <a:cubicBezTo>
                      <a:pt x="113" y="871"/>
                      <a:pt x="113" y="871"/>
                      <a:pt x="113" y="871"/>
                    </a:cubicBezTo>
                    <a:cubicBezTo>
                      <a:pt x="112" y="871"/>
                      <a:pt x="112" y="871"/>
                      <a:pt x="112" y="870"/>
                    </a:cubicBezTo>
                    <a:cubicBezTo>
                      <a:pt x="566" y="85"/>
                      <a:pt x="566" y="85"/>
                      <a:pt x="566" y="85"/>
                    </a:cubicBezTo>
                    <a:cubicBezTo>
                      <a:pt x="566" y="85"/>
                      <a:pt x="566" y="85"/>
                      <a:pt x="566" y="85"/>
                    </a:cubicBezTo>
                    <a:cubicBezTo>
                      <a:pt x="992" y="331"/>
                      <a:pt x="992" y="331"/>
                      <a:pt x="992" y="331"/>
                    </a:cubicBezTo>
                    <a:cubicBezTo>
                      <a:pt x="992" y="331"/>
                      <a:pt x="992" y="331"/>
                      <a:pt x="992" y="331"/>
                    </a:cubicBezTo>
                    <a:lnTo>
                      <a:pt x="538" y="1117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9" name="任意多边形: 形状 28"/>
              <p:cNvSpPr/>
              <p:nvPr/>
            </p:nvSpPr>
            <p:spPr bwMode="auto">
              <a:xfrm flipH="1">
                <a:off x="877308" y="1956815"/>
                <a:ext cx="245479" cy="133347"/>
              </a:xfrm>
              <a:custGeom>
                <a:avLst/>
                <a:gdLst/>
                <a:ahLst/>
                <a:cxnLst>
                  <a:cxn ang="0">
                    <a:pos x="33" y="33"/>
                  </a:cxn>
                  <a:cxn ang="0">
                    <a:pos x="5" y="76"/>
                  </a:cxn>
                  <a:cxn ang="0">
                    <a:pos x="51" y="99"/>
                  </a:cxn>
                  <a:cxn ang="0">
                    <a:pos x="155" y="71"/>
                  </a:cxn>
                  <a:cxn ang="0">
                    <a:pos x="184" y="28"/>
                  </a:cxn>
                  <a:cxn ang="0">
                    <a:pos x="138" y="5"/>
                  </a:cxn>
                  <a:cxn ang="0">
                    <a:pos x="33" y="33"/>
                  </a:cxn>
                </a:cxnLst>
                <a:rect l="0" t="0" r="r" b="b"/>
                <a:pathLst>
                  <a:path w="189" h="104">
                    <a:moveTo>
                      <a:pt x="33" y="33"/>
                    </a:moveTo>
                    <a:cubicBezTo>
                      <a:pt x="13" y="39"/>
                      <a:pt x="0" y="58"/>
                      <a:pt x="5" y="76"/>
                    </a:cubicBezTo>
                    <a:cubicBezTo>
                      <a:pt x="10" y="94"/>
                      <a:pt x="31" y="104"/>
                      <a:pt x="51" y="99"/>
                    </a:cubicBezTo>
                    <a:cubicBezTo>
                      <a:pt x="155" y="71"/>
                      <a:pt x="155" y="71"/>
                      <a:pt x="155" y="71"/>
                    </a:cubicBezTo>
                    <a:cubicBezTo>
                      <a:pt x="176" y="65"/>
                      <a:pt x="189" y="46"/>
                      <a:pt x="184" y="28"/>
                    </a:cubicBezTo>
                    <a:cubicBezTo>
                      <a:pt x="179" y="10"/>
                      <a:pt x="158" y="0"/>
                      <a:pt x="138" y="5"/>
                    </a:cubicBezTo>
                    <a:lnTo>
                      <a:pt x="33" y="33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0" name="任意多边形: 形状 29"/>
              <p:cNvSpPr/>
              <p:nvPr/>
            </p:nvSpPr>
            <p:spPr bwMode="auto">
              <a:xfrm flipH="1">
                <a:off x="2077429" y="1241591"/>
                <a:ext cx="134862" cy="243964"/>
              </a:xfrm>
              <a:custGeom>
                <a:avLst/>
                <a:gdLst/>
                <a:ahLst/>
                <a:cxnLst>
                  <a:cxn ang="0">
                    <a:pos x="99" y="138"/>
                  </a:cxn>
                  <a:cxn ang="0">
                    <a:pos x="76" y="184"/>
                  </a:cxn>
                  <a:cxn ang="0">
                    <a:pos x="33" y="155"/>
                  </a:cxn>
                  <a:cxn ang="0">
                    <a:pos x="5" y="51"/>
                  </a:cxn>
                  <a:cxn ang="0">
                    <a:pos x="28" y="5"/>
                  </a:cxn>
                  <a:cxn ang="0">
                    <a:pos x="71" y="33"/>
                  </a:cxn>
                  <a:cxn ang="0">
                    <a:pos x="99" y="138"/>
                  </a:cxn>
                </a:cxnLst>
                <a:rect l="0" t="0" r="r" b="b"/>
                <a:pathLst>
                  <a:path w="104" h="189">
                    <a:moveTo>
                      <a:pt x="99" y="138"/>
                    </a:moveTo>
                    <a:cubicBezTo>
                      <a:pt x="104" y="158"/>
                      <a:pt x="94" y="179"/>
                      <a:pt x="76" y="184"/>
                    </a:cubicBezTo>
                    <a:cubicBezTo>
                      <a:pt x="58" y="189"/>
                      <a:pt x="39" y="176"/>
                      <a:pt x="33" y="155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0" y="31"/>
                      <a:pt x="10" y="10"/>
                      <a:pt x="28" y="5"/>
                    </a:cubicBezTo>
                    <a:cubicBezTo>
                      <a:pt x="46" y="0"/>
                      <a:pt x="65" y="13"/>
                      <a:pt x="71" y="33"/>
                    </a:cubicBezTo>
                    <a:lnTo>
                      <a:pt x="99" y="138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1" name="任意多边形: 形状 30"/>
              <p:cNvSpPr/>
              <p:nvPr/>
            </p:nvSpPr>
            <p:spPr bwMode="auto">
              <a:xfrm flipH="1">
                <a:off x="1616777" y="3026620"/>
                <a:ext cx="134862" cy="243964"/>
              </a:xfrm>
              <a:custGeom>
                <a:avLst/>
                <a:gdLst/>
                <a:ahLst/>
                <a:cxnLst>
                  <a:cxn ang="0">
                    <a:pos x="5" y="51"/>
                  </a:cxn>
                  <a:cxn ang="0">
                    <a:pos x="28" y="5"/>
                  </a:cxn>
                  <a:cxn ang="0">
                    <a:pos x="71" y="33"/>
                  </a:cxn>
                  <a:cxn ang="0">
                    <a:pos x="99" y="137"/>
                  </a:cxn>
                  <a:cxn ang="0">
                    <a:pos x="76" y="183"/>
                  </a:cxn>
                  <a:cxn ang="0">
                    <a:pos x="33" y="155"/>
                  </a:cxn>
                  <a:cxn ang="0">
                    <a:pos x="5" y="51"/>
                  </a:cxn>
                </a:cxnLst>
                <a:rect l="0" t="0" r="r" b="b"/>
                <a:pathLst>
                  <a:path w="104" h="188">
                    <a:moveTo>
                      <a:pt x="5" y="51"/>
                    </a:moveTo>
                    <a:cubicBezTo>
                      <a:pt x="0" y="30"/>
                      <a:pt x="10" y="10"/>
                      <a:pt x="28" y="5"/>
                    </a:cubicBezTo>
                    <a:cubicBezTo>
                      <a:pt x="46" y="0"/>
                      <a:pt x="65" y="13"/>
                      <a:pt x="71" y="33"/>
                    </a:cubicBezTo>
                    <a:cubicBezTo>
                      <a:pt x="99" y="137"/>
                      <a:pt x="99" y="137"/>
                      <a:pt x="99" y="137"/>
                    </a:cubicBezTo>
                    <a:cubicBezTo>
                      <a:pt x="104" y="158"/>
                      <a:pt x="94" y="179"/>
                      <a:pt x="76" y="183"/>
                    </a:cubicBezTo>
                    <a:cubicBezTo>
                      <a:pt x="58" y="188"/>
                      <a:pt x="39" y="175"/>
                      <a:pt x="33" y="155"/>
                    </a:cubicBezTo>
                    <a:lnTo>
                      <a:pt x="5" y="51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2" name="任意多边形: 形状 31"/>
              <p:cNvSpPr/>
              <p:nvPr/>
            </p:nvSpPr>
            <p:spPr bwMode="auto">
              <a:xfrm flipH="1">
                <a:off x="2660821" y="2446258"/>
                <a:ext cx="245479" cy="136377"/>
              </a:xfrm>
              <a:custGeom>
                <a:avLst/>
                <a:gdLst/>
                <a:ahLst/>
                <a:cxnLst>
                  <a:cxn ang="0">
                    <a:pos x="155" y="72"/>
                  </a:cxn>
                  <a:cxn ang="0">
                    <a:pos x="184" y="29"/>
                  </a:cxn>
                  <a:cxn ang="0">
                    <a:pos x="138" y="6"/>
                  </a:cxn>
                  <a:cxn ang="0">
                    <a:pos x="34" y="34"/>
                  </a:cxn>
                  <a:cxn ang="0">
                    <a:pos x="5" y="77"/>
                  </a:cxn>
                  <a:cxn ang="0">
                    <a:pos x="51" y="99"/>
                  </a:cxn>
                  <a:cxn ang="0">
                    <a:pos x="155" y="72"/>
                  </a:cxn>
                </a:cxnLst>
                <a:rect l="0" t="0" r="r" b="b"/>
                <a:pathLst>
                  <a:path w="189" h="105">
                    <a:moveTo>
                      <a:pt x="155" y="72"/>
                    </a:moveTo>
                    <a:cubicBezTo>
                      <a:pt x="176" y="66"/>
                      <a:pt x="189" y="47"/>
                      <a:pt x="184" y="29"/>
                    </a:cubicBezTo>
                    <a:cubicBezTo>
                      <a:pt x="179" y="11"/>
                      <a:pt x="158" y="0"/>
                      <a:pt x="138" y="6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13" y="39"/>
                      <a:pt x="0" y="59"/>
                      <a:pt x="5" y="77"/>
                    </a:cubicBezTo>
                    <a:cubicBezTo>
                      <a:pt x="10" y="95"/>
                      <a:pt x="31" y="105"/>
                      <a:pt x="51" y="99"/>
                    </a:cubicBezTo>
                    <a:lnTo>
                      <a:pt x="155" y="72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3" name="任意多边形: 形状 32"/>
              <p:cNvSpPr/>
              <p:nvPr/>
            </p:nvSpPr>
            <p:spPr bwMode="auto">
              <a:xfrm flipH="1">
                <a:off x="1328869" y="1318872"/>
                <a:ext cx="174260" cy="231842"/>
              </a:xfrm>
              <a:custGeom>
                <a:avLst/>
                <a:gdLst/>
                <a:ahLst/>
                <a:cxnLst>
                  <a:cxn ang="0">
                    <a:pos x="10" y="119"/>
                  </a:cxn>
                  <a:cxn ang="0">
                    <a:pos x="21" y="170"/>
                  </a:cxn>
                  <a:cxn ang="0">
                    <a:pos x="69" y="153"/>
                  </a:cxn>
                  <a:cxn ang="0">
                    <a:pos x="123" y="60"/>
                  </a:cxn>
                  <a:cxn ang="0">
                    <a:pos x="113" y="9"/>
                  </a:cxn>
                  <a:cxn ang="0">
                    <a:pos x="64" y="26"/>
                  </a:cxn>
                  <a:cxn ang="0">
                    <a:pos x="10" y="119"/>
                  </a:cxn>
                </a:cxnLst>
                <a:rect l="0" t="0" r="r" b="b"/>
                <a:pathLst>
                  <a:path w="134" h="179">
                    <a:moveTo>
                      <a:pt x="10" y="119"/>
                    </a:moveTo>
                    <a:cubicBezTo>
                      <a:pt x="0" y="138"/>
                      <a:pt x="4" y="160"/>
                      <a:pt x="21" y="170"/>
                    </a:cubicBezTo>
                    <a:cubicBezTo>
                      <a:pt x="37" y="179"/>
                      <a:pt x="59" y="171"/>
                      <a:pt x="69" y="153"/>
                    </a:cubicBezTo>
                    <a:cubicBezTo>
                      <a:pt x="123" y="60"/>
                      <a:pt x="123" y="60"/>
                      <a:pt x="123" y="60"/>
                    </a:cubicBezTo>
                    <a:cubicBezTo>
                      <a:pt x="134" y="41"/>
                      <a:pt x="129" y="19"/>
                      <a:pt x="113" y="9"/>
                    </a:cubicBezTo>
                    <a:cubicBezTo>
                      <a:pt x="97" y="0"/>
                      <a:pt x="75" y="7"/>
                      <a:pt x="64" y="26"/>
                    </a:cubicBezTo>
                    <a:lnTo>
                      <a:pt x="10" y="119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4" name="任意多边形: 形状 33"/>
              <p:cNvSpPr/>
              <p:nvPr/>
            </p:nvSpPr>
            <p:spPr bwMode="auto">
              <a:xfrm flipH="1">
                <a:off x="2592633" y="1776494"/>
                <a:ext cx="231842" cy="172745"/>
              </a:xfrm>
              <a:custGeom>
                <a:avLst/>
                <a:gdLst/>
                <a:ahLst/>
                <a:cxnLst>
                  <a:cxn ang="0">
                    <a:pos x="59" y="11"/>
                  </a:cxn>
                  <a:cxn ang="0">
                    <a:pos x="9" y="21"/>
                  </a:cxn>
                  <a:cxn ang="0">
                    <a:pos x="25" y="69"/>
                  </a:cxn>
                  <a:cxn ang="0">
                    <a:pos x="119" y="123"/>
                  </a:cxn>
                  <a:cxn ang="0">
                    <a:pos x="169" y="113"/>
                  </a:cxn>
                  <a:cxn ang="0">
                    <a:pos x="153" y="65"/>
                  </a:cxn>
                  <a:cxn ang="0">
                    <a:pos x="59" y="11"/>
                  </a:cxn>
                </a:cxnLst>
                <a:rect l="0" t="0" r="r" b="b"/>
                <a:pathLst>
                  <a:path w="179" h="134">
                    <a:moveTo>
                      <a:pt x="59" y="11"/>
                    </a:moveTo>
                    <a:cubicBezTo>
                      <a:pt x="41" y="0"/>
                      <a:pt x="18" y="5"/>
                      <a:pt x="9" y="21"/>
                    </a:cubicBezTo>
                    <a:cubicBezTo>
                      <a:pt x="0" y="37"/>
                      <a:pt x="7" y="59"/>
                      <a:pt x="25" y="69"/>
                    </a:cubicBezTo>
                    <a:cubicBezTo>
                      <a:pt x="119" y="123"/>
                      <a:pt x="119" y="123"/>
                      <a:pt x="119" y="123"/>
                    </a:cubicBezTo>
                    <a:cubicBezTo>
                      <a:pt x="137" y="134"/>
                      <a:pt x="160" y="129"/>
                      <a:pt x="169" y="113"/>
                    </a:cubicBezTo>
                    <a:cubicBezTo>
                      <a:pt x="179" y="97"/>
                      <a:pt x="171" y="75"/>
                      <a:pt x="153" y="65"/>
                    </a:cubicBezTo>
                    <a:lnTo>
                      <a:pt x="59" y="11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5" name="任意多边形: 形状 34"/>
              <p:cNvSpPr/>
              <p:nvPr/>
            </p:nvSpPr>
            <p:spPr bwMode="auto">
              <a:xfrm flipH="1">
                <a:off x="1042476" y="2672039"/>
                <a:ext cx="231842" cy="172745"/>
              </a:xfrm>
              <a:custGeom>
                <a:avLst/>
                <a:gdLst/>
                <a:ahLst/>
                <a:cxnLst>
                  <a:cxn ang="0">
                    <a:pos x="60" y="10"/>
                  </a:cxn>
                  <a:cxn ang="0">
                    <a:pos x="9" y="21"/>
                  </a:cxn>
                  <a:cxn ang="0">
                    <a:pos x="26" y="69"/>
                  </a:cxn>
                  <a:cxn ang="0">
                    <a:pos x="119" y="123"/>
                  </a:cxn>
                  <a:cxn ang="0">
                    <a:pos x="169" y="113"/>
                  </a:cxn>
                  <a:cxn ang="0">
                    <a:pos x="153" y="64"/>
                  </a:cxn>
                  <a:cxn ang="0">
                    <a:pos x="60" y="10"/>
                  </a:cxn>
                </a:cxnLst>
                <a:rect l="0" t="0" r="r" b="b"/>
                <a:pathLst>
                  <a:path w="179" h="134">
                    <a:moveTo>
                      <a:pt x="60" y="10"/>
                    </a:moveTo>
                    <a:cubicBezTo>
                      <a:pt x="41" y="0"/>
                      <a:pt x="19" y="4"/>
                      <a:pt x="9" y="21"/>
                    </a:cubicBezTo>
                    <a:cubicBezTo>
                      <a:pt x="0" y="37"/>
                      <a:pt x="7" y="59"/>
                      <a:pt x="26" y="69"/>
                    </a:cubicBezTo>
                    <a:cubicBezTo>
                      <a:pt x="119" y="123"/>
                      <a:pt x="119" y="123"/>
                      <a:pt x="119" y="123"/>
                    </a:cubicBezTo>
                    <a:cubicBezTo>
                      <a:pt x="137" y="134"/>
                      <a:pt x="160" y="129"/>
                      <a:pt x="169" y="113"/>
                    </a:cubicBezTo>
                    <a:cubicBezTo>
                      <a:pt x="179" y="97"/>
                      <a:pt x="171" y="75"/>
                      <a:pt x="153" y="64"/>
                    </a:cubicBezTo>
                    <a:lnTo>
                      <a:pt x="60" y="10"/>
                    </a:ln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" name="任意多边形: 形状 35"/>
              <p:cNvSpPr/>
              <p:nvPr/>
            </p:nvSpPr>
            <p:spPr bwMode="auto">
              <a:xfrm flipH="1">
                <a:off x="1142486" y="1515861"/>
                <a:ext cx="1489544" cy="1624407"/>
              </a:xfrm>
              <a:custGeom>
                <a:avLst/>
                <a:gdLst/>
                <a:ahLst/>
                <a:cxnLst>
                  <a:cxn ang="0">
                    <a:pos x="510" y="1256"/>
                  </a:cxn>
                  <a:cxn ang="0">
                    <a:pos x="0" y="961"/>
                  </a:cxn>
                  <a:cxn ang="0">
                    <a:pos x="13" y="937"/>
                  </a:cxn>
                  <a:cxn ang="0">
                    <a:pos x="32" y="713"/>
                  </a:cxn>
                  <a:cxn ang="0">
                    <a:pos x="73" y="317"/>
                  </a:cxn>
                  <a:cxn ang="0">
                    <a:pos x="373" y="37"/>
                  </a:cxn>
                  <a:cxn ang="0">
                    <a:pos x="616" y="7"/>
                  </a:cxn>
                  <a:cxn ang="0">
                    <a:pos x="848" y="77"/>
                  </a:cxn>
                  <a:cxn ang="0">
                    <a:pos x="852" y="80"/>
                  </a:cxn>
                  <a:cxn ang="0">
                    <a:pos x="853" y="80"/>
                  </a:cxn>
                  <a:cxn ang="0">
                    <a:pos x="1029" y="245"/>
                  </a:cxn>
                  <a:cxn ang="0">
                    <a:pos x="1125" y="470"/>
                  </a:cxn>
                  <a:cxn ang="0">
                    <a:pos x="1032" y="870"/>
                  </a:cxn>
                  <a:cxn ang="0">
                    <a:pos x="710" y="1104"/>
                  </a:cxn>
                  <a:cxn ang="0">
                    <a:pos x="524" y="1232"/>
                  </a:cxn>
                  <a:cxn ang="0">
                    <a:pos x="510" y="1256"/>
                  </a:cxn>
                  <a:cxn ang="0">
                    <a:pos x="75" y="939"/>
                  </a:cxn>
                  <a:cxn ang="0">
                    <a:pos x="492" y="1180"/>
                  </a:cxn>
                  <a:cxn ang="0">
                    <a:pos x="686" y="1053"/>
                  </a:cxn>
                  <a:cxn ang="0">
                    <a:pos x="987" y="836"/>
                  </a:cxn>
                  <a:cxn ang="0">
                    <a:pos x="1069" y="481"/>
                  </a:cxn>
                  <a:cxn ang="0">
                    <a:pos x="824" y="128"/>
                  </a:cxn>
                  <a:cxn ang="0">
                    <a:pos x="820" y="126"/>
                  </a:cxn>
                  <a:cxn ang="0">
                    <a:pos x="392" y="90"/>
                  </a:cxn>
                  <a:cxn ang="0">
                    <a:pos x="125" y="339"/>
                  </a:cxn>
                  <a:cxn ang="0">
                    <a:pos x="88" y="708"/>
                  </a:cxn>
                  <a:cxn ang="0">
                    <a:pos x="75" y="939"/>
                  </a:cxn>
                </a:cxnLst>
                <a:rect l="0" t="0" r="r" b="b"/>
                <a:pathLst>
                  <a:path w="1152" h="1256">
                    <a:moveTo>
                      <a:pt x="510" y="1256"/>
                    </a:moveTo>
                    <a:cubicBezTo>
                      <a:pt x="0" y="961"/>
                      <a:pt x="0" y="961"/>
                      <a:pt x="0" y="961"/>
                    </a:cubicBezTo>
                    <a:cubicBezTo>
                      <a:pt x="13" y="937"/>
                      <a:pt x="13" y="937"/>
                      <a:pt x="13" y="937"/>
                    </a:cubicBezTo>
                    <a:cubicBezTo>
                      <a:pt x="46" y="877"/>
                      <a:pt x="40" y="801"/>
                      <a:pt x="32" y="713"/>
                    </a:cubicBezTo>
                    <a:cubicBezTo>
                      <a:pt x="23" y="604"/>
                      <a:pt x="11" y="468"/>
                      <a:pt x="73" y="317"/>
                    </a:cubicBezTo>
                    <a:cubicBezTo>
                      <a:pt x="128" y="184"/>
                      <a:pt x="234" y="85"/>
                      <a:pt x="373" y="37"/>
                    </a:cubicBezTo>
                    <a:cubicBezTo>
                      <a:pt x="449" y="10"/>
                      <a:pt x="533" y="0"/>
                      <a:pt x="616" y="7"/>
                    </a:cubicBezTo>
                    <a:cubicBezTo>
                      <a:pt x="699" y="14"/>
                      <a:pt x="779" y="38"/>
                      <a:pt x="848" y="77"/>
                    </a:cubicBezTo>
                    <a:cubicBezTo>
                      <a:pt x="852" y="80"/>
                      <a:pt x="852" y="80"/>
                      <a:pt x="852" y="80"/>
                    </a:cubicBezTo>
                    <a:cubicBezTo>
                      <a:pt x="853" y="80"/>
                      <a:pt x="853" y="80"/>
                      <a:pt x="853" y="80"/>
                    </a:cubicBezTo>
                    <a:cubicBezTo>
                      <a:pt x="920" y="120"/>
                      <a:pt x="981" y="177"/>
                      <a:pt x="1029" y="245"/>
                    </a:cubicBezTo>
                    <a:cubicBezTo>
                      <a:pt x="1076" y="313"/>
                      <a:pt x="1109" y="391"/>
                      <a:pt x="1125" y="470"/>
                    </a:cubicBezTo>
                    <a:cubicBezTo>
                      <a:pt x="1152" y="615"/>
                      <a:pt x="1119" y="757"/>
                      <a:pt x="1032" y="870"/>
                    </a:cubicBezTo>
                    <a:cubicBezTo>
                      <a:pt x="932" y="1000"/>
                      <a:pt x="809" y="1057"/>
                      <a:pt x="710" y="1104"/>
                    </a:cubicBezTo>
                    <a:cubicBezTo>
                      <a:pt x="629" y="1141"/>
                      <a:pt x="560" y="1174"/>
                      <a:pt x="524" y="1232"/>
                    </a:cubicBezTo>
                    <a:lnTo>
                      <a:pt x="510" y="1256"/>
                    </a:lnTo>
                    <a:close/>
                    <a:moveTo>
                      <a:pt x="75" y="939"/>
                    </a:moveTo>
                    <a:cubicBezTo>
                      <a:pt x="492" y="1180"/>
                      <a:pt x="492" y="1180"/>
                      <a:pt x="492" y="1180"/>
                    </a:cubicBezTo>
                    <a:cubicBezTo>
                      <a:pt x="538" y="1122"/>
                      <a:pt x="607" y="1090"/>
                      <a:pt x="686" y="1053"/>
                    </a:cubicBezTo>
                    <a:cubicBezTo>
                      <a:pt x="784" y="1007"/>
                      <a:pt x="896" y="955"/>
                      <a:pt x="987" y="836"/>
                    </a:cubicBezTo>
                    <a:cubicBezTo>
                      <a:pt x="1087" y="707"/>
                      <a:pt x="1087" y="572"/>
                      <a:pt x="1069" y="481"/>
                    </a:cubicBezTo>
                    <a:cubicBezTo>
                      <a:pt x="1042" y="337"/>
                      <a:pt x="948" y="201"/>
                      <a:pt x="824" y="128"/>
                    </a:cubicBezTo>
                    <a:cubicBezTo>
                      <a:pt x="820" y="126"/>
                      <a:pt x="820" y="126"/>
                      <a:pt x="820" y="126"/>
                    </a:cubicBezTo>
                    <a:cubicBezTo>
                      <a:pt x="695" y="55"/>
                      <a:pt x="530" y="41"/>
                      <a:pt x="392" y="90"/>
                    </a:cubicBezTo>
                    <a:cubicBezTo>
                      <a:pt x="304" y="120"/>
                      <a:pt x="187" y="188"/>
                      <a:pt x="125" y="339"/>
                    </a:cubicBezTo>
                    <a:cubicBezTo>
                      <a:pt x="68" y="477"/>
                      <a:pt x="79" y="600"/>
                      <a:pt x="88" y="708"/>
                    </a:cubicBezTo>
                    <a:cubicBezTo>
                      <a:pt x="96" y="795"/>
                      <a:pt x="102" y="871"/>
                      <a:pt x="75" y="939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7" name="任意多边形: 形状 36"/>
              <p:cNvSpPr/>
              <p:nvPr/>
            </p:nvSpPr>
            <p:spPr bwMode="auto">
              <a:xfrm flipH="1">
                <a:off x="1286440" y="1799223"/>
                <a:ext cx="481867" cy="553086"/>
              </a:xfrm>
              <a:custGeom>
                <a:avLst/>
                <a:gdLst/>
                <a:ahLst/>
                <a:cxnLst>
                  <a:cxn ang="0">
                    <a:pos x="90" y="42"/>
                  </a:cxn>
                  <a:cxn ang="0">
                    <a:pos x="16" y="171"/>
                  </a:cxn>
                  <a:cxn ang="0">
                    <a:pos x="15" y="174"/>
                  </a:cxn>
                  <a:cxn ang="0">
                    <a:pos x="4" y="267"/>
                  </a:cxn>
                  <a:cxn ang="0">
                    <a:pos x="40" y="375"/>
                  </a:cxn>
                  <a:cxn ang="0">
                    <a:pos x="44" y="375"/>
                  </a:cxn>
                  <a:cxn ang="0">
                    <a:pos x="112" y="379"/>
                  </a:cxn>
                  <a:cxn ang="0">
                    <a:pos x="149" y="332"/>
                  </a:cxn>
                  <a:cxn ang="0">
                    <a:pos x="149" y="331"/>
                  </a:cxn>
                  <a:cxn ang="0">
                    <a:pos x="148" y="330"/>
                  </a:cxn>
                  <a:cxn ang="0">
                    <a:pos x="131" y="312"/>
                  </a:cxn>
                  <a:cxn ang="0">
                    <a:pos x="134" y="301"/>
                  </a:cxn>
                  <a:cxn ang="0">
                    <a:pos x="145" y="304"/>
                  </a:cxn>
                  <a:cxn ang="0">
                    <a:pos x="192" y="323"/>
                  </a:cxn>
                  <a:cxn ang="0">
                    <a:pos x="202" y="327"/>
                  </a:cxn>
                  <a:cxn ang="0">
                    <a:pos x="197" y="337"/>
                  </a:cxn>
                  <a:cxn ang="0">
                    <a:pos x="171" y="340"/>
                  </a:cxn>
                  <a:cxn ang="0">
                    <a:pos x="137" y="391"/>
                  </a:cxn>
                  <a:cxn ang="0">
                    <a:pos x="254" y="416"/>
                  </a:cxn>
                  <a:cxn ang="0">
                    <a:pos x="319" y="366"/>
                  </a:cxn>
                  <a:cxn ang="0">
                    <a:pos x="320" y="365"/>
                  </a:cxn>
                  <a:cxn ang="0">
                    <a:pos x="312" y="237"/>
                  </a:cxn>
                  <a:cxn ang="0">
                    <a:pos x="306" y="232"/>
                  </a:cxn>
                  <a:cxn ang="0">
                    <a:pos x="307" y="226"/>
                  </a:cxn>
                  <a:cxn ang="0">
                    <a:pos x="247" y="115"/>
                  </a:cxn>
                  <a:cxn ang="0">
                    <a:pos x="227" y="149"/>
                  </a:cxn>
                  <a:cxn ang="0">
                    <a:pos x="180" y="179"/>
                  </a:cxn>
                  <a:cxn ang="0">
                    <a:pos x="108" y="171"/>
                  </a:cxn>
                  <a:cxn ang="0">
                    <a:pos x="106" y="171"/>
                  </a:cxn>
                  <a:cxn ang="0">
                    <a:pos x="104" y="169"/>
                  </a:cxn>
                  <a:cxn ang="0">
                    <a:pos x="85" y="182"/>
                  </a:cxn>
                  <a:cxn ang="0">
                    <a:pos x="78" y="181"/>
                  </a:cxn>
                  <a:cxn ang="0">
                    <a:pos x="75" y="178"/>
                  </a:cxn>
                  <a:cxn ang="0">
                    <a:pos x="79" y="168"/>
                  </a:cxn>
                  <a:cxn ang="0">
                    <a:pos x="106" y="126"/>
                  </a:cxn>
                  <a:cxn ang="0">
                    <a:pos x="114" y="118"/>
                  </a:cxn>
                  <a:cxn ang="0">
                    <a:pos x="122" y="125"/>
                  </a:cxn>
                  <a:cxn ang="0">
                    <a:pos x="118" y="150"/>
                  </a:cxn>
                  <a:cxn ang="0">
                    <a:pos x="210" y="134"/>
                  </a:cxn>
                  <a:cxn ang="0">
                    <a:pos x="229" y="96"/>
                  </a:cxn>
                  <a:cxn ang="0">
                    <a:pos x="192" y="14"/>
                  </a:cxn>
                  <a:cxn ang="0">
                    <a:pos x="164" y="4"/>
                  </a:cxn>
                  <a:cxn ang="0">
                    <a:pos x="110" y="18"/>
                  </a:cxn>
                  <a:cxn ang="0">
                    <a:pos x="90" y="42"/>
                  </a:cxn>
                </a:cxnLst>
                <a:rect l="0" t="0" r="r" b="b"/>
                <a:pathLst>
                  <a:path w="372" h="428">
                    <a:moveTo>
                      <a:pt x="90" y="42"/>
                    </a:moveTo>
                    <a:cubicBezTo>
                      <a:pt x="16" y="171"/>
                      <a:pt x="16" y="171"/>
                      <a:pt x="16" y="171"/>
                    </a:cubicBezTo>
                    <a:cubicBezTo>
                      <a:pt x="16" y="172"/>
                      <a:pt x="16" y="173"/>
                      <a:pt x="15" y="174"/>
                    </a:cubicBezTo>
                    <a:cubicBezTo>
                      <a:pt x="15" y="175"/>
                      <a:pt x="0" y="215"/>
                      <a:pt x="4" y="267"/>
                    </a:cubicBezTo>
                    <a:cubicBezTo>
                      <a:pt x="6" y="307"/>
                      <a:pt x="19" y="343"/>
                      <a:pt x="40" y="375"/>
                    </a:cubicBezTo>
                    <a:cubicBezTo>
                      <a:pt x="42" y="375"/>
                      <a:pt x="43" y="375"/>
                      <a:pt x="44" y="375"/>
                    </a:cubicBezTo>
                    <a:cubicBezTo>
                      <a:pt x="71" y="387"/>
                      <a:pt x="93" y="388"/>
                      <a:pt x="112" y="379"/>
                    </a:cubicBezTo>
                    <a:cubicBezTo>
                      <a:pt x="139" y="366"/>
                      <a:pt x="149" y="333"/>
                      <a:pt x="149" y="332"/>
                    </a:cubicBezTo>
                    <a:cubicBezTo>
                      <a:pt x="149" y="332"/>
                      <a:pt x="149" y="332"/>
                      <a:pt x="149" y="331"/>
                    </a:cubicBezTo>
                    <a:cubicBezTo>
                      <a:pt x="149" y="331"/>
                      <a:pt x="148" y="331"/>
                      <a:pt x="148" y="330"/>
                    </a:cubicBezTo>
                    <a:cubicBezTo>
                      <a:pt x="137" y="322"/>
                      <a:pt x="131" y="312"/>
                      <a:pt x="131" y="312"/>
                    </a:cubicBezTo>
                    <a:cubicBezTo>
                      <a:pt x="129" y="308"/>
                      <a:pt x="130" y="303"/>
                      <a:pt x="134" y="301"/>
                    </a:cubicBezTo>
                    <a:cubicBezTo>
                      <a:pt x="138" y="299"/>
                      <a:pt x="142" y="300"/>
                      <a:pt x="145" y="304"/>
                    </a:cubicBezTo>
                    <a:cubicBezTo>
                      <a:pt x="145" y="305"/>
                      <a:pt x="162" y="334"/>
                      <a:pt x="192" y="323"/>
                    </a:cubicBezTo>
                    <a:cubicBezTo>
                      <a:pt x="196" y="321"/>
                      <a:pt x="200" y="323"/>
                      <a:pt x="202" y="327"/>
                    </a:cubicBezTo>
                    <a:cubicBezTo>
                      <a:pt x="203" y="331"/>
                      <a:pt x="201" y="336"/>
                      <a:pt x="197" y="337"/>
                    </a:cubicBezTo>
                    <a:cubicBezTo>
                      <a:pt x="188" y="341"/>
                      <a:pt x="179" y="342"/>
                      <a:pt x="171" y="340"/>
                    </a:cubicBezTo>
                    <a:cubicBezTo>
                      <a:pt x="168" y="348"/>
                      <a:pt x="159" y="373"/>
                      <a:pt x="137" y="391"/>
                    </a:cubicBezTo>
                    <a:cubicBezTo>
                      <a:pt x="171" y="421"/>
                      <a:pt x="223" y="428"/>
                      <a:pt x="254" y="416"/>
                    </a:cubicBezTo>
                    <a:cubicBezTo>
                      <a:pt x="298" y="400"/>
                      <a:pt x="319" y="366"/>
                      <a:pt x="319" y="366"/>
                    </a:cubicBezTo>
                    <a:cubicBezTo>
                      <a:pt x="320" y="365"/>
                      <a:pt x="320" y="365"/>
                      <a:pt x="320" y="365"/>
                    </a:cubicBezTo>
                    <a:cubicBezTo>
                      <a:pt x="372" y="283"/>
                      <a:pt x="314" y="238"/>
                      <a:pt x="312" y="237"/>
                    </a:cubicBezTo>
                    <a:cubicBezTo>
                      <a:pt x="306" y="232"/>
                      <a:pt x="306" y="232"/>
                      <a:pt x="306" y="232"/>
                    </a:cubicBezTo>
                    <a:cubicBezTo>
                      <a:pt x="307" y="226"/>
                      <a:pt x="307" y="226"/>
                      <a:pt x="307" y="226"/>
                    </a:cubicBezTo>
                    <a:cubicBezTo>
                      <a:pt x="316" y="167"/>
                      <a:pt x="272" y="131"/>
                      <a:pt x="247" y="115"/>
                    </a:cubicBezTo>
                    <a:cubicBezTo>
                      <a:pt x="244" y="125"/>
                      <a:pt x="237" y="137"/>
                      <a:pt x="227" y="149"/>
                    </a:cubicBezTo>
                    <a:cubicBezTo>
                      <a:pt x="214" y="164"/>
                      <a:pt x="198" y="174"/>
                      <a:pt x="180" y="179"/>
                    </a:cubicBezTo>
                    <a:cubicBezTo>
                      <a:pt x="158" y="185"/>
                      <a:pt x="133" y="182"/>
                      <a:pt x="108" y="171"/>
                    </a:cubicBezTo>
                    <a:cubicBezTo>
                      <a:pt x="107" y="171"/>
                      <a:pt x="107" y="171"/>
                      <a:pt x="106" y="171"/>
                    </a:cubicBezTo>
                    <a:cubicBezTo>
                      <a:pt x="106" y="170"/>
                      <a:pt x="105" y="170"/>
                      <a:pt x="104" y="169"/>
                    </a:cubicBezTo>
                    <a:cubicBezTo>
                      <a:pt x="95" y="178"/>
                      <a:pt x="86" y="182"/>
                      <a:pt x="85" y="182"/>
                    </a:cubicBezTo>
                    <a:cubicBezTo>
                      <a:pt x="83" y="183"/>
                      <a:pt x="81" y="183"/>
                      <a:pt x="78" y="181"/>
                    </a:cubicBezTo>
                    <a:cubicBezTo>
                      <a:pt x="77" y="181"/>
                      <a:pt x="76" y="179"/>
                      <a:pt x="75" y="178"/>
                    </a:cubicBezTo>
                    <a:cubicBezTo>
                      <a:pt x="74" y="174"/>
                      <a:pt x="75" y="169"/>
                      <a:pt x="79" y="168"/>
                    </a:cubicBezTo>
                    <a:cubicBezTo>
                      <a:pt x="81" y="167"/>
                      <a:pt x="108" y="155"/>
                      <a:pt x="106" y="126"/>
                    </a:cubicBezTo>
                    <a:cubicBezTo>
                      <a:pt x="106" y="122"/>
                      <a:pt x="109" y="118"/>
                      <a:pt x="114" y="118"/>
                    </a:cubicBezTo>
                    <a:cubicBezTo>
                      <a:pt x="118" y="118"/>
                      <a:pt x="122" y="121"/>
                      <a:pt x="122" y="125"/>
                    </a:cubicBezTo>
                    <a:cubicBezTo>
                      <a:pt x="123" y="135"/>
                      <a:pt x="121" y="143"/>
                      <a:pt x="118" y="150"/>
                    </a:cubicBezTo>
                    <a:cubicBezTo>
                      <a:pt x="167" y="171"/>
                      <a:pt x="196" y="149"/>
                      <a:pt x="210" y="134"/>
                    </a:cubicBezTo>
                    <a:cubicBezTo>
                      <a:pt x="224" y="117"/>
                      <a:pt x="229" y="97"/>
                      <a:pt x="229" y="96"/>
                    </a:cubicBezTo>
                    <a:cubicBezTo>
                      <a:pt x="236" y="63"/>
                      <a:pt x="221" y="31"/>
                      <a:pt x="192" y="14"/>
                    </a:cubicBezTo>
                    <a:cubicBezTo>
                      <a:pt x="183" y="10"/>
                      <a:pt x="174" y="6"/>
                      <a:pt x="164" y="4"/>
                    </a:cubicBezTo>
                    <a:cubicBezTo>
                      <a:pt x="145" y="0"/>
                      <a:pt x="127" y="5"/>
                      <a:pt x="110" y="18"/>
                    </a:cubicBezTo>
                    <a:cubicBezTo>
                      <a:pt x="97" y="29"/>
                      <a:pt x="90" y="42"/>
                      <a:pt x="90" y="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8" name="任意多边形: 形状 37"/>
              <p:cNvSpPr/>
              <p:nvPr/>
            </p:nvSpPr>
            <p:spPr bwMode="auto">
              <a:xfrm flipH="1">
                <a:off x="1337961" y="2099254"/>
                <a:ext cx="722800" cy="666734"/>
              </a:xfrm>
              <a:custGeom>
                <a:avLst/>
                <a:gdLst/>
                <a:ahLst/>
                <a:cxnLst>
                  <a:cxn ang="0">
                    <a:pos x="362" y="381"/>
                  </a:cxn>
                  <a:cxn ang="0">
                    <a:pos x="272" y="324"/>
                  </a:cxn>
                  <a:cxn ang="0">
                    <a:pos x="187" y="270"/>
                  </a:cxn>
                  <a:cxn ang="0">
                    <a:pos x="206" y="257"/>
                  </a:cxn>
                  <a:cxn ang="0">
                    <a:pos x="310" y="296"/>
                  </a:cxn>
                  <a:cxn ang="0">
                    <a:pos x="325" y="302"/>
                  </a:cxn>
                  <a:cxn ang="0">
                    <a:pos x="409" y="373"/>
                  </a:cxn>
                  <a:cxn ang="0">
                    <a:pos x="464" y="367"/>
                  </a:cxn>
                  <a:cxn ang="0">
                    <a:pos x="513" y="267"/>
                  </a:cxn>
                  <a:cxn ang="0">
                    <a:pos x="518" y="254"/>
                  </a:cxn>
                  <a:cxn ang="0">
                    <a:pos x="488" y="206"/>
                  </a:cxn>
                  <a:cxn ang="0">
                    <a:pos x="370" y="192"/>
                  </a:cxn>
                  <a:cxn ang="0">
                    <a:pos x="294" y="175"/>
                  </a:cxn>
                  <a:cxn ang="0">
                    <a:pos x="330" y="218"/>
                  </a:cxn>
                  <a:cxn ang="0">
                    <a:pos x="313" y="221"/>
                  </a:cxn>
                  <a:cxn ang="0">
                    <a:pos x="206" y="36"/>
                  </a:cxn>
                  <a:cxn ang="0">
                    <a:pos x="34" y="300"/>
                  </a:cxn>
                  <a:cxn ang="0">
                    <a:pos x="24" y="452"/>
                  </a:cxn>
                  <a:cxn ang="0">
                    <a:pos x="67" y="488"/>
                  </a:cxn>
                  <a:cxn ang="0">
                    <a:pos x="182" y="495"/>
                  </a:cxn>
                  <a:cxn ang="0">
                    <a:pos x="188" y="492"/>
                  </a:cxn>
                  <a:cxn ang="0">
                    <a:pos x="251" y="369"/>
                  </a:cxn>
                  <a:cxn ang="0">
                    <a:pos x="208" y="383"/>
                  </a:cxn>
                  <a:cxn ang="0">
                    <a:pos x="202" y="374"/>
                  </a:cxn>
                  <a:cxn ang="0">
                    <a:pos x="227" y="366"/>
                  </a:cxn>
                  <a:cxn ang="0">
                    <a:pos x="258" y="336"/>
                  </a:cxn>
                  <a:cxn ang="0">
                    <a:pos x="270" y="346"/>
                  </a:cxn>
                  <a:cxn ang="0">
                    <a:pos x="215" y="502"/>
                  </a:cxn>
                  <a:cxn ang="0">
                    <a:pos x="345" y="463"/>
                  </a:cxn>
                  <a:cxn ang="0">
                    <a:pos x="365" y="414"/>
                  </a:cxn>
                  <a:cxn ang="0">
                    <a:pos x="388" y="414"/>
                  </a:cxn>
                  <a:cxn ang="0">
                    <a:pos x="426" y="416"/>
                  </a:cxn>
                  <a:cxn ang="0">
                    <a:pos x="406" y="396"/>
                  </a:cxn>
                </a:cxnLst>
                <a:rect l="0" t="0" r="r" b="b"/>
                <a:pathLst>
                  <a:path w="559" h="516">
                    <a:moveTo>
                      <a:pt x="406" y="396"/>
                    </a:moveTo>
                    <a:cubicBezTo>
                      <a:pt x="393" y="394"/>
                      <a:pt x="377" y="390"/>
                      <a:pt x="362" y="381"/>
                    </a:cubicBezTo>
                    <a:cubicBezTo>
                      <a:pt x="342" y="370"/>
                      <a:pt x="323" y="351"/>
                      <a:pt x="308" y="321"/>
                    </a:cubicBezTo>
                    <a:cubicBezTo>
                      <a:pt x="300" y="323"/>
                      <a:pt x="287" y="325"/>
                      <a:pt x="272" y="324"/>
                    </a:cubicBezTo>
                    <a:cubicBezTo>
                      <a:pt x="260" y="323"/>
                      <a:pt x="244" y="320"/>
                      <a:pt x="228" y="311"/>
                    </a:cubicBezTo>
                    <a:cubicBezTo>
                      <a:pt x="214" y="303"/>
                      <a:pt x="199" y="290"/>
                      <a:pt x="187" y="270"/>
                    </a:cubicBezTo>
                    <a:cubicBezTo>
                      <a:pt x="183" y="264"/>
                      <a:pt x="185" y="257"/>
                      <a:pt x="190" y="254"/>
                    </a:cubicBezTo>
                    <a:cubicBezTo>
                      <a:pt x="196" y="250"/>
                      <a:pt x="203" y="252"/>
                      <a:pt x="206" y="257"/>
                    </a:cubicBezTo>
                    <a:cubicBezTo>
                      <a:pt x="243" y="315"/>
                      <a:pt x="295" y="301"/>
                      <a:pt x="308" y="297"/>
                    </a:cubicBezTo>
                    <a:cubicBezTo>
                      <a:pt x="308" y="296"/>
                      <a:pt x="309" y="296"/>
                      <a:pt x="310" y="296"/>
                    </a:cubicBezTo>
                    <a:cubicBezTo>
                      <a:pt x="313" y="294"/>
                      <a:pt x="316" y="294"/>
                      <a:pt x="319" y="296"/>
                    </a:cubicBezTo>
                    <a:cubicBezTo>
                      <a:pt x="322" y="297"/>
                      <a:pt x="324" y="299"/>
                      <a:pt x="325" y="302"/>
                    </a:cubicBezTo>
                    <a:cubicBezTo>
                      <a:pt x="326" y="303"/>
                      <a:pt x="326" y="303"/>
                      <a:pt x="326" y="304"/>
                    </a:cubicBezTo>
                    <a:cubicBezTo>
                      <a:pt x="344" y="345"/>
                      <a:pt x="372" y="368"/>
                      <a:pt x="409" y="373"/>
                    </a:cubicBezTo>
                    <a:cubicBezTo>
                      <a:pt x="438" y="376"/>
                      <a:pt x="461" y="368"/>
                      <a:pt x="462" y="368"/>
                    </a:cubicBezTo>
                    <a:cubicBezTo>
                      <a:pt x="462" y="367"/>
                      <a:pt x="463" y="367"/>
                      <a:pt x="464" y="367"/>
                    </a:cubicBezTo>
                    <a:cubicBezTo>
                      <a:pt x="490" y="353"/>
                      <a:pt x="506" y="333"/>
                      <a:pt x="512" y="308"/>
                    </a:cubicBezTo>
                    <a:cubicBezTo>
                      <a:pt x="517" y="285"/>
                      <a:pt x="513" y="267"/>
                      <a:pt x="513" y="267"/>
                    </a:cubicBezTo>
                    <a:cubicBezTo>
                      <a:pt x="511" y="259"/>
                      <a:pt x="511" y="259"/>
                      <a:pt x="511" y="259"/>
                    </a:cubicBezTo>
                    <a:cubicBezTo>
                      <a:pt x="518" y="254"/>
                      <a:pt x="518" y="254"/>
                      <a:pt x="518" y="254"/>
                    </a:cubicBezTo>
                    <a:cubicBezTo>
                      <a:pt x="559" y="224"/>
                      <a:pt x="557" y="186"/>
                      <a:pt x="551" y="163"/>
                    </a:cubicBezTo>
                    <a:cubicBezTo>
                      <a:pt x="539" y="177"/>
                      <a:pt x="518" y="195"/>
                      <a:pt x="488" y="206"/>
                    </a:cubicBezTo>
                    <a:cubicBezTo>
                      <a:pt x="465" y="214"/>
                      <a:pt x="438" y="215"/>
                      <a:pt x="410" y="208"/>
                    </a:cubicBezTo>
                    <a:cubicBezTo>
                      <a:pt x="396" y="205"/>
                      <a:pt x="382" y="199"/>
                      <a:pt x="370" y="192"/>
                    </a:cubicBezTo>
                    <a:cubicBezTo>
                      <a:pt x="359" y="186"/>
                      <a:pt x="350" y="179"/>
                      <a:pt x="342" y="171"/>
                    </a:cubicBezTo>
                    <a:cubicBezTo>
                      <a:pt x="327" y="176"/>
                      <a:pt x="311" y="178"/>
                      <a:pt x="294" y="175"/>
                    </a:cubicBezTo>
                    <a:cubicBezTo>
                      <a:pt x="304" y="184"/>
                      <a:pt x="315" y="193"/>
                      <a:pt x="327" y="202"/>
                    </a:cubicBezTo>
                    <a:cubicBezTo>
                      <a:pt x="332" y="205"/>
                      <a:pt x="333" y="213"/>
                      <a:pt x="330" y="218"/>
                    </a:cubicBezTo>
                    <a:cubicBezTo>
                      <a:pt x="326" y="223"/>
                      <a:pt x="319" y="224"/>
                      <a:pt x="314" y="221"/>
                    </a:cubicBezTo>
                    <a:cubicBezTo>
                      <a:pt x="314" y="221"/>
                      <a:pt x="314" y="221"/>
                      <a:pt x="313" y="221"/>
                    </a:cubicBezTo>
                    <a:cubicBezTo>
                      <a:pt x="277" y="195"/>
                      <a:pt x="249" y="165"/>
                      <a:pt x="231" y="129"/>
                    </a:cubicBezTo>
                    <a:cubicBezTo>
                      <a:pt x="217" y="101"/>
                      <a:pt x="209" y="69"/>
                      <a:pt x="206" y="36"/>
                    </a:cubicBezTo>
                    <a:cubicBezTo>
                      <a:pt x="206" y="23"/>
                      <a:pt x="206" y="11"/>
                      <a:pt x="207" y="0"/>
                    </a:cubicBezTo>
                    <a:cubicBezTo>
                      <a:pt x="34" y="300"/>
                      <a:pt x="34" y="300"/>
                      <a:pt x="34" y="300"/>
                    </a:cubicBezTo>
                    <a:cubicBezTo>
                      <a:pt x="17" y="329"/>
                      <a:pt x="2" y="357"/>
                      <a:pt x="1" y="389"/>
                    </a:cubicBezTo>
                    <a:cubicBezTo>
                      <a:pt x="0" y="427"/>
                      <a:pt x="24" y="452"/>
                      <a:pt x="24" y="452"/>
                    </a:cubicBezTo>
                    <a:cubicBezTo>
                      <a:pt x="24" y="453"/>
                      <a:pt x="24" y="453"/>
                      <a:pt x="24" y="453"/>
                    </a:cubicBezTo>
                    <a:cubicBezTo>
                      <a:pt x="38" y="467"/>
                      <a:pt x="52" y="479"/>
                      <a:pt x="67" y="488"/>
                    </a:cubicBezTo>
                    <a:cubicBezTo>
                      <a:pt x="93" y="502"/>
                      <a:pt x="120" y="508"/>
                      <a:pt x="148" y="505"/>
                    </a:cubicBezTo>
                    <a:cubicBezTo>
                      <a:pt x="169" y="502"/>
                      <a:pt x="182" y="495"/>
                      <a:pt x="182" y="495"/>
                    </a:cubicBezTo>
                    <a:cubicBezTo>
                      <a:pt x="187" y="492"/>
                      <a:pt x="187" y="492"/>
                      <a:pt x="187" y="492"/>
                    </a:cubicBezTo>
                    <a:cubicBezTo>
                      <a:pt x="188" y="492"/>
                      <a:pt x="188" y="492"/>
                      <a:pt x="188" y="492"/>
                    </a:cubicBezTo>
                    <a:cubicBezTo>
                      <a:pt x="193" y="489"/>
                      <a:pt x="202" y="484"/>
                      <a:pt x="210" y="476"/>
                    </a:cubicBezTo>
                    <a:cubicBezTo>
                      <a:pt x="225" y="462"/>
                      <a:pt x="257" y="424"/>
                      <a:pt x="251" y="369"/>
                    </a:cubicBezTo>
                    <a:cubicBezTo>
                      <a:pt x="244" y="375"/>
                      <a:pt x="237" y="379"/>
                      <a:pt x="231" y="381"/>
                    </a:cubicBezTo>
                    <a:cubicBezTo>
                      <a:pt x="219" y="384"/>
                      <a:pt x="209" y="383"/>
                      <a:pt x="208" y="383"/>
                    </a:cubicBezTo>
                    <a:cubicBezTo>
                      <a:pt x="207" y="382"/>
                      <a:pt x="206" y="382"/>
                      <a:pt x="205" y="382"/>
                    </a:cubicBezTo>
                    <a:cubicBezTo>
                      <a:pt x="203" y="380"/>
                      <a:pt x="201" y="377"/>
                      <a:pt x="202" y="374"/>
                    </a:cubicBezTo>
                    <a:cubicBezTo>
                      <a:pt x="202" y="369"/>
                      <a:pt x="206" y="367"/>
                      <a:pt x="211" y="367"/>
                    </a:cubicBezTo>
                    <a:cubicBezTo>
                      <a:pt x="211" y="367"/>
                      <a:pt x="218" y="368"/>
                      <a:pt x="227" y="366"/>
                    </a:cubicBezTo>
                    <a:cubicBezTo>
                      <a:pt x="237" y="362"/>
                      <a:pt x="245" y="354"/>
                      <a:pt x="248" y="341"/>
                    </a:cubicBezTo>
                    <a:cubicBezTo>
                      <a:pt x="249" y="337"/>
                      <a:pt x="254" y="335"/>
                      <a:pt x="258" y="336"/>
                    </a:cubicBezTo>
                    <a:cubicBezTo>
                      <a:pt x="259" y="336"/>
                      <a:pt x="259" y="337"/>
                      <a:pt x="260" y="337"/>
                    </a:cubicBezTo>
                    <a:cubicBezTo>
                      <a:pt x="265" y="338"/>
                      <a:pt x="269" y="341"/>
                      <a:pt x="270" y="346"/>
                    </a:cubicBezTo>
                    <a:cubicBezTo>
                      <a:pt x="289" y="422"/>
                      <a:pt x="246" y="474"/>
                      <a:pt x="226" y="493"/>
                    </a:cubicBezTo>
                    <a:cubicBezTo>
                      <a:pt x="222" y="497"/>
                      <a:pt x="218" y="500"/>
                      <a:pt x="215" y="502"/>
                    </a:cubicBezTo>
                    <a:cubicBezTo>
                      <a:pt x="262" y="516"/>
                      <a:pt x="306" y="503"/>
                      <a:pt x="343" y="465"/>
                    </a:cubicBezTo>
                    <a:cubicBezTo>
                      <a:pt x="343" y="464"/>
                      <a:pt x="344" y="463"/>
                      <a:pt x="345" y="463"/>
                    </a:cubicBezTo>
                    <a:cubicBezTo>
                      <a:pt x="345" y="462"/>
                      <a:pt x="346" y="461"/>
                      <a:pt x="346" y="461"/>
                    </a:cubicBezTo>
                    <a:cubicBezTo>
                      <a:pt x="351" y="456"/>
                      <a:pt x="365" y="436"/>
                      <a:pt x="365" y="414"/>
                    </a:cubicBezTo>
                    <a:cubicBezTo>
                      <a:pt x="365" y="408"/>
                      <a:pt x="370" y="403"/>
                      <a:pt x="377" y="403"/>
                    </a:cubicBezTo>
                    <a:cubicBezTo>
                      <a:pt x="383" y="402"/>
                      <a:pt x="388" y="408"/>
                      <a:pt x="388" y="414"/>
                    </a:cubicBezTo>
                    <a:cubicBezTo>
                      <a:pt x="389" y="428"/>
                      <a:pt x="385" y="441"/>
                      <a:pt x="380" y="451"/>
                    </a:cubicBezTo>
                    <a:cubicBezTo>
                      <a:pt x="398" y="444"/>
                      <a:pt x="413" y="433"/>
                      <a:pt x="426" y="416"/>
                    </a:cubicBezTo>
                    <a:cubicBezTo>
                      <a:pt x="432" y="409"/>
                      <a:pt x="436" y="402"/>
                      <a:pt x="439" y="396"/>
                    </a:cubicBezTo>
                    <a:cubicBezTo>
                      <a:pt x="430" y="397"/>
                      <a:pt x="418" y="397"/>
                      <a:pt x="406" y="39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9" name="任意多边形: 形状 38"/>
              <p:cNvSpPr/>
              <p:nvPr/>
            </p:nvSpPr>
            <p:spPr bwMode="auto">
              <a:xfrm flipH="1">
                <a:off x="1662236" y="1684060"/>
                <a:ext cx="775836" cy="897061"/>
              </a:xfrm>
              <a:custGeom>
                <a:avLst/>
                <a:gdLst/>
                <a:ahLst/>
                <a:cxnLst>
                  <a:cxn ang="0">
                    <a:pos x="234" y="325"/>
                  </a:cxn>
                  <a:cxn ang="0">
                    <a:pos x="132" y="258"/>
                  </a:cxn>
                  <a:cxn ang="0">
                    <a:pos x="171" y="259"/>
                  </a:cxn>
                  <a:cxn ang="0">
                    <a:pos x="457" y="297"/>
                  </a:cxn>
                  <a:cxn ang="0">
                    <a:pos x="511" y="248"/>
                  </a:cxn>
                  <a:cxn ang="0">
                    <a:pos x="588" y="117"/>
                  </a:cxn>
                  <a:cxn ang="0">
                    <a:pos x="593" y="106"/>
                  </a:cxn>
                  <a:cxn ang="0">
                    <a:pos x="562" y="16"/>
                  </a:cxn>
                  <a:cxn ang="0">
                    <a:pos x="471" y="25"/>
                  </a:cxn>
                  <a:cxn ang="0">
                    <a:pos x="449" y="107"/>
                  </a:cxn>
                  <a:cxn ang="0">
                    <a:pos x="509" y="138"/>
                  </a:cxn>
                  <a:cxn ang="0">
                    <a:pos x="485" y="180"/>
                  </a:cxn>
                  <a:cxn ang="0">
                    <a:pos x="470" y="191"/>
                  </a:cxn>
                  <a:cxn ang="0">
                    <a:pos x="423" y="100"/>
                  </a:cxn>
                  <a:cxn ang="0">
                    <a:pos x="431" y="10"/>
                  </a:cxn>
                  <a:cxn ang="0">
                    <a:pos x="316" y="25"/>
                  </a:cxn>
                  <a:cxn ang="0">
                    <a:pos x="310" y="23"/>
                  </a:cxn>
                  <a:cxn ang="0">
                    <a:pos x="260" y="21"/>
                  </a:cxn>
                  <a:cxn ang="0">
                    <a:pos x="196" y="83"/>
                  </a:cxn>
                  <a:cxn ang="0">
                    <a:pos x="224" y="164"/>
                  </a:cxn>
                  <a:cxn ang="0">
                    <a:pos x="301" y="139"/>
                  </a:cxn>
                  <a:cxn ang="0">
                    <a:pos x="308" y="109"/>
                  </a:cxn>
                  <a:cxn ang="0">
                    <a:pos x="350" y="139"/>
                  </a:cxn>
                  <a:cxn ang="0">
                    <a:pos x="324" y="149"/>
                  </a:cxn>
                  <a:cxn ang="0">
                    <a:pos x="322" y="151"/>
                  </a:cxn>
                  <a:cxn ang="0">
                    <a:pos x="302" y="213"/>
                  </a:cxn>
                  <a:cxn ang="0">
                    <a:pos x="294" y="251"/>
                  </a:cxn>
                  <a:cxn ang="0">
                    <a:pos x="175" y="131"/>
                  </a:cxn>
                  <a:cxn ang="0">
                    <a:pos x="113" y="134"/>
                  </a:cxn>
                  <a:cxn ang="0">
                    <a:pos x="95" y="175"/>
                  </a:cxn>
                  <a:cxn ang="0">
                    <a:pos x="92" y="176"/>
                  </a:cxn>
                  <a:cxn ang="0">
                    <a:pos x="32" y="268"/>
                  </a:cxn>
                  <a:cxn ang="0">
                    <a:pos x="33" y="274"/>
                  </a:cxn>
                  <a:cxn ang="0">
                    <a:pos x="108" y="350"/>
                  </a:cxn>
                  <a:cxn ang="0">
                    <a:pos x="185" y="332"/>
                  </a:cxn>
                  <a:cxn ang="0">
                    <a:pos x="181" y="386"/>
                  </a:cxn>
                  <a:cxn ang="0">
                    <a:pos x="180" y="400"/>
                  </a:cxn>
                  <a:cxn ang="0">
                    <a:pos x="103" y="373"/>
                  </a:cxn>
                  <a:cxn ang="0">
                    <a:pos x="1" y="357"/>
                  </a:cxn>
                  <a:cxn ang="0">
                    <a:pos x="45" y="361"/>
                  </a:cxn>
                  <a:cxn ang="0">
                    <a:pos x="10" y="417"/>
                  </a:cxn>
                  <a:cxn ang="0">
                    <a:pos x="8" y="421"/>
                  </a:cxn>
                  <a:cxn ang="0">
                    <a:pos x="39" y="551"/>
                  </a:cxn>
                  <a:cxn ang="0">
                    <a:pos x="147" y="425"/>
                  </a:cxn>
                  <a:cxn ang="0">
                    <a:pos x="220" y="424"/>
                  </a:cxn>
                  <a:cxn ang="0">
                    <a:pos x="289" y="498"/>
                  </a:cxn>
                  <a:cxn ang="0">
                    <a:pos x="154" y="448"/>
                  </a:cxn>
                  <a:cxn ang="0">
                    <a:pos x="79" y="505"/>
                  </a:cxn>
                  <a:cxn ang="0">
                    <a:pos x="62" y="576"/>
                  </a:cxn>
                  <a:cxn ang="0">
                    <a:pos x="62" y="576"/>
                  </a:cxn>
                  <a:cxn ang="0">
                    <a:pos x="63" y="578"/>
                  </a:cxn>
                  <a:cxn ang="0">
                    <a:pos x="177" y="692"/>
                  </a:cxn>
                  <a:cxn ang="0">
                    <a:pos x="241" y="681"/>
                  </a:cxn>
                  <a:cxn ang="0">
                    <a:pos x="306" y="607"/>
                  </a:cxn>
                </a:cxnLst>
                <a:rect l="0" t="0" r="r" b="b"/>
                <a:pathLst>
                  <a:path w="600" h="693">
                    <a:moveTo>
                      <a:pt x="475" y="312"/>
                    </a:moveTo>
                    <a:cubicBezTo>
                      <a:pt x="469" y="317"/>
                      <a:pt x="462" y="321"/>
                      <a:pt x="455" y="325"/>
                    </a:cubicBezTo>
                    <a:cubicBezTo>
                      <a:pt x="439" y="334"/>
                      <a:pt x="420" y="341"/>
                      <a:pt x="398" y="346"/>
                    </a:cubicBezTo>
                    <a:cubicBezTo>
                      <a:pt x="370" y="353"/>
                      <a:pt x="337" y="354"/>
                      <a:pt x="300" y="347"/>
                    </a:cubicBezTo>
                    <a:cubicBezTo>
                      <a:pt x="279" y="343"/>
                      <a:pt x="257" y="336"/>
                      <a:pt x="234" y="325"/>
                    </a:cubicBezTo>
                    <a:cubicBezTo>
                      <a:pt x="234" y="325"/>
                      <a:pt x="234" y="325"/>
                      <a:pt x="234" y="325"/>
                    </a:cubicBezTo>
                    <a:cubicBezTo>
                      <a:pt x="234" y="325"/>
                      <a:pt x="234" y="325"/>
                      <a:pt x="234" y="325"/>
                    </a:cubicBezTo>
                    <a:cubicBezTo>
                      <a:pt x="234" y="325"/>
                      <a:pt x="222" y="319"/>
                      <a:pt x="206" y="310"/>
                    </a:cubicBezTo>
                    <a:cubicBezTo>
                      <a:pt x="195" y="304"/>
                      <a:pt x="183" y="296"/>
                      <a:pt x="170" y="287"/>
                    </a:cubicBezTo>
                    <a:cubicBezTo>
                      <a:pt x="157" y="279"/>
                      <a:pt x="144" y="269"/>
                      <a:pt x="132" y="258"/>
                    </a:cubicBezTo>
                    <a:cubicBezTo>
                      <a:pt x="124" y="251"/>
                      <a:pt x="116" y="244"/>
                      <a:pt x="110" y="237"/>
                    </a:cubicBezTo>
                    <a:cubicBezTo>
                      <a:pt x="106" y="232"/>
                      <a:pt x="107" y="224"/>
                      <a:pt x="111" y="220"/>
                    </a:cubicBezTo>
                    <a:cubicBezTo>
                      <a:pt x="116" y="216"/>
                      <a:pt x="124" y="217"/>
                      <a:pt x="128" y="222"/>
                    </a:cubicBezTo>
                    <a:cubicBezTo>
                      <a:pt x="133" y="228"/>
                      <a:pt x="140" y="235"/>
                      <a:pt x="147" y="241"/>
                    </a:cubicBezTo>
                    <a:cubicBezTo>
                      <a:pt x="154" y="247"/>
                      <a:pt x="162" y="254"/>
                      <a:pt x="171" y="259"/>
                    </a:cubicBezTo>
                    <a:cubicBezTo>
                      <a:pt x="187" y="271"/>
                      <a:pt x="204" y="282"/>
                      <a:pt x="217" y="290"/>
                    </a:cubicBezTo>
                    <a:cubicBezTo>
                      <a:pt x="232" y="298"/>
                      <a:pt x="243" y="303"/>
                      <a:pt x="244" y="304"/>
                    </a:cubicBezTo>
                    <a:cubicBezTo>
                      <a:pt x="280" y="321"/>
                      <a:pt x="313" y="328"/>
                      <a:pt x="342" y="328"/>
                    </a:cubicBezTo>
                    <a:cubicBezTo>
                      <a:pt x="371" y="329"/>
                      <a:pt x="396" y="324"/>
                      <a:pt x="418" y="316"/>
                    </a:cubicBezTo>
                    <a:cubicBezTo>
                      <a:pt x="432" y="311"/>
                      <a:pt x="445" y="304"/>
                      <a:pt x="457" y="297"/>
                    </a:cubicBezTo>
                    <a:cubicBezTo>
                      <a:pt x="472" y="287"/>
                      <a:pt x="484" y="277"/>
                      <a:pt x="493" y="269"/>
                    </a:cubicBezTo>
                    <a:cubicBezTo>
                      <a:pt x="505" y="257"/>
                      <a:pt x="511" y="249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2" y="247"/>
                      <a:pt x="513" y="247"/>
                      <a:pt x="514" y="246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9" y="115"/>
                      <a:pt x="591" y="112"/>
                      <a:pt x="593" y="106"/>
                    </a:cubicBezTo>
                    <a:cubicBezTo>
                      <a:pt x="596" y="101"/>
                      <a:pt x="598" y="94"/>
                      <a:pt x="599" y="86"/>
                    </a:cubicBezTo>
                    <a:cubicBezTo>
                      <a:pt x="600" y="81"/>
                      <a:pt x="600" y="75"/>
                      <a:pt x="600" y="70"/>
                    </a:cubicBezTo>
                    <a:cubicBezTo>
                      <a:pt x="599" y="62"/>
                      <a:pt x="597" y="55"/>
                      <a:pt x="593" y="47"/>
                    </a:cubicBezTo>
                    <a:cubicBezTo>
                      <a:pt x="591" y="43"/>
                      <a:pt x="588" y="38"/>
                      <a:pt x="584" y="34"/>
                    </a:cubicBezTo>
                    <a:cubicBezTo>
                      <a:pt x="577" y="26"/>
                      <a:pt x="570" y="20"/>
                      <a:pt x="562" y="16"/>
                    </a:cubicBezTo>
                    <a:cubicBezTo>
                      <a:pt x="551" y="9"/>
                      <a:pt x="539" y="6"/>
                      <a:pt x="527" y="5"/>
                    </a:cubicBezTo>
                    <a:cubicBezTo>
                      <a:pt x="515" y="4"/>
                      <a:pt x="504" y="6"/>
                      <a:pt x="493" y="11"/>
                    </a:cubicBezTo>
                    <a:cubicBezTo>
                      <a:pt x="486" y="14"/>
                      <a:pt x="479" y="18"/>
                      <a:pt x="472" y="24"/>
                    </a:cubicBezTo>
                    <a:cubicBezTo>
                      <a:pt x="472" y="24"/>
                      <a:pt x="472" y="24"/>
                      <a:pt x="472" y="24"/>
                    </a:cubicBezTo>
                    <a:cubicBezTo>
                      <a:pt x="472" y="24"/>
                      <a:pt x="472" y="24"/>
                      <a:pt x="471" y="25"/>
                    </a:cubicBezTo>
                    <a:cubicBezTo>
                      <a:pt x="470" y="26"/>
                      <a:pt x="469" y="27"/>
                      <a:pt x="467" y="29"/>
                    </a:cubicBezTo>
                    <a:cubicBezTo>
                      <a:pt x="464" y="32"/>
                      <a:pt x="460" y="37"/>
                      <a:pt x="456" y="44"/>
                    </a:cubicBezTo>
                    <a:cubicBezTo>
                      <a:pt x="454" y="49"/>
                      <a:pt x="451" y="54"/>
                      <a:pt x="449" y="60"/>
                    </a:cubicBezTo>
                    <a:cubicBezTo>
                      <a:pt x="447" y="67"/>
                      <a:pt x="445" y="74"/>
                      <a:pt x="445" y="82"/>
                    </a:cubicBezTo>
                    <a:cubicBezTo>
                      <a:pt x="445" y="90"/>
                      <a:pt x="446" y="99"/>
                      <a:pt x="449" y="107"/>
                    </a:cubicBezTo>
                    <a:cubicBezTo>
                      <a:pt x="452" y="113"/>
                      <a:pt x="454" y="119"/>
                      <a:pt x="459" y="125"/>
                    </a:cubicBezTo>
                    <a:cubicBezTo>
                      <a:pt x="464" y="132"/>
                      <a:pt x="471" y="140"/>
                      <a:pt x="481" y="148"/>
                    </a:cubicBezTo>
                    <a:cubicBezTo>
                      <a:pt x="482" y="146"/>
                      <a:pt x="484" y="144"/>
                      <a:pt x="486" y="143"/>
                    </a:cubicBezTo>
                    <a:cubicBezTo>
                      <a:pt x="489" y="139"/>
                      <a:pt x="494" y="136"/>
                      <a:pt x="499" y="134"/>
                    </a:cubicBezTo>
                    <a:cubicBezTo>
                      <a:pt x="503" y="132"/>
                      <a:pt x="508" y="134"/>
                      <a:pt x="509" y="138"/>
                    </a:cubicBezTo>
                    <a:cubicBezTo>
                      <a:pt x="511" y="142"/>
                      <a:pt x="509" y="146"/>
                      <a:pt x="505" y="148"/>
                    </a:cubicBezTo>
                    <a:cubicBezTo>
                      <a:pt x="502" y="150"/>
                      <a:pt x="499" y="152"/>
                      <a:pt x="496" y="154"/>
                    </a:cubicBezTo>
                    <a:cubicBezTo>
                      <a:pt x="494" y="156"/>
                      <a:pt x="492" y="159"/>
                      <a:pt x="490" y="161"/>
                    </a:cubicBezTo>
                    <a:cubicBezTo>
                      <a:pt x="489" y="164"/>
                      <a:pt x="487" y="168"/>
                      <a:pt x="486" y="171"/>
                    </a:cubicBezTo>
                    <a:cubicBezTo>
                      <a:pt x="486" y="174"/>
                      <a:pt x="485" y="177"/>
                      <a:pt x="485" y="180"/>
                    </a:cubicBezTo>
                    <a:cubicBezTo>
                      <a:pt x="484" y="185"/>
                      <a:pt x="485" y="189"/>
                      <a:pt x="485" y="189"/>
                    </a:cubicBezTo>
                    <a:cubicBezTo>
                      <a:pt x="485" y="189"/>
                      <a:pt x="485" y="189"/>
                      <a:pt x="485" y="189"/>
                    </a:cubicBezTo>
                    <a:cubicBezTo>
                      <a:pt x="485" y="189"/>
                      <a:pt x="485" y="189"/>
                      <a:pt x="485" y="189"/>
                    </a:cubicBezTo>
                    <a:cubicBezTo>
                      <a:pt x="486" y="194"/>
                      <a:pt x="483" y="197"/>
                      <a:pt x="478" y="198"/>
                    </a:cubicBezTo>
                    <a:cubicBezTo>
                      <a:pt x="474" y="199"/>
                      <a:pt x="470" y="196"/>
                      <a:pt x="470" y="191"/>
                    </a:cubicBezTo>
                    <a:cubicBezTo>
                      <a:pt x="470" y="191"/>
                      <a:pt x="469" y="188"/>
                      <a:pt x="469" y="184"/>
                    </a:cubicBezTo>
                    <a:cubicBezTo>
                      <a:pt x="469" y="180"/>
                      <a:pt x="470" y="174"/>
                      <a:pt x="471" y="169"/>
                    </a:cubicBezTo>
                    <a:cubicBezTo>
                      <a:pt x="470" y="168"/>
                      <a:pt x="469" y="168"/>
                      <a:pt x="468" y="167"/>
                    </a:cubicBezTo>
                    <a:cubicBezTo>
                      <a:pt x="454" y="157"/>
                      <a:pt x="444" y="146"/>
                      <a:pt x="437" y="135"/>
                    </a:cubicBezTo>
                    <a:cubicBezTo>
                      <a:pt x="430" y="123"/>
                      <a:pt x="425" y="112"/>
                      <a:pt x="423" y="100"/>
                    </a:cubicBezTo>
                    <a:cubicBezTo>
                      <a:pt x="422" y="93"/>
                      <a:pt x="422" y="85"/>
                      <a:pt x="422" y="78"/>
                    </a:cubicBezTo>
                    <a:cubicBezTo>
                      <a:pt x="423" y="69"/>
                      <a:pt x="425" y="60"/>
                      <a:pt x="427" y="52"/>
                    </a:cubicBezTo>
                    <a:cubicBezTo>
                      <a:pt x="430" y="45"/>
                      <a:pt x="433" y="38"/>
                      <a:pt x="436" y="32"/>
                    </a:cubicBezTo>
                    <a:cubicBezTo>
                      <a:pt x="440" y="27"/>
                      <a:pt x="443" y="22"/>
                      <a:pt x="446" y="18"/>
                    </a:cubicBezTo>
                    <a:cubicBezTo>
                      <a:pt x="442" y="15"/>
                      <a:pt x="437" y="13"/>
                      <a:pt x="431" y="10"/>
                    </a:cubicBezTo>
                    <a:cubicBezTo>
                      <a:pt x="421" y="7"/>
                      <a:pt x="410" y="3"/>
                      <a:pt x="399" y="2"/>
                    </a:cubicBezTo>
                    <a:cubicBezTo>
                      <a:pt x="391" y="0"/>
                      <a:pt x="383" y="0"/>
                      <a:pt x="374" y="1"/>
                    </a:cubicBezTo>
                    <a:cubicBezTo>
                      <a:pt x="363" y="1"/>
                      <a:pt x="352" y="4"/>
                      <a:pt x="340" y="9"/>
                    </a:cubicBezTo>
                    <a:cubicBezTo>
                      <a:pt x="334" y="12"/>
                      <a:pt x="327" y="16"/>
                      <a:pt x="321" y="21"/>
                    </a:cubicBezTo>
                    <a:cubicBezTo>
                      <a:pt x="316" y="25"/>
                      <a:pt x="316" y="25"/>
                      <a:pt x="316" y="25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09" y="23"/>
                      <a:pt x="308" y="23"/>
                    </a:cubicBezTo>
                    <a:cubicBezTo>
                      <a:pt x="307" y="22"/>
                      <a:pt x="305" y="22"/>
                      <a:pt x="302" y="21"/>
                    </a:cubicBezTo>
                    <a:cubicBezTo>
                      <a:pt x="296" y="20"/>
                      <a:pt x="288" y="19"/>
                      <a:pt x="279" y="19"/>
                    </a:cubicBezTo>
                    <a:cubicBezTo>
                      <a:pt x="273" y="19"/>
                      <a:pt x="267" y="20"/>
                      <a:pt x="260" y="21"/>
                    </a:cubicBezTo>
                    <a:cubicBezTo>
                      <a:pt x="252" y="22"/>
                      <a:pt x="243" y="25"/>
                      <a:pt x="235" y="30"/>
                    </a:cubicBezTo>
                    <a:cubicBezTo>
                      <a:pt x="230" y="33"/>
                      <a:pt x="225" y="36"/>
                      <a:pt x="221" y="41"/>
                    </a:cubicBezTo>
                    <a:cubicBezTo>
                      <a:pt x="216" y="45"/>
                      <a:pt x="211" y="51"/>
                      <a:pt x="207" y="59"/>
                    </a:cubicBezTo>
                    <a:cubicBezTo>
                      <a:pt x="203" y="65"/>
                      <a:pt x="200" y="72"/>
                      <a:pt x="197" y="81"/>
                    </a:cubicBezTo>
                    <a:cubicBezTo>
                      <a:pt x="196" y="83"/>
                      <a:pt x="196" y="83"/>
                      <a:pt x="196" y="83"/>
                    </a:cubicBezTo>
                    <a:cubicBezTo>
                      <a:pt x="196" y="83"/>
                      <a:pt x="196" y="83"/>
                      <a:pt x="196" y="83"/>
                    </a:cubicBezTo>
                    <a:cubicBezTo>
                      <a:pt x="196" y="85"/>
                      <a:pt x="195" y="87"/>
                      <a:pt x="195" y="90"/>
                    </a:cubicBezTo>
                    <a:cubicBezTo>
                      <a:pt x="194" y="96"/>
                      <a:pt x="193" y="104"/>
                      <a:pt x="195" y="114"/>
                    </a:cubicBezTo>
                    <a:cubicBezTo>
                      <a:pt x="196" y="120"/>
                      <a:pt x="198" y="127"/>
                      <a:pt x="201" y="134"/>
                    </a:cubicBezTo>
                    <a:cubicBezTo>
                      <a:pt x="206" y="144"/>
                      <a:pt x="213" y="154"/>
                      <a:pt x="224" y="164"/>
                    </a:cubicBezTo>
                    <a:cubicBezTo>
                      <a:pt x="231" y="169"/>
                      <a:pt x="238" y="175"/>
                      <a:pt x="248" y="181"/>
                    </a:cubicBezTo>
                    <a:cubicBezTo>
                      <a:pt x="256" y="185"/>
                      <a:pt x="266" y="190"/>
                      <a:pt x="278" y="195"/>
                    </a:cubicBezTo>
                    <a:cubicBezTo>
                      <a:pt x="278" y="189"/>
                      <a:pt x="279" y="183"/>
                      <a:pt x="280" y="178"/>
                    </a:cubicBezTo>
                    <a:cubicBezTo>
                      <a:pt x="283" y="169"/>
                      <a:pt x="287" y="161"/>
                      <a:pt x="291" y="154"/>
                    </a:cubicBezTo>
                    <a:cubicBezTo>
                      <a:pt x="294" y="148"/>
                      <a:pt x="298" y="143"/>
                      <a:pt x="301" y="139"/>
                    </a:cubicBezTo>
                    <a:cubicBezTo>
                      <a:pt x="302" y="137"/>
                      <a:pt x="304" y="136"/>
                      <a:pt x="304" y="135"/>
                    </a:cubicBezTo>
                    <a:cubicBezTo>
                      <a:pt x="304" y="134"/>
                      <a:pt x="303" y="134"/>
                      <a:pt x="303" y="133"/>
                    </a:cubicBezTo>
                    <a:cubicBezTo>
                      <a:pt x="298" y="128"/>
                      <a:pt x="295" y="121"/>
                      <a:pt x="293" y="113"/>
                    </a:cubicBezTo>
                    <a:cubicBezTo>
                      <a:pt x="292" y="109"/>
                      <a:pt x="295" y="104"/>
                      <a:pt x="299" y="103"/>
                    </a:cubicBezTo>
                    <a:cubicBezTo>
                      <a:pt x="303" y="103"/>
                      <a:pt x="307" y="105"/>
                      <a:pt x="308" y="109"/>
                    </a:cubicBezTo>
                    <a:cubicBezTo>
                      <a:pt x="310" y="115"/>
                      <a:pt x="312" y="120"/>
                      <a:pt x="315" y="123"/>
                    </a:cubicBezTo>
                    <a:cubicBezTo>
                      <a:pt x="318" y="127"/>
                      <a:pt x="321" y="130"/>
                      <a:pt x="325" y="132"/>
                    </a:cubicBezTo>
                    <a:cubicBezTo>
                      <a:pt x="331" y="135"/>
                      <a:pt x="337" y="137"/>
                      <a:pt x="342" y="138"/>
                    </a:cubicBezTo>
                    <a:cubicBezTo>
                      <a:pt x="346" y="139"/>
                      <a:pt x="350" y="139"/>
                      <a:pt x="350" y="139"/>
                    </a:cubicBezTo>
                    <a:cubicBezTo>
                      <a:pt x="350" y="139"/>
                      <a:pt x="350" y="139"/>
                      <a:pt x="350" y="139"/>
                    </a:cubicBezTo>
                    <a:cubicBezTo>
                      <a:pt x="350" y="139"/>
                      <a:pt x="350" y="139"/>
                      <a:pt x="350" y="139"/>
                    </a:cubicBezTo>
                    <a:cubicBezTo>
                      <a:pt x="354" y="139"/>
                      <a:pt x="357" y="143"/>
                      <a:pt x="357" y="147"/>
                    </a:cubicBezTo>
                    <a:cubicBezTo>
                      <a:pt x="357" y="151"/>
                      <a:pt x="354" y="155"/>
                      <a:pt x="349" y="155"/>
                    </a:cubicBezTo>
                    <a:cubicBezTo>
                      <a:pt x="349" y="155"/>
                      <a:pt x="345" y="154"/>
                      <a:pt x="339" y="153"/>
                    </a:cubicBezTo>
                    <a:cubicBezTo>
                      <a:pt x="335" y="152"/>
                      <a:pt x="329" y="151"/>
                      <a:pt x="324" y="149"/>
                    </a:cubicBezTo>
                    <a:cubicBezTo>
                      <a:pt x="323" y="149"/>
                      <a:pt x="323" y="149"/>
                      <a:pt x="323" y="150"/>
                    </a:cubicBezTo>
                    <a:cubicBezTo>
                      <a:pt x="323" y="150"/>
                      <a:pt x="323" y="150"/>
                      <a:pt x="323" y="150"/>
                    </a:cubicBezTo>
                    <a:cubicBezTo>
                      <a:pt x="323" y="150"/>
                      <a:pt x="323" y="150"/>
                      <a:pt x="323" y="150"/>
                    </a:cubicBezTo>
                    <a:cubicBezTo>
                      <a:pt x="323" y="150"/>
                      <a:pt x="323" y="150"/>
                      <a:pt x="322" y="150"/>
                    </a:cubicBezTo>
                    <a:cubicBezTo>
                      <a:pt x="322" y="150"/>
                      <a:pt x="322" y="150"/>
                      <a:pt x="322" y="151"/>
                    </a:cubicBezTo>
                    <a:cubicBezTo>
                      <a:pt x="321" y="151"/>
                      <a:pt x="320" y="152"/>
                      <a:pt x="319" y="154"/>
                    </a:cubicBezTo>
                    <a:cubicBezTo>
                      <a:pt x="317" y="156"/>
                      <a:pt x="314" y="161"/>
                      <a:pt x="311" y="166"/>
                    </a:cubicBezTo>
                    <a:cubicBezTo>
                      <a:pt x="308" y="170"/>
                      <a:pt x="306" y="175"/>
                      <a:pt x="304" y="181"/>
                    </a:cubicBezTo>
                    <a:cubicBezTo>
                      <a:pt x="302" y="187"/>
                      <a:pt x="301" y="193"/>
                      <a:pt x="301" y="200"/>
                    </a:cubicBezTo>
                    <a:cubicBezTo>
                      <a:pt x="301" y="204"/>
                      <a:pt x="301" y="209"/>
                      <a:pt x="302" y="213"/>
                    </a:cubicBezTo>
                    <a:cubicBezTo>
                      <a:pt x="303" y="220"/>
                      <a:pt x="306" y="226"/>
                      <a:pt x="310" y="233"/>
                    </a:cubicBezTo>
                    <a:cubicBezTo>
                      <a:pt x="316" y="242"/>
                      <a:pt x="325" y="252"/>
                      <a:pt x="338" y="262"/>
                    </a:cubicBezTo>
                    <a:cubicBezTo>
                      <a:pt x="343" y="266"/>
                      <a:pt x="344" y="273"/>
                      <a:pt x="340" y="278"/>
                    </a:cubicBezTo>
                    <a:cubicBezTo>
                      <a:pt x="336" y="283"/>
                      <a:pt x="329" y="284"/>
                      <a:pt x="324" y="280"/>
                    </a:cubicBezTo>
                    <a:cubicBezTo>
                      <a:pt x="311" y="271"/>
                      <a:pt x="301" y="261"/>
                      <a:pt x="294" y="251"/>
                    </a:cubicBezTo>
                    <a:cubicBezTo>
                      <a:pt x="287" y="241"/>
                      <a:pt x="282" y="231"/>
                      <a:pt x="280" y="221"/>
                    </a:cubicBezTo>
                    <a:cubicBezTo>
                      <a:pt x="280" y="221"/>
                      <a:pt x="280" y="220"/>
                      <a:pt x="280" y="220"/>
                    </a:cubicBezTo>
                    <a:cubicBezTo>
                      <a:pt x="263" y="214"/>
                      <a:pt x="248" y="208"/>
                      <a:pt x="236" y="201"/>
                    </a:cubicBezTo>
                    <a:cubicBezTo>
                      <a:pt x="218" y="190"/>
                      <a:pt x="205" y="179"/>
                      <a:pt x="195" y="167"/>
                    </a:cubicBezTo>
                    <a:cubicBezTo>
                      <a:pt x="185" y="155"/>
                      <a:pt x="179" y="142"/>
                      <a:pt x="175" y="131"/>
                    </a:cubicBezTo>
                    <a:cubicBezTo>
                      <a:pt x="173" y="123"/>
                      <a:pt x="172" y="116"/>
                      <a:pt x="171" y="109"/>
                    </a:cubicBezTo>
                    <a:cubicBezTo>
                      <a:pt x="171" y="103"/>
                      <a:pt x="171" y="97"/>
                      <a:pt x="171" y="92"/>
                    </a:cubicBezTo>
                    <a:cubicBezTo>
                      <a:pt x="166" y="94"/>
                      <a:pt x="159" y="96"/>
                      <a:pt x="153" y="99"/>
                    </a:cubicBezTo>
                    <a:cubicBezTo>
                      <a:pt x="146" y="102"/>
                      <a:pt x="140" y="106"/>
                      <a:pt x="134" y="110"/>
                    </a:cubicBezTo>
                    <a:cubicBezTo>
                      <a:pt x="126" y="117"/>
                      <a:pt x="119" y="124"/>
                      <a:pt x="113" y="134"/>
                    </a:cubicBezTo>
                    <a:cubicBezTo>
                      <a:pt x="108" y="143"/>
                      <a:pt x="104" y="153"/>
                      <a:pt x="103" y="165"/>
                    </a:cubicBezTo>
                    <a:cubicBezTo>
                      <a:pt x="102" y="173"/>
                      <a:pt x="102" y="173"/>
                      <a:pt x="102" y="173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4" y="175"/>
                      <a:pt x="93" y="176"/>
                      <a:pt x="92" y="176"/>
                    </a:cubicBezTo>
                    <a:cubicBezTo>
                      <a:pt x="90" y="177"/>
                      <a:pt x="87" y="178"/>
                      <a:pt x="84" y="180"/>
                    </a:cubicBezTo>
                    <a:cubicBezTo>
                      <a:pt x="77" y="183"/>
                      <a:pt x="68" y="188"/>
                      <a:pt x="59" y="196"/>
                    </a:cubicBezTo>
                    <a:cubicBezTo>
                      <a:pt x="54" y="202"/>
                      <a:pt x="48" y="208"/>
                      <a:pt x="44" y="216"/>
                    </a:cubicBezTo>
                    <a:cubicBezTo>
                      <a:pt x="39" y="224"/>
                      <a:pt x="36" y="232"/>
                      <a:pt x="34" y="243"/>
                    </a:cubicBezTo>
                    <a:cubicBezTo>
                      <a:pt x="32" y="250"/>
                      <a:pt x="32" y="258"/>
                      <a:pt x="32" y="268"/>
                    </a:cubicBezTo>
                    <a:cubicBezTo>
                      <a:pt x="33" y="269"/>
                      <a:pt x="33" y="271"/>
                      <a:pt x="33" y="272"/>
                    </a:cubicBezTo>
                    <a:cubicBezTo>
                      <a:pt x="33" y="272"/>
                      <a:pt x="33" y="272"/>
                      <a:pt x="33" y="272"/>
                    </a:cubicBezTo>
                    <a:cubicBezTo>
                      <a:pt x="33" y="272"/>
                      <a:pt x="33" y="272"/>
                      <a:pt x="33" y="272"/>
                    </a:cubicBezTo>
                    <a:cubicBezTo>
                      <a:pt x="33" y="272"/>
                      <a:pt x="33" y="273"/>
                      <a:pt x="33" y="273"/>
                    </a:cubicBezTo>
                    <a:cubicBezTo>
                      <a:pt x="33" y="273"/>
                      <a:pt x="33" y="273"/>
                      <a:pt x="33" y="274"/>
                    </a:cubicBezTo>
                    <a:cubicBezTo>
                      <a:pt x="33" y="275"/>
                      <a:pt x="33" y="277"/>
                      <a:pt x="33" y="280"/>
                    </a:cubicBezTo>
                    <a:cubicBezTo>
                      <a:pt x="34" y="285"/>
                      <a:pt x="36" y="292"/>
                      <a:pt x="39" y="300"/>
                    </a:cubicBezTo>
                    <a:cubicBezTo>
                      <a:pt x="42" y="305"/>
                      <a:pt x="45" y="311"/>
                      <a:pt x="49" y="316"/>
                    </a:cubicBezTo>
                    <a:cubicBezTo>
                      <a:pt x="55" y="323"/>
                      <a:pt x="62" y="330"/>
                      <a:pt x="73" y="337"/>
                    </a:cubicBezTo>
                    <a:cubicBezTo>
                      <a:pt x="82" y="342"/>
                      <a:pt x="94" y="347"/>
                      <a:pt x="108" y="350"/>
                    </a:cubicBezTo>
                    <a:cubicBezTo>
                      <a:pt x="122" y="353"/>
                      <a:pt x="139" y="355"/>
                      <a:pt x="160" y="355"/>
                    </a:cubicBezTo>
                    <a:cubicBezTo>
                      <a:pt x="161" y="355"/>
                      <a:pt x="162" y="356"/>
                      <a:pt x="163" y="356"/>
                    </a:cubicBezTo>
                    <a:cubicBezTo>
                      <a:pt x="164" y="351"/>
                      <a:pt x="166" y="346"/>
                      <a:pt x="168" y="341"/>
                    </a:cubicBezTo>
                    <a:cubicBezTo>
                      <a:pt x="170" y="338"/>
                      <a:pt x="172" y="336"/>
                      <a:pt x="174" y="333"/>
                    </a:cubicBezTo>
                    <a:cubicBezTo>
                      <a:pt x="177" y="330"/>
                      <a:pt x="182" y="329"/>
                      <a:pt x="185" y="332"/>
                    </a:cubicBezTo>
                    <a:cubicBezTo>
                      <a:pt x="188" y="335"/>
                      <a:pt x="189" y="340"/>
                      <a:pt x="186" y="343"/>
                    </a:cubicBezTo>
                    <a:cubicBezTo>
                      <a:pt x="184" y="345"/>
                      <a:pt x="183" y="347"/>
                      <a:pt x="182" y="349"/>
                    </a:cubicBezTo>
                    <a:cubicBezTo>
                      <a:pt x="180" y="353"/>
                      <a:pt x="178" y="356"/>
                      <a:pt x="178" y="360"/>
                    </a:cubicBezTo>
                    <a:cubicBezTo>
                      <a:pt x="177" y="363"/>
                      <a:pt x="177" y="367"/>
                      <a:pt x="177" y="370"/>
                    </a:cubicBezTo>
                    <a:cubicBezTo>
                      <a:pt x="177" y="377"/>
                      <a:pt x="179" y="382"/>
                      <a:pt x="181" y="386"/>
                    </a:cubicBezTo>
                    <a:cubicBezTo>
                      <a:pt x="182" y="388"/>
                      <a:pt x="183" y="390"/>
                      <a:pt x="183" y="390"/>
                    </a:cubicBezTo>
                    <a:cubicBezTo>
                      <a:pt x="183" y="390"/>
                      <a:pt x="183" y="390"/>
                      <a:pt x="183" y="390"/>
                    </a:cubicBezTo>
                    <a:cubicBezTo>
                      <a:pt x="183" y="390"/>
                      <a:pt x="183" y="390"/>
                      <a:pt x="183" y="390"/>
                    </a:cubicBezTo>
                    <a:cubicBezTo>
                      <a:pt x="183" y="390"/>
                      <a:pt x="183" y="390"/>
                      <a:pt x="183" y="390"/>
                    </a:cubicBezTo>
                    <a:cubicBezTo>
                      <a:pt x="185" y="393"/>
                      <a:pt x="184" y="398"/>
                      <a:pt x="180" y="400"/>
                    </a:cubicBezTo>
                    <a:cubicBezTo>
                      <a:pt x="177" y="403"/>
                      <a:pt x="172" y="402"/>
                      <a:pt x="170" y="398"/>
                    </a:cubicBezTo>
                    <a:cubicBezTo>
                      <a:pt x="169" y="398"/>
                      <a:pt x="168" y="395"/>
                      <a:pt x="166" y="392"/>
                    </a:cubicBezTo>
                    <a:cubicBezTo>
                      <a:pt x="165" y="388"/>
                      <a:pt x="163" y="384"/>
                      <a:pt x="162" y="378"/>
                    </a:cubicBezTo>
                    <a:cubicBezTo>
                      <a:pt x="162" y="379"/>
                      <a:pt x="161" y="379"/>
                      <a:pt x="160" y="379"/>
                    </a:cubicBezTo>
                    <a:cubicBezTo>
                      <a:pt x="138" y="379"/>
                      <a:pt x="119" y="376"/>
                      <a:pt x="103" y="373"/>
                    </a:cubicBezTo>
                    <a:cubicBezTo>
                      <a:pt x="86" y="369"/>
                      <a:pt x="73" y="363"/>
                      <a:pt x="62" y="357"/>
                    </a:cubicBezTo>
                    <a:cubicBezTo>
                      <a:pt x="47" y="348"/>
                      <a:pt x="36" y="338"/>
                      <a:pt x="28" y="327"/>
                    </a:cubicBezTo>
                    <a:cubicBezTo>
                      <a:pt x="23" y="320"/>
                      <a:pt x="20" y="314"/>
                      <a:pt x="17" y="307"/>
                    </a:cubicBezTo>
                    <a:cubicBezTo>
                      <a:pt x="14" y="313"/>
                      <a:pt x="10" y="321"/>
                      <a:pt x="7" y="329"/>
                    </a:cubicBezTo>
                    <a:cubicBezTo>
                      <a:pt x="4" y="337"/>
                      <a:pt x="2" y="347"/>
                      <a:pt x="1" y="357"/>
                    </a:cubicBezTo>
                    <a:cubicBezTo>
                      <a:pt x="0" y="363"/>
                      <a:pt x="0" y="370"/>
                      <a:pt x="1" y="377"/>
                    </a:cubicBezTo>
                    <a:cubicBezTo>
                      <a:pt x="1" y="379"/>
                      <a:pt x="1" y="380"/>
                      <a:pt x="1" y="382"/>
                    </a:cubicBezTo>
                    <a:cubicBezTo>
                      <a:pt x="4" y="379"/>
                      <a:pt x="6" y="376"/>
                      <a:pt x="9" y="373"/>
                    </a:cubicBezTo>
                    <a:cubicBezTo>
                      <a:pt x="14" y="367"/>
                      <a:pt x="21" y="361"/>
                      <a:pt x="29" y="357"/>
                    </a:cubicBezTo>
                    <a:cubicBezTo>
                      <a:pt x="35" y="354"/>
                      <a:pt x="42" y="356"/>
                      <a:pt x="45" y="361"/>
                    </a:cubicBezTo>
                    <a:cubicBezTo>
                      <a:pt x="48" y="367"/>
                      <a:pt x="46" y="374"/>
                      <a:pt x="41" y="377"/>
                    </a:cubicBezTo>
                    <a:cubicBezTo>
                      <a:pt x="35" y="380"/>
                      <a:pt x="30" y="384"/>
                      <a:pt x="26" y="389"/>
                    </a:cubicBezTo>
                    <a:cubicBezTo>
                      <a:pt x="22" y="393"/>
                      <a:pt x="19" y="398"/>
                      <a:pt x="16" y="402"/>
                    </a:cubicBezTo>
                    <a:cubicBezTo>
                      <a:pt x="13" y="407"/>
                      <a:pt x="11" y="412"/>
                      <a:pt x="10" y="415"/>
                    </a:cubicBezTo>
                    <a:cubicBezTo>
                      <a:pt x="10" y="416"/>
                      <a:pt x="10" y="416"/>
                      <a:pt x="10" y="417"/>
                    </a:cubicBezTo>
                    <a:cubicBezTo>
                      <a:pt x="9" y="418"/>
                      <a:pt x="9" y="418"/>
                      <a:pt x="9" y="419"/>
                    </a:cubicBezTo>
                    <a:cubicBezTo>
                      <a:pt x="9" y="419"/>
                      <a:pt x="9" y="419"/>
                      <a:pt x="9" y="419"/>
                    </a:cubicBezTo>
                    <a:cubicBezTo>
                      <a:pt x="9" y="420"/>
                      <a:pt x="9" y="420"/>
                      <a:pt x="8" y="420"/>
                    </a:cubicBezTo>
                    <a:cubicBezTo>
                      <a:pt x="8" y="420"/>
                      <a:pt x="8" y="420"/>
                      <a:pt x="8" y="421"/>
                    </a:cubicBezTo>
                    <a:cubicBezTo>
                      <a:pt x="8" y="421"/>
                      <a:pt x="8" y="421"/>
                      <a:pt x="8" y="421"/>
                    </a:cubicBezTo>
                    <a:cubicBezTo>
                      <a:pt x="7" y="425"/>
                      <a:pt x="5" y="430"/>
                      <a:pt x="4" y="436"/>
                    </a:cubicBezTo>
                    <a:cubicBezTo>
                      <a:pt x="2" y="448"/>
                      <a:pt x="0" y="465"/>
                      <a:pt x="3" y="483"/>
                    </a:cubicBezTo>
                    <a:cubicBezTo>
                      <a:pt x="5" y="495"/>
                      <a:pt x="9" y="508"/>
                      <a:pt x="16" y="520"/>
                    </a:cubicBezTo>
                    <a:cubicBezTo>
                      <a:pt x="19" y="528"/>
                      <a:pt x="24" y="535"/>
                      <a:pt x="31" y="542"/>
                    </a:cubicBezTo>
                    <a:cubicBezTo>
                      <a:pt x="33" y="545"/>
                      <a:pt x="36" y="548"/>
                      <a:pt x="39" y="551"/>
                    </a:cubicBezTo>
                    <a:cubicBezTo>
                      <a:pt x="40" y="547"/>
                      <a:pt x="41" y="542"/>
                      <a:pt x="42" y="537"/>
                    </a:cubicBezTo>
                    <a:cubicBezTo>
                      <a:pt x="45" y="524"/>
                      <a:pt x="51" y="508"/>
                      <a:pt x="59" y="493"/>
                    </a:cubicBezTo>
                    <a:cubicBezTo>
                      <a:pt x="67" y="479"/>
                      <a:pt x="78" y="465"/>
                      <a:pt x="93" y="453"/>
                    </a:cubicBezTo>
                    <a:cubicBezTo>
                      <a:pt x="107" y="441"/>
                      <a:pt x="125" y="431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9" y="425"/>
                      <a:pt x="157" y="423"/>
                      <a:pt x="169" y="421"/>
                    </a:cubicBezTo>
                    <a:cubicBezTo>
                      <a:pt x="182" y="420"/>
                      <a:pt x="200" y="420"/>
                      <a:pt x="220" y="424"/>
                    </a:cubicBezTo>
                    <a:cubicBezTo>
                      <a:pt x="233" y="426"/>
                      <a:pt x="247" y="431"/>
                      <a:pt x="260" y="439"/>
                    </a:cubicBezTo>
                    <a:cubicBezTo>
                      <a:pt x="269" y="444"/>
                      <a:pt x="278" y="450"/>
                      <a:pt x="286" y="458"/>
                    </a:cubicBezTo>
                    <a:cubicBezTo>
                      <a:pt x="294" y="466"/>
                      <a:pt x="301" y="475"/>
                      <a:pt x="308" y="486"/>
                    </a:cubicBezTo>
                    <a:cubicBezTo>
                      <a:pt x="312" y="491"/>
                      <a:pt x="310" y="499"/>
                      <a:pt x="305" y="502"/>
                    </a:cubicBezTo>
                    <a:cubicBezTo>
                      <a:pt x="299" y="505"/>
                      <a:pt x="292" y="504"/>
                      <a:pt x="289" y="498"/>
                    </a:cubicBezTo>
                    <a:cubicBezTo>
                      <a:pt x="283" y="489"/>
                      <a:pt x="276" y="481"/>
                      <a:pt x="270" y="475"/>
                    </a:cubicBezTo>
                    <a:cubicBezTo>
                      <a:pt x="263" y="468"/>
                      <a:pt x="256" y="463"/>
                      <a:pt x="249" y="459"/>
                    </a:cubicBezTo>
                    <a:cubicBezTo>
                      <a:pt x="238" y="453"/>
                      <a:pt x="226" y="449"/>
                      <a:pt x="215" y="447"/>
                    </a:cubicBezTo>
                    <a:cubicBezTo>
                      <a:pt x="205" y="444"/>
                      <a:pt x="194" y="444"/>
                      <a:pt x="185" y="444"/>
                    </a:cubicBezTo>
                    <a:cubicBezTo>
                      <a:pt x="167" y="444"/>
                      <a:pt x="154" y="448"/>
                      <a:pt x="154" y="448"/>
                    </a:cubicBezTo>
                    <a:cubicBezTo>
                      <a:pt x="154" y="448"/>
                      <a:pt x="154" y="448"/>
                      <a:pt x="154" y="448"/>
                    </a:cubicBezTo>
                    <a:cubicBezTo>
                      <a:pt x="154" y="448"/>
                      <a:pt x="154" y="448"/>
                      <a:pt x="154" y="448"/>
                    </a:cubicBezTo>
                    <a:cubicBezTo>
                      <a:pt x="154" y="448"/>
                      <a:pt x="154" y="448"/>
                      <a:pt x="154" y="448"/>
                    </a:cubicBezTo>
                    <a:cubicBezTo>
                      <a:pt x="135" y="453"/>
                      <a:pt x="120" y="461"/>
                      <a:pt x="108" y="471"/>
                    </a:cubicBezTo>
                    <a:cubicBezTo>
                      <a:pt x="96" y="481"/>
                      <a:pt x="86" y="493"/>
                      <a:pt x="79" y="505"/>
                    </a:cubicBezTo>
                    <a:cubicBezTo>
                      <a:pt x="72" y="518"/>
                      <a:pt x="67" y="531"/>
                      <a:pt x="65" y="542"/>
                    </a:cubicBezTo>
                    <a:cubicBezTo>
                      <a:pt x="62" y="551"/>
                      <a:pt x="62" y="559"/>
                      <a:pt x="62" y="565"/>
                    </a:cubicBezTo>
                    <a:cubicBezTo>
                      <a:pt x="62" y="566"/>
                      <a:pt x="62" y="568"/>
                      <a:pt x="62" y="569"/>
                    </a:cubicBezTo>
                    <a:cubicBezTo>
                      <a:pt x="62" y="570"/>
                      <a:pt x="62" y="570"/>
                      <a:pt x="62" y="570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7"/>
                      <a:pt x="63" y="577"/>
                      <a:pt x="63" y="578"/>
                    </a:cubicBezTo>
                    <a:cubicBezTo>
                      <a:pt x="63" y="581"/>
                      <a:pt x="63" y="584"/>
                      <a:pt x="64" y="588"/>
                    </a:cubicBezTo>
                    <a:cubicBezTo>
                      <a:pt x="65" y="595"/>
                      <a:pt x="68" y="606"/>
                      <a:pt x="74" y="618"/>
                    </a:cubicBezTo>
                    <a:cubicBezTo>
                      <a:pt x="78" y="626"/>
                      <a:pt x="83" y="634"/>
                      <a:pt x="89" y="642"/>
                    </a:cubicBezTo>
                    <a:cubicBezTo>
                      <a:pt x="98" y="653"/>
                      <a:pt x="110" y="664"/>
                      <a:pt x="126" y="673"/>
                    </a:cubicBezTo>
                    <a:cubicBezTo>
                      <a:pt x="139" y="681"/>
                      <a:pt x="156" y="688"/>
                      <a:pt x="177" y="692"/>
                    </a:cubicBezTo>
                    <a:cubicBezTo>
                      <a:pt x="177" y="692"/>
                      <a:pt x="177" y="692"/>
                      <a:pt x="177" y="692"/>
                    </a:cubicBezTo>
                    <a:cubicBezTo>
                      <a:pt x="178" y="692"/>
                      <a:pt x="178" y="693"/>
                      <a:pt x="180" y="693"/>
                    </a:cubicBezTo>
                    <a:cubicBezTo>
                      <a:pt x="182" y="693"/>
                      <a:pt x="185" y="693"/>
                      <a:pt x="189" y="693"/>
                    </a:cubicBezTo>
                    <a:cubicBezTo>
                      <a:pt x="197" y="693"/>
                      <a:pt x="208" y="693"/>
                      <a:pt x="219" y="690"/>
                    </a:cubicBezTo>
                    <a:cubicBezTo>
                      <a:pt x="227" y="688"/>
                      <a:pt x="234" y="685"/>
                      <a:pt x="241" y="681"/>
                    </a:cubicBezTo>
                    <a:cubicBezTo>
                      <a:pt x="247" y="678"/>
                      <a:pt x="252" y="675"/>
                      <a:pt x="256" y="672"/>
                    </a:cubicBezTo>
                    <a:cubicBezTo>
                      <a:pt x="260" y="669"/>
                      <a:pt x="263" y="666"/>
                      <a:pt x="267" y="662"/>
                    </a:cubicBezTo>
                    <a:cubicBezTo>
                      <a:pt x="270" y="660"/>
                      <a:pt x="272" y="657"/>
                      <a:pt x="275" y="654"/>
                    </a:cubicBezTo>
                    <a:cubicBezTo>
                      <a:pt x="278" y="650"/>
                      <a:pt x="282" y="645"/>
                      <a:pt x="286" y="638"/>
                    </a:cubicBezTo>
                    <a:cubicBezTo>
                      <a:pt x="292" y="630"/>
                      <a:pt x="298" y="620"/>
                      <a:pt x="306" y="607"/>
                    </a:cubicBezTo>
                    <a:cubicBezTo>
                      <a:pt x="306" y="607"/>
                      <a:pt x="306" y="607"/>
                      <a:pt x="306" y="607"/>
                    </a:cubicBezTo>
                    <a:lnTo>
                      <a:pt x="475" y="31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40" name="任意多边形: 形状 39"/>
              <p:cNvSpPr/>
              <p:nvPr/>
            </p:nvSpPr>
            <p:spPr bwMode="auto">
              <a:xfrm flipH="1">
                <a:off x="2228960" y="2559906"/>
                <a:ext cx="145469" cy="263663"/>
              </a:xfrm>
              <a:custGeom>
                <a:avLst/>
                <a:gdLst/>
                <a:ahLst/>
                <a:cxnLst>
                  <a:cxn ang="0">
                    <a:pos x="18" y="197"/>
                  </a:cxn>
                  <a:cxn ang="0">
                    <a:pos x="14" y="195"/>
                  </a:cxn>
                  <a:cxn ang="0">
                    <a:pos x="9" y="156"/>
                  </a:cxn>
                  <a:cxn ang="0">
                    <a:pos x="44" y="35"/>
                  </a:cxn>
                  <a:cxn ang="0">
                    <a:pos x="67" y="3"/>
                  </a:cxn>
                  <a:cxn ang="0">
                    <a:pos x="99" y="26"/>
                  </a:cxn>
                  <a:cxn ang="0">
                    <a:pos x="54" y="190"/>
                  </a:cxn>
                  <a:cxn ang="0">
                    <a:pos x="18" y="197"/>
                  </a:cxn>
                </a:cxnLst>
                <a:rect l="0" t="0" r="r" b="b"/>
                <a:pathLst>
                  <a:path w="113" h="204">
                    <a:moveTo>
                      <a:pt x="18" y="197"/>
                    </a:moveTo>
                    <a:cubicBezTo>
                      <a:pt x="17" y="197"/>
                      <a:pt x="16" y="196"/>
                      <a:pt x="14" y="195"/>
                    </a:cubicBezTo>
                    <a:cubicBezTo>
                      <a:pt x="2" y="186"/>
                      <a:pt x="0" y="168"/>
                      <a:pt x="9" y="156"/>
                    </a:cubicBezTo>
                    <a:cubicBezTo>
                      <a:pt x="10" y="155"/>
                      <a:pt x="54" y="97"/>
                      <a:pt x="44" y="35"/>
                    </a:cubicBezTo>
                    <a:cubicBezTo>
                      <a:pt x="41" y="20"/>
                      <a:pt x="52" y="5"/>
                      <a:pt x="67" y="3"/>
                    </a:cubicBezTo>
                    <a:cubicBezTo>
                      <a:pt x="83" y="0"/>
                      <a:pt x="97" y="11"/>
                      <a:pt x="99" y="26"/>
                    </a:cubicBezTo>
                    <a:cubicBezTo>
                      <a:pt x="113" y="112"/>
                      <a:pt x="56" y="187"/>
                      <a:pt x="54" y="190"/>
                    </a:cubicBezTo>
                    <a:cubicBezTo>
                      <a:pt x="45" y="202"/>
                      <a:pt x="30" y="204"/>
                      <a:pt x="18" y="19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1" name="任意多边形: 形状 40"/>
              <p:cNvSpPr/>
              <p:nvPr/>
            </p:nvSpPr>
            <p:spPr bwMode="auto">
              <a:xfrm flipH="1">
                <a:off x="1968327" y="2715983"/>
                <a:ext cx="216689" cy="219719"/>
              </a:xfrm>
              <a:custGeom>
                <a:avLst/>
                <a:gdLst/>
                <a:ahLst/>
                <a:cxnLst>
                  <a:cxn ang="0">
                    <a:pos x="18" y="162"/>
                  </a:cxn>
                  <a:cxn ang="0">
                    <a:pos x="6" y="127"/>
                  </a:cxn>
                  <a:cxn ang="0">
                    <a:pos x="125" y="6"/>
                  </a:cxn>
                  <a:cxn ang="0">
                    <a:pos x="161" y="22"/>
                  </a:cxn>
                  <a:cxn ang="0">
                    <a:pos x="145" y="58"/>
                  </a:cxn>
                  <a:cxn ang="0">
                    <a:pos x="58" y="149"/>
                  </a:cxn>
                  <a:cxn ang="0">
                    <a:pos x="21" y="164"/>
                  </a:cxn>
                  <a:cxn ang="0">
                    <a:pos x="18" y="162"/>
                  </a:cxn>
                </a:cxnLst>
                <a:rect l="0" t="0" r="r" b="b"/>
                <a:pathLst>
                  <a:path w="167" h="170">
                    <a:moveTo>
                      <a:pt x="18" y="162"/>
                    </a:moveTo>
                    <a:cubicBezTo>
                      <a:pt x="6" y="155"/>
                      <a:pt x="0" y="140"/>
                      <a:pt x="6" y="127"/>
                    </a:cubicBezTo>
                    <a:cubicBezTo>
                      <a:pt x="7" y="124"/>
                      <a:pt x="44" y="37"/>
                      <a:pt x="125" y="6"/>
                    </a:cubicBezTo>
                    <a:cubicBezTo>
                      <a:pt x="140" y="0"/>
                      <a:pt x="156" y="8"/>
                      <a:pt x="161" y="22"/>
                    </a:cubicBezTo>
                    <a:cubicBezTo>
                      <a:pt x="167" y="37"/>
                      <a:pt x="160" y="53"/>
                      <a:pt x="145" y="58"/>
                    </a:cubicBezTo>
                    <a:cubicBezTo>
                      <a:pt x="87" y="81"/>
                      <a:pt x="58" y="148"/>
                      <a:pt x="58" y="149"/>
                    </a:cubicBezTo>
                    <a:cubicBezTo>
                      <a:pt x="52" y="163"/>
                      <a:pt x="35" y="170"/>
                      <a:pt x="21" y="164"/>
                    </a:cubicBezTo>
                    <a:cubicBezTo>
                      <a:pt x="20" y="163"/>
                      <a:pt x="19" y="163"/>
                      <a:pt x="18" y="1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2" name="任意多边形: 形状 41"/>
              <p:cNvSpPr/>
              <p:nvPr/>
            </p:nvSpPr>
            <p:spPr bwMode="auto">
              <a:xfrm flipH="1">
                <a:off x="3541755" y="4995913"/>
                <a:ext cx="4664464" cy="1169391"/>
              </a:xfrm>
              <a:custGeom>
                <a:avLst/>
                <a:gdLst>
                  <a:gd name="T0" fmla="*/ 229 w 695"/>
                  <a:gd name="T1" fmla="*/ 157 h 174"/>
                  <a:gd name="T2" fmla="*/ 338 w 695"/>
                  <a:gd name="T3" fmla="*/ 173 h 174"/>
                  <a:gd name="T4" fmla="*/ 395 w 695"/>
                  <a:gd name="T5" fmla="*/ 157 h 174"/>
                  <a:gd name="T6" fmla="*/ 273 w 695"/>
                  <a:gd name="T7" fmla="*/ 86 h 174"/>
                  <a:gd name="T8" fmla="*/ 273 w 695"/>
                  <a:gd name="T9" fmla="*/ 72 h 174"/>
                  <a:gd name="T10" fmla="*/ 355 w 695"/>
                  <a:gd name="T11" fmla="*/ 82 h 174"/>
                  <a:gd name="T12" fmla="*/ 493 w 695"/>
                  <a:gd name="T13" fmla="*/ 99 h 174"/>
                  <a:gd name="T14" fmla="*/ 563 w 695"/>
                  <a:gd name="T15" fmla="*/ 86 h 174"/>
                  <a:gd name="T16" fmla="*/ 534 w 695"/>
                  <a:gd name="T17" fmla="*/ 47 h 174"/>
                  <a:gd name="T18" fmla="*/ 569 w 695"/>
                  <a:gd name="T19" fmla="*/ 32 h 174"/>
                  <a:gd name="T20" fmla="*/ 656 w 695"/>
                  <a:gd name="T21" fmla="*/ 39 h 174"/>
                  <a:gd name="T22" fmla="*/ 653 w 695"/>
                  <a:gd name="T23" fmla="*/ 8 h 174"/>
                  <a:gd name="T24" fmla="*/ 656 w 695"/>
                  <a:gd name="T25" fmla="*/ 4 h 174"/>
                  <a:gd name="T26" fmla="*/ 677 w 695"/>
                  <a:gd name="T27" fmla="*/ 3 h 174"/>
                  <a:gd name="T28" fmla="*/ 689 w 695"/>
                  <a:gd name="T29" fmla="*/ 2 h 174"/>
                  <a:gd name="T30" fmla="*/ 656 w 695"/>
                  <a:gd name="T31" fmla="*/ 1 h 174"/>
                  <a:gd name="T32" fmla="*/ 645 w 695"/>
                  <a:gd name="T33" fmla="*/ 8 h 174"/>
                  <a:gd name="T34" fmla="*/ 652 w 695"/>
                  <a:gd name="T35" fmla="*/ 28 h 174"/>
                  <a:gd name="T36" fmla="*/ 633 w 695"/>
                  <a:gd name="T37" fmla="*/ 32 h 174"/>
                  <a:gd name="T38" fmla="*/ 631 w 695"/>
                  <a:gd name="T39" fmla="*/ 31 h 174"/>
                  <a:gd name="T40" fmla="*/ 623 w 695"/>
                  <a:gd name="T41" fmla="*/ 29 h 174"/>
                  <a:gd name="T42" fmla="*/ 588 w 695"/>
                  <a:gd name="T43" fmla="*/ 27 h 174"/>
                  <a:gd name="T44" fmla="*/ 573 w 695"/>
                  <a:gd name="T45" fmla="*/ 24 h 174"/>
                  <a:gd name="T46" fmla="*/ 562 w 695"/>
                  <a:gd name="T47" fmla="*/ 22 h 174"/>
                  <a:gd name="T48" fmla="*/ 532 w 695"/>
                  <a:gd name="T49" fmla="*/ 21 h 174"/>
                  <a:gd name="T50" fmla="*/ 498 w 695"/>
                  <a:gd name="T51" fmla="*/ 36 h 174"/>
                  <a:gd name="T52" fmla="*/ 500 w 695"/>
                  <a:gd name="T53" fmla="*/ 43 h 174"/>
                  <a:gd name="T54" fmla="*/ 516 w 695"/>
                  <a:gd name="T55" fmla="*/ 47 h 174"/>
                  <a:gd name="T56" fmla="*/ 509 w 695"/>
                  <a:gd name="T57" fmla="*/ 51 h 174"/>
                  <a:gd name="T58" fmla="*/ 529 w 695"/>
                  <a:gd name="T59" fmla="*/ 74 h 174"/>
                  <a:gd name="T60" fmla="*/ 535 w 695"/>
                  <a:gd name="T61" fmla="*/ 83 h 174"/>
                  <a:gd name="T62" fmla="*/ 515 w 695"/>
                  <a:gd name="T63" fmla="*/ 91 h 174"/>
                  <a:gd name="T64" fmla="*/ 466 w 695"/>
                  <a:gd name="T65" fmla="*/ 86 h 174"/>
                  <a:gd name="T66" fmla="*/ 444 w 695"/>
                  <a:gd name="T67" fmla="*/ 84 h 174"/>
                  <a:gd name="T68" fmla="*/ 435 w 695"/>
                  <a:gd name="T69" fmla="*/ 82 h 174"/>
                  <a:gd name="T70" fmla="*/ 418 w 695"/>
                  <a:gd name="T71" fmla="*/ 82 h 174"/>
                  <a:gd name="T72" fmla="*/ 383 w 695"/>
                  <a:gd name="T73" fmla="*/ 77 h 174"/>
                  <a:gd name="T74" fmla="*/ 346 w 695"/>
                  <a:gd name="T75" fmla="*/ 71 h 174"/>
                  <a:gd name="T76" fmla="*/ 307 w 695"/>
                  <a:gd name="T77" fmla="*/ 68 h 174"/>
                  <a:gd name="T78" fmla="*/ 240 w 695"/>
                  <a:gd name="T79" fmla="*/ 69 h 174"/>
                  <a:gd name="T80" fmla="*/ 241 w 695"/>
                  <a:gd name="T81" fmla="*/ 78 h 174"/>
                  <a:gd name="T82" fmla="*/ 247 w 695"/>
                  <a:gd name="T83" fmla="*/ 84 h 174"/>
                  <a:gd name="T84" fmla="*/ 245 w 695"/>
                  <a:gd name="T85" fmla="*/ 86 h 174"/>
                  <a:gd name="T86" fmla="*/ 269 w 695"/>
                  <a:gd name="T87" fmla="*/ 98 h 174"/>
                  <a:gd name="T88" fmla="*/ 293 w 695"/>
                  <a:gd name="T89" fmla="*/ 111 h 174"/>
                  <a:gd name="T90" fmla="*/ 308 w 695"/>
                  <a:gd name="T91" fmla="*/ 118 h 174"/>
                  <a:gd name="T92" fmla="*/ 332 w 695"/>
                  <a:gd name="T93" fmla="*/ 128 h 174"/>
                  <a:gd name="T94" fmla="*/ 352 w 695"/>
                  <a:gd name="T95" fmla="*/ 144 h 174"/>
                  <a:gd name="T96" fmla="*/ 371 w 695"/>
                  <a:gd name="T97" fmla="*/ 156 h 174"/>
                  <a:gd name="T98" fmla="*/ 370 w 695"/>
                  <a:gd name="T99" fmla="*/ 167 h 174"/>
                  <a:gd name="T100" fmla="*/ 281 w 695"/>
                  <a:gd name="T101" fmla="*/ 157 h 174"/>
                  <a:gd name="T102" fmla="*/ 249 w 695"/>
                  <a:gd name="T103" fmla="*/ 152 h 174"/>
                  <a:gd name="T104" fmla="*/ 160 w 695"/>
                  <a:gd name="T105" fmla="*/ 140 h 174"/>
                  <a:gd name="T106" fmla="*/ 79 w 695"/>
                  <a:gd name="T107" fmla="*/ 123 h 174"/>
                  <a:gd name="T108" fmla="*/ 656 w 695"/>
                  <a:gd name="T109" fmla="*/ 33 h 174"/>
                  <a:gd name="T110" fmla="*/ 648 w 695"/>
                  <a:gd name="T111" fmla="*/ 5 h 174"/>
                  <a:gd name="T112" fmla="*/ 655 w 695"/>
                  <a:gd name="T113" fmla="*/ 33 h 174"/>
                  <a:gd name="T114" fmla="*/ 648 w 695"/>
                  <a:gd name="T115" fmla="*/ 37 h 174"/>
                  <a:gd name="T116" fmla="*/ 535 w 695"/>
                  <a:gd name="T117" fmla="*/ 92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95" h="174">
                    <a:moveTo>
                      <a:pt x="78" y="130"/>
                    </a:moveTo>
                    <a:cubicBezTo>
                      <a:pt x="88" y="132"/>
                      <a:pt x="101" y="134"/>
                      <a:pt x="109" y="136"/>
                    </a:cubicBezTo>
                    <a:cubicBezTo>
                      <a:pt x="147" y="143"/>
                      <a:pt x="179" y="151"/>
                      <a:pt x="220" y="157"/>
                    </a:cubicBezTo>
                    <a:cubicBezTo>
                      <a:pt x="219" y="157"/>
                      <a:pt x="222" y="157"/>
                      <a:pt x="225" y="157"/>
                    </a:cubicBezTo>
                    <a:cubicBezTo>
                      <a:pt x="224" y="157"/>
                      <a:pt x="224" y="157"/>
                      <a:pt x="224" y="157"/>
                    </a:cubicBezTo>
                    <a:cubicBezTo>
                      <a:pt x="229" y="157"/>
                      <a:pt x="229" y="157"/>
                      <a:pt x="229" y="157"/>
                    </a:cubicBezTo>
                    <a:cubicBezTo>
                      <a:pt x="232" y="157"/>
                      <a:pt x="229" y="158"/>
                      <a:pt x="226" y="158"/>
                    </a:cubicBezTo>
                    <a:cubicBezTo>
                      <a:pt x="242" y="160"/>
                      <a:pt x="257" y="162"/>
                      <a:pt x="272" y="165"/>
                    </a:cubicBezTo>
                    <a:cubicBezTo>
                      <a:pt x="275" y="164"/>
                      <a:pt x="280" y="166"/>
                      <a:pt x="283" y="165"/>
                    </a:cubicBezTo>
                    <a:cubicBezTo>
                      <a:pt x="283" y="166"/>
                      <a:pt x="283" y="166"/>
                      <a:pt x="282" y="166"/>
                    </a:cubicBezTo>
                    <a:cubicBezTo>
                      <a:pt x="294" y="167"/>
                      <a:pt x="295" y="167"/>
                      <a:pt x="303" y="169"/>
                    </a:cubicBezTo>
                    <a:cubicBezTo>
                      <a:pt x="314" y="171"/>
                      <a:pt x="325" y="172"/>
                      <a:pt x="338" y="173"/>
                    </a:cubicBezTo>
                    <a:cubicBezTo>
                      <a:pt x="346" y="174"/>
                      <a:pt x="351" y="174"/>
                      <a:pt x="366" y="173"/>
                    </a:cubicBezTo>
                    <a:cubicBezTo>
                      <a:pt x="367" y="173"/>
                      <a:pt x="372" y="173"/>
                      <a:pt x="375" y="172"/>
                    </a:cubicBezTo>
                    <a:cubicBezTo>
                      <a:pt x="379" y="171"/>
                      <a:pt x="379" y="171"/>
                      <a:pt x="379" y="171"/>
                    </a:cubicBezTo>
                    <a:cubicBezTo>
                      <a:pt x="396" y="166"/>
                      <a:pt x="387" y="169"/>
                      <a:pt x="391" y="167"/>
                    </a:cubicBezTo>
                    <a:cubicBezTo>
                      <a:pt x="398" y="163"/>
                      <a:pt x="396" y="163"/>
                      <a:pt x="397" y="161"/>
                    </a:cubicBezTo>
                    <a:cubicBezTo>
                      <a:pt x="397" y="160"/>
                      <a:pt x="396" y="158"/>
                      <a:pt x="395" y="157"/>
                    </a:cubicBezTo>
                    <a:cubicBezTo>
                      <a:pt x="389" y="149"/>
                      <a:pt x="378" y="143"/>
                      <a:pt x="368" y="136"/>
                    </a:cubicBezTo>
                    <a:cubicBezTo>
                      <a:pt x="347" y="123"/>
                      <a:pt x="322" y="111"/>
                      <a:pt x="300" y="97"/>
                    </a:cubicBezTo>
                    <a:cubicBezTo>
                      <a:pt x="292" y="96"/>
                      <a:pt x="289" y="93"/>
                      <a:pt x="282" y="92"/>
                    </a:cubicBezTo>
                    <a:cubicBezTo>
                      <a:pt x="283" y="91"/>
                      <a:pt x="283" y="91"/>
                      <a:pt x="283" y="91"/>
                    </a:cubicBezTo>
                    <a:cubicBezTo>
                      <a:pt x="278" y="90"/>
                      <a:pt x="279" y="89"/>
                      <a:pt x="277" y="86"/>
                    </a:cubicBezTo>
                    <a:cubicBezTo>
                      <a:pt x="276" y="86"/>
                      <a:pt x="275" y="85"/>
                      <a:pt x="273" y="86"/>
                    </a:cubicBezTo>
                    <a:cubicBezTo>
                      <a:pt x="270" y="85"/>
                      <a:pt x="274" y="83"/>
                      <a:pt x="271" y="82"/>
                    </a:cubicBezTo>
                    <a:cubicBezTo>
                      <a:pt x="272" y="82"/>
                      <a:pt x="270" y="83"/>
                      <a:pt x="270" y="82"/>
                    </a:cubicBezTo>
                    <a:cubicBezTo>
                      <a:pt x="262" y="79"/>
                      <a:pt x="272" y="82"/>
                      <a:pt x="269" y="77"/>
                    </a:cubicBezTo>
                    <a:cubicBezTo>
                      <a:pt x="267" y="76"/>
                      <a:pt x="264" y="74"/>
                      <a:pt x="262" y="72"/>
                    </a:cubicBezTo>
                    <a:cubicBezTo>
                      <a:pt x="265" y="72"/>
                      <a:pt x="269" y="72"/>
                      <a:pt x="272" y="73"/>
                    </a:cubicBezTo>
                    <a:cubicBezTo>
                      <a:pt x="270" y="73"/>
                      <a:pt x="271" y="72"/>
                      <a:pt x="273" y="72"/>
                    </a:cubicBezTo>
                    <a:cubicBezTo>
                      <a:pt x="273" y="74"/>
                      <a:pt x="281" y="72"/>
                      <a:pt x="284" y="73"/>
                    </a:cubicBezTo>
                    <a:cubicBezTo>
                      <a:pt x="283" y="73"/>
                      <a:pt x="281" y="73"/>
                      <a:pt x="280" y="73"/>
                    </a:cubicBezTo>
                    <a:cubicBezTo>
                      <a:pt x="288" y="75"/>
                      <a:pt x="297" y="75"/>
                      <a:pt x="304" y="76"/>
                    </a:cubicBezTo>
                    <a:cubicBezTo>
                      <a:pt x="314" y="76"/>
                      <a:pt x="320" y="79"/>
                      <a:pt x="327" y="78"/>
                    </a:cubicBezTo>
                    <a:cubicBezTo>
                      <a:pt x="325" y="79"/>
                      <a:pt x="330" y="79"/>
                      <a:pt x="331" y="80"/>
                    </a:cubicBezTo>
                    <a:cubicBezTo>
                      <a:pt x="341" y="79"/>
                      <a:pt x="345" y="82"/>
                      <a:pt x="355" y="82"/>
                    </a:cubicBezTo>
                    <a:cubicBezTo>
                      <a:pt x="354" y="82"/>
                      <a:pt x="354" y="82"/>
                      <a:pt x="354" y="82"/>
                    </a:cubicBezTo>
                    <a:cubicBezTo>
                      <a:pt x="376" y="85"/>
                      <a:pt x="398" y="88"/>
                      <a:pt x="422" y="90"/>
                    </a:cubicBezTo>
                    <a:cubicBezTo>
                      <a:pt x="436" y="92"/>
                      <a:pt x="446" y="95"/>
                      <a:pt x="463" y="96"/>
                    </a:cubicBezTo>
                    <a:cubicBezTo>
                      <a:pt x="466" y="96"/>
                      <a:pt x="464" y="96"/>
                      <a:pt x="467" y="96"/>
                    </a:cubicBezTo>
                    <a:cubicBezTo>
                      <a:pt x="470" y="96"/>
                      <a:pt x="466" y="96"/>
                      <a:pt x="467" y="96"/>
                    </a:cubicBezTo>
                    <a:cubicBezTo>
                      <a:pt x="475" y="97"/>
                      <a:pt x="483" y="98"/>
                      <a:pt x="493" y="99"/>
                    </a:cubicBezTo>
                    <a:cubicBezTo>
                      <a:pt x="494" y="99"/>
                      <a:pt x="497" y="99"/>
                      <a:pt x="497" y="99"/>
                    </a:cubicBezTo>
                    <a:cubicBezTo>
                      <a:pt x="501" y="100"/>
                      <a:pt x="508" y="100"/>
                      <a:pt x="516" y="100"/>
                    </a:cubicBezTo>
                    <a:cubicBezTo>
                      <a:pt x="520" y="100"/>
                      <a:pt x="524" y="100"/>
                      <a:pt x="530" y="100"/>
                    </a:cubicBezTo>
                    <a:cubicBezTo>
                      <a:pt x="534" y="101"/>
                      <a:pt x="558" y="94"/>
                      <a:pt x="557" y="93"/>
                    </a:cubicBezTo>
                    <a:cubicBezTo>
                      <a:pt x="549" y="96"/>
                      <a:pt x="562" y="89"/>
                      <a:pt x="560" y="87"/>
                    </a:cubicBezTo>
                    <a:cubicBezTo>
                      <a:pt x="561" y="86"/>
                      <a:pt x="562" y="86"/>
                      <a:pt x="563" y="86"/>
                    </a:cubicBezTo>
                    <a:cubicBezTo>
                      <a:pt x="564" y="83"/>
                      <a:pt x="563" y="81"/>
                      <a:pt x="563" y="77"/>
                    </a:cubicBezTo>
                    <a:cubicBezTo>
                      <a:pt x="562" y="76"/>
                      <a:pt x="559" y="76"/>
                      <a:pt x="559" y="74"/>
                    </a:cubicBezTo>
                    <a:cubicBezTo>
                      <a:pt x="561" y="72"/>
                      <a:pt x="557" y="70"/>
                      <a:pt x="557" y="68"/>
                    </a:cubicBezTo>
                    <a:cubicBezTo>
                      <a:pt x="554" y="69"/>
                      <a:pt x="551" y="68"/>
                      <a:pt x="550" y="66"/>
                    </a:cubicBezTo>
                    <a:cubicBezTo>
                      <a:pt x="554" y="65"/>
                      <a:pt x="554" y="65"/>
                      <a:pt x="554" y="65"/>
                    </a:cubicBezTo>
                    <a:cubicBezTo>
                      <a:pt x="548" y="61"/>
                      <a:pt x="545" y="52"/>
                      <a:pt x="534" y="47"/>
                    </a:cubicBezTo>
                    <a:cubicBezTo>
                      <a:pt x="536" y="46"/>
                      <a:pt x="536" y="46"/>
                      <a:pt x="536" y="46"/>
                    </a:cubicBezTo>
                    <a:cubicBezTo>
                      <a:pt x="528" y="41"/>
                      <a:pt x="524" y="34"/>
                      <a:pt x="521" y="29"/>
                    </a:cubicBezTo>
                    <a:cubicBezTo>
                      <a:pt x="521" y="29"/>
                      <a:pt x="520" y="30"/>
                      <a:pt x="527" y="30"/>
                    </a:cubicBezTo>
                    <a:cubicBezTo>
                      <a:pt x="534" y="29"/>
                      <a:pt x="537" y="29"/>
                      <a:pt x="543" y="29"/>
                    </a:cubicBezTo>
                    <a:cubicBezTo>
                      <a:pt x="546" y="29"/>
                      <a:pt x="546" y="30"/>
                      <a:pt x="547" y="30"/>
                    </a:cubicBezTo>
                    <a:cubicBezTo>
                      <a:pt x="555" y="31"/>
                      <a:pt x="560" y="33"/>
                      <a:pt x="569" y="32"/>
                    </a:cubicBezTo>
                    <a:cubicBezTo>
                      <a:pt x="568" y="33"/>
                      <a:pt x="568" y="33"/>
                      <a:pt x="568" y="33"/>
                    </a:cubicBezTo>
                    <a:cubicBezTo>
                      <a:pt x="575" y="33"/>
                      <a:pt x="586" y="34"/>
                      <a:pt x="592" y="35"/>
                    </a:cubicBezTo>
                    <a:cubicBezTo>
                      <a:pt x="595" y="35"/>
                      <a:pt x="603" y="36"/>
                      <a:pt x="601" y="35"/>
                    </a:cubicBezTo>
                    <a:cubicBezTo>
                      <a:pt x="604" y="35"/>
                      <a:pt x="600" y="36"/>
                      <a:pt x="605" y="36"/>
                    </a:cubicBezTo>
                    <a:cubicBezTo>
                      <a:pt x="600" y="36"/>
                      <a:pt x="600" y="36"/>
                      <a:pt x="600" y="36"/>
                    </a:cubicBezTo>
                    <a:cubicBezTo>
                      <a:pt x="618" y="38"/>
                      <a:pt x="625" y="42"/>
                      <a:pt x="656" y="39"/>
                    </a:cubicBezTo>
                    <a:cubicBezTo>
                      <a:pt x="672" y="35"/>
                      <a:pt x="667" y="30"/>
                      <a:pt x="667" y="26"/>
                    </a:cubicBezTo>
                    <a:cubicBezTo>
                      <a:pt x="665" y="25"/>
                      <a:pt x="664" y="21"/>
                      <a:pt x="659" y="21"/>
                    </a:cubicBezTo>
                    <a:cubicBezTo>
                      <a:pt x="661" y="20"/>
                      <a:pt x="661" y="20"/>
                      <a:pt x="661" y="20"/>
                    </a:cubicBezTo>
                    <a:cubicBezTo>
                      <a:pt x="659" y="18"/>
                      <a:pt x="657" y="14"/>
                      <a:pt x="655" y="11"/>
                    </a:cubicBezTo>
                    <a:cubicBezTo>
                      <a:pt x="655" y="9"/>
                      <a:pt x="653" y="10"/>
                      <a:pt x="651" y="8"/>
                    </a:cubicBezTo>
                    <a:cubicBezTo>
                      <a:pt x="653" y="8"/>
                      <a:pt x="653" y="8"/>
                      <a:pt x="653" y="8"/>
                    </a:cubicBezTo>
                    <a:cubicBezTo>
                      <a:pt x="651" y="6"/>
                      <a:pt x="649" y="6"/>
                      <a:pt x="647" y="6"/>
                    </a:cubicBezTo>
                    <a:cubicBezTo>
                      <a:pt x="648" y="5"/>
                      <a:pt x="648" y="5"/>
                      <a:pt x="648" y="5"/>
                    </a:cubicBezTo>
                    <a:cubicBezTo>
                      <a:pt x="649" y="5"/>
                      <a:pt x="650" y="4"/>
                      <a:pt x="651" y="4"/>
                    </a:cubicBezTo>
                    <a:cubicBezTo>
                      <a:pt x="652" y="5"/>
                      <a:pt x="653" y="5"/>
                      <a:pt x="654" y="5"/>
                    </a:cubicBezTo>
                    <a:cubicBezTo>
                      <a:pt x="653" y="5"/>
                      <a:pt x="654" y="5"/>
                      <a:pt x="654" y="4"/>
                    </a:cubicBezTo>
                    <a:cubicBezTo>
                      <a:pt x="655" y="4"/>
                      <a:pt x="655" y="4"/>
                      <a:pt x="656" y="4"/>
                    </a:cubicBezTo>
                    <a:cubicBezTo>
                      <a:pt x="662" y="4"/>
                      <a:pt x="666" y="4"/>
                      <a:pt x="668" y="3"/>
                    </a:cubicBezTo>
                    <a:cubicBezTo>
                      <a:pt x="666" y="4"/>
                      <a:pt x="671" y="4"/>
                      <a:pt x="667" y="4"/>
                    </a:cubicBezTo>
                    <a:cubicBezTo>
                      <a:pt x="671" y="4"/>
                      <a:pt x="674" y="4"/>
                      <a:pt x="677" y="4"/>
                    </a:cubicBezTo>
                    <a:cubicBezTo>
                      <a:pt x="676" y="4"/>
                      <a:pt x="675" y="4"/>
                      <a:pt x="674" y="4"/>
                    </a:cubicBezTo>
                    <a:cubicBezTo>
                      <a:pt x="678" y="3"/>
                      <a:pt x="682" y="3"/>
                      <a:pt x="682" y="3"/>
                    </a:cubicBezTo>
                    <a:cubicBezTo>
                      <a:pt x="680" y="3"/>
                      <a:pt x="679" y="3"/>
                      <a:pt x="677" y="3"/>
                    </a:cubicBezTo>
                    <a:cubicBezTo>
                      <a:pt x="679" y="2"/>
                      <a:pt x="687" y="2"/>
                      <a:pt x="687" y="3"/>
                    </a:cubicBezTo>
                    <a:cubicBezTo>
                      <a:pt x="687" y="4"/>
                      <a:pt x="681" y="4"/>
                      <a:pt x="683" y="4"/>
                    </a:cubicBezTo>
                    <a:cubicBezTo>
                      <a:pt x="695" y="4"/>
                      <a:pt x="695" y="4"/>
                      <a:pt x="695" y="4"/>
                    </a:cubicBezTo>
                    <a:cubicBezTo>
                      <a:pt x="692" y="4"/>
                      <a:pt x="691" y="3"/>
                      <a:pt x="693" y="3"/>
                    </a:cubicBezTo>
                    <a:cubicBezTo>
                      <a:pt x="688" y="3"/>
                      <a:pt x="688" y="3"/>
                      <a:pt x="688" y="3"/>
                    </a:cubicBezTo>
                    <a:cubicBezTo>
                      <a:pt x="689" y="2"/>
                      <a:pt x="689" y="2"/>
                      <a:pt x="689" y="2"/>
                    </a:cubicBezTo>
                    <a:cubicBezTo>
                      <a:pt x="682" y="2"/>
                      <a:pt x="677" y="1"/>
                      <a:pt x="668" y="1"/>
                    </a:cubicBezTo>
                    <a:cubicBezTo>
                      <a:pt x="670" y="2"/>
                      <a:pt x="670" y="2"/>
                      <a:pt x="670" y="2"/>
                    </a:cubicBezTo>
                    <a:cubicBezTo>
                      <a:pt x="665" y="2"/>
                      <a:pt x="659" y="3"/>
                      <a:pt x="655" y="3"/>
                    </a:cubicBezTo>
                    <a:cubicBezTo>
                      <a:pt x="658" y="2"/>
                      <a:pt x="656" y="2"/>
                      <a:pt x="657" y="2"/>
                    </a:cubicBezTo>
                    <a:cubicBezTo>
                      <a:pt x="655" y="2"/>
                      <a:pt x="654" y="2"/>
                      <a:pt x="652" y="2"/>
                    </a:cubicBezTo>
                    <a:cubicBezTo>
                      <a:pt x="656" y="1"/>
                      <a:pt x="656" y="1"/>
                      <a:pt x="656" y="1"/>
                    </a:cubicBezTo>
                    <a:cubicBezTo>
                      <a:pt x="655" y="1"/>
                      <a:pt x="654" y="2"/>
                      <a:pt x="652" y="2"/>
                    </a:cubicBezTo>
                    <a:cubicBezTo>
                      <a:pt x="649" y="3"/>
                      <a:pt x="655" y="0"/>
                      <a:pt x="645" y="4"/>
                    </a:cubicBezTo>
                    <a:cubicBezTo>
                      <a:pt x="644" y="4"/>
                      <a:pt x="644" y="4"/>
                      <a:pt x="644" y="4"/>
                    </a:cubicBezTo>
                    <a:cubicBezTo>
                      <a:pt x="644" y="6"/>
                      <a:pt x="643" y="7"/>
                      <a:pt x="643" y="7"/>
                    </a:cubicBezTo>
                    <a:cubicBezTo>
                      <a:pt x="643" y="7"/>
                      <a:pt x="643" y="7"/>
                      <a:pt x="643" y="7"/>
                    </a:cubicBezTo>
                    <a:cubicBezTo>
                      <a:pt x="641" y="10"/>
                      <a:pt x="645" y="6"/>
                      <a:pt x="645" y="8"/>
                    </a:cubicBezTo>
                    <a:cubicBezTo>
                      <a:pt x="644" y="9"/>
                      <a:pt x="641" y="9"/>
                      <a:pt x="640" y="11"/>
                    </a:cubicBezTo>
                    <a:cubicBezTo>
                      <a:pt x="640" y="13"/>
                      <a:pt x="645" y="16"/>
                      <a:pt x="644" y="19"/>
                    </a:cubicBezTo>
                    <a:cubicBezTo>
                      <a:pt x="647" y="21"/>
                      <a:pt x="650" y="23"/>
                      <a:pt x="653" y="24"/>
                    </a:cubicBezTo>
                    <a:cubicBezTo>
                      <a:pt x="654" y="25"/>
                      <a:pt x="649" y="25"/>
                      <a:pt x="652" y="26"/>
                    </a:cubicBezTo>
                    <a:cubicBezTo>
                      <a:pt x="650" y="26"/>
                      <a:pt x="649" y="26"/>
                      <a:pt x="648" y="27"/>
                    </a:cubicBezTo>
                    <a:cubicBezTo>
                      <a:pt x="650" y="27"/>
                      <a:pt x="650" y="30"/>
                      <a:pt x="652" y="28"/>
                    </a:cubicBezTo>
                    <a:cubicBezTo>
                      <a:pt x="653" y="30"/>
                      <a:pt x="654" y="32"/>
                      <a:pt x="653" y="33"/>
                    </a:cubicBezTo>
                    <a:cubicBezTo>
                      <a:pt x="652" y="33"/>
                      <a:pt x="650" y="33"/>
                      <a:pt x="649" y="33"/>
                    </a:cubicBezTo>
                    <a:cubicBezTo>
                      <a:pt x="648" y="34"/>
                      <a:pt x="650" y="34"/>
                      <a:pt x="646" y="34"/>
                    </a:cubicBezTo>
                    <a:cubicBezTo>
                      <a:pt x="638" y="35"/>
                      <a:pt x="640" y="33"/>
                      <a:pt x="639" y="32"/>
                    </a:cubicBezTo>
                    <a:cubicBezTo>
                      <a:pt x="643" y="32"/>
                      <a:pt x="643" y="32"/>
                      <a:pt x="643" y="32"/>
                    </a:cubicBezTo>
                    <a:cubicBezTo>
                      <a:pt x="640" y="32"/>
                      <a:pt x="637" y="32"/>
                      <a:pt x="633" y="32"/>
                    </a:cubicBezTo>
                    <a:cubicBezTo>
                      <a:pt x="635" y="30"/>
                      <a:pt x="640" y="32"/>
                      <a:pt x="643" y="32"/>
                    </a:cubicBezTo>
                    <a:cubicBezTo>
                      <a:pt x="642" y="30"/>
                      <a:pt x="642" y="30"/>
                      <a:pt x="642" y="30"/>
                    </a:cubicBezTo>
                    <a:cubicBezTo>
                      <a:pt x="636" y="29"/>
                      <a:pt x="638" y="31"/>
                      <a:pt x="632" y="30"/>
                    </a:cubicBezTo>
                    <a:cubicBezTo>
                      <a:pt x="634" y="30"/>
                      <a:pt x="634" y="30"/>
                      <a:pt x="634" y="30"/>
                    </a:cubicBezTo>
                    <a:cubicBezTo>
                      <a:pt x="629" y="29"/>
                      <a:pt x="629" y="29"/>
                      <a:pt x="629" y="29"/>
                    </a:cubicBezTo>
                    <a:cubicBezTo>
                      <a:pt x="628" y="30"/>
                      <a:pt x="627" y="31"/>
                      <a:pt x="631" y="31"/>
                    </a:cubicBezTo>
                    <a:cubicBezTo>
                      <a:pt x="626" y="32"/>
                      <a:pt x="627" y="31"/>
                      <a:pt x="621" y="30"/>
                    </a:cubicBezTo>
                    <a:cubicBezTo>
                      <a:pt x="618" y="31"/>
                      <a:pt x="624" y="31"/>
                      <a:pt x="622" y="31"/>
                    </a:cubicBezTo>
                    <a:cubicBezTo>
                      <a:pt x="621" y="32"/>
                      <a:pt x="617" y="32"/>
                      <a:pt x="614" y="31"/>
                    </a:cubicBezTo>
                    <a:cubicBezTo>
                      <a:pt x="609" y="31"/>
                      <a:pt x="614" y="30"/>
                      <a:pt x="613" y="30"/>
                    </a:cubicBezTo>
                    <a:cubicBezTo>
                      <a:pt x="614" y="30"/>
                      <a:pt x="618" y="30"/>
                      <a:pt x="616" y="30"/>
                    </a:cubicBezTo>
                    <a:cubicBezTo>
                      <a:pt x="624" y="30"/>
                      <a:pt x="618" y="29"/>
                      <a:pt x="623" y="29"/>
                    </a:cubicBezTo>
                    <a:cubicBezTo>
                      <a:pt x="619" y="27"/>
                      <a:pt x="617" y="28"/>
                      <a:pt x="615" y="28"/>
                    </a:cubicBezTo>
                    <a:cubicBezTo>
                      <a:pt x="616" y="29"/>
                      <a:pt x="612" y="29"/>
                      <a:pt x="613" y="29"/>
                    </a:cubicBezTo>
                    <a:cubicBezTo>
                      <a:pt x="600" y="30"/>
                      <a:pt x="611" y="27"/>
                      <a:pt x="603" y="27"/>
                    </a:cubicBezTo>
                    <a:cubicBezTo>
                      <a:pt x="602" y="28"/>
                      <a:pt x="589" y="27"/>
                      <a:pt x="591" y="29"/>
                    </a:cubicBezTo>
                    <a:cubicBezTo>
                      <a:pt x="589" y="29"/>
                      <a:pt x="586" y="29"/>
                      <a:pt x="585" y="29"/>
                    </a:cubicBezTo>
                    <a:cubicBezTo>
                      <a:pt x="589" y="28"/>
                      <a:pt x="583" y="28"/>
                      <a:pt x="588" y="27"/>
                    </a:cubicBezTo>
                    <a:cubicBezTo>
                      <a:pt x="586" y="27"/>
                      <a:pt x="586" y="27"/>
                      <a:pt x="586" y="27"/>
                    </a:cubicBezTo>
                    <a:cubicBezTo>
                      <a:pt x="592" y="27"/>
                      <a:pt x="592" y="27"/>
                      <a:pt x="592" y="27"/>
                    </a:cubicBezTo>
                    <a:cubicBezTo>
                      <a:pt x="590" y="26"/>
                      <a:pt x="587" y="24"/>
                      <a:pt x="586" y="24"/>
                    </a:cubicBezTo>
                    <a:cubicBezTo>
                      <a:pt x="581" y="24"/>
                      <a:pt x="586" y="25"/>
                      <a:pt x="580" y="24"/>
                    </a:cubicBezTo>
                    <a:cubicBezTo>
                      <a:pt x="583" y="24"/>
                      <a:pt x="581" y="23"/>
                      <a:pt x="579" y="23"/>
                    </a:cubicBezTo>
                    <a:cubicBezTo>
                      <a:pt x="582" y="24"/>
                      <a:pt x="576" y="24"/>
                      <a:pt x="573" y="24"/>
                    </a:cubicBezTo>
                    <a:cubicBezTo>
                      <a:pt x="569" y="24"/>
                      <a:pt x="567" y="23"/>
                      <a:pt x="568" y="23"/>
                    </a:cubicBezTo>
                    <a:cubicBezTo>
                      <a:pt x="574" y="22"/>
                      <a:pt x="574" y="22"/>
                      <a:pt x="574" y="22"/>
                    </a:cubicBezTo>
                    <a:cubicBezTo>
                      <a:pt x="570" y="23"/>
                      <a:pt x="573" y="22"/>
                      <a:pt x="570" y="22"/>
                    </a:cubicBezTo>
                    <a:cubicBezTo>
                      <a:pt x="568" y="22"/>
                      <a:pt x="564" y="23"/>
                      <a:pt x="562" y="23"/>
                    </a:cubicBezTo>
                    <a:cubicBezTo>
                      <a:pt x="558" y="23"/>
                      <a:pt x="558" y="22"/>
                      <a:pt x="556" y="22"/>
                    </a:cubicBezTo>
                    <a:cubicBezTo>
                      <a:pt x="562" y="22"/>
                      <a:pt x="562" y="22"/>
                      <a:pt x="562" y="22"/>
                    </a:cubicBezTo>
                    <a:cubicBezTo>
                      <a:pt x="556" y="22"/>
                      <a:pt x="564" y="21"/>
                      <a:pt x="556" y="21"/>
                    </a:cubicBezTo>
                    <a:cubicBezTo>
                      <a:pt x="553" y="21"/>
                      <a:pt x="553" y="21"/>
                      <a:pt x="553" y="21"/>
                    </a:cubicBezTo>
                    <a:cubicBezTo>
                      <a:pt x="552" y="21"/>
                      <a:pt x="552" y="21"/>
                      <a:pt x="554" y="20"/>
                    </a:cubicBezTo>
                    <a:cubicBezTo>
                      <a:pt x="552" y="21"/>
                      <a:pt x="548" y="21"/>
                      <a:pt x="546" y="21"/>
                    </a:cubicBezTo>
                    <a:cubicBezTo>
                      <a:pt x="546" y="20"/>
                      <a:pt x="546" y="20"/>
                      <a:pt x="546" y="20"/>
                    </a:cubicBezTo>
                    <a:cubicBezTo>
                      <a:pt x="543" y="20"/>
                      <a:pt x="536" y="21"/>
                      <a:pt x="532" y="21"/>
                    </a:cubicBezTo>
                    <a:cubicBezTo>
                      <a:pt x="534" y="22"/>
                      <a:pt x="538" y="20"/>
                      <a:pt x="543" y="21"/>
                    </a:cubicBezTo>
                    <a:cubicBezTo>
                      <a:pt x="545" y="22"/>
                      <a:pt x="536" y="22"/>
                      <a:pt x="534" y="22"/>
                    </a:cubicBezTo>
                    <a:cubicBezTo>
                      <a:pt x="537" y="21"/>
                      <a:pt x="523" y="22"/>
                      <a:pt x="513" y="25"/>
                    </a:cubicBezTo>
                    <a:cubicBezTo>
                      <a:pt x="507" y="26"/>
                      <a:pt x="500" y="29"/>
                      <a:pt x="500" y="29"/>
                    </a:cubicBezTo>
                    <a:cubicBezTo>
                      <a:pt x="501" y="30"/>
                      <a:pt x="501" y="30"/>
                      <a:pt x="501" y="30"/>
                    </a:cubicBezTo>
                    <a:cubicBezTo>
                      <a:pt x="493" y="32"/>
                      <a:pt x="499" y="34"/>
                      <a:pt x="498" y="36"/>
                    </a:cubicBezTo>
                    <a:cubicBezTo>
                      <a:pt x="496" y="35"/>
                      <a:pt x="494" y="35"/>
                      <a:pt x="494" y="37"/>
                    </a:cubicBezTo>
                    <a:cubicBezTo>
                      <a:pt x="497" y="35"/>
                      <a:pt x="499" y="38"/>
                      <a:pt x="501" y="37"/>
                    </a:cubicBezTo>
                    <a:cubicBezTo>
                      <a:pt x="501" y="39"/>
                      <a:pt x="496" y="37"/>
                      <a:pt x="494" y="38"/>
                    </a:cubicBezTo>
                    <a:cubicBezTo>
                      <a:pt x="497" y="39"/>
                      <a:pt x="494" y="41"/>
                      <a:pt x="498" y="41"/>
                    </a:cubicBezTo>
                    <a:cubicBezTo>
                      <a:pt x="498" y="40"/>
                      <a:pt x="500" y="41"/>
                      <a:pt x="502" y="41"/>
                    </a:cubicBezTo>
                    <a:cubicBezTo>
                      <a:pt x="503" y="43"/>
                      <a:pt x="500" y="41"/>
                      <a:pt x="500" y="43"/>
                    </a:cubicBezTo>
                    <a:cubicBezTo>
                      <a:pt x="501" y="43"/>
                      <a:pt x="504" y="44"/>
                      <a:pt x="504" y="42"/>
                    </a:cubicBezTo>
                    <a:cubicBezTo>
                      <a:pt x="504" y="43"/>
                      <a:pt x="509" y="44"/>
                      <a:pt x="507" y="45"/>
                    </a:cubicBezTo>
                    <a:cubicBezTo>
                      <a:pt x="506" y="46"/>
                      <a:pt x="505" y="44"/>
                      <a:pt x="504" y="45"/>
                    </a:cubicBezTo>
                    <a:cubicBezTo>
                      <a:pt x="505" y="47"/>
                      <a:pt x="510" y="45"/>
                      <a:pt x="513" y="47"/>
                    </a:cubicBezTo>
                    <a:cubicBezTo>
                      <a:pt x="513" y="45"/>
                      <a:pt x="518" y="45"/>
                      <a:pt x="520" y="46"/>
                    </a:cubicBezTo>
                    <a:cubicBezTo>
                      <a:pt x="521" y="49"/>
                      <a:pt x="518" y="45"/>
                      <a:pt x="516" y="47"/>
                    </a:cubicBezTo>
                    <a:cubicBezTo>
                      <a:pt x="517" y="48"/>
                      <a:pt x="517" y="48"/>
                      <a:pt x="517" y="48"/>
                    </a:cubicBezTo>
                    <a:cubicBezTo>
                      <a:pt x="515" y="50"/>
                      <a:pt x="508" y="46"/>
                      <a:pt x="506" y="48"/>
                    </a:cubicBezTo>
                    <a:cubicBezTo>
                      <a:pt x="509" y="49"/>
                      <a:pt x="509" y="49"/>
                      <a:pt x="509" y="49"/>
                    </a:cubicBezTo>
                    <a:cubicBezTo>
                      <a:pt x="507" y="49"/>
                      <a:pt x="505" y="49"/>
                      <a:pt x="504" y="50"/>
                    </a:cubicBezTo>
                    <a:cubicBezTo>
                      <a:pt x="507" y="50"/>
                      <a:pt x="507" y="52"/>
                      <a:pt x="508" y="52"/>
                    </a:cubicBezTo>
                    <a:cubicBezTo>
                      <a:pt x="511" y="52"/>
                      <a:pt x="507" y="52"/>
                      <a:pt x="509" y="51"/>
                    </a:cubicBezTo>
                    <a:cubicBezTo>
                      <a:pt x="510" y="52"/>
                      <a:pt x="514" y="52"/>
                      <a:pt x="515" y="54"/>
                    </a:cubicBezTo>
                    <a:cubicBezTo>
                      <a:pt x="512" y="53"/>
                      <a:pt x="512" y="55"/>
                      <a:pt x="510" y="55"/>
                    </a:cubicBezTo>
                    <a:cubicBezTo>
                      <a:pt x="510" y="56"/>
                      <a:pt x="513" y="55"/>
                      <a:pt x="513" y="56"/>
                    </a:cubicBezTo>
                    <a:cubicBezTo>
                      <a:pt x="512" y="56"/>
                      <a:pt x="512" y="56"/>
                      <a:pt x="512" y="56"/>
                    </a:cubicBezTo>
                    <a:cubicBezTo>
                      <a:pt x="516" y="61"/>
                      <a:pt x="521" y="66"/>
                      <a:pt x="530" y="69"/>
                    </a:cubicBezTo>
                    <a:cubicBezTo>
                      <a:pt x="528" y="70"/>
                      <a:pt x="529" y="72"/>
                      <a:pt x="529" y="74"/>
                    </a:cubicBezTo>
                    <a:cubicBezTo>
                      <a:pt x="529" y="73"/>
                      <a:pt x="531" y="74"/>
                      <a:pt x="532" y="74"/>
                    </a:cubicBezTo>
                    <a:cubicBezTo>
                      <a:pt x="530" y="76"/>
                      <a:pt x="530" y="76"/>
                      <a:pt x="530" y="76"/>
                    </a:cubicBezTo>
                    <a:cubicBezTo>
                      <a:pt x="530" y="78"/>
                      <a:pt x="533" y="79"/>
                      <a:pt x="535" y="80"/>
                    </a:cubicBezTo>
                    <a:cubicBezTo>
                      <a:pt x="535" y="80"/>
                      <a:pt x="534" y="80"/>
                      <a:pt x="534" y="80"/>
                    </a:cubicBezTo>
                    <a:cubicBezTo>
                      <a:pt x="533" y="82"/>
                      <a:pt x="536" y="81"/>
                      <a:pt x="537" y="82"/>
                    </a:cubicBezTo>
                    <a:cubicBezTo>
                      <a:pt x="535" y="83"/>
                      <a:pt x="535" y="83"/>
                      <a:pt x="535" y="83"/>
                    </a:cubicBezTo>
                    <a:cubicBezTo>
                      <a:pt x="537" y="83"/>
                      <a:pt x="537" y="83"/>
                      <a:pt x="537" y="83"/>
                    </a:cubicBezTo>
                    <a:cubicBezTo>
                      <a:pt x="538" y="84"/>
                      <a:pt x="538" y="86"/>
                      <a:pt x="535" y="86"/>
                    </a:cubicBezTo>
                    <a:cubicBezTo>
                      <a:pt x="536" y="86"/>
                      <a:pt x="536" y="87"/>
                      <a:pt x="537" y="86"/>
                    </a:cubicBezTo>
                    <a:cubicBezTo>
                      <a:pt x="536" y="87"/>
                      <a:pt x="535" y="90"/>
                      <a:pt x="535" y="91"/>
                    </a:cubicBezTo>
                    <a:cubicBezTo>
                      <a:pt x="530" y="91"/>
                      <a:pt x="523" y="91"/>
                      <a:pt x="518" y="91"/>
                    </a:cubicBezTo>
                    <a:cubicBezTo>
                      <a:pt x="516" y="91"/>
                      <a:pt x="516" y="91"/>
                      <a:pt x="515" y="91"/>
                    </a:cubicBezTo>
                    <a:cubicBezTo>
                      <a:pt x="510" y="89"/>
                      <a:pt x="499" y="90"/>
                      <a:pt x="493" y="88"/>
                    </a:cubicBezTo>
                    <a:cubicBezTo>
                      <a:pt x="494" y="89"/>
                      <a:pt x="489" y="90"/>
                      <a:pt x="485" y="90"/>
                    </a:cubicBezTo>
                    <a:cubicBezTo>
                      <a:pt x="479" y="90"/>
                      <a:pt x="486" y="88"/>
                      <a:pt x="483" y="87"/>
                    </a:cubicBezTo>
                    <a:cubicBezTo>
                      <a:pt x="480" y="87"/>
                      <a:pt x="476" y="87"/>
                      <a:pt x="475" y="87"/>
                    </a:cubicBezTo>
                    <a:cubicBezTo>
                      <a:pt x="475" y="87"/>
                      <a:pt x="475" y="87"/>
                      <a:pt x="475" y="87"/>
                    </a:cubicBezTo>
                    <a:cubicBezTo>
                      <a:pt x="472" y="87"/>
                      <a:pt x="468" y="87"/>
                      <a:pt x="466" y="86"/>
                    </a:cubicBezTo>
                    <a:cubicBezTo>
                      <a:pt x="466" y="86"/>
                      <a:pt x="466" y="86"/>
                      <a:pt x="466" y="86"/>
                    </a:cubicBezTo>
                    <a:cubicBezTo>
                      <a:pt x="464" y="86"/>
                      <a:pt x="463" y="85"/>
                      <a:pt x="460" y="85"/>
                    </a:cubicBezTo>
                    <a:cubicBezTo>
                      <a:pt x="457" y="85"/>
                      <a:pt x="453" y="84"/>
                      <a:pt x="450" y="85"/>
                    </a:cubicBezTo>
                    <a:cubicBezTo>
                      <a:pt x="450" y="84"/>
                      <a:pt x="450" y="84"/>
                      <a:pt x="450" y="84"/>
                    </a:cubicBezTo>
                    <a:cubicBezTo>
                      <a:pt x="448" y="85"/>
                      <a:pt x="448" y="85"/>
                      <a:pt x="448" y="85"/>
                    </a:cubicBezTo>
                    <a:cubicBezTo>
                      <a:pt x="444" y="84"/>
                      <a:pt x="444" y="84"/>
                      <a:pt x="444" y="84"/>
                    </a:cubicBezTo>
                    <a:cubicBezTo>
                      <a:pt x="446" y="84"/>
                      <a:pt x="447" y="83"/>
                      <a:pt x="448" y="83"/>
                    </a:cubicBezTo>
                    <a:cubicBezTo>
                      <a:pt x="444" y="82"/>
                      <a:pt x="445" y="84"/>
                      <a:pt x="442" y="84"/>
                    </a:cubicBezTo>
                    <a:cubicBezTo>
                      <a:pt x="437" y="84"/>
                      <a:pt x="439" y="83"/>
                      <a:pt x="438" y="83"/>
                    </a:cubicBezTo>
                    <a:cubicBezTo>
                      <a:pt x="440" y="83"/>
                      <a:pt x="440" y="83"/>
                      <a:pt x="441" y="83"/>
                    </a:cubicBezTo>
                    <a:cubicBezTo>
                      <a:pt x="445" y="83"/>
                      <a:pt x="440" y="83"/>
                      <a:pt x="440" y="82"/>
                    </a:cubicBezTo>
                    <a:cubicBezTo>
                      <a:pt x="440" y="82"/>
                      <a:pt x="438" y="83"/>
                      <a:pt x="435" y="82"/>
                    </a:cubicBezTo>
                    <a:cubicBezTo>
                      <a:pt x="433" y="82"/>
                      <a:pt x="428" y="82"/>
                      <a:pt x="430" y="81"/>
                    </a:cubicBezTo>
                    <a:cubicBezTo>
                      <a:pt x="427" y="81"/>
                      <a:pt x="425" y="81"/>
                      <a:pt x="423" y="81"/>
                    </a:cubicBezTo>
                    <a:cubicBezTo>
                      <a:pt x="424" y="81"/>
                      <a:pt x="427" y="82"/>
                      <a:pt x="427" y="82"/>
                    </a:cubicBezTo>
                    <a:cubicBezTo>
                      <a:pt x="425" y="82"/>
                      <a:pt x="421" y="82"/>
                      <a:pt x="421" y="82"/>
                    </a:cubicBezTo>
                    <a:cubicBezTo>
                      <a:pt x="423" y="82"/>
                      <a:pt x="423" y="82"/>
                      <a:pt x="423" y="82"/>
                    </a:cubicBezTo>
                    <a:cubicBezTo>
                      <a:pt x="421" y="82"/>
                      <a:pt x="417" y="81"/>
                      <a:pt x="418" y="82"/>
                    </a:cubicBezTo>
                    <a:cubicBezTo>
                      <a:pt x="417" y="80"/>
                      <a:pt x="417" y="80"/>
                      <a:pt x="417" y="80"/>
                    </a:cubicBezTo>
                    <a:cubicBezTo>
                      <a:pt x="414" y="81"/>
                      <a:pt x="411" y="80"/>
                      <a:pt x="408" y="80"/>
                    </a:cubicBezTo>
                    <a:cubicBezTo>
                      <a:pt x="409" y="79"/>
                      <a:pt x="413" y="79"/>
                      <a:pt x="408" y="78"/>
                    </a:cubicBezTo>
                    <a:cubicBezTo>
                      <a:pt x="402" y="78"/>
                      <a:pt x="402" y="78"/>
                      <a:pt x="402" y="78"/>
                    </a:cubicBezTo>
                    <a:cubicBezTo>
                      <a:pt x="400" y="78"/>
                      <a:pt x="399" y="78"/>
                      <a:pt x="401" y="77"/>
                    </a:cubicBezTo>
                    <a:cubicBezTo>
                      <a:pt x="393" y="76"/>
                      <a:pt x="388" y="78"/>
                      <a:pt x="383" y="77"/>
                    </a:cubicBezTo>
                    <a:cubicBezTo>
                      <a:pt x="387" y="76"/>
                      <a:pt x="385" y="76"/>
                      <a:pt x="383" y="75"/>
                    </a:cubicBezTo>
                    <a:cubicBezTo>
                      <a:pt x="383" y="75"/>
                      <a:pt x="382" y="76"/>
                      <a:pt x="380" y="76"/>
                    </a:cubicBezTo>
                    <a:cubicBezTo>
                      <a:pt x="380" y="76"/>
                      <a:pt x="383" y="75"/>
                      <a:pt x="384" y="76"/>
                    </a:cubicBezTo>
                    <a:cubicBezTo>
                      <a:pt x="384" y="77"/>
                      <a:pt x="381" y="76"/>
                      <a:pt x="379" y="76"/>
                    </a:cubicBezTo>
                    <a:cubicBezTo>
                      <a:pt x="378" y="73"/>
                      <a:pt x="361" y="73"/>
                      <a:pt x="354" y="71"/>
                    </a:cubicBezTo>
                    <a:cubicBezTo>
                      <a:pt x="352" y="72"/>
                      <a:pt x="349" y="71"/>
                      <a:pt x="346" y="71"/>
                    </a:cubicBezTo>
                    <a:cubicBezTo>
                      <a:pt x="349" y="70"/>
                      <a:pt x="340" y="71"/>
                      <a:pt x="339" y="70"/>
                    </a:cubicBezTo>
                    <a:cubicBezTo>
                      <a:pt x="338" y="71"/>
                      <a:pt x="338" y="71"/>
                      <a:pt x="338" y="71"/>
                    </a:cubicBezTo>
                    <a:cubicBezTo>
                      <a:pt x="333" y="70"/>
                      <a:pt x="325" y="71"/>
                      <a:pt x="324" y="70"/>
                    </a:cubicBezTo>
                    <a:cubicBezTo>
                      <a:pt x="321" y="69"/>
                      <a:pt x="327" y="69"/>
                      <a:pt x="329" y="69"/>
                    </a:cubicBezTo>
                    <a:cubicBezTo>
                      <a:pt x="327" y="67"/>
                      <a:pt x="314" y="69"/>
                      <a:pt x="313" y="67"/>
                    </a:cubicBezTo>
                    <a:cubicBezTo>
                      <a:pt x="312" y="67"/>
                      <a:pt x="312" y="68"/>
                      <a:pt x="307" y="68"/>
                    </a:cubicBezTo>
                    <a:cubicBezTo>
                      <a:pt x="305" y="68"/>
                      <a:pt x="299" y="66"/>
                      <a:pt x="300" y="66"/>
                    </a:cubicBezTo>
                    <a:cubicBezTo>
                      <a:pt x="297" y="66"/>
                      <a:pt x="295" y="67"/>
                      <a:pt x="293" y="66"/>
                    </a:cubicBezTo>
                    <a:cubicBezTo>
                      <a:pt x="294" y="66"/>
                      <a:pt x="295" y="66"/>
                      <a:pt x="297" y="66"/>
                    </a:cubicBezTo>
                    <a:cubicBezTo>
                      <a:pt x="292" y="65"/>
                      <a:pt x="287" y="65"/>
                      <a:pt x="282" y="65"/>
                    </a:cubicBezTo>
                    <a:cubicBezTo>
                      <a:pt x="281" y="64"/>
                      <a:pt x="271" y="64"/>
                      <a:pt x="263" y="64"/>
                    </a:cubicBezTo>
                    <a:cubicBezTo>
                      <a:pt x="259" y="65"/>
                      <a:pt x="244" y="65"/>
                      <a:pt x="240" y="69"/>
                    </a:cubicBezTo>
                    <a:cubicBezTo>
                      <a:pt x="240" y="68"/>
                      <a:pt x="238" y="69"/>
                      <a:pt x="237" y="70"/>
                    </a:cubicBezTo>
                    <a:cubicBezTo>
                      <a:pt x="235" y="72"/>
                      <a:pt x="239" y="72"/>
                      <a:pt x="239" y="73"/>
                    </a:cubicBezTo>
                    <a:cubicBezTo>
                      <a:pt x="236" y="73"/>
                      <a:pt x="236" y="73"/>
                      <a:pt x="236" y="73"/>
                    </a:cubicBezTo>
                    <a:cubicBezTo>
                      <a:pt x="233" y="74"/>
                      <a:pt x="237" y="76"/>
                      <a:pt x="236" y="77"/>
                    </a:cubicBezTo>
                    <a:cubicBezTo>
                      <a:pt x="238" y="76"/>
                      <a:pt x="237" y="78"/>
                      <a:pt x="239" y="77"/>
                    </a:cubicBezTo>
                    <a:cubicBezTo>
                      <a:pt x="241" y="78"/>
                      <a:pt x="241" y="78"/>
                      <a:pt x="241" y="78"/>
                    </a:cubicBezTo>
                    <a:cubicBezTo>
                      <a:pt x="243" y="80"/>
                      <a:pt x="242" y="78"/>
                      <a:pt x="245" y="80"/>
                    </a:cubicBezTo>
                    <a:cubicBezTo>
                      <a:pt x="246" y="81"/>
                      <a:pt x="242" y="81"/>
                      <a:pt x="242" y="81"/>
                    </a:cubicBezTo>
                    <a:cubicBezTo>
                      <a:pt x="241" y="82"/>
                      <a:pt x="243" y="82"/>
                      <a:pt x="245" y="83"/>
                    </a:cubicBezTo>
                    <a:cubicBezTo>
                      <a:pt x="245" y="83"/>
                      <a:pt x="245" y="83"/>
                      <a:pt x="246" y="83"/>
                    </a:cubicBezTo>
                    <a:cubicBezTo>
                      <a:pt x="245" y="83"/>
                      <a:pt x="245" y="83"/>
                      <a:pt x="245" y="83"/>
                    </a:cubicBezTo>
                    <a:cubicBezTo>
                      <a:pt x="246" y="84"/>
                      <a:pt x="246" y="84"/>
                      <a:pt x="247" y="84"/>
                    </a:cubicBezTo>
                    <a:cubicBezTo>
                      <a:pt x="247" y="84"/>
                      <a:pt x="247" y="84"/>
                      <a:pt x="247" y="84"/>
                    </a:cubicBezTo>
                    <a:cubicBezTo>
                      <a:pt x="246" y="84"/>
                      <a:pt x="246" y="84"/>
                      <a:pt x="245" y="83"/>
                    </a:cubicBezTo>
                    <a:cubicBezTo>
                      <a:pt x="245" y="84"/>
                      <a:pt x="246" y="84"/>
                      <a:pt x="246" y="84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7" y="85"/>
                      <a:pt x="247" y="85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50" y="87"/>
                      <a:pt x="251" y="87"/>
                    </a:cubicBezTo>
                    <a:cubicBezTo>
                      <a:pt x="252" y="90"/>
                      <a:pt x="260" y="94"/>
                      <a:pt x="263" y="95"/>
                    </a:cubicBezTo>
                    <a:cubicBezTo>
                      <a:pt x="262" y="95"/>
                      <a:pt x="262" y="95"/>
                      <a:pt x="263" y="95"/>
                    </a:cubicBezTo>
                    <a:cubicBezTo>
                      <a:pt x="265" y="96"/>
                      <a:pt x="268" y="96"/>
                      <a:pt x="267" y="96"/>
                    </a:cubicBezTo>
                    <a:cubicBezTo>
                      <a:pt x="269" y="97"/>
                      <a:pt x="266" y="97"/>
                      <a:pt x="268" y="99"/>
                    </a:cubicBezTo>
                    <a:cubicBezTo>
                      <a:pt x="268" y="99"/>
                      <a:pt x="270" y="98"/>
                      <a:pt x="269" y="98"/>
                    </a:cubicBezTo>
                    <a:cubicBezTo>
                      <a:pt x="270" y="101"/>
                      <a:pt x="279" y="102"/>
                      <a:pt x="281" y="105"/>
                    </a:cubicBezTo>
                    <a:cubicBezTo>
                      <a:pt x="280" y="105"/>
                      <a:pt x="279" y="105"/>
                      <a:pt x="278" y="105"/>
                    </a:cubicBezTo>
                    <a:cubicBezTo>
                      <a:pt x="282" y="106"/>
                      <a:pt x="285" y="108"/>
                      <a:pt x="291" y="109"/>
                    </a:cubicBezTo>
                    <a:cubicBezTo>
                      <a:pt x="289" y="109"/>
                      <a:pt x="289" y="109"/>
                      <a:pt x="287" y="109"/>
                    </a:cubicBezTo>
                    <a:cubicBezTo>
                      <a:pt x="289" y="110"/>
                      <a:pt x="292" y="112"/>
                      <a:pt x="295" y="112"/>
                    </a:cubicBezTo>
                    <a:cubicBezTo>
                      <a:pt x="295" y="111"/>
                      <a:pt x="294" y="112"/>
                      <a:pt x="293" y="111"/>
                    </a:cubicBezTo>
                    <a:cubicBezTo>
                      <a:pt x="293" y="110"/>
                      <a:pt x="298" y="111"/>
                      <a:pt x="299" y="112"/>
                    </a:cubicBezTo>
                    <a:cubicBezTo>
                      <a:pt x="299" y="112"/>
                      <a:pt x="299" y="112"/>
                      <a:pt x="299" y="112"/>
                    </a:cubicBezTo>
                    <a:cubicBezTo>
                      <a:pt x="301" y="113"/>
                      <a:pt x="302" y="113"/>
                      <a:pt x="304" y="114"/>
                    </a:cubicBezTo>
                    <a:cubicBezTo>
                      <a:pt x="304" y="115"/>
                      <a:pt x="302" y="114"/>
                      <a:pt x="302" y="115"/>
                    </a:cubicBezTo>
                    <a:cubicBezTo>
                      <a:pt x="299" y="116"/>
                      <a:pt x="304" y="118"/>
                      <a:pt x="304" y="118"/>
                    </a:cubicBezTo>
                    <a:cubicBezTo>
                      <a:pt x="306" y="118"/>
                      <a:pt x="307" y="119"/>
                      <a:pt x="308" y="118"/>
                    </a:cubicBezTo>
                    <a:cubicBezTo>
                      <a:pt x="310" y="119"/>
                      <a:pt x="307" y="119"/>
                      <a:pt x="308" y="120"/>
                    </a:cubicBezTo>
                    <a:cubicBezTo>
                      <a:pt x="318" y="121"/>
                      <a:pt x="318" y="121"/>
                      <a:pt x="318" y="121"/>
                    </a:cubicBezTo>
                    <a:cubicBezTo>
                      <a:pt x="317" y="121"/>
                      <a:pt x="317" y="123"/>
                      <a:pt x="314" y="122"/>
                    </a:cubicBezTo>
                    <a:cubicBezTo>
                      <a:pt x="318" y="124"/>
                      <a:pt x="324" y="124"/>
                      <a:pt x="328" y="125"/>
                    </a:cubicBezTo>
                    <a:cubicBezTo>
                      <a:pt x="329" y="126"/>
                      <a:pt x="333" y="127"/>
                      <a:pt x="334" y="128"/>
                    </a:cubicBezTo>
                    <a:cubicBezTo>
                      <a:pt x="333" y="129"/>
                      <a:pt x="334" y="127"/>
                      <a:pt x="332" y="128"/>
                    </a:cubicBezTo>
                    <a:cubicBezTo>
                      <a:pt x="332" y="129"/>
                      <a:pt x="332" y="129"/>
                      <a:pt x="332" y="129"/>
                    </a:cubicBezTo>
                    <a:cubicBezTo>
                      <a:pt x="329" y="128"/>
                      <a:pt x="329" y="130"/>
                      <a:pt x="326" y="130"/>
                    </a:cubicBezTo>
                    <a:cubicBezTo>
                      <a:pt x="329" y="131"/>
                      <a:pt x="332" y="133"/>
                      <a:pt x="335" y="135"/>
                    </a:cubicBezTo>
                    <a:cubicBezTo>
                      <a:pt x="336" y="133"/>
                      <a:pt x="340" y="137"/>
                      <a:pt x="343" y="136"/>
                    </a:cubicBezTo>
                    <a:cubicBezTo>
                      <a:pt x="347" y="138"/>
                      <a:pt x="342" y="138"/>
                      <a:pt x="342" y="139"/>
                    </a:cubicBezTo>
                    <a:cubicBezTo>
                      <a:pt x="347" y="140"/>
                      <a:pt x="349" y="143"/>
                      <a:pt x="352" y="144"/>
                    </a:cubicBezTo>
                    <a:cubicBezTo>
                      <a:pt x="352" y="144"/>
                      <a:pt x="352" y="144"/>
                      <a:pt x="351" y="144"/>
                    </a:cubicBezTo>
                    <a:cubicBezTo>
                      <a:pt x="355" y="146"/>
                      <a:pt x="358" y="149"/>
                      <a:pt x="363" y="150"/>
                    </a:cubicBezTo>
                    <a:cubicBezTo>
                      <a:pt x="363" y="150"/>
                      <a:pt x="362" y="150"/>
                      <a:pt x="361" y="150"/>
                    </a:cubicBezTo>
                    <a:cubicBezTo>
                      <a:pt x="362" y="152"/>
                      <a:pt x="366" y="149"/>
                      <a:pt x="367" y="152"/>
                    </a:cubicBezTo>
                    <a:cubicBezTo>
                      <a:pt x="364" y="152"/>
                      <a:pt x="364" y="152"/>
                      <a:pt x="364" y="152"/>
                    </a:cubicBezTo>
                    <a:cubicBezTo>
                      <a:pt x="368" y="153"/>
                      <a:pt x="366" y="155"/>
                      <a:pt x="371" y="156"/>
                    </a:cubicBezTo>
                    <a:cubicBezTo>
                      <a:pt x="370" y="156"/>
                      <a:pt x="369" y="156"/>
                      <a:pt x="368" y="156"/>
                    </a:cubicBezTo>
                    <a:cubicBezTo>
                      <a:pt x="371" y="157"/>
                      <a:pt x="372" y="159"/>
                      <a:pt x="376" y="160"/>
                    </a:cubicBezTo>
                    <a:cubicBezTo>
                      <a:pt x="375" y="160"/>
                      <a:pt x="374" y="160"/>
                      <a:pt x="372" y="160"/>
                    </a:cubicBezTo>
                    <a:cubicBezTo>
                      <a:pt x="372" y="161"/>
                      <a:pt x="377" y="161"/>
                      <a:pt x="376" y="162"/>
                    </a:cubicBezTo>
                    <a:cubicBezTo>
                      <a:pt x="376" y="163"/>
                      <a:pt x="375" y="164"/>
                      <a:pt x="375" y="164"/>
                    </a:cubicBezTo>
                    <a:cubicBezTo>
                      <a:pt x="378" y="164"/>
                      <a:pt x="376" y="167"/>
                      <a:pt x="370" y="167"/>
                    </a:cubicBezTo>
                    <a:cubicBezTo>
                      <a:pt x="370" y="167"/>
                      <a:pt x="368" y="167"/>
                      <a:pt x="365" y="167"/>
                    </a:cubicBezTo>
                    <a:cubicBezTo>
                      <a:pt x="339" y="166"/>
                      <a:pt x="317" y="163"/>
                      <a:pt x="293" y="161"/>
                    </a:cubicBezTo>
                    <a:cubicBezTo>
                      <a:pt x="292" y="159"/>
                      <a:pt x="300" y="161"/>
                      <a:pt x="299" y="160"/>
                    </a:cubicBezTo>
                    <a:cubicBezTo>
                      <a:pt x="297" y="161"/>
                      <a:pt x="295" y="159"/>
                      <a:pt x="288" y="159"/>
                    </a:cubicBezTo>
                    <a:cubicBezTo>
                      <a:pt x="288" y="159"/>
                      <a:pt x="288" y="159"/>
                      <a:pt x="288" y="159"/>
                    </a:cubicBezTo>
                    <a:cubicBezTo>
                      <a:pt x="285" y="158"/>
                      <a:pt x="285" y="157"/>
                      <a:pt x="281" y="157"/>
                    </a:cubicBezTo>
                    <a:cubicBezTo>
                      <a:pt x="280" y="158"/>
                      <a:pt x="280" y="158"/>
                      <a:pt x="280" y="158"/>
                    </a:cubicBezTo>
                    <a:cubicBezTo>
                      <a:pt x="276" y="158"/>
                      <a:pt x="276" y="155"/>
                      <a:pt x="272" y="156"/>
                    </a:cubicBezTo>
                    <a:cubicBezTo>
                      <a:pt x="271" y="155"/>
                      <a:pt x="271" y="155"/>
                      <a:pt x="271" y="155"/>
                    </a:cubicBezTo>
                    <a:cubicBezTo>
                      <a:pt x="265" y="156"/>
                      <a:pt x="267" y="154"/>
                      <a:pt x="261" y="154"/>
                    </a:cubicBezTo>
                    <a:cubicBezTo>
                      <a:pt x="262" y="154"/>
                      <a:pt x="262" y="154"/>
                      <a:pt x="262" y="154"/>
                    </a:cubicBezTo>
                    <a:cubicBezTo>
                      <a:pt x="258" y="153"/>
                      <a:pt x="249" y="154"/>
                      <a:pt x="249" y="152"/>
                    </a:cubicBezTo>
                    <a:cubicBezTo>
                      <a:pt x="244" y="152"/>
                      <a:pt x="239" y="151"/>
                      <a:pt x="236" y="152"/>
                    </a:cubicBezTo>
                    <a:cubicBezTo>
                      <a:pt x="236" y="151"/>
                      <a:pt x="238" y="151"/>
                      <a:pt x="239" y="151"/>
                    </a:cubicBezTo>
                    <a:cubicBezTo>
                      <a:pt x="222" y="149"/>
                      <a:pt x="205" y="145"/>
                      <a:pt x="188" y="144"/>
                    </a:cubicBezTo>
                    <a:cubicBezTo>
                      <a:pt x="188" y="143"/>
                      <a:pt x="189" y="144"/>
                      <a:pt x="190" y="143"/>
                    </a:cubicBezTo>
                    <a:cubicBezTo>
                      <a:pt x="179" y="143"/>
                      <a:pt x="175" y="139"/>
                      <a:pt x="164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59" y="139"/>
                      <a:pt x="160" y="139"/>
                      <a:pt x="159" y="138"/>
                    </a:cubicBezTo>
                    <a:cubicBezTo>
                      <a:pt x="156" y="139"/>
                      <a:pt x="151" y="137"/>
                      <a:pt x="148" y="138"/>
                    </a:cubicBezTo>
                    <a:cubicBezTo>
                      <a:pt x="148" y="137"/>
                      <a:pt x="150" y="137"/>
                      <a:pt x="150" y="137"/>
                    </a:cubicBezTo>
                    <a:cubicBezTo>
                      <a:pt x="147" y="136"/>
                      <a:pt x="139" y="136"/>
                      <a:pt x="136" y="135"/>
                    </a:cubicBezTo>
                    <a:cubicBezTo>
                      <a:pt x="138" y="135"/>
                      <a:pt x="138" y="135"/>
                      <a:pt x="138" y="135"/>
                    </a:cubicBezTo>
                    <a:cubicBezTo>
                      <a:pt x="122" y="130"/>
                      <a:pt x="100" y="124"/>
                      <a:pt x="79" y="123"/>
                    </a:cubicBezTo>
                    <a:cubicBezTo>
                      <a:pt x="74" y="122"/>
                      <a:pt x="80" y="122"/>
                      <a:pt x="78" y="121"/>
                    </a:cubicBezTo>
                    <a:cubicBezTo>
                      <a:pt x="58" y="120"/>
                      <a:pt x="44" y="114"/>
                      <a:pt x="23" y="113"/>
                    </a:cubicBezTo>
                    <a:cubicBezTo>
                      <a:pt x="10" y="111"/>
                      <a:pt x="0" y="113"/>
                      <a:pt x="0" y="113"/>
                    </a:cubicBezTo>
                    <a:cubicBezTo>
                      <a:pt x="31" y="117"/>
                      <a:pt x="53" y="123"/>
                      <a:pt x="78" y="130"/>
                    </a:cubicBezTo>
                    <a:close/>
                    <a:moveTo>
                      <a:pt x="656" y="33"/>
                    </a:moveTo>
                    <a:cubicBezTo>
                      <a:pt x="656" y="33"/>
                      <a:pt x="656" y="33"/>
                      <a:pt x="656" y="33"/>
                    </a:cubicBezTo>
                    <a:moveTo>
                      <a:pt x="655" y="33"/>
                    </a:moveTo>
                    <a:cubicBezTo>
                      <a:pt x="655" y="33"/>
                      <a:pt x="655" y="33"/>
                      <a:pt x="655" y="33"/>
                    </a:cubicBezTo>
                    <a:cubicBezTo>
                      <a:pt x="656" y="33"/>
                      <a:pt x="656" y="33"/>
                      <a:pt x="655" y="33"/>
                    </a:cubicBezTo>
                    <a:close/>
                    <a:moveTo>
                      <a:pt x="650" y="3"/>
                    </a:moveTo>
                    <a:cubicBezTo>
                      <a:pt x="650" y="3"/>
                      <a:pt x="650" y="4"/>
                      <a:pt x="650" y="4"/>
                    </a:cubicBezTo>
                    <a:cubicBezTo>
                      <a:pt x="650" y="4"/>
                      <a:pt x="649" y="4"/>
                      <a:pt x="648" y="5"/>
                    </a:cubicBezTo>
                    <a:cubicBezTo>
                      <a:pt x="648" y="4"/>
                      <a:pt x="648" y="3"/>
                      <a:pt x="650" y="3"/>
                    </a:cubicBezTo>
                    <a:close/>
                    <a:moveTo>
                      <a:pt x="649" y="34"/>
                    </a:moveTo>
                    <a:cubicBezTo>
                      <a:pt x="650" y="34"/>
                      <a:pt x="651" y="34"/>
                      <a:pt x="653" y="34"/>
                    </a:cubicBezTo>
                    <a:cubicBezTo>
                      <a:pt x="653" y="33"/>
                      <a:pt x="653" y="33"/>
                      <a:pt x="653" y="33"/>
                    </a:cubicBezTo>
                    <a:cubicBezTo>
                      <a:pt x="653" y="34"/>
                      <a:pt x="653" y="34"/>
                      <a:pt x="653" y="34"/>
                    </a:cubicBezTo>
                    <a:cubicBezTo>
                      <a:pt x="654" y="34"/>
                      <a:pt x="655" y="33"/>
                      <a:pt x="655" y="33"/>
                    </a:cubicBezTo>
                    <a:cubicBezTo>
                      <a:pt x="654" y="34"/>
                      <a:pt x="654" y="34"/>
                      <a:pt x="653" y="34"/>
                    </a:cubicBezTo>
                    <a:cubicBezTo>
                      <a:pt x="653" y="34"/>
                      <a:pt x="653" y="35"/>
                      <a:pt x="652" y="35"/>
                    </a:cubicBezTo>
                    <a:cubicBezTo>
                      <a:pt x="652" y="35"/>
                      <a:pt x="652" y="35"/>
                      <a:pt x="652" y="35"/>
                    </a:cubicBezTo>
                    <a:cubicBezTo>
                      <a:pt x="652" y="35"/>
                      <a:pt x="651" y="35"/>
                      <a:pt x="650" y="35"/>
                    </a:cubicBezTo>
                    <a:cubicBezTo>
                      <a:pt x="649" y="35"/>
                      <a:pt x="649" y="35"/>
                      <a:pt x="649" y="35"/>
                    </a:cubicBezTo>
                    <a:cubicBezTo>
                      <a:pt x="647" y="36"/>
                      <a:pt x="650" y="36"/>
                      <a:pt x="648" y="37"/>
                    </a:cubicBezTo>
                    <a:cubicBezTo>
                      <a:pt x="646" y="37"/>
                      <a:pt x="644" y="37"/>
                      <a:pt x="643" y="37"/>
                    </a:cubicBezTo>
                    <a:cubicBezTo>
                      <a:pt x="643" y="36"/>
                      <a:pt x="646" y="35"/>
                      <a:pt x="640" y="34"/>
                    </a:cubicBezTo>
                    <a:cubicBezTo>
                      <a:pt x="644" y="33"/>
                      <a:pt x="649" y="35"/>
                      <a:pt x="649" y="34"/>
                    </a:cubicBezTo>
                    <a:close/>
                    <a:moveTo>
                      <a:pt x="539" y="91"/>
                    </a:moveTo>
                    <a:cubicBezTo>
                      <a:pt x="541" y="91"/>
                      <a:pt x="537" y="92"/>
                      <a:pt x="538" y="92"/>
                    </a:cubicBezTo>
                    <a:cubicBezTo>
                      <a:pt x="537" y="92"/>
                      <a:pt x="535" y="93"/>
                      <a:pt x="535" y="92"/>
                    </a:cubicBezTo>
                    <a:cubicBezTo>
                      <a:pt x="538" y="92"/>
                      <a:pt x="539" y="91"/>
                      <a:pt x="539" y="9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4354729" y="2158331"/>
              <a:ext cx="3266983" cy="1448984"/>
              <a:chOff x="4354729" y="2158331"/>
              <a:chExt cx="3266983" cy="1448984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4354729" y="2344679"/>
                <a:ext cx="556229" cy="55622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01</a:t>
                </a:r>
                <a:endParaRPr sz="2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5051679" y="2158331"/>
                <a:ext cx="2570033" cy="55622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lumMod val="100000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5051680" y="2714561"/>
                <a:ext cx="2570032" cy="892754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8251916" y="2158331"/>
              <a:ext cx="3266982" cy="1448984"/>
              <a:chOff x="8251916" y="2158331"/>
              <a:chExt cx="3266982" cy="1448984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251916" y="2337020"/>
                <a:ext cx="556229" cy="55622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02</a:t>
                </a:r>
                <a:endParaRPr sz="2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8948865" y="2158331"/>
                <a:ext cx="2570033" cy="55622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8948866" y="2714561"/>
                <a:ext cx="2570032" cy="892754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354729" y="3875491"/>
              <a:ext cx="3266983" cy="1448984"/>
              <a:chOff x="4354729" y="3875491"/>
              <a:chExt cx="3266983" cy="1448984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4354729" y="4061839"/>
                <a:ext cx="556229" cy="55622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03</a:t>
                </a:r>
                <a:endParaRPr sz="2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5051679" y="3875491"/>
                <a:ext cx="2570033" cy="55622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5051680" y="4431721"/>
                <a:ext cx="2570032" cy="892754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8251916" y="3875491"/>
              <a:ext cx="3266982" cy="1448984"/>
              <a:chOff x="8251916" y="3875491"/>
              <a:chExt cx="3266982" cy="1448984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8251916" y="4061839"/>
                <a:ext cx="556229" cy="55622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04</a:t>
                </a:r>
                <a:endParaRPr sz="2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8948865" y="3875491"/>
                <a:ext cx="2570033" cy="55622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b="1" dirty="0"/>
                  <a:t>{vItem.item1_Desc}</a:t>
                </a: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8948866" y="4431721"/>
                <a:ext cx="2570032" cy="892754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4354729" y="1130300"/>
              <a:ext cx="7164170" cy="867668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r>
                <a:rPr lang="en-US" altLang="zh-CN" sz="2400" b="1" dirty="0"/>
                <a:t>{vItem.item1_Desc}</a:t>
              </a:r>
              <a:endParaRPr lang="zh-CN" altLang="en-US" sz="2400" b="1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优秀学员分享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243265" y="1130301"/>
            <a:ext cx="5705470" cy="2785402"/>
          </a:xfrm>
        </p:spPr>
        <p:txBody>
          <a:bodyPr>
            <a:normAutofit/>
          </a:bodyPr>
          <a:lstStyle/>
          <a:p>
            <a:r>
              <a:rPr lang="zh-CN" altLang="en-US" sz="7200" dirty="0"/>
              <a:t>Thank you</a:t>
            </a:r>
            <a:endParaRPr lang="en-US" sz="72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648175"/>
            <a:ext cx="5705470" cy="342899"/>
          </a:xfrm>
        </p:spPr>
        <p:txBody>
          <a:bodyPr/>
          <a:lstStyle/>
          <a:p>
            <a:r>
              <a:rPr lang="en-US" dirty="0"/>
              <a:t>{author}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305276"/>
            <a:ext cx="5705470" cy="342899"/>
          </a:xfrm>
        </p:spPr>
        <p:txBody>
          <a:bodyPr/>
          <a:lstStyle/>
          <a:p>
            <a:r>
              <a:rPr lang="en-US" altLang="zh-CN" dirty="0"/>
              <a:t>{company}-{department}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02566929133866,&quot;left&quot;:113.65944881889763,&quot;top&quot;:182.9743307086614,&quot;width&quot;:732.6811023622047}"/>
</p:tagLst>
</file>

<file path=ppt/theme/theme1.xml><?xml version="1.0" encoding="utf-8"?>
<a:theme xmlns:a="http://schemas.openxmlformats.org/drawingml/2006/main" name="Designed by OfficePLUS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7879BE"/>
      </a:accent1>
      <a:accent2>
        <a:srgbClr val="AF91BC"/>
      </a:accent2>
      <a:accent3>
        <a:srgbClr val="DD90AF"/>
      </a:accent3>
      <a:accent4>
        <a:srgbClr val="F8A299"/>
      </a:accent4>
      <a:accent5>
        <a:srgbClr val="EDC783"/>
      </a:accent5>
      <a:accent6>
        <a:srgbClr val="C6BCB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3093</Words>
  <Application>Microsoft Office PowerPoint</Application>
  <PresentationFormat>宽屏</PresentationFormat>
  <Paragraphs>691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1" baseType="lpstr">
      <vt:lpstr>微软雅黑</vt:lpstr>
      <vt:lpstr>Arial</vt:lpstr>
      <vt:lpstr>Wingdings</vt:lpstr>
      <vt:lpstr>Designed by OfficePLUS</vt:lpstr>
      <vt:lpstr>{title}</vt:lpstr>
      <vt:lpstr>{chapterTitle}</vt:lpstr>
      <vt:lpstr>PowerPoint 演示文稿</vt:lpstr>
      <vt:lpstr>PowerPoint 演示文稿</vt:lpstr>
      <vt:lpstr>PowerPoint 演示文稿</vt:lpstr>
      <vt:lpstr>{slideTitle}</vt:lpstr>
      <vt:lpstr>{slideTitle}</vt:lpstr>
      <vt:lpstr>{slideTitle}</vt:lpstr>
      <vt:lpstr>{slideTitle}</vt:lpstr>
      <vt:lpstr>{slideTitle}</vt:lpstr>
      <vt:lpstr>PowerPoint 演示文稿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导师见面会</vt:lpstr>
      <vt:lpstr>学术沙龙</vt:lpstr>
      <vt:lpstr>职业规划指导</vt:lpstr>
      <vt:lpstr>优秀学员分享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则灵 和</cp:lastModifiedBy>
  <cp:revision>20</cp:revision>
  <cp:lastPrinted>2024-08-21T16:00:00Z</cp:lastPrinted>
  <dcterms:created xsi:type="dcterms:W3CDTF">2024-08-21T16:00:00Z</dcterms:created>
  <dcterms:modified xsi:type="dcterms:W3CDTF">2026-09-23T03:13:32Z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2F78D812598C4457B9C036999D55DD19_12</vt:lpwstr>
  </property>
</Properties>
</file>